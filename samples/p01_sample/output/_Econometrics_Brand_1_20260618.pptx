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1299200.0</c:v>
                </c:pt>
                <c:pt idx="1">
                  <c:v>1265100.0</c:v>
                </c:pt>
                <c:pt idx="2">
                  <c:v>1571600.0</c:v>
                </c:pt>
                <c:pt idx="3">
                  <c:v>1462300.0</c:v>
                </c:pt>
                <c:pt idx="4">
                  <c:v>1358300.0</c:v>
                </c:pt>
                <c:pt idx="5">
                  <c:v>1632300.0</c:v>
                </c:pt>
                <c:pt idx="6">
                  <c:v>1368300.0</c:v>
                </c:pt>
                <c:pt idx="7">
                  <c:v>1457400.0</c:v>
                </c:pt>
                <c:pt idx="8">
                  <c:v>1003400.0</c:v>
                </c:pt>
                <c:pt idx="9">
                  <c:v>1120800.0</c:v>
                </c:pt>
                <c:pt idx="10">
                  <c:v>1302600.0</c:v>
                </c:pt>
                <c:pt idx="11">
                  <c:v>1002500.0</c:v>
                </c:pt>
                <c:pt idx="12">
                  <c:v>1402300.0</c:v>
                </c:pt>
                <c:pt idx="13">
                  <c:v>1268800.0</c:v>
                </c:pt>
                <c:pt idx="14">
                  <c:v>1821000.0</c:v>
                </c:pt>
                <c:pt idx="15">
                  <c:v>1444100.0</c:v>
                </c:pt>
                <c:pt idx="16">
                  <c:v>2048100.0</c:v>
                </c:pt>
                <c:pt idx="17">
                  <c:v>1435500.0</c:v>
                </c:pt>
                <c:pt idx="18">
                  <c:v>1139900.0</c:v>
                </c:pt>
                <c:pt idx="19">
                  <c:v>1514300.0</c:v>
                </c:pt>
                <c:pt idx="20">
                  <c:v>1122600.0</c:v>
                </c:pt>
                <c:pt idx="21">
                  <c:v>1072500.0</c:v>
                </c:pt>
                <c:pt idx="22">
                  <c:v>1572400.0</c:v>
                </c:pt>
                <c:pt idx="23">
                  <c:v>1159400.0</c:v>
                </c:pt>
                <c:pt idx="24">
                  <c:v>1590500.0</c:v>
                </c:pt>
                <c:pt idx="25">
                  <c:v>1538300.0</c:v>
                </c:pt>
                <c:pt idx="26">
                  <c:v>1433300.0</c:v>
                </c:pt>
                <c:pt idx="27">
                  <c:v>1264500.0</c:v>
                </c:pt>
                <c:pt idx="28">
                  <c:v>1989000.0</c:v>
                </c:pt>
                <c:pt idx="29">
                  <c:v>1491900.0</c:v>
                </c:pt>
                <c:pt idx="30">
                  <c:v>1413000.0</c:v>
                </c:pt>
                <c:pt idx="31">
                  <c:v>1259500.0</c:v>
                </c:pt>
                <c:pt idx="32">
                  <c:v>1111900.0</c:v>
                </c:pt>
                <c:pt idx="33">
                  <c:v>1331500.0</c:v>
                </c:pt>
                <c:pt idx="34">
                  <c:v>1262100.0</c:v>
                </c:pt>
                <c:pt idx="35">
                  <c:v>1259100.0</c:v>
                </c:pt>
                <c:pt idx="36">
                  <c:v>1856800.0</c:v>
                </c:pt>
                <c:pt idx="37">
                  <c:v>1530600.0</c:v>
                </c:pt>
                <c:pt idx="38">
                  <c:v>1450600.0</c:v>
                </c:pt>
                <c:pt idx="39">
                  <c:v>1452400.0</c:v>
                </c:pt>
                <c:pt idx="40">
                  <c:v>1756700.0</c:v>
                </c:pt>
                <c:pt idx="41">
                  <c:v>1239700.0</c:v>
                </c:pt>
                <c:pt idx="42">
                  <c:v>1507900.0</c:v>
                </c:pt>
                <c:pt idx="43">
                  <c:v>1314100.0</c:v>
                </c:pt>
                <c:pt idx="44">
                  <c:v>1100900.0</c:v>
                </c:pt>
                <c:pt idx="45">
                  <c:v>1355100.0</c:v>
                </c:pt>
                <c:pt idx="46">
                  <c:v>1193100.0</c:v>
                </c:pt>
                <c:pt idx="47">
                  <c:v>1379000.0</c:v>
                </c:pt>
                <c:pt idx="48">
                  <c:v>1541300.0</c:v>
                </c:pt>
                <c:pt idx="49">
                  <c:v>1436300.0</c:v>
                </c:pt>
                <c:pt idx="50">
                  <c:v>1458100.0</c:v>
                </c:pt>
                <c:pt idx="51">
                  <c:v>1956100.0</c:v>
                </c:pt>
                <c:pt idx="52">
                  <c:v>1564500.0</c:v>
                </c:pt>
                <c:pt idx="53">
                  <c:v>1295000.0</c:v>
                </c:pt>
                <c:pt idx="54">
                  <c:v>1550200.0</c:v>
                </c:pt>
                <c:pt idx="55">
                  <c:v>1082700.0</c:v>
                </c:pt>
                <c:pt idx="56">
                  <c:v>1355700.0</c:v>
                </c:pt>
                <c:pt idx="57">
                  <c:v>1043800.0</c:v>
                </c:pt>
                <c:pt idx="58">
                  <c:v>1218300.0</c:v>
                </c:pt>
                <c:pt idx="59">
                  <c:v>1101400.0</c:v>
                </c:pt>
                <c:pt idx="60">
                  <c:v>278400.0</c:v>
                </c:pt>
                <c:pt idx="61">
                  <c:v>1337900.0</c:v>
                </c:pt>
                <c:pt idx="62">
                  <c:v>1205500.0</c:v>
                </c:pt>
                <c:pt idx="63">
                  <c:v>1776400.0</c:v>
                </c:pt>
                <c:pt idx="64">
                  <c:v>1539400.0</c:v>
                </c:pt>
                <c:pt idx="65">
                  <c:v>1590600.0</c:v>
                </c:pt>
                <c:pt idx="66">
                  <c:v>1504100.0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1246492.8078356446</c:v>
                </c:pt>
                <c:pt idx="1">
                  <c:v>1253794.459381359</c:v>
                </c:pt>
                <c:pt idx="2">
                  <c:v>1618977.161333675</c:v>
                </c:pt>
                <c:pt idx="3">
                  <c:v>1385608.4647516145</c:v>
                </c:pt>
                <c:pt idx="4">
                  <c:v>1336061.0187187772</c:v>
                </c:pt>
                <c:pt idx="5">
                  <c:v>1637519.5585782146</c:v>
                </c:pt>
                <c:pt idx="6">
                  <c:v>1422878.432132325</c:v>
                </c:pt>
                <c:pt idx="7">
                  <c:v>1468008.7627615402</c:v>
                </c:pt>
                <c:pt idx="8">
                  <c:v>997518.7642209807</c:v>
                </c:pt>
                <c:pt idx="9">
                  <c:v>1131806.8135938956</c:v>
                </c:pt>
                <c:pt idx="10">
                  <c:v>1313514.572188997</c:v>
                </c:pt>
                <c:pt idx="11">
                  <c:v>1064480.7477099886</c:v>
                </c:pt>
                <c:pt idx="12">
                  <c:v>1336204.5880314773</c:v>
                </c:pt>
                <c:pt idx="13">
                  <c:v>1306501.2436854546</c:v>
                </c:pt>
                <c:pt idx="14">
                  <c:v>1736097.5402352319</c:v>
                </c:pt>
                <c:pt idx="15">
                  <c:v>1412271.9069610967</c:v>
                </c:pt>
                <c:pt idx="16">
                  <c:v>2003903.6488491446</c:v>
                </c:pt>
                <c:pt idx="17">
                  <c:v>1484802.536305359</c:v>
                </c:pt>
                <c:pt idx="18">
                  <c:v>1180182.637495994</c:v>
                </c:pt>
                <c:pt idx="19">
                  <c:v>1514229.3958599905</c:v>
                </c:pt>
                <c:pt idx="20">
                  <c:v>1169826.6336810081</c:v>
                </c:pt>
                <c:pt idx="21">
                  <c:v>1081782.0234317405</c:v>
                </c:pt>
                <c:pt idx="22">
                  <c:v>1583331.7339165858</c:v>
                </c:pt>
                <c:pt idx="23">
                  <c:v>1184399.245960155</c:v>
                </c:pt>
                <c:pt idx="24">
                  <c:v>1587592.0145419426</c:v>
                </c:pt>
                <c:pt idx="25">
                  <c:v>1490788.1714924043</c:v>
                </c:pt>
                <c:pt idx="26">
                  <c:v>1357171.5740542607</c:v>
                </c:pt>
                <c:pt idx="27">
                  <c:v>1327237.4519418674</c:v>
                </c:pt>
                <c:pt idx="28">
                  <c:v>1927488.276977033</c:v>
                </c:pt>
                <c:pt idx="29">
                  <c:v>1464761.206923585</c:v>
                </c:pt>
                <c:pt idx="30">
                  <c:v>1432855.447860098</c:v>
                </c:pt>
                <c:pt idx="31">
                  <c:v>1302457.305354108</c:v>
                </c:pt>
                <c:pt idx="32">
                  <c:v>1117119.6738452138</c:v>
                </c:pt>
                <c:pt idx="33">
                  <c:v>1366568.862672695</c:v>
                </c:pt>
                <c:pt idx="34">
                  <c:v>1196268.1713169878</c:v>
                </c:pt>
                <c:pt idx="35">
                  <c:v>1299278.5735770192</c:v>
                </c:pt>
                <c:pt idx="36">
                  <c:v>1645529.2160116965</c:v>
                </c:pt>
                <c:pt idx="37">
                  <c:v>1526888.9342827648</c:v>
                </c:pt>
                <c:pt idx="38">
                  <c:v>1403659.0244414748</c:v>
                </c:pt>
                <c:pt idx="39">
                  <c:v>1558888.9152104512</c:v>
                </c:pt>
                <c:pt idx="40">
                  <c:v>1762402.6281387375</c:v>
                </c:pt>
                <c:pt idx="41">
                  <c:v>1275188.7558230283</c:v>
                </c:pt>
                <c:pt idx="42">
                  <c:v>1520484.3787034082</c:v>
                </c:pt>
                <c:pt idx="43">
                  <c:v>1299573.1669838163</c:v>
                </c:pt>
                <c:pt idx="44">
                  <c:v>1142867.7129974298</c:v>
                </c:pt>
                <c:pt idx="45">
                  <c:v>1337022.8868709852</c:v>
                </c:pt>
                <c:pt idx="46">
                  <c:v>1166832.557809846</c:v>
                </c:pt>
                <c:pt idx="47">
                  <c:v>1330162.056588351</c:v>
                </c:pt>
                <c:pt idx="48">
                  <c:v>1657271.4383347896</c:v>
                </c:pt>
                <c:pt idx="49">
                  <c:v>1480870.186835874</c:v>
                </c:pt>
                <c:pt idx="50">
                  <c:v>1428845.1853004731</c:v>
                </c:pt>
                <c:pt idx="51">
                  <c:v>2004747.8719752529</c:v>
                </c:pt>
                <c:pt idx="52">
                  <c:v>1581125.6932131574</c:v>
                </c:pt>
                <c:pt idx="53">
                  <c:v>1277569.619649563</c:v>
                </c:pt>
                <c:pt idx="54">
                  <c:v>1566137.9907269576</c:v>
                </c:pt>
                <c:pt idx="55">
                  <c:v>1087971.6981642568</c:v>
                </c:pt>
                <c:pt idx="56">
                  <c:v>1323853.2418712787</c:v>
                </c:pt>
                <c:pt idx="57">
                  <c:v>1055360.171511294</c:v>
                </c:pt>
                <c:pt idx="58">
                  <c:v>1209248.1626081937</c:v>
                </c:pt>
                <c:pt idx="59">
                  <c:v>1088250.6721327913</c:v>
                </c:pt>
                <c:pt idx="60">
                  <c:v>262339.586596851</c:v>
                </c:pt>
                <c:pt idx="61">
                  <c:v>1277290.343490975</c:v>
                </c:pt>
                <c:pt idx="62">
                  <c:v>1213649.3826491241</c:v>
                </c:pt>
                <c:pt idx="63">
                  <c:v>1808393.0765464364</c:v>
                </c:pt>
                <c:pt idx="64">
                  <c:v>1458225.8572526993</c:v>
                </c:pt>
                <c:pt idx="65">
                  <c:v>1645210.7983593638</c:v>
                </c:pt>
                <c:pt idx="66">
                  <c:v>1518943.0088901778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457720.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269367735.0</c:v>
                </c:pt>
                <c:pt idx="1">
                  <c:v>284457996.0</c:v>
                </c:pt>
                <c:pt idx="2">
                  <c:v>373979428.0</c:v>
                </c:pt>
                <c:pt idx="3">
                  <c:v>344318093.0</c:v>
                </c:pt>
                <c:pt idx="4">
                  <c:v>315540913.0</c:v>
                </c:pt>
                <c:pt idx="5">
                  <c:v>347091822.0</c:v>
                </c:pt>
                <c:pt idx="6">
                  <c:v>265056306.0</c:v>
                </c:pt>
                <c:pt idx="7">
                  <c:v>256233264.0</c:v>
                </c:pt>
                <c:pt idx="8">
                  <c:v>160879906.0</c:v>
                </c:pt>
                <c:pt idx="9">
                  <c:v>177864240.0</c:v>
                </c:pt>
                <c:pt idx="10">
                  <c:v>218015078.0</c:v>
                </c:pt>
                <c:pt idx="11">
                  <c:v>191684053.0</c:v>
                </c:pt>
                <c:pt idx="12">
                  <c:v>290124616.0</c:v>
                </c:pt>
                <c:pt idx="13">
                  <c:v>289322619.0</c:v>
                </c:pt>
                <c:pt idx="14">
                  <c:v>438610188.0</c:v>
                </c:pt>
                <c:pt idx="15">
                  <c:v>348171661.0</c:v>
                </c:pt>
                <c:pt idx="16">
                  <c:v>466067775.0</c:v>
                </c:pt>
                <c:pt idx="17">
                  <c:v>303753456.0</c:v>
                </c:pt>
                <c:pt idx="18">
                  <c:v>223736260.0</c:v>
                </c:pt>
                <c:pt idx="19">
                  <c:v>261877841.0</c:v>
                </c:pt>
                <c:pt idx="20">
                  <c:v>180041524.0</c:v>
                </c:pt>
                <c:pt idx="21">
                  <c:v>174964877.0</c:v>
                </c:pt>
                <c:pt idx="22">
                  <c:v>265888907.0</c:v>
                </c:pt>
                <c:pt idx="23">
                  <c:v>218242416.0</c:v>
                </c:pt>
                <c:pt idx="24">
                  <c:v>334590715.0</c:v>
                </c:pt>
                <c:pt idx="25">
                  <c:v>351366224.0</c:v>
                </c:pt>
                <c:pt idx="26">
                  <c:v>348308908.0</c:v>
                </c:pt>
                <c:pt idx="27">
                  <c:v>306001729.0</c:v>
                </c:pt>
                <c:pt idx="28">
                  <c:v>451051354.0</c:v>
                </c:pt>
                <c:pt idx="29">
                  <c:v>312758400.0</c:v>
                </c:pt>
                <c:pt idx="30">
                  <c:v>274718838.0</c:v>
                </c:pt>
                <c:pt idx="31">
                  <c:v>219553526.0</c:v>
                </c:pt>
                <c:pt idx="32">
                  <c:v>182867087.0</c:v>
                </c:pt>
                <c:pt idx="33">
                  <c:v>213433860.0</c:v>
                </c:pt>
                <c:pt idx="34">
                  <c:v>218107581.0</c:v>
                </c:pt>
                <c:pt idx="35">
                  <c:v>235434592.0</c:v>
                </c:pt>
                <c:pt idx="36">
                  <c:v>394447751.0</c:v>
                </c:pt>
                <c:pt idx="37">
                  <c:v>354860555.0</c:v>
                </c:pt>
                <c:pt idx="38">
                  <c:v>340303892.0</c:v>
                </c:pt>
                <c:pt idx="39">
                  <c:v>348984768.0</c:v>
                </c:pt>
                <c:pt idx="40">
                  <c:v>411438647.0</c:v>
                </c:pt>
                <c:pt idx="41">
                  <c:v>267329449.0</c:v>
                </c:pt>
                <c:pt idx="42">
                  <c:v>293177696.0</c:v>
                </c:pt>
                <c:pt idx="43">
                  <c:v>230592442.0</c:v>
                </c:pt>
                <c:pt idx="44">
                  <c:v>180044743.0</c:v>
                </c:pt>
                <c:pt idx="45">
                  <c:v>220734497.0</c:v>
                </c:pt>
                <c:pt idx="46">
                  <c:v>206975261.0</c:v>
                </c:pt>
                <c:pt idx="47">
                  <c:v>262766038.0</c:v>
                </c:pt>
                <c:pt idx="48">
                  <c:v>323010687.0</c:v>
                </c:pt>
                <c:pt idx="49">
                  <c:v>328638147.0</c:v>
                </c:pt>
                <c:pt idx="50">
                  <c:v>344581336.0</c:v>
                </c:pt>
                <c:pt idx="51">
                  <c:v>472045516.0</c:v>
                </c:pt>
                <c:pt idx="52">
                  <c:v>349710501.0</c:v>
                </c:pt>
                <c:pt idx="53">
                  <c:v>273367018.0</c:v>
                </c:pt>
                <c:pt idx="54">
                  <c:v>298894286.0</c:v>
                </c:pt>
                <c:pt idx="55">
                  <c:v>181643912.0</c:v>
                </c:pt>
                <c:pt idx="56">
                  <c:v>219780462.0</c:v>
                </c:pt>
                <c:pt idx="57">
                  <c:v>171826315.0</c:v>
                </c:pt>
                <c:pt idx="58">
                  <c:v>213830511.0</c:v>
                </c:pt>
                <c:pt idx="59">
                  <c:v>210395766.0</c:v>
                </c:pt>
                <c:pt idx="60">
                  <c:v>54739008.0</c:v>
                </c:pt>
                <c:pt idx="61">
                  <c:v>284183823.0</c:v>
                </c:pt>
                <c:pt idx="62">
                  <c:v>273331309.0</c:v>
                </c:pt>
                <c:pt idx="63">
                  <c:v>412460971.0</c:v>
                </c:pt>
                <c:pt idx="64">
                  <c:v>366577321.0</c:v>
                </c:pt>
                <c:pt idx="65">
                  <c:v>365334304.0</c:v>
                </c:pt>
                <c:pt idx="66">
                  <c:v>315417365.0</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258064927.3099193</c:v>
                </c:pt>
                <c:pt idx="1">
                  <c:v>281627461.3911704</c:v>
                </c:pt>
                <c:pt idx="2">
                  <c:v>385275478.2206017</c:v>
                </c:pt>
                <c:pt idx="3">
                  <c:v>326258617.85122365</c:v>
                </c:pt>
                <c:pt idx="4">
                  <c:v>310654417.62810147</c:v>
                </c:pt>
                <c:pt idx="5">
                  <c:v>347825554.4846961</c:v>
                </c:pt>
                <c:pt idx="6">
                  <c:v>275308179.2413509</c:v>
                </c:pt>
                <c:pt idx="7">
                  <c:v>258380773.3241986</c:v>
                </c:pt>
                <c:pt idx="8">
                  <c:v>159922882.36237633</c:v>
                </c:pt>
                <c:pt idx="9">
                  <c:v>179699383.12994373</c:v>
                </c:pt>
                <c:pt idx="10">
                  <c:v>219716205.48642027</c:v>
                </c:pt>
                <c:pt idx="11">
                  <c:v>203282816.96600556</c:v>
                </c:pt>
                <c:pt idx="12">
                  <c:v>276360532.47893286</c:v>
                </c:pt>
                <c:pt idx="13">
                  <c:v>298115417.8561639</c:v>
                </c:pt>
                <c:pt idx="14">
                  <c:v>417799136.8479909</c:v>
                </c:pt>
                <c:pt idx="15">
                  <c:v>340289227.9097452</c:v>
                </c:pt>
                <c:pt idx="16">
                  <c:v>456116922.6262666</c:v>
                </c:pt>
                <c:pt idx="17">
                  <c:v>314307505.7496622</c:v>
                </c:pt>
                <c:pt idx="18">
                  <c:v>231872740.32922617</c:v>
                </c:pt>
                <c:pt idx="19">
                  <c:v>262361667.9645459</c:v>
                </c:pt>
                <c:pt idx="20">
                  <c:v>187379679.58118847</c:v>
                </c:pt>
                <c:pt idx="21">
                  <c:v>176655590.22780153</c:v>
                </c:pt>
                <c:pt idx="22">
                  <c:v>267493289.74797225</c:v>
                </c:pt>
                <c:pt idx="23">
                  <c:v>222856631.52437425</c:v>
                </c:pt>
                <c:pt idx="24">
                  <c:v>335050775.8834912</c:v>
                </c:pt>
                <c:pt idx="25">
                  <c:v>340825727.68113893</c:v>
                </c:pt>
                <c:pt idx="26">
                  <c:v>329898824.334895</c:v>
                </c:pt>
                <c:pt idx="27">
                  <c:v>321122542.7718101</c:v>
                </c:pt>
                <c:pt idx="28">
                  <c:v>437260633.531284</c:v>
                </c:pt>
                <c:pt idx="29">
                  <c:v>306959653.0988449</c:v>
                </c:pt>
                <c:pt idx="30">
                  <c:v>279221660.29076445</c:v>
                </c:pt>
                <c:pt idx="31">
                  <c:v>226810226.76097983</c:v>
                </c:pt>
                <c:pt idx="32">
                  <c:v>183892943.4621501</c:v>
                </c:pt>
                <c:pt idx="33">
                  <c:v>219272566.60316223</c:v>
                </c:pt>
                <c:pt idx="34">
                  <c:v>206713734.40956953</c:v>
                </c:pt>
                <c:pt idx="35">
                  <c:v>242623582.6406367</c:v>
                </c:pt>
                <c:pt idx="36">
                  <c:v>349372549.6184207</c:v>
                </c:pt>
                <c:pt idx="37">
                  <c:v>353927276.23154765</c:v>
                </c:pt>
                <c:pt idx="38">
                  <c:v>328844323.1997032</c:v>
                </c:pt>
                <c:pt idx="39">
                  <c:v>374980292.3402655</c:v>
                </c:pt>
                <c:pt idx="40">
                  <c:v>412245142.75443953</c:v>
                </c:pt>
                <c:pt idx="41">
                  <c:v>274956848.41528034</c:v>
                </c:pt>
                <c:pt idx="42">
                  <c:v>295061443.76132405</c:v>
                </c:pt>
                <c:pt idx="43">
                  <c:v>228071378.33352327</c:v>
                </c:pt>
                <c:pt idx="44">
                  <c:v>186979039.41770113</c:v>
                </c:pt>
                <c:pt idx="45">
                  <c:v>217751114.7620406</c:v>
                </c:pt>
                <c:pt idx="46">
                  <c:v>203412509.40531516</c:v>
                </c:pt>
                <c:pt idx="47">
                  <c:v>253417333.10760218</c:v>
                </c:pt>
                <c:pt idx="48">
                  <c:v>347437497.4174805</c:v>
                </c:pt>
                <c:pt idx="49">
                  <c:v>338410155.5289909</c:v>
                </c:pt>
                <c:pt idx="50">
                  <c:v>337151502.17927665</c:v>
                </c:pt>
                <c:pt idx="51">
                  <c:v>484154792.92398715</c:v>
                </c:pt>
                <c:pt idx="52">
                  <c:v>353426675.9368736</c:v>
                </c:pt>
                <c:pt idx="53">
                  <c:v>269377136.62211835</c:v>
                </c:pt>
                <c:pt idx="54">
                  <c:v>301741420.00942206</c:v>
                </c:pt>
                <c:pt idx="55">
                  <c:v>182581174.4466392</c:v>
                </c:pt>
                <c:pt idx="56">
                  <c:v>214762890.5283505</c:v>
                </c:pt>
                <c:pt idx="57">
                  <c:v>173658434.00954646</c:v>
                </c:pt>
                <c:pt idx="58">
                  <c:v>212333821.41708362</c:v>
                </c:pt>
                <c:pt idx="59">
                  <c:v>207700860.51727954</c:v>
                </c:pt>
                <c:pt idx="60">
                  <c:v>51581209.51667284</c:v>
                </c:pt>
                <c:pt idx="61">
                  <c:v>271271862.63640887</c:v>
                </c:pt>
                <c:pt idx="62">
                  <c:v>275061494.875355</c:v>
                </c:pt>
                <c:pt idx="63">
                  <c:v>420792714.9298229</c:v>
                </c:pt>
                <c:pt idx="64">
                  <c:v>347167380.77775455</c:v>
                </c:pt>
                <c:pt idx="65">
                  <c:v>377654277.45532084</c:v>
                </c:pt>
                <c:pt idx="66">
                  <c:v>318143585.94956917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80985752.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542475.8578137377</c:v>
                </c:pt>
                <c:pt idx="1">
                  <c:v>542475.8578137377</c:v>
                </c:pt>
                <c:pt idx="2">
                  <c:v>678094.8222671722</c:v>
                </c:pt>
                <c:pt idx="3">
                  <c:v>542475.8578137377</c:v>
                </c:pt>
                <c:pt idx="4">
                  <c:v>542475.8578137377</c:v>
                </c:pt>
                <c:pt idx="5">
                  <c:v>678094.8222671722</c:v>
                </c:pt>
                <c:pt idx="6">
                  <c:v>542475.8578137377</c:v>
                </c:pt>
                <c:pt idx="7">
                  <c:v>678094.8222671722</c:v>
                </c:pt>
                <c:pt idx="8">
                  <c:v>542475.8578137377</c:v>
                </c:pt>
                <c:pt idx="9">
                  <c:v>542475.8578137377</c:v>
                </c:pt>
                <c:pt idx="10">
                  <c:v>678094.8222671722</c:v>
                </c:pt>
                <c:pt idx="11">
                  <c:v>542475.8578137377</c:v>
                </c:pt>
                <c:pt idx="12">
                  <c:v>542475.8578137377</c:v>
                </c:pt>
                <c:pt idx="13">
                  <c:v>542475.8578137377</c:v>
                </c:pt>
                <c:pt idx="14">
                  <c:v>678094.8222671722</c:v>
                </c:pt>
                <c:pt idx="15">
                  <c:v>542475.8578137377</c:v>
                </c:pt>
                <c:pt idx="16">
                  <c:v>678094.8222671722</c:v>
                </c:pt>
                <c:pt idx="17">
                  <c:v>542475.8578137377</c:v>
                </c:pt>
                <c:pt idx="18">
                  <c:v>542475.8578137377</c:v>
                </c:pt>
                <c:pt idx="19">
                  <c:v>678094.8222671722</c:v>
                </c:pt>
                <c:pt idx="20">
                  <c:v>542475.8578137377</c:v>
                </c:pt>
                <c:pt idx="21">
                  <c:v>542475.8578137377</c:v>
                </c:pt>
                <c:pt idx="22">
                  <c:v>678094.8222671722</c:v>
                </c:pt>
                <c:pt idx="23">
                  <c:v>542475.8578137377</c:v>
                </c:pt>
                <c:pt idx="24">
                  <c:v>678094.8222671722</c:v>
                </c:pt>
                <c:pt idx="25">
                  <c:v>542475.8578137377</c:v>
                </c:pt>
                <c:pt idx="26">
                  <c:v>542475.8578137377</c:v>
                </c:pt>
                <c:pt idx="27">
                  <c:v>542475.8578137377</c:v>
                </c:pt>
                <c:pt idx="28">
                  <c:v>678094.8222671722</c:v>
                </c:pt>
                <c:pt idx="29">
                  <c:v>542475.8578137377</c:v>
                </c:pt>
                <c:pt idx="30">
                  <c:v>542475.8578137377</c:v>
                </c:pt>
                <c:pt idx="31">
                  <c:v>678094.8222671722</c:v>
                </c:pt>
                <c:pt idx="32">
                  <c:v>542475.8578137377</c:v>
                </c:pt>
                <c:pt idx="33">
                  <c:v>678094.8222671722</c:v>
                </c:pt>
                <c:pt idx="34">
                  <c:v>542475.8578137377</c:v>
                </c:pt>
                <c:pt idx="35">
                  <c:v>542475.8578137377</c:v>
                </c:pt>
                <c:pt idx="36">
                  <c:v>678094.8222671722</c:v>
                </c:pt>
                <c:pt idx="37">
                  <c:v>542475.8578137377</c:v>
                </c:pt>
                <c:pt idx="38">
                  <c:v>542475.8578137377</c:v>
                </c:pt>
                <c:pt idx="39">
                  <c:v>542475.8578137377</c:v>
                </c:pt>
                <c:pt idx="40">
                  <c:v>678094.8222671722</c:v>
                </c:pt>
                <c:pt idx="41">
                  <c:v>542475.8578137377</c:v>
                </c:pt>
                <c:pt idx="42">
                  <c:v>678094.8222671722</c:v>
                </c:pt>
                <c:pt idx="43">
                  <c:v>542475.8578137377</c:v>
                </c:pt>
                <c:pt idx="44">
                  <c:v>542475.8578137377</c:v>
                </c:pt>
                <c:pt idx="45">
                  <c:v>678094.8222671722</c:v>
                </c:pt>
                <c:pt idx="46">
                  <c:v>542475.8578137377</c:v>
                </c:pt>
                <c:pt idx="47">
                  <c:v>542475.8578137377</c:v>
                </c:pt>
                <c:pt idx="48">
                  <c:v>678094.8222671722</c:v>
                </c:pt>
                <c:pt idx="49">
                  <c:v>542475.8578137377</c:v>
                </c:pt>
                <c:pt idx="50">
                  <c:v>542475.8578137377</c:v>
                </c:pt>
                <c:pt idx="51">
                  <c:v>678094.8222671722</c:v>
                </c:pt>
                <c:pt idx="52">
                  <c:v>542475.8578137377</c:v>
                </c:pt>
                <c:pt idx="53">
                  <c:v>542475.8578137377</c:v>
                </c:pt>
                <c:pt idx="54">
                  <c:v>678094.8222671722</c:v>
                </c:pt>
                <c:pt idx="55">
                  <c:v>542475.8578137377</c:v>
                </c:pt>
                <c:pt idx="56">
                  <c:v>678094.8222671722</c:v>
                </c:pt>
                <c:pt idx="57">
                  <c:v>542475.8578137377</c:v>
                </c:pt>
                <c:pt idx="58">
                  <c:v>542475.8578137377</c:v>
                </c:pt>
                <c:pt idx="59">
                  <c:v>678094.8222671722</c:v>
                </c:pt>
                <c:pt idx="60">
                  <c:v>542475.8578137377</c:v>
                </c:pt>
                <c:pt idx="61">
                  <c:v>542475.8578137377</c:v>
                </c:pt>
                <c:pt idx="62">
                  <c:v>678094.8222671722</c:v>
                </c:pt>
                <c:pt idx="63">
                  <c:v>542475.8578137377</c:v>
                </c:pt>
                <c:pt idx="64">
                  <c:v>542475.8578137377</c:v>
                </c:pt>
                <c:pt idx="65">
                  <c:v>542475.8578137377</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1310.9503457339038</c:v>
                </c:pt>
                <c:pt idx="1">
                  <c:v>66918.66357174415</c:v>
                </c:pt>
                <c:pt idx="2">
                  <c:v>47176.993626507036</c:v>
                </c:pt>
                <c:pt idx="3">
                  <c:v>59504.21121224978</c:v>
                </c:pt>
                <c:pt idx="4">
                  <c:v>62772.44630110917</c:v>
                </c:pt>
                <c:pt idx="5">
                  <c:v>1559.9112049217242</c:v>
                </c:pt>
                <c:pt idx="6">
                  <c:v>70601.08616010594</c:v>
                </c:pt>
                <c:pt idx="7">
                  <c:v>71024.90043254502</c:v>
                </c:pt>
                <c:pt idx="8">
                  <c:v>33758.58547658974</c:v>
                </c:pt>
                <c:pt idx="9">
                  <c:v>56927.67855096307</c:v>
                </c:pt>
                <c:pt idx="10">
                  <c:v>19333.06408562297</c:v>
                </c:pt>
                <c:pt idx="11">
                  <c:v>26012.05456693536</c:v>
                </c:pt>
                <c:pt idx="12">
                  <c:v>2894.9301199427537</c:v>
                </c:pt>
                <c:pt idx="13">
                  <c:v>996.6498975334226</c:v>
                </c:pt>
                <c:pt idx="14">
                  <c:v>62848.00492854865</c:v>
                </c:pt>
                <c:pt idx="15">
                  <c:v>21774.769907533137</c:v>
                </c:pt>
                <c:pt idx="16">
                  <c:v>98035.09768425862</c:v>
                </c:pt>
                <c:pt idx="17">
                  <c:v>34453.028945480975</c:v>
                </c:pt>
                <c:pt idx="18">
                  <c:v>72270.76667233281</c:v>
                </c:pt>
                <c:pt idx="19">
                  <c:v>30683.701393008498</c:v>
                </c:pt>
                <c:pt idx="20">
                  <c:v>747.1724368210049</c:v>
                </c:pt>
                <c:pt idx="21">
                  <c:v>42817.87247354282</c:v>
                </c:pt>
                <c:pt idx="22">
                  <c:v>53097.8158953903</c:v>
                </c:pt>
                <c:pt idx="23">
                  <c:v>51581.03539272302</c:v>
                </c:pt>
                <c:pt idx="24">
                  <c:v>95810.41260191918</c:v>
                </c:pt>
                <c:pt idx="25">
                  <c:v>71962.6650492748</c:v>
                </c:pt>
                <c:pt idx="26">
                  <c:v>74576.46347812784</c:v>
                </c:pt>
                <c:pt idx="27">
                  <c:v>5058.602890044193</c:v>
                </c:pt>
                <c:pt idx="28">
                  <c:v>54195.94436888312</c:v>
                </c:pt>
                <c:pt idx="29">
                  <c:v>40559.403557882106</c:v>
                </c:pt>
                <c:pt idx="30">
                  <c:v>88193.5512633584</c:v>
                </c:pt>
                <c:pt idx="31">
                  <c:v>6485.1938166869095</c:v>
                </c:pt>
                <c:pt idx="32">
                  <c:v>37366.657731791034</c:v>
                </c:pt>
                <c:pt idx="33">
                  <c:v>110227.63164162736</c:v>
                </c:pt>
                <c:pt idx="34">
                  <c:v>47824.34295327164</c:v>
                </c:pt>
                <c:pt idx="35">
                  <c:v>78605.6267874288</c:v>
                </c:pt>
                <c:pt idx="36">
                  <c:v>18363.076503203214</c:v>
                </c:pt>
                <c:pt idx="37">
                  <c:v>81324.38464087751</c:v>
                </c:pt>
                <c:pt idx="38">
                  <c:v>71285.25582344655</c:v>
                </c:pt>
                <c:pt idx="39">
                  <c:v>73053.93141258316</c:v>
                </c:pt>
                <c:pt idx="40">
                  <c:v>71867.79406894482</c:v>
                </c:pt>
                <c:pt idx="41">
                  <c:v>13616.059494965579</c:v>
                </c:pt>
                <c:pt idx="42">
                  <c:v>623.6139204341257</c:v>
                </c:pt>
                <c:pt idx="43">
                  <c:v>94691.78730480018</c:v>
                </c:pt>
                <c:pt idx="44">
                  <c:v>93966.18278296482</c:v>
                </c:pt>
                <c:pt idx="45">
                  <c:v>54311.7979527228</c:v>
                </c:pt>
                <c:pt idx="46">
                  <c:v>41460.610977285556</c:v>
                </c:pt>
                <c:pt idx="47">
                  <c:v>64152.08261791803</c:v>
                </c:pt>
                <c:pt idx="48">
                  <c:v>1113.5168755775587</c:v>
                </c:pt>
                <c:pt idx="49">
                  <c:v>835.3187597579767</c:v>
                </c:pt>
                <c:pt idx="50">
                  <c:v>14031.689429324933</c:v>
                </c:pt>
                <c:pt idx="51">
                  <c:v>69401.10153695468</c:v>
                </c:pt>
                <c:pt idx="52">
                  <c:v>60323.424965868624</c:v>
                </c:pt>
                <c:pt idx="53">
                  <c:v>61786.70971380414</c:v>
                </c:pt>
                <c:pt idx="54">
                  <c:v>102196.98133698321</c:v>
                </c:pt>
                <c:pt idx="55">
                  <c:v>43192.042405899636</c:v>
                </c:pt>
                <c:pt idx="56">
                  <c:v>2709.516966890649</c:v>
                </c:pt>
                <c:pt idx="57">
                  <c:v>77137.42385552241</c:v>
                </c:pt>
                <c:pt idx="58">
                  <c:v>7565.082906867697</c:v>
                </c:pt>
                <c:pt idx="59">
                  <c:v>1582.4608092428016</c:v>
                </c:pt>
                <c:pt idx="60">
                  <c:v>53252.808027309</c:v>
                </c:pt>
                <c:pt idx="61">
                  <c:v>24214.42347561519</c:v>
                </c:pt>
                <c:pt idx="62">
                  <c:v>1251.695575339829</c:v>
                </c:pt>
                <c:pt idx="63">
                  <c:v>51994.48404535276</c:v>
                </c:pt>
                <c:pt idx="64">
                  <c:v>53432.93177303959</c:v>
                </c:pt>
                <c:pt idx="65">
                  <c:v>51644.42093001669</c:v>
                </c:pt>
              </c:numCache>
            </c:numRef>
          </c:val>
        </c:ser>
        <c:ser>
          <c:idx val="2"/>
          <c:order val="2"/>
          <c:tx>
            <c:strRef>
              <c:f>Sheet1!$D$1</c:f>
              <c:strCache>
                <c:ptCount val="1"/>
                <c:pt idx="0">
                  <c:v>Digital_Performance</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49447.08257920085</c:v>
                </c:pt>
                <c:pt idx="1">
                  <c:v>35102.032904965236</c:v>
                </c:pt>
                <c:pt idx="2">
                  <c:v>30535.537432614103</c:v>
                </c:pt>
                <c:pt idx="3">
                  <c:v>44943.423975197176</c:v>
                </c:pt>
                <c:pt idx="4">
                  <c:v>20095.363265283646</c:v>
                </c:pt>
                <c:pt idx="5">
                  <c:v>63102.200005574516</c:v>
                </c:pt>
                <c:pt idx="6">
                  <c:v>53609.57097630249</c:v>
                </c:pt>
                <c:pt idx="7">
                  <c:v>41348.890040795755</c:v>
                </c:pt>
                <c:pt idx="8">
                  <c:v>8053.732220073328</c:v>
                </c:pt>
                <c:pt idx="9">
                  <c:v>42639.56170846851</c:v>
                </c:pt>
                <c:pt idx="10">
                  <c:v>27666.840612853688</c:v>
                </c:pt>
                <c:pt idx="11">
                  <c:v>28082.899183340454</c:v>
                </c:pt>
                <c:pt idx="12">
                  <c:v>15858.193160162631</c:v>
                </c:pt>
                <c:pt idx="13">
                  <c:v>53976.13467945528</c:v>
                </c:pt>
                <c:pt idx="14">
                  <c:v>41834.73078114448</c:v>
                </c:pt>
                <c:pt idx="15">
                  <c:v>38981.18477029857</c:v>
                </c:pt>
                <c:pt idx="16">
                  <c:v>39030.19136513859</c:v>
                </c:pt>
                <c:pt idx="17">
                  <c:v>36266.05355133518</c:v>
                </c:pt>
                <c:pt idx="18">
                  <c:v>42310.77840383486</c:v>
                </c:pt>
                <c:pt idx="19">
                  <c:v>49518.45765163256</c:v>
                </c:pt>
                <c:pt idx="20">
                  <c:v>39585.96311430147</c:v>
                </c:pt>
                <c:pt idx="21">
                  <c:v>25284.37937804219</c:v>
                </c:pt>
                <c:pt idx="22">
                  <c:v>1603.0122591941354</c:v>
                </c:pt>
                <c:pt idx="23">
                  <c:v>56079.96115878424</c:v>
                </c:pt>
                <c:pt idx="24">
                  <c:v>2702.854599019147</c:v>
                </c:pt>
                <c:pt idx="25">
                  <c:v>1038.2079581313449</c:v>
                </c:pt>
                <c:pt idx="26">
                  <c:v>881.4961171692703</c:v>
                </c:pt>
                <c:pt idx="27">
                  <c:v>25704.698028585466</c:v>
                </c:pt>
                <c:pt idx="28">
                  <c:v>10309.048859943136</c:v>
                </c:pt>
                <c:pt idx="29">
                  <c:v>986.8951805140048</c:v>
                </c:pt>
                <c:pt idx="30">
                  <c:v>30142.45467802122</c:v>
                </c:pt>
                <c:pt idx="31">
                  <c:v>48648.01621711676</c:v>
                </c:pt>
                <c:pt idx="32">
                  <c:v>1926.079503531047</c:v>
                </c:pt>
                <c:pt idx="33">
                  <c:v>30141.895588425243</c:v>
                </c:pt>
                <c:pt idx="34">
                  <c:v>22383.94436165628</c:v>
                </c:pt>
                <c:pt idx="35">
                  <c:v>46600.47268599454</c:v>
                </c:pt>
                <c:pt idx="36">
                  <c:v>48463.257672318934</c:v>
                </c:pt>
                <c:pt idx="37">
                  <c:v>28562.477704273533</c:v>
                </c:pt>
                <c:pt idx="38">
                  <c:v>11037.60238709138</c:v>
                </c:pt>
                <c:pt idx="39">
                  <c:v>516.092508774233</c:v>
                </c:pt>
                <c:pt idx="40">
                  <c:v>39702.61193547088</c:v>
                </c:pt>
                <c:pt idx="41">
                  <c:v>29676.506911731143</c:v>
                </c:pt>
                <c:pt idx="42">
                  <c:v>3732.4335001595964</c:v>
                </c:pt>
                <c:pt idx="43">
                  <c:v>48906.19320051975</c:v>
                </c:pt>
                <c:pt idx="44">
                  <c:v>23133.55544156716</c:v>
                </c:pt>
                <c:pt idx="45">
                  <c:v>10789.422671129596</c:v>
                </c:pt>
                <c:pt idx="46">
                  <c:v>13892.888960994616</c:v>
                </c:pt>
                <c:pt idx="47">
                  <c:v>11189.083168784464</c:v>
                </c:pt>
                <c:pt idx="48">
                  <c:v>32975.3843098642</c:v>
                </c:pt>
                <c:pt idx="49">
                  <c:v>19655.526789697746</c:v>
                </c:pt>
                <c:pt idx="50">
                  <c:v>16122.762475311818</c:v>
                </c:pt>
                <c:pt idx="51">
                  <c:v>50514.46760603953</c:v>
                </c:pt>
                <c:pt idx="52">
                  <c:v>25631.581342227484</c:v>
                </c:pt>
                <c:pt idx="53">
                  <c:v>42091.21207693353</c:v>
                </c:pt>
                <c:pt idx="54">
                  <c:v>34056.12492342069</c:v>
                </c:pt>
                <c:pt idx="55">
                  <c:v>9323.984513163461</c:v>
                </c:pt>
                <c:pt idx="56">
                  <c:v>26426.526147191613</c:v>
                </c:pt>
                <c:pt idx="57">
                  <c:v>5649.113324388728</c:v>
                </c:pt>
                <c:pt idx="58">
                  <c:v>7101.347413613066</c:v>
                </c:pt>
                <c:pt idx="59">
                  <c:v>6705.960306076088</c:v>
                </c:pt>
                <c:pt idx="60">
                  <c:v>9287.481714462983</c:v>
                </c:pt>
                <c:pt idx="61">
                  <c:v>21465.86033523456</c:v>
                </c:pt>
                <c:pt idx="62">
                  <c:v>10099.96501364701</c:v>
                </c:pt>
                <c:pt idx="63">
                  <c:v>18798.606859449832</c:v>
                </c:pt>
                <c:pt idx="64">
                  <c:v>21779.57859713435</c:v>
                </c:pt>
                <c:pt idx="65">
                  <c:v>14654.49888615253</c:v>
                </c:pt>
              </c:numCache>
            </c:numRef>
          </c:val>
        </c:ser>
        <c:ser>
          <c:idx val="3"/>
          <c:order val="3"/>
          <c:tx>
            <c:strRef>
              <c:f>Sheet1!$E$1</c:f>
              <c:strCache>
                <c:ptCount val="1"/>
                <c:pt idx="0">
                  <c:v>Digital_Special projects</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753.7275849330459</c:v>
                </c:pt>
                <c:pt idx="1">
                  <c:v>8753.275576331735</c:v>
                </c:pt>
                <c:pt idx="2">
                  <c:v>15173.891498843848</c:v>
                </c:pt>
                <c:pt idx="3">
                  <c:v>13281.613765449345</c:v>
                </c:pt>
                <c:pt idx="4">
                  <c:v>26242.22894425552</c:v>
                </c:pt>
                <c:pt idx="5">
                  <c:v>1382.9373956298937</c:v>
                </c:pt>
                <c:pt idx="6">
                  <c:v>21320.856581418564</c:v>
                </c:pt>
                <c:pt idx="7">
                  <c:v>41199.44407301568</c:v>
                </c:pt>
                <c:pt idx="8">
                  <c:v>21187.147581523375</c:v>
                </c:pt>
                <c:pt idx="9">
                  <c:v>603.2070406433095</c:v>
                </c:pt>
                <c:pt idx="10">
                  <c:v>14824.177646215978</c:v>
                </c:pt>
                <c:pt idx="11">
                  <c:v>13789.877534692863</c:v>
                </c:pt>
                <c:pt idx="12">
                  <c:v>36725.74966593621</c:v>
                </c:pt>
                <c:pt idx="13">
                  <c:v>10639.801256250154</c:v>
                </c:pt>
                <c:pt idx="14">
                  <c:v>34636.0331736711</c:v>
                </c:pt>
                <c:pt idx="15">
                  <c:v>31951.32520643201</c:v>
                </c:pt>
                <c:pt idx="16">
                  <c:v>27243.223322739108</c:v>
                </c:pt>
                <c:pt idx="17">
                  <c:v>493.9681246180354</c:v>
                </c:pt>
                <c:pt idx="18">
                  <c:v>1232.0695133475433</c:v>
                </c:pt>
                <c:pt idx="19">
                  <c:v>41730.61164271975</c:v>
                </c:pt>
                <c:pt idx="20">
                  <c:v>8372.439059802819</c:v>
                </c:pt>
                <c:pt idx="21">
                  <c:v>39359.95521909231</c:v>
                </c:pt>
                <c:pt idx="22">
                  <c:v>31436.38461527008</c:v>
                </c:pt>
                <c:pt idx="23">
                  <c:v>727.7860352274038</c:v>
                </c:pt>
                <c:pt idx="24">
                  <c:v>50170.69970605828</c:v>
                </c:pt>
                <c:pt idx="25">
                  <c:v>6508.285586506511</c:v>
                </c:pt>
                <c:pt idx="26">
                  <c:v>25407.606421267905</c:v>
                </c:pt>
                <c:pt idx="27">
                  <c:v>23125.346595608276</c:v>
                </c:pt>
                <c:pt idx="28">
                  <c:v>25549.581280402515</c:v>
                </c:pt>
                <c:pt idx="29">
                  <c:v>32544.574042723892</c:v>
                </c:pt>
                <c:pt idx="30">
                  <c:v>44279.397469591946</c:v>
                </c:pt>
                <c:pt idx="31">
                  <c:v>1151.1991960089158</c:v>
                </c:pt>
                <c:pt idx="32">
                  <c:v>14844.92000501952</c:v>
                </c:pt>
                <c:pt idx="33">
                  <c:v>9040.739429952553</c:v>
                </c:pt>
                <c:pt idx="34">
                  <c:v>93.51339683274563</c:v>
                </c:pt>
                <c:pt idx="35">
                  <c:v>1788.215443229828</c:v>
                </c:pt>
                <c:pt idx="36">
                  <c:v>1096.849554654134</c:v>
                </c:pt>
                <c:pt idx="37">
                  <c:v>30422.236832810275</c:v>
                </c:pt>
                <c:pt idx="38">
                  <c:v>485.75315471859994</c:v>
                </c:pt>
                <c:pt idx="39">
                  <c:v>2833.3577618860845</c:v>
                </c:pt>
                <c:pt idx="40">
                  <c:v>10105.245469654039</c:v>
                </c:pt>
                <c:pt idx="41">
                  <c:v>32488.93403988817</c:v>
                </c:pt>
                <c:pt idx="42">
                  <c:v>44646.09908960625</c:v>
                </c:pt>
                <c:pt idx="43">
                  <c:v>15559.016132993418</c:v>
                </c:pt>
                <c:pt idx="44">
                  <c:v>25339.34438447171</c:v>
                </c:pt>
                <c:pt idx="45">
                  <c:v>44869.521240143054</c:v>
                </c:pt>
                <c:pt idx="46">
                  <c:v>2065.407354246761</c:v>
                </c:pt>
                <c:pt idx="47">
                  <c:v>31892.810805252346</c:v>
                </c:pt>
                <c:pt idx="48">
                  <c:v>331.6444055666717</c:v>
                </c:pt>
                <c:pt idx="49">
                  <c:v>30277.99340836154</c:v>
                </c:pt>
                <c:pt idx="50">
                  <c:v>32187.966364867145</c:v>
                </c:pt>
                <c:pt idx="51">
                  <c:v>22377.64839828859</c:v>
                </c:pt>
                <c:pt idx="52">
                  <c:v>25509.007305093077</c:v>
                </c:pt>
                <c:pt idx="53">
                  <c:v>612.7906995844282</c:v>
                </c:pt>
                <c:pt idx="54">
                  <c:v>13738.78097618867</c:v>
                </c:pt>
                <c:pt idx="55">
                  <c:v>24131.41135428493</c:v>
                </c:pt>
                <c:pt idx="56">
                  <c:v>13237.226529289817</c:v>
                </c:pt>
                <c:pt idx="57">
                  <c:v>1756.9831851579302</c:v>
                </c:pt>
                <c:pt idx="58">
                  <c:v>10661.097803658296</c:v>
                </c:pt>
                <c:pt idx="59">
                  <c:v>33710.736476232734</c:v>
                </c:pt>
                <c:pt idx="60">
                  <c:v>744.5299564824257</c:v>
                </c:pt>
                <c:pt idx="61">
                  <c:v>736.7519730696374</c:v>
                </c:pt>
                <c:pt idx="62">
                  <c:v>17682.70474318166</c:v>
                </c:pt>
                <c:pt idx="63">
                  <c:v>17017.361497454218</c:v>
                </c:pt>
                <c:pt idx="64">
                  <c:v>29917.79424944886</c:v>
                </c:pt>
                <c:pt idx="65">
                  <c:v>54848.31064762712</c:v>
                </c:pt>
              </c:numCache>
            </c:numRef>
          </c:val>
        </c:ser>
        <c:ser>
          <c:idx val="4"/>
          <c:order val="4"/>
          <c:tx>
            <c:strRef>
              <c:f>Sheet1!$F$1</c:f>
              <c:strCache>
                <c:ptCount val="1"/>
                <c:pt idx="0">
                  <c:v>Digital_Video</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3344.9767401055096</c:v>
                </c:pt>
                <c:pt idx="1">
                  <c:v>17096.100522069653</c:v>
                </c:pt>
                <c:pt idx="2">
                  <c:v>12768.018495112194</c:v>
                </c:pt>
                <c:pt idx="3">
                  <c:v>13664.341441319855</c:v>
                </c:pt>
                <c:pt idx="4">
                  <c:v>11500.405064876291</c:v>
                </c:pt>
                <c:pt idx="5">
                  <c:v>20360.997831530218</c:v>
                </c:pt>
                <c:pt idx="6">
                  <c:v>7900.921304674186</c:v>
                </c:pt>
                <c:pt idx="7">
                  <c:v>248.69669888940314</c:v>
                </c:pt>
                <c:pt idx="8">
                  <c:v>6871.002094153136</c:v>
                </c:pt>
                <c:pt idx="9">
                  <c:v>110.18323348257422</c:v>
                </c:pt>
                <c:pt idx="10">
                  <c:v>184.0444121453768</c:v>
                </c:pt>
                <c:pt idx="11">
                  <c:v>6490.351683110055</c:v>
                </c:pt>
                <c:pt idx="12">
                  <c:v>52.988188429613125</c:v>
                </c:pt>
                <c:pt idx="13">
                  <c:v>9624.411103749908</c:v>
                </c:pt>
                <c:pt idx="14">
                  <c:v>7099.239120946349</c:v>
                </c:pt>
                <c:pt idx="15">
                  <c:v>3684.174703896863</c:v>
                </c:pt>
                <c:pt idx="16">
                  <c:v>6885.65877224849</c:v>
                </c:pt>
                <c:pt idx="17">
                  <c:v>12399.230178677835</c:v>
                </c:pt>
                <c:pt idx="18">
                  <c:v>3811.389274275454</c:v>
                </c:pt>
                <c:pt idx="19">
                  <c:v>16194.391583025073</c:v>
                </c:pt>
                <c:pt idx="20">
                  <c:v>4861.131789686472</c:v>
                </c:pt>
                <c:pt idx="21">
                  <c:v>5106.12030487248</c:v>
                </c:pt>
                <c:pt idx="22">
                  <c:v>23803.615436608314</c:v>
                </c:pt>
                <c:pt idx="23">
                  <c:v>17024.777410014205</c:v>
                </c:pt>
                <c:pt idx="24">
                  <c:v>2426.2629349636263</c:v>
                </c:pt>
                <c:pt idx="25">
                  <c:v>4238.461817859388</c:v>
                </c:pt>
                <c:pt idx="26">
                  <c:v>177.66220385461153</c:v>
                </c:pt>
                <c:pt idx="27">
                  <c:v>13.169606396167405</c:v>
                </c:pt>
                <c:pt idx="28">
                  <c:v>22125.198611621327</c:v>
                </c:pt>
                <c:pt idx="29">
                  <c:v>20233.400249153125</c:v>
                </c:pt>
                <c:pt idx="30">
                  <c:v>19313.048554164372</c:v>
                </c:pt>
                <c:pt idx="31">
                  <c:v>10407.49783020813</c:v>
                </c:pt>
                <c:pt idx="32">
                  <c:v>19296.930598974475</c:v>
                </c:pt>
                <c:pt idx="33">
                  <c:v>4478.0700507423135</c:v>
                </c:pt>
                <c:pt idx="34">
                  <c:v>8484.465990360566</c:v>
                </c:pt>
                <c:pt idx="35">
                  <c:v>17582.471311860227</c:v>
                </c:pt>
                <c:pt idx="36">
                  <c:v>17994.576902968965</c:v>
                </c:pt>
                <c:pt idx="37">
                  <c:v>11025.605317631722</c:v>
                </c:pt>
                <c:pt idx="38">
                  <c:v>11216.966515082007</c:v>
                </c:pt>
                <c:pt idx="39">
                  <c:v>15552.879193455732</c:v>
                </c:pt>
                <c:pt idx="40">
                  <c:v>12363.748644533936</c:v>
                </c:pt>
                <c:pt idx="41">
                  <c:v>18778.888540638407</c:v>
                </c:pt>
                <c:pt idx="42">
                  <c:v>13735.33474230825</c:v>
                </c:pt>
                <c:pt idx="43">
                  <c:v>11055.378875656535</c:v>
                </c:pt>
                <c:pt idx="44">
                  <c:v>4776.249857613773</c:v>
                </c:pt>
                <c:pt idx="45">
                  <c:v>9287.603230783356</c:v>
                </c:pt>
                <c:pt idx="46">
                  <c:v>19511.04117701429</c:v>
                </c:pt>
                <c:pt idx="47">
                  <c:v>10521.693914043852</c:v>
                </c:pt>
                <c:pt idx="48">
                  <c:v>8717.126470600773</c:v>
                </c:pt>
                <c:pt idx="49">
                  <c:v>158.6379680149403</c:v>
                </c:pt>
                <c:pt idx="50">
                  <c:v>63.35847157532847</c:v>
                </c:pt>
                <c:pt idx="51">
                  <c:v>5676.680905819921</c:v>
                </c:pt>
                <c:pt idx="52">
                  <c:v>7519.310855602871</c:v>
                </c:pt>
                <c:pt idx="53">
                  <c:v>13465.400195205819</c:v>
                </c:pt>
                <c:pt idx="54">
                  <c:v>11006.056388525161</c:v>
                </c:pt>
                <c:pt idx="55">
                  <c:v>7344.921911813566</c:v>
                </c:pt>
                <c:pt idx="56">
                  <c:v>19845.917790145108</c:v>
                </c:pt>
                <c:pt idx="57">
                  <c:v>18318.041963240437</c:v>
                </c:pt>
                <c:pt idx="58">
                  <c:v>12426.12247653109</c:v>
                </c:pt>
                <c:pt idx="59">
                  <c:v>10934.31832715171</c:v>
                </c:pt>
                <c:pt idx="60">
                  <c:v>23800.333563535154</c:v>
                </c:pt>
                <c:pt idx="61">
                  <c:v>5869.61924926633</c:v>
                </c:pt>
                <c:pt idx="62">
                  <c:v>26384.65847813998</c:v>
                </c:pt>
                <c:pt idx="63">
                  <c:v>5549.690776576667</c:v>
                </c:pt>
                <c:pt idx="64">
                  <c:v>293.5104334303098</c:v>
                </c:pt>
                <c:pt idx="65">
                  <c:v>10453.53780606359</c:v>
                </c:pt>
              </c:numCache>
            </c:numRef>
          </c:val>
        </c:ser>
        <c:ser>
          <c:idx val="5"/>
          <c:order val="5"/>
          <c:tx>
            <c:strRef>
              <c:f>Sheet1!$G$1</c:f>
              <c:strCache>
                <c:ptCount val="1"/>
                <c:pt idx="0">
                  <c:v>Distribution</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278734.0850749336</c:v>
                </c:pt>
                <c:pt idx="1">
                  <c:v>265788.5003643789</c:v>
                </c:pt>
                <c:pt idx="2">
                  <c:v>339965.4232795574</c:v>
                </c:pt>
                <c:pt idx="3">
                  <c:v>247220.08121084791</c:v>
                </c:pt>
                <c:pt idx="4">
                  <c:v>256984.18267746898</c:v>
                </c:pt>
                <c:pt idx="5">
                  <c:v>327213.10002644855</c:v>
                </c:pt>
                <c:pt idx="6">
                  <c:v>297047.4973252481</c:v>
                </c:pt>
                <c:pt idx="7">
                  <c:v>343543.85193381493</c:v>
                </c:pt>
                <c:pt idx="8">
                  <c:v>279673.81678964087</c:v>
                </c:pt>
                <c:pt idx="9">
                  <c:v>297109.99119854823</c:v>
                </c:pt>
                <c:pt idx="10">
                  <c:v>344351.7862353006</c:v>
                </c:pt>
                <c:pt idx="11">
                  <c:v>261182.23759902315</c:v>
                </c:pt>
                <c:pt idx="12">
                  <c:v>281056.5712834194</c:v>
                </c:pt>
                <c:pt idx="13">
                  <c:v>267152.2445139257</c:v>
                </c:pt>
                <c:pt idx="14">
                  <c:v>355235.7498107382</c:v>
                </c:pt>
                <c:pt idx="15">
                  <c:v>270150.31088420853</c:v>
                </c:pt>
                <c:pt idx="16">
                  <c:v>359756.2166895972</c:v>
                </c:pt>
                <c:pt idx="17">
                  <c:v>304227.2739546214</c:v>
                </c:pt>
                <c:pt idx="18">
                  <c:v>278269.6384271098</c:v>
                </c:pt>
                <c:pt idx="19">
                  <c:v>383433.7504210955</c:v>
                </c:pt>
                <c:pt idx="20">
                  <c:v>285325.4175233408</c:v>
                </c:pt>
                <c:pt idx="21">
                  <c:v>286582.8319135372</c:v>
                </c:pt>
                <c:pt idx="22">
                  <c:v>408700.10114273324</c:v>
                </c:pt>
                <c:pt idx="23">
                  <c:v>284831.2089412161</c:v>
                </c:pt>
                <c:pt idx="24">
                  <c:v>366251.1091951063</c:v>
                </c:pt>
                <c:pt idx="25">
                  <c:v>285716.4834249116</c:v>
                </c:pt>
                <c:pt idx="26">
                  <c:v>280631.3536540002</c:v>
                </c:pt>
                <c:pt idx="27">
                  <c:v>288461.7088481209</c:v>
                </c:pt>
                <c:pt idx="28">
                  <c:v>373493.22588712</c:v>
                </c:pt>
                <c:pt idx="29">
                  <c:v>347756.8185178859</c:v>
                </c:pt>
                <c:pt idx="30">
                  <c:v>332814.3745953555</c:v>
                </c:pt>
                <c:pt idx="31">
                  <c:v>365388.6459170796</c:v>
                </c:pt>
                <c:pt idx="32">
                  <c:v>309194.71824041015</c:v>
                </c:pt>
                <c:pt idx="33">
                  <c:v>357351.29762357543</c:v>
                </c:pt>
                <c:pt idx="34">
                  <c:v>297540.5100053842</c:v>
                </c:pt>
                <c:pt idx="35">
                  <c:v>325222.46765935724</c:v>
                </c:pt>
                <c:pt idx="36">
                  <c:v>356155.96741095517</c:v>
                </c:pt>
                <c:pt idx="37">
                  <c:v>306597.65007337864</c:v>
                </c:pt>
                <c:pt idx="38">
                  <c:v>311827.59026109095</c:v>
                </c:pt>
                <c:pt idx="39">
                  <c:v>328704.8767274871</c:v>
                </c:pt>
                <c:pt idx="40">
                  <c:v>381324.8989884373</c:v>
                </c:pt>
                <c:pt idx="41">
                  <c:v>310787.7980771613</c:v>
                </c:pt>
                <c:pt idx="42">
                  <c:v>340227.9124045206</c:v>
                </c:pt>
                <c:pt idx="43">
                  <c:v>309071.17933010694</c:v>
                </c:pt>
                <c:pt idx="44">
                  <c:v>300035.8564854353</c:v>
                </c:pt>
                <c:pt idx="45">
                  <c:v>390266.3347757894</c:v>
                </c:pt>
                <c:pt idx="46">
                  <c:v>325924.24933705776</c:v>
                </c:pt>
                <c:pt idx="47">
                  <c:v>320406.52751971903</c:v>
                </c:pt>
                <c:pt idx="48">
                  <c:v>381749.59700100974</c:v>
                </c:pt>
                <c:pt idx="49">
                  <c:v>333502.1169200929</c:v>
                </c:pt>
                <c:pt idx="50">
                  <c:v>327436.5359133763</c:v>
                </c:pt>
                <c:pt idx="51">
                  <c:v>409106.9054661406</c:v>
                </c:pt>
                <c:pt idx="52">
                  <c:v>330965.2327044341</c:v>
                </c:pt>
                <c:pt idx="53">
                  <c:v>347444.02648710104</c:v>
                </c:pt>
                <c:pt idx="54">
                  <c:v>424831.6328407561</c:v>
                </c:pt>
                <c:pt idx="55">
                  <c:v>322417.1185762002</c:v>
                </c:pt>
                <c:pt idx="56">
                  <c:v>423710.51261607703</c:v>
                </c:pt>
                <c:pt idx="57">
                  <c:v>329999.2232166008</c:v>
                </c:pt>
                <c:pt idx="58">
                  <c:v>330891.1464099692</c:v>
                </c:pt>
                <c:pt idx="59">
                  <c:v>391891.8343457936</c:v>
                </c:pt>
                <c:pt idx="60">
                  <c:v>325640.4567008148</c:v>
                </c:pt>
                <c:pt idx="61">
                  <c:v>297406.91082410805</c:v>
                </c:pt>
                <c:pt idx="62">
                  <c:v>438066.10395788914</c:v>
                </c:pt>
                <c:pt idx="63">
                  <c:v>320009.0014477196</c:v>
                </c:pt>
                <c:pt idx="64">
                  <c:v>348568.8392819532</c:v>
                </c:pt>
                <c:pt idx="65">
                  <c:v>341451.8895462059</c:v>
                </c:pt>
              </c:numCache>
            </c:numRef>
          </c:val>
        </c:ser>
        <c:ser>
          <c:idx val="6"/>
          <c:order val="6"/>
          <c:tx>
            <c:strRef>
              <c:f>Sheet1!$H$1</c:f>
              <c:strCache>
                <c:ptCount val="1"/>
                <c:pt idx="0">
                  <c:v>E-com</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75192.90242743767</c:v>
                </c:pt>
                <c:pt idx="1">
                  <c:v>64724.66669891644</c:v>
                </c:pt>
                <c:pt idx="2">
                  <c:v>112388.09346547666</c:v>
                </c:pt>
                <c:pt idx="3">
                  <c:v>68749.24533884393</c:v>
                </c:pt>
                <c:pt idx="4">
                  <c:v>42348.379990066904</c:v>
                </c:pt>
                <c:pt idx="5">
                  <c:v>58512.87528826944</c:v>
                </c:pt>
                <c:pt idx="6">
                  <c:v>21017.483258508782</c:v>
                </c:pt>
                <c:pt idx="7">
                  <c:v>47956.83184050072</c:v>
                </c:pt>
                <c:pt idx="8">
                  <c:v>58567.436149268164</c:v>
                </c:pt>
                <c:pt idx="9">
                  <c:v>76213.96866665238</c:v>
                </c:pt>
                <c:pt idx="10">
                  <c:v>117520.66174163957</c:v>
                </c:pt>
                <c:pt idx="11">
                  <c:v>65816.2890353266</c:v>
                </c:pt>
                <c:pt idx="12">
                  <c:v>62940.70564129838</c:v>
                </c:pt>
                <c:pt idx="13">
                  <c:v>26297.847387865375</c:v>
                </c:pt>
                <c:pt idx="14">
                  <c:v>60861.08084110968</c:v>
                </c:pt>
                <c:pt idx="15">
                  <c:v>40871.49015476389</c:v>
                </c:pt>
                <c:pt idx="16">
                  <c:v>82984.28421487023</c:v>
                </c:pt>
                <c:pt idx="17">
                  <c:v>76225.74101773668</c:v>
                </c:pt>
                <c:pt idx="18">
                  <c:v>45015.96270625283</c:v>
                </c:pt>
                <c:pt idx="19">
                  <c:v>46860.68840890922</c:v>
                </c:pt>
                <c:pt idx="20">
                  <c:v>65082.11706892702</c:v>
                </c:pt>
                <c:pt idx="21">
                  <c:v>72691.3411453125</c:v>
                </c:pt>
                <c:pt idx="22">
                  <c:v>127601.48654192248</c:v>
                </c:pt>
                <c:pt idx="23">
                  <c:v>76390.98528008643</c:v>
                </c:pt>
                <c:pt idx="24">
                  <c:v>42350.52172758202</c:v>
                </c:pt>
                <c:pt idx="25">
                  <c:v>63282.6724556036</c:v>
                </c:pt>
                <c:pt idx="26">
                  <c:v>65147.953083049535</c:v>
                </c:pt>
                <c:pt idx="27">
                  <c:v>48021.74248437751</c:v>
                </c:pt>
                <c:pt idx="28">
                  <c:v>41800.99556712228</c:v>
                </c:pt>
                <c:pt idx="29">
                  <c:v>58339.98180948009</c:v>
                </c:pt>
                <c:pt idx="30">
                  <c:v>74949.83376236126</c:v>
                </c:pt>
                <c:pt idx="31">
                  <c:v>68835.49947448552</c:v>
                </c:pt>
                <c:pt idx="32">
                  <c:v>72976.90100838317</c:v>
                </c:pt>
                <c:pt idx="33">
                  <c:v>70653.97309400365</c:v>
                </c:pt>
                <c:pt idx="34">
                  <c:v>68335.11812854432</c:v>
                </c:pt>
                <c:pt idx="35">
                  <c:v>77742.66917612054</c:v>
                </c:pt>
                <c:pt idx="36">
                  <c:v>91285.42059963437</c:v>
                </c:pt>
                <c:pt idx="37">
                  <c:v>52438.94684272113</c:v>
                </c:pt>
                <c:pt idx="38">
                  <c:v>63653.81693054638</c:v>
                </c:pt>
                <c:pt idx="39">
                  <c:v>58052.75434432171</c:v>
                </c:pt>
                <c:pt idx="40">
                  <c:v>40609.57107996156</c:v>
                </c:pt>
                <c:pt idx="41">
                  <c:v>83165.30531678663</c:v>
                </c:pt>
                <c:pt idx="42">
                  <c:v>88013.20508757055</c:v>
                </c:pt>
                <c:pt idx="43">
                  <c:v>89615.09696214384</c:v>
                </c:pt>
                <c:pt idx="44">
                  <c:v>54614.169276432876</c:v>
                </c:pt>
                <c:pt idx="45">
                  <c:v>50006.44062389175</c:v>
                </c:pt>
                <c:pt idx="46">
                  <c:v>39899.77305079522</c:v>
                </c:pt>
                <c:pt idx="47">
                  <c:v>106865.57928250945</c:v>
                </c:pt>
                <c:pt idx="48">
                  <c:v>150586.49188904534</c:v>
                </c:pt>
                <c:pt idx="49">
                  <c:v>86592.42942964858</c:v>
                </c:pt>
                <c:pt idx="50">
                  <c:v>88392.72504202316</c:v>
                </c:pt>
                <c:pt idx="51">
                  <c:v>104049.66819763229</c:v>
                </c:pt>
                <c:pt idx="52">
                  <c:v>77187.63545440315</c:v>
                </c:pt>
                <c:pt idx="53">
                  <c:v>31961.969842836537</c:v>
                </c:pt>
                <c:pt idx="54">
                  <c:v>59282.81090055571</c:v>
                </c:pt>
                <c:pt idx="55">
                  <c:v>51216.70703345904</c:v>
                </c:pt>
                <c:pt idx="56">
                  <c:v>89052.18341759995</c:v>
                </c:pt>
                <c:pt idx="57">
                  <c:v>40852.937353341185</c:v>
                </c:pt>
                <c:pt idx="58">
                  <c:v>60888.60254579142</c:v>
                </c:pt>
                <c:pt idx="59">
                  <c:v>57859.954257595266</c:v>
                </c:pt>
                <c:pt idx="60">
                  <c:v>53113.328968816924</c:v>
                </c:pt>
                <c:pt idx="61">
                  <c:v>31048.33920877021</c:v>
                </c:pt>
                <c:pt idx="62">
                  <c:v>79025.62037769277</c:v>
                </c:pt>
                <c:pt idx="63">
                  <c:v>81636.81956413673</c:v>
                </c:pt>
                <c:pt idx="64">
                  <c:v>95412.0085540833</c:v>
                </c:pt>
                <c:pt idx="65">
                  <c:v>93248.9662401785</c:v>
                </c:pt>
              </c:numCache>
            </c:numRef>
          </c:val>
        </c:ser>
        <c:ser>
          <c:idx val="7"/>
          <c:order val="7"/>
          <c:tx>
            <c:strRef>
              <c:f>Sheet1!$I$1</c:f>
              <c:strCache>
                <c:ptCount val="1"/>
                <c:pt idx="0">
                  <c:v>OOH</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38781.65084915505</c:v>
                </c:pt>
                <c:pt idx="1">
                  <c:v>10146.071079472067</c:v>
                </c:pt>
                <c:pt idx="2">
                  <c:v>11227.445429063077</c:v>
                </c:pt>
                <c:pt idx="3">
                  <c:v>4458.759748065441</c:v>
                </c:pt>
                <c:pt idx="4">
                  <c:v>8846.445092561828</c:v>
                </c:pt>
                <c:pt idx="5">
                  <c:v>1917.517405937917</c:v>
                </c:pt>
                <c:pt idx="6">
                  <c:v>2824.2199626368674</c:v>
                </c:pt>
                <c:pt idx="7">
                  <c:v>14911.831890500667</c:v>
                </c:pt>
                <c:pt idx="8">
                  <c:v>21152.37951494803</c:v>
                </c:pt>
                <c:pt idx="9">
                  <c:v>24738.32580291483</c:v>
                </c:pt>
                <c:pt idx="10">
                  <c:v>5761.52901738723</c:v>
                </c:pt>
                <c:pt idx="11">
                  <c:v>1343.043435987378</c:v>
                </c:pt>
                <c:pt idx="12">
                  <c:v>27745.82445350925</c:v>
                </c:pt>
                <c:pt idx="13">
                  <c:v>48572.760899492394</c:v>
                </c:pt>
                <c:pt idx="14">
                  <c:v>13934.694598975268</c:v>
                </c:pt>
                <c:pt idx="15">
                  <c:v>20143.8089355072</c:v>
                </c:pt>
                <c:pt idx="16">
                  <c:v>51148.21478497102</c:v>
                </c:pt>
                <c:pt idx="17">
                  <c:v>54422.01123435021</c:v>
                </c:pt>
                <c:pt idx="18">
                  <c:v>24313.367009122074</c:v>
                </c:pt>
                <c:pt idx="19">
                  <c:v>64744.405982857206</c:v>
                </c:pt>
                <c:pt idx="20">
                  <c:v>49689.80171795017</c:v>
                </c:pt>
                <c:pt idx="21">
                  <c:v>10285.295882623794</c:v>
                </c:pt>
                <c:pt idx="22">
                  <c:v>4392.21800857486</c:v>
                </c:pt>
                <c:pt idx="23">
                  <c:v>1431.408345122624</c:v>
                </c:pt>
                <c:pt idx="24">
                  <c:v>2295.8447815587997</c:v>
                </c:pt>
                <c:pt idx="25">
                  <c:v>33754.519345371395</c:v>
                </c:pt>
                <c:pt idx="26">
                  <c:v>26462.431822503964</c:v>
                </c:pt>
                <c:pt idx="27">
                  <c:v>42282.09859751651</c:v>
                </c:pt>
                <c:pt idx="28">
                  <c:v>71070.1576961553</c:v>
                </c:pt>
                <c:pt idx="29">
                  <c:v>18919.763661887286</c:v>
                </c:pt>
                <c:pt idx="30">
                  <c:v>1252.992108922942</c:v>
                </c:pt>
                <c:pt idx="31">
                  <c:v>16500.133203295194</c:v>
                </c:pt>
                <c:pt idx="32">
                  <c:v>23365.26964051286</c:v>
                </c:pt>
                <c:pt idx="33">
                  <c:v>4035.8953419532268</c:v>
                </c:pt>
                <c:pt idx="34">
                  <c:v>1893.9460006872823</c:v>
                </c:pt>
                <c:pt idx="35">
                  <c:v>30368.93997469828</c:v>
                </c:pt>
                <c:pt idx="36">
                  <c:v>23324.956617731797</c:v>
                </c:pt>
                <c:pt idx="37">
                  <c:v>8878.178266961835</c:v>
                </c:pt>
                <c:pt idx="38">
                  <c:v>17961.99478155251</c:v>
                </c:pt>
                <c:pt idx="39">
                  <c:v>23763.848922719226</c:v>
                </c:pt>
                <c:pt idx="40">
                  <c:v>18069.318428632836</c:v>
                </c:pt>
                <c:pt idx="41">
                  <c:v>2744.1297138160207</c:v>
                </c:pt>
                <c:pt idx="42">
                  <c:v>18889.11338407813</c:v>
                </c:pt>
                <c:pt idx="43">
                  <c:v>20281.449183673525</c:v>
                </c:pt>
                <c:pt idx="44">
                  <c:v>39425.95703580238</c:v>
                </c:pt>
                <c:pt idx="45">
                  <c:v>11966.327913288624</c:v>
                </c:pt>
                <c:pt idx="46">
                  <c:v>24493.287442485096</c:v>
                </c:pt>
                <c:pt idx="47">
                  <c:v>2468.8037678192222</c:v>
                </c:pt>
                <c:pt idx="48">
                  <c:v>3278.990856882719</c:v>
                </c:pt>
                <c:pt idx="49">
                  <c:v>11474.402542635515</c:v>
                </c:pt>
                <c:pt idx="50">
                  <c:v>52959.35274192165</c:v>
                </c:pt>
                <c:pt idx="51">
                  <c:v>27184.986420831527</c:v>
                </c:pt>
                <c:pt idx="52">
                  <c:v>11394.197817012082</c:v>
                </c:pt>
                <c:pt idx="53">
                  <c:v>4397.162428070016</c:v>
                </c:pt>
                <c:pt idx="54">
                  <c:v>40491.62031672902</c:v>
                </c:pt>
                <c:pt idx="55">
                  <c:v>20383.60669632065</c:v>
                </c:pt>
                <c:pt idx="56">
                  <c:v>34269.40515729951</c:v>
                </c:pt>
                <c:pt idx="57">
                  <c:v>6890.403121023851</c:v>
                </c:pt>
                <c:pt idx="58">
                  <c:v>1677.45010464792</c:v>
                </c:pt>
                <c:pt idx="59">
                  <c:v>21407.69900374808</c:v>
                </c:pt>
                <c:pt idx="60">
                  <c:v>21047.334861746094</c:v>
                </c:pt>
                <c:pt idx="61">
                  <c:v>37322.38018241753</c:v>
                </c:pt>
                <c:pt idx="62">
                  <c:v>58001.631733235445</c:v>
                </c:pt>
                <c:pt idx="63">
                  <c:v>52120.784179270406</c:v>
                </c:pt>
                <c:pt idx="64">
                  <c:v>16141.132785235573</c:v>
                </c:pt>
                <c:pt idx="65">
                  <c:v>29910.36179323455</c:v>
                </c:pt>
              </c:numCache>
            </c:numRef>
          </c:val>
        </c:ser>
        <c:ser>
          <c:idx val="8"/>
          <c:order val="8"/>
          <c:tx>
            <c:strRef>
              <c:f>Sheet1!$J$1</c:f>
              <c:strCache>
                <c:ptCount val="1"/>
                <c:pt idx="0">
                  <c:v>POS</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9261.383582396069</c:v>
                </c:pt>
                <c:pt idx="1">
                  <c:v>2842.1687719433435</c:v>
                </c:pt>
                <c:pt idx="2">
                  <c:v>12359.993367151206</c:v>
                </c:pt>
                <c:pt idx="3">
                  <c:v>11533.647746056206</c:v>
                </c:pt>
                <c:pt idx="4">
                  <c:v>26567.242405128614</c:v>
                </c:pt>
                <c:pt idx="5">
                  <c:v>14692.957755588995</c:v>
                </c:pt>
                <c:pt idx="6">
                  <c:v>4385.735444041699</c:v>
                </c:pt>
                <c:pt idx="7">
                  <c:v>32883.127449289655</c:v>
                </c:pt>
                <c:pt idx="8">
                  <c:v>9271.841923588436</c:v>
                </c:pt>
                <c:pt idx="9">
                  <c:v>23531.589270906057</c:v>
                </c:pt>
                <c:pt idx="10">
                  <c:v>15504.191458716607</c:v>
                </c:pt>
                <c:pt idx="11">
                  <c:v>25110.818036997494</c:v>
                </c:pt>
                <c:pt idx="12">
                  <c:v>6243.972881344404</c:v>
                </c:pt>
                <c:pt idx="13">
                  <c:v>45.01184360098547</c:v>
                </c:pt>
                <c:pt idx="14">
                  <c:v>23911.584452653904</c:v>
                </c:pt>
                <c:pt idx="15">
                  <c:v>24066.717433193036</c:v>
                </c:pt>
                <c:pt idx="16">
                  <c:v>17052.429170405656</c:v>
                </c:pt>
                <c:pt idx="17">
                  <c:v>251.05346219492975</c:v>
                </c:pt>
                <c:pt idx="18">
                  <c:v>7649.059293049121</c:v>
                </c:pt>
                <c:pt idx="19">
                  <c:v>1038.7730862793658</c:v>
                </c:pt>
                <c:pt idx="20">
                  <c:v>29961.85129296349</c:v>
                </c:pt>
                <c:pt idx="21">
                  <c:v>22244.835749470814</c:v>
                </c:pt>
                <c:pt idx="22">
                  <c:v>36213.234766243986</c:v>
                </c:pt>
                <c:pt idx="23">
                  <c:v>21489.368007464127</c:v>
                </c:pt>
                <c:pt idx="24">
                  <c:v>8552.814914688495</c:v>
                </c:pt>
                <c:pt idx="25">
                  <c:v>288.36952878726777</c:v>
                </c:pt>
                <c:pt idx="26">
                  <c:v>25117.790013964055</c:v>
                </c:pt>
                <c:pt idx="27">
                  <c:v>1245.4895253205382</c:v>
                </c:pt>
                <c:pt idx="28">
                  <c:v>4815.5253455396505</c:v>
                </c:pt>
                <c:pt idx="29">
                  <c:v>13510.873497690249</c:v>
                </c:pt>
                <c:pt idx="30">
                  <c:v>150.09935011682222</c:v>
                </c:pt>
                <c:pt idx="31">
                  <c:v>62.882152738084805</c:v>
                </c:pt>
                <c:pt idx="32">
                  <c:v>8525.080810489528</c:v>
                </c:pt>
                <c:pt idx="33">
                  <c:v>9234.41885630726</c:v>
                </c:pt>
                <c:pt idx="34">
                  <c:v>16769.400497953407</c:v>
                </c:pt>
                <c:pt idx="35">
                  <c:v>18422.56451928819</c:v>
                </c:pt>
                <c:pt idx="36">
                  <c:v>2684.31658290858</c:v>
                </c:pt>
                <c:pt idx="37">
                  <c:v>4568.590005449072</c:v>
                </c:pt>
                <c:pt idx="38">
                  <c:v>10938.908326098976</c:v>
                </c:pt>
                <c:pt idx="39">
                  <c:v>1064.4507133216937</c:v>
                </c:pt>
                <c:pt idx="40">
                  <c:v>13001.648465575567</c:v>
                </c:pt>
                <c:pt idx="41">
                  <c:v>11122.872760725793</c:v>
                </c:pt>
                <c:pt idx="42">
                  <c:v>8041.459830771574</c:v>
                </c:pt>
                <c:pt idx="43">
                  <c:v>2577.9177620509813</c:v>
                </c:pt>
                <c:pt idx="44">
                  <c:v>14970.35056368461</c:v>
                </c:pt>
                <c:pt idx="45">
                  <c:v>11779.209166831584</c:v>
                </c:pt>
                <c:pt idx="46">
                  <c:v>532.2438660553598</c:v>
                </c:pt>
                <c:pt idx="47">
                  <c:v>22996.916489461484</c:v>
                </c:pt>
                <c:pt idx="48">
                  <c:v>10230.426191440787</c:v>
                </c:pt>
                <c:pt idx="49">
                  <c:v>9453.342444461308</c:v>
                </c:pt>
                <c:pt idx="50">
                  <c:v>23600.827292164355</c:v>
                </c:pt>
                <c:pt idx="51">
                  <c:v>15666.78975465576</c:v>
                </c:pt>
                <c:pt idx="52">
                  <c:v>21057.924995400634</c:v>
                </c:pt>
                <c:pt idx="53">
                  <c:v>639.271107615369</c:v>
                </c:pt>
                <c:pt idx="54">
                  <c:v>15350.835399915628</c:v>
                </c:pt>
                <c:pt idx="55">
                  <c:v>4303.744722891572</c:v>
                </c:pt>
                <c:pt idx="56">
                  <c:v>0.914048348382178</c:v>
                </c:pt>
                <c:pt idx="57">
                  <c:v>118.21807835898005</c:v>
                </c:pt>
                <c:pt idx="58">
                  <c:v>19796.789262301627</c:v>
                </c:pt>
                <c:pt idx="59">
                  <c:v>22574.083531974193</c:v>
                </c:pt>
                <c:pt idx="60">
                  <c:v>19366.75654289789</c:v>
                </c:pt>
                <c:pt idx="61">
                  <c:v>10362.596659370865</c:v>
                </c:pt>
                <c:pt idx="62">
                  <c:v>16960.4608486259</c:v>
                </c:pt>
                <c:pt idx="63">
                  <c:v>25151.748240398072</c:v>
                </c:pt>
                <c:pt idx="64">
                  <c:v>12924.897133958839</c:v>
                </c:pt>
                <c:pt idx="65">
                  <c:v>4381.00034676583</c:v>
                </c:pt>
              </c:numCache>
            </c:numRef>
          </c:val>
        </c:ser>
        <c:ser>
          <c:idx val="9"/>
          <c:order val="9"/>
          <c:tx>
            <c:strRef>
              <c:f>Sheet1!$K$1</c:f>
              <c:strCache>
                <c:ptCount val="1"/>
                <c:pt idx="0">
                  <c:v>PR</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58417.655301793486</c:v>
                </c:pt>
                <c:pt idx="1">
                  <c:v>9565.245814595184</c:v>
                </c:pt>
                <c:pt idx="2">
                  <c:v>1433.1585534130163</c:v>
                </c:pt>
                <c:pt idx="3">
                  <c:v>1197.4995029988515</c:v>
                </c:pt>
                <c:pt idx="4">
                  <c:v>7307.624258372206</c:v>
                </c:pt>
                <c:pt idx="5">
                  <c:v>52557.289139236265</c:v>
                </c:pt>
                <c:pt idx="6">
                  <c:v>66594.95482355797</c:v>
                </c:pt>
                <c:pt idx="7">
                  <c:v>55755.569080411566</c:v>
                </c:pt>
                <c:pt idx="8">
                  <c:v>2834.7797751147673</c:v>
                </c:pt>
                <c:pt idx="9">
                  <c:v>2273.5268230202205</c:v>
                </c:pt>
                <c:pt idx="10">
                  <c:v>1253.751224757461</c:v>
                </c:pt>
                <c:pt idx="11">
                  <c:v>341.7207705239451</c:v>
                </c:pt>
                <c:pt idx="12">
                  <c:v>1610.5193944303282</c:v>
                </c:pt>
                <c:pt idx="13">
                  <c:v>1575.3899256667974</c:v>
                </c:pt>
                <c:pt idx="14">
                  <c:v>1217.4046234804564</c:v>
                </c:pt>
                <c:pt idx="15">
                  <c:v>38107.42353233762</c:v>
                </c:pt>
                <c:pt idx="16">
                  <c:v>71158.58570218472</c:v>
                </c:pt>
                <c:pt idx="17">
                  <c:v>8747.446726161717</c:v>
                </c:pt>
                <c:pt idx="18">
                  <c:v>544.7264743333403</c:v>
                </c:pt>
                <c:pt idx="19">
                  <c:v>1806.9323508961809</c:v>
                </c:pt>
                <c:pt idx="20">
                  <c:v>62067.145889741194</c:v>
                </c:pt>
                <c:pt idx="21">
                  <c:v>8721.459530850294</c:v>
                </c:pt>
                <c:pt idx="22">
                  <c:v>19471.807384592998</c:v>
                </c:pt>
                <c:pt idx="23">
                  <c:v>39717.06680208703</c:v>
                </c:pt>
                <c:pt idx="24">
                  <c:v>65727.98376223516</c:v>
                </c:pt>
                <c:pt idx="25">
                  <c:v>69872.58164359843</c:v>
                </c:pt>
                <c:pt idx="26">
                  <c:v>7825.5390660001485</c:v>
                </c:pt>
                <c:pt idx="27">
                  <c:v>1294.54980893493</c:v>
                </c:pt>
                <c:pt idx="28">
                  <c:v>72560.1145376354</c:v>
                </c:pt>
                <c:pt idx="29">
                  <c:v>72760.37920190115</c:v>
                </c:pt>
                <c:pt idx="30">
                  <c:v>51804.412868340805</c:v>
                </c:pt>
                <c:pt idx="31">
                  <c:v>23782.21475500011</c:v>
                </c:pt>
                <c:pt idx="32">
                  <c:v>15164.938849028807</c:v>
                </c:pt>
                <c:pt idx="33">
                  <c:v>46691.00055751281</c:v>
                </c:pt>
                <c:pt idx="34">
                  <c:v>56918.606081226506</c:v>
                </c:pt>
                <c:pt idx="35">
                  <c:v>44607.26921115742</c:v>
                </c:pt>
                <c:pt idx="36">
                  <c:v>30410.542952536613</c:v>
                </c:pt>
                <c:pt idx="37">
                  <c:v>46352.61645807177</c:v>
                </c:pt>
                <c:pt idx="38">
                  <c:v>36883.964446315105</c:v>
                </c:pt>
                <c:pt idx="39">
                  <c:v>18246.150814102744</c:v>
                </c:pt>
                <c:pt idx="40">
                  <c:v>40352.705533946595</c:v>
                </c:pt>
                <c:pt idx="41">
                  <c:v>2095.2283791038935</c:v>
                </c:pt>
                <c:pt idx="42">
                  <c:v>943.5717458903321</c:v>
                </c:pt>
                <c:pt idx="43">
                  <c:v>1622.0340232813783</c:v>
                </c:pt>
                <c:pt idx="44">
                  <c:v>26170.244126420737</c:v>
                </c:pt>
                <c:pt idx="45">
                  <c:v>2707.897462778418</c:v>
                </c:pt>
                <c:pt idx="46">
                  <c:v>25584.74929266163</c:v>
                </c:pt>
                <c:pt idx="47">
                  <c:v>5891.253606568807</c:v>
                </c:pt>
                <c:pt idx="48">
                  <c:v>542.481503062957</c:v>
                </c:pt>
                <c:pt idx="49">
                  <c:v>58789.22072806511</c:v>
                </c:pt>
                <c:pt idx="50">
                  <c:v>3341.3656995243045</c:v>
                </c:pt>
                <c:pt idx="51">
                  <c:v>76843.39885054831</c:v>
                </c:pt>
                <c:pt idx="52">
                  <c:v>67257.45996052785</c:v>
                </c:pt>
                <c:pt idx="53">
                  <c:v>3148.6470090790385</c:v>
                </c:pt>
                <c:pt idx="54">
                  <c:v>237.71918646606466</c:v>
                </c:pt>
                <c:pt idx="55">
                  <c:v>0.6958658872163436</c:v>
                </c:pt>
                <c:pt idx="56">
                  <c:v>21383.53913165611</c:v>
                </c:pt>
                <c:pt idx="57">
                  <c:v>30239.12954972233</c:v>
                </c:pt>
                <c:pt idx="58">
                  <c:v>48005.06589515038</c:v>
                </c:pt>
                <c:pt idx="59">
                  <c:v>2652.807414425753</c:v>
                </c:pt>
                <c:pt idx="60">
                  <c:v>1339.8797616000625</c:v>
                </c:pt>
                <c:pt idx="61">
                  <c:v>1633.7176276304845</c:v>
                </c:pt>
                <c:pt idx="62">
                  <c:v>65701.21086321246</c:v>
                </c:pt>
                <c:pt idx="63">
                  <c:v>4340.2109017599405</c:v>
                </c:pt>
                <c:pt idx="64">
                  <c:v>1902.249970653807</c:v>
                </c:pt>
                <c:pt idx="65">
                  <c:v>284.6717654748964</c:v>
                </c:pt>
              </c:numCache>
            </c:numRef>
          </c:val>
        </c:ser>
        <c:ser>
          <c:idx val="10"/>
          <c:order val="10"/>
          <c:tx>
            <c:strRef>
              <c:f>Sheet1!$L$1</c:f>
              <c:strCache>
                <c:ptCount val="1"/>
                <c:pt idx="0">
                  <c:v>Price volatility</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-24080.531202019018</c:v>
                </c:pt>
                <c:pt idx="1">
                  <c:v>-25432.789778366885</c:v>
                </c:pt>
                <c:pt idx="2">
                  <c:v>-26881.090540083842</c:v>
                </c:pt>
                <c:pt idx="3">
                  <c:v>-9168.642687814849</c:v>
                </c:pt>
                <c:pt idx="4">
                  <c:v>-1180.452502000021</c:v>
                </c:pt>
                <c:pt idx="5">
                  <c:v>14534.41959670519</c:v>
                </c:pt>
                <c:pt idx="6">
                  <c:v>21452.772354828303</c:v>
                </c:pt>
                <c:pt idx="7">
                  <c:v>28069.624222903793</c:v>
                </c:pt>
                <c:pt idx="8">
                  <c:v>20226.27072613965</c:v>
                </c:pt>
                <c:pt idx="9">
                  <c:v>14502.316577522906</c:v>
                </c:pt>
                <c:pt idx="10">
                  <c:v>-304.32608242595234</c:v>
                </c:pt>
                <c:pt idx="11">
                  <c:v>-17424.237341767177</c:v>
                </c:pt>
                <c:pt idx="12">
                  <c:v>-26114.35683239369</c:v>
                </c:pt>
                <c:pt idx="13">
                  <c:v>-28034.060811768246</c:v>
                </c:pt>
                <c:pt idx="14">
                  <c:v>-29366.741217778315</c:v>
                </c:pt>
                <c:pt idx="15">
                  <c:v>-11540.030634856217</c:v>
                </c:pt>
                <c:pt idx="16">
                  <c:v>4935.6063401441925</c:v>
                </c:pt>
                <c:pt idx="17">
                  <c:v>14284.844361387657</c:v>
                </c:pt>
                <c:pt idx="18">
                  <c:v>16977.41993135547</c:v>
                </c:pt>
                <c:pt idx="19">
                  <c:v>31610.83599246841</c:v>
                </c:pt>
                <c:pt idx="20">
                  <c:v>24400.88267107368</c:v>
                </c:pt>
                <c:pt idx="21">
                  <c:v>10792.862349102523</c:v>
                </c:pt>
                <c:pt idx="22">
                  <c:v>-1228.9710094534146</c:v>
                </c:pt>
                <c:pt idx="23">
                  <c:v>-16270.68071887549</c:v>
                </c:pt>
                <c:pt idx="24">
                  <c:v>-31940.29445985153</c:v>
                </c:pt>
                <c:pt idx="25">
                  <c:v>-28840.059963749853</c:v>
                </c:pt>
                <c:pt idx="26">
                  <c:v>-23365.215505472148</c:v>
                </c:pt>
                <c:pt idx="27">
                  <c:v>-11695.886505666427</c:v>
                </c:pt>
                <c:pt idx="28">
                  <c:v>5567.043262480105</c:v>
                </c:pt>
                <c:pt idx="29">
                  <c:v>15351.497570237207</c:v>
                </c:pt>
                <c:pt idx="30">
                  <c:v>21590.88780753892</c:v>
                </c:pt>
                <c:pt idx="31">
                  <c:v>26099.480467243244</c:v>
                </c:pt>
                <c:pt idx="32">
                  <c:v>19364.01398288041</c:v>
                </c:pt>
                <c:pt idx="33">
                  <c:v>15640.56406467341</c:v>
                </c:pt>
                <c:pt idx="34">
                  <c:v>-4059.4190989622643</c:v>
                </c:pt>
                <c:pt idx="35">
                  <c:v>-16095.401968527935</c:v>
                </c:pt>
                <c:pt idx="36">
                  <c:v>-33618.872156362435</c:v>
                </c:pt>
                <c:pt idx="37">
                  <c:v>-31413.820638029</c:v>
                </c:pt>
                <c:pt idx="38">
                  <c:v>-18547.282441145097</c:v>
                </c:pt>
                <c:pt idx="39">
                  <c:v>-13113.082351043047</c:v>
                </c:pt>
                <c:pt idx="40">
                  <c:v>-1589.851752748112</c:v>
                </c:pt>
                <c:pt idx="41">
                  <c:v>10449.988767634832</c:v>
                </c:pt>
                <c:pt idx="42">
                  <c:v>24099.959403095865</c:v>
                </c:pt>
                <c:pt idx="43">
                  <c:v>26642.573655636115</c:v>
                </c:pt>
                <c:pt idx="44">
                  <c:v>23011.57553455183</c:v>
                </c:pt>
                <c:pt idx="45">
                  <c:v>14653.513234022006</c:v>
                </c:pt>
                <c:pt idx="46">
                  <c:v>-4015.795865233672</c:v>
                </c:pt>
                <c:pt idx="47">
                  <c:v>-18402.42747645967</c:v>
                </c:pt>
                <c:pt idx="48">
                  <c:v>-30786.17495628523</c:v>
                </c:pt>
                <c:pt idx="49">
                  <c:v>-27810.625324200613</c:v>
                </c:pt>
                <c:pt idx="50">
                  <c:v>-19615.86925959652</c:v>
                </c:pt>
                <c:pt idx="51">
                  <c:v>-17132.532011444953</c:v>
                </c:pt>
                <c:pt idx="52">
                  <c:v>5809.714042418255</c:v>
                </c:pt>
                <c:pt idx="53">
                  <c:v>11913.676518834893</c:v>
                </c:pt>
                <c:pt idx="54">
                  <c:v>23799.972133247968</c:v>
                </c:pt>
                <c:pt idx="55">
                  <c:v>24739.61045199271</c:v>
                </c:pt>
                <c:pt idx="56">
                  <c:v>23358.972890354926</c:v>
                </c:pt>
                <c:pt idx="57">
                  <c:v>7373.095499751947</c:v>
                </c:pt>
                <c:pt idx="58">
                  <c:v>-6529.716653211706</c:v>
                </c:pt>
                <c:pt idx="59">
                  <c:v>-19191.490991449966</c:v>
                </c:pt>
                <c:pt idx="60">
                  <c:v>-23781.71377818798</c:v>
                </c:pt>
                <c:pt idx="61">
                  <c:v>-21702.174230916655</c:v>
                </c:pt>
                <c:pt idx="62">
                  <c:v>-21568.77749906866</c:v>
                </c:pt>
                <c:pt idx="63">
                  <c:v>-10704.32043602651</c:v>
                </c:pt>
                <c:pt idx="64">
                  <c:v>368.40010359427583</c:v>
                </c:pt>
                <c:pt idx="65">
                  <c:v>14799.817798118256</c:v>
                </c:pt>
              </c:numCache>
            </c:numRef>
          </c:val>
        </c:ser>
        <c:ser>
          <c:idx val="11"/>
          <c:order val="11"/>
          <c:tx>
            <c:strRef>
              <c:f>Sheet1!$M$1</c:f>
              <c:strCache>
                <c:ptCount val="1"/>
                <c:pt idx="0">
                  <c:v>Relative price</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-39327.088732002754</c:v>
                </c:pt>
                <c:pt idx="1">
                  <c:v>-37527.5510780043</c:v>
                </c:pt>
                <c:pt idx="2">
                  <c:v>-45078.15502252905</c:v>
                </c:pt>
                <c:pt idx="3">
                  <c:v>-36241.16101393188</c:v>
                </c:pt>
                <c:pt idx="4">
                  <c:v>-34519.8398471387</c:v>
                </c:pt>
                <c:pt idx="5">
                  <c:v>-42669.768636847875</c:v>
                </c:pt>
                <c:pt idx="6">
                  <c:v>-38083.95331040549</c:v>
                </c:pt>
                <c:pt idx="7">
                  <c:v>-40676.916323081394</c:v>
                </c:pt>
                <c:pt idx="8">
                  <c:v>-29212.272457437415</c:v>
                </c:pt>
                <c:pt idx="9">
                  <c:v>-34161.617575189244</c:v>
                </c:pt>
                <c:pt idx="10">
                  <c:v>-41975.40019687231</c:v>
                </c:pt>
                <c:pt idx="11">
                  <c:v>-34295.136842354776</c:v>
                </c:pt>
                <c:pt idx="12">
                  <c:v>-42028.165738340904</c:v>
                </c:pt>
                <c:pt idx="13">
                  <c:v>-39064.32788540711</c:v>
                </c:pt>
                <c:pt idx="14">
                  <c:v>-47678.61640782272</c:v>
                </c:pt>
                <c:pt idx="15">
                  <c:v>-36497.10731815092</c:v>
                </c:pt>
                <c:pt idx="16">
                  <c:v>-50229.73175902648</c:v>
                </c:pt>
                <c:pt idx="17">
                  <c:v>-37582.95026291629</c:v>
                </c:pt>
                <c:pt idx="18">
                  <c:v>-30586.29108066834</c:v>
                </c:pt>
                <c:pt idx="19">
                  <c:v>-41682.00900301614</c:v>
                </c:pt>
                <c:pt idx="20">
                  <c:v>-34224.26975097991</c:v>
                </c:pt>
                <c:pt idx="21">
                  <c:v>-33688.42912131901</c:v>
                </c:pt>
                <c:pt idx="22">
                  <c:v>-50823.64314122869</c:v>
                </c:pt>
                <c:pt idx="23">
                  <c:v>-37577.83009606454</c:v>
                </c:pt>
                <c:pt idx="24">
                  <c:v>-48014.082539373456</c:v>
                </c:pt>
                <c:pt idx="25">
                  <c:v>-42314.98872410291</c:v>
                </c:pt>
                <c:pt idx="26">
                  <c:v>-36336.22072838303</c:v>
                </c:pt>
                <c:pt idx="27">
                  <c:v>-33758.32679428871</c:v>
                </c:pt>
                <c:pt idx="28">
                  <c:v>-48006.92991945215</c:v>
                </c:pt>
                <c:pt idx="29">
                  <c:v>-37422.247805517494</c:v>
                </c:pt>
                <c:pt idx="30">
                  <c:v>-37350.80169448625</c:v>
                </c:pt>
                <c:pt idx="31">
                  <c:v>-36058.18888109017</c:v>
                </c:pt>
                <c:pt idx="32">
                  <c:v>-32570.939773881422</c:v>
                </c:pt>
                <c:pt idx="33">
                  <c:v>-42243.52785979914</c:v>
                </c:pt>
                <c:pt idx="34">
                  <c:v>-38503.618831857464</c:v>
                </c:pt>
                <c:pt idx="35">
                  <c:v>-41384.30549984549</c:v>
                </c:pt>
                <c:pt idx="36">
                  <c:v>-50202.50028874407</c:v>
                </c:pt>
                <c:pt idx="37">
                  <c:v>-43336.72918323765</c:v>
                </c:pt>
                <c:pt idx="38">
                  <c:v>-37469.98826583509</c:v>
                </c:pt>
                <c:pt idx="39">
                  <c:v>-39319.94466272612</c:v>
                </c:pt>
                <c:pt idx="40">
                  <c:v>-42842.240051531066</c:v>
                </c:pt>
                <c:pt idx="41">
                  <c:v>-31039.703087634003</c:v>
                </c:pt>
                <c:pt idx="42">
                  <c:v>-38625.77356456783</c:v>
                </c:pt>
                <c:pt idx="43">
                  <c:v>-35415.24751544292</c:v>
                </c:pt>
                <c:pt idx="44">
                  <c:v>-33062.3209498456</c:v>
                </c:pt>
                <c:pt idx="45">
                  <c:v>-40901.904075874634</c:v>
                </c:pt>
                <c:pt idx="46">
                  <c:v>-36714.370799608885</c:v>
                </c:pt>
                <c:pt idx="47">
                  <c:v>-41871.83132614352</c:v>
                </c:pt>
                <c:pt idx="48">
                  <c:v>-50059.10366266615</c:v>
                </c:pt>
                <c:pt idx="49">
                  <c:v>-41725.99174219821</c:v>
                </c:pt>
                <c:pt idx="50">
                  <c:v>-37721.54804762754</c:v>
                </c:pt>
                <c:pt idx="51">
                  <c:v>-51020.83359716575</c:v>
                </c:pt>
                <c:pt idx="52">
                  <c:v>-39852.31699727434</c:v>
                </c:pt>
                <c:pt idx="53">
                  <c:v>-33371.48076533548</c:v>
                </c:pt>
                <c:pt idx="54">
                  <c:v>-41939.700685560645</c:v>
                </c:pt>
                <c:pt idx="55">
                  <c:v>-30972.55480751834</c:v>
                </c:pt>
                <c:pt idx="56">
                  <c:v>-39915.22633980582</c:v>
                </c:pt>
                <c:pt idx="57">
                  <c:v>-32840.96941873293</c:v>
                </c:pt>
                <c:pt idx="58">
                  <c:v>-38203.337097276</c:v>
                </c:pt>
                <c:pt idx="59">
                  <c:v>-41369.90033873881</c:v>
                </c:pt>
                <c:pt idx="60">
                  <c:v>-37412.48770635716</c:v>
                </c:pt>
                <c:pt idx="61">
                  <c:v>-34504.224713058065</c:v>
                </c:pt>
                <c:pt idx="62">
                  <c:v>-49601.73716316638</c:v>
                </c:pt>
                <c:pt idx="63">
                  <c:v>-38903.38865054255</c:v>
                </c:pt>
                <c:pt idx="64">
                  <c:v>-43241.11090469804</c:v>
                </c:pt>
                <c:pt idx="65">
                  <c:v>-39578.655503899274</c:v>
                </c:pt>
              </c:numCache>
            </c:numRef>
          </c:val>
        </c:ser>
        <c:ser>
          <c:idx val="12"/>
          <c:order val="12"/>
          <c:tx>
            <c:strRef>
              <c:f>Sheet1!$N$1</c:f>
              <c:strCache>
                <c:ptCount val="1"/>
                <c:pt idx="0">
                  <c:v>Seasonality</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237790.4522979261</c:v>
                </c:pt>
                <c:pt idx="1">
                  <c:v>281148.4940256</c:v>
                </c:pt>
                <c:pt idx="2">
                  <c:v>412942.2789993549</c:v>
                </c:pt>
                <c:pt idx="3">
                  <c:v>356347.6527010633</c:v>
                </c:pt>
                <c:pt idx="4">
                  <c:v>350500.08348322613</c:v>
                </c:pt>
                <c:pt idx="5">
                  <c:v>310310.41553105676</c:v>
                </c:pt>
                <c:pt idx="6">
                  <c:v>177722.35146031567</c:v>
                </c:pt>
                <c:pt idx="7">
                  <c:v>80986.7292876504</c:v>
                </c:pt>
                <c:pt idx="8">
                  <c:v>9602.95694229328</c:v>
                </c:pt>
                <c:pt idx="9">
                  <c:v>5191.2863889258815</c:v>
                </c:pt>
                <c:pt idx="10">
                  <c:v>58353.560648279556</c:v>
                </c:pt>
                <c:pt idx="11">
                  <c:v>117594.6190304998</c:v>
                </c:pt>
                <c:pt idx="12">
                  <c:v>303816.211776429</c:v>
                </c:pt>
                <c:pt idx="13">
                  <c:v>292612.0777824647</c:v>
                </c:pt>
                <c:pt idx="14">
                  <c:v>441779.90511069197</c:v>
                </c:pt>
                <c:pt idx="15">
                  <c:v>363538.81283244817</c:v>
                </c:pt>
                <c:pt idx="16">
                  <c:v>493447.902095946</c:v>
                </c:pt>
                <c:pt idx="17">
                  <c:v>271061.2097454834</c:v>
                </c:pt>
                <c:pt idx="18">
                  <c:v>145949.32007984925</c:v>
                </c:pt>
                <c:pt idx="19">
                  <c:v>84220.0858187079</c:v>
                </c:pt>
                <c:pt idx="20">
                  <c:v>11884.475278049125</c:v>
                </c:pt>
                <c:pt idx="21">
                  <c:v>5166.568499418088</c:v>
                </c:pt>
                <c:pt idx="22">
                  <c:v>69283.71161387517</c:v>
                </c:pt>
                <c:pt idx="23">
                  <c:v>130282.87729245913</c:v>
                </c:pt>
                <c:pt idx="24">
                  <c:v>333856.59839430085</c:v>
                </c:pt>
                <c:pt idx="25">
                  <c:v>348361.67642359994</c:v>
                </c:pt>
                <c:pt idx="26">
                  <c:v>349213.5728870878</c:v>
                </c:pt>
                <c:pt idx="27">
                  <c:v>341698.66904550244</c:v>
                </c:pt>
                <c:pt idx="28">
                  <c:v>488112.97144598415</c:v>
                </c:pt>
                <c:pt idx="29">
                  <c:v>265712.2450641188</c:v>
                </c:pt>
                <c:pt idx="30">
                  <c:v>178924.279675474</c:v>
                </c:pt>
                <c:pt idx="31">
                  <c:v>73532.30445724647</c:v>
                </c:pt>
                <c:pt idx="32">
                  <c:v>9701.42617212905</c:v>
                </c:pt>
                <c:pt idx="33">
                  <c:v>9957.557280471437</c:v>
                </c:pt>
                <c:pt idx="34">
                  <c:v>59867.739141533646</c:v>
                </c:pt>
                <c:pt idx="35">
                  <c:v>143474.17375680164</c:v>
                </c:pt>
                <c:pt idx="36">
                  <c:v>341562.68811929005</c:v>
                </c:pt>
                <c:pt idx="37">
                  <c:v>354994.07469348767</c:v>
                </c:pt>
                <c:pt idx="38">
                  <c:v>359764.1004906256</c:v>
                </c:pt>
                <c:pt idx="39">
                  <c:v>400776.70968061656</c:v>
                </c:pt>
                <c:pt idx="40">
                  <c:v>459486.81347021373</c:v>
                </c:pt>
                <c:pt idx="41">
                  <c:v>233805.86340764782</c:v>
                </c:pt>
                <c:pt idx="42">
                  <c:v>172617.90623428655</c:v>
                </c:pt>
                <c:pt idx="43">
                  <c:v>62389.85889201846</c:v>
                </c:pt>
                <c:pt idx="44">
                  <c:v>10653.784632755192</c:v>
                </c:pt>
                <c:pt idx="45">
                  <c:v>9748.069826293027</c:v>
                </c:pt>
                <c:pt idx="46">
                  <c:v>56919.01286696812</c:v>
                </c:pt>
                <c:pt idx="47">
                  <c:v>147269.49303444932</c:v>
                </c:pt>
                <c:pt idx="48">
                  <c:v>321402.32521943876</c:v>
                </c:pt>
                <c:pt idx="49">
                  <c:v>343850.3585876546</c:v>
                </c:pt>
                <c:pt idx="50">
                  <c:v>366049.5460461254</c:v>
                </c:pt>
                <c:pt idx="51">
                  <c:v>512539.41967595357</c:v>
                </c:pt>
                <c:pt idx="52">
                  <c:v>416739.9240332848</c:v>
                </c:pt>
                <c:pt idx="53">
                  <c:v>232781.80800992384</c:v>
                </c:pt>
                <c:pt idx="54">
                  <c:v>182825.87151236582</c:v>
                </c:pt>
                <c:pt idx="55">
                  <c:v>53385.87678665301</c:v>
                </c:pt>
                <c:pt idx="56">
                  <c:v>9903.653724287295</c:v>
                </c:pt>
                <c:pt idx="57">
                  <c:v>9910.050702689532</c:v>
                </c:pt>
                <c:pt idx="58">
                  <c:v>59539.839592959615</c:v>
                </c:pt>
                <c:pt idx="59">
                  <c:v>159191.43933170813</c:v>
                </c:pt>
                <c:pt idx="60">
                  <c:v>272241.473433808</c:v>
                </c:pt>
                <c:pt idx="61">
                  <c:v>281679.26601534267</c:v>
                </c:pt>
                <c:pt idx="62">
                  <c:v>465429.9698096798</c:v>
                </c:pt>
                <c:pt idx="63">
                  <c:v>371500.530747301</c:v>
                </c:pt>
                <c:pt idx="64">
                  <c:v>413359.1261410726</c:v>
                </c:pt>
                <c:pt idx="65">
                  <c:v>278533.9143401795</c:v>
                </c:pt>
              </c:numCache>
            </c:numRef>
          </c:val>
        </c:ser>
        <c:ser>
          <c:idx val="13"/>
          <c:order val="13"/>
          <c:tx>
            <c:strRef>
              <c:f>Sheet1!$O$1</c:f>
              <c:strCache>
                <c:ptCount val="1"/>
                <c:pt idx="0">
                  <c:v>TV</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14389.70317231342</c:v>
                </c:pt>
                <c:pt idx="1">
                  <c:v>12193.723093975608</c:v>
                </c:pt>
                <c:pt idx="2">
                  <c:v>16870.750482022373</c:v>
                </c:pt>
                <c:pt idx="3">
                  <c:v>67641.93399753151</c:v>
                </c:pt>
                <c:pt idx="4">
                  <c:v>16121.051771829072</c:v>
                </c:pt>
                <c:pt idx="5">
                  <c:v>135949.8837669908</c:v>
                </c:pt>
                <c:pt idx="6">
                  <c:v>174009.07797735409</c:v>
                </c:pt>
                <c:pt idx="7">
                  <c:v>72661.35986713172</c:v>
                </c:pt>
                <c:pt idx="8">
                  <c:v>13055.229671347555</c:v>
                </c:pt>
                <c:pt idx="9">
                  <c:v>79650.93809329924</c:v>
                </c:pt>
                <c:pt idx="10">
                  <c:v>72945.86911820406</c:v>
                </c:pt>
                <c:pt idx="11">
                  <c:v>27960.35320393563</c:v>
                </c:pt>
                <c:pt idx="12">
                  <c:v>122925.58622357232</c:v>
                </c:pt>
                <c:pt idx="13">
                  <c:v>119631.4452788877</c:v>
                </c:pt>
                <c:pt idx="14">
                  <c:v>91689.64815170065</c:v>
                </c:pt>
                <c:pt idx="15">
                  <c:v>64563.16873974701</c:v>
                </c:pt>
                <c:pt idx="16">
                  <c:v>124361.14819849479</c:v>
                </c:pt>
                <c:pt idx="17">
                  <c:v>167077.76745248953</c:v>
                </c:pt>
                <c:pt idx="18">
                  <c:v>29948.57297806214</c:v>
                </c:pt>
                <c:pt idx="19">
                  <c:v>125973.94826423452</c:v>
                </c:pt>
                <c:pt idx="20">
                  <c:v>79596.64777559305</c:v>
                </c:pt>
                <c:pt idx="21">
                  <c:v>43941.07229345662</c:v>
                </c:pt>
                <c:pt idx="22">
                  <c:v>181686.13813569015</c:v>
                </c:pt>
                <c:pt idx="23">
                  <c:v>16215.424296172932</c:v>
                </c:pt>
                <c:pt idx="24">
                  <c:v>19306.46665656366</c:v>
                </c:pt>
                <c:pt idx="25">
                  <c:v>134443.43913287477</c:v>
                </c:pt>
                <c:pt idx="26">
                  <c:v>18955.28372735277</c:v>
                </c:pt>
                <c:pt idx="27">
                  <c:v>53309.73199767791</c:v>
                </c:pt>
                <c:pt idx="28">
                  <c:v>127800.57776642591</c:v>
                </c:pt>
                <c:pt idx="29">
                  <c:v>73031.76456189078</c:v>
                </c:pt>
                <c:pt idx="30">
                  <c:v>84315.05960760062</c:v>
                </c:pt>
                <c:pt idx="31">
                  <c:v>19527.604480917173</c:v>
                </c:pt>
                <c:pt idx="32">
                  <c:v>75487.8192622074</c:v>
                </c:pt>
                <c:pt idx="33">
                  <c:v>63264.52473607722</c:v>
                </c:pt>
                <c:pt idx="34">
                  <c:v>116243.76487661924</c:v>
                </c:pt>
                <c:pt idx="35">
                  <c:v>29867.55270571813</c:v>
                </c:pt>
                <c:pt idx="36">
                  <c:v>119914.11327342913</c:v>
                </c:pt>
                <c:pt idx="37">
                  <c:v>133998.86545463055</c:v>
                </c:pt>
                <c:pt idx="38">
                  <c:v>22144.48421814925</c:v>
                </c:pt>
                <c:pt idx="39">
                  <c:v>146281.0323312144</c:v>
                </c:pt>
                <c:pt idx="40">
                  <c:v>41855.54159047327</c:v>
                </c:pt>
                <c:pt idx="41">
                  <c:v>15021.025686824803</c:v>
                </c:pt>
                <c:pt idx="42">
                  <c:v>165444.7206580819</c:v>
                </c:pt>
                <c:pt idx="43">
                  <c:v>110100.07136264018</c:v>
                </c:pt>
                <c:pt idx="44">
                  <c:v>17356.906011837356</c:v>
                </c:pt>
                <c:pt idx="45">
                  <c:v>89443.83058201402</c:v>
                </c:pt>
                <c:pt idx="46">
                  <c:v>114803.60233538647</c:v>
                </c:pt>
                <c:pt idx="47">
                  <c:v>124306.21337069047</c:v>
                </c:pt>
                <c:pt idx="48">
                  <c:v>149093.9099640794</c:v>
                </c:pt>
                <c:pt idx="49">
                  <c:v>113341.59851014521</c:v>
                </c:pt>
                <c:pt idx="50">
                  <c:v>19520.61531774483</c:v>
                </c:pt>
                <c:pt idx="51">
                  <c:v>101445.34850382667</c:v>
                </c:pt>
                <c:pt idx="52">
                  <c:v>29106.73892042118</c:v>
                </c:pt>
                <c:pt idx="53">
                  <c:v>18222.56851217201</c:v>
                </c:pt>
                <c:pt idx="54">
                  <c:v>22164.463230191875</c:v>
                </c:pt>
                <c:pt idx="55">
                  <c:v>16028.674839471609</c:v>
                </c:pt>
                <c:pt idx="56">
                  <c:v>21775.27752477212</c:v>
                </c:pt>
                <c:pt idx="57">
                  <c:v>17480.66326649117</c:v>
                </c:pt>
                <c:pt idx="58">
                  <c:v>152952.8141334533</c:v>
                </c:pt>
                <c:pt idx="59">
                  <c:v>24545.533988710566</c:v>
                </c:pt>
                <c:pt idx="60">
                  <c:v>16174.30363030918</c:v>
                </c:pt>
                <c:pt idx="61">
                  <c:v>15640.058228535667</c:v>
                </c:pt>
                <c:pt idx="62">
                  <c:v>22864.74754085526</c:v>
                </c:pt>
                <c:pt idx="63">
                  <c:v>17238.47026611138</c:v>
                </c:pt>
                <c:pt idx="64">
                  <c:v>151875.5824267193</c:v>
                </c:pt>
                <c:pt idx="65">
                  <c:v>121834.41648032176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Sheet1!$A$2:$A$15</c:f>
              <c:strCache>
                <c:ptCount val="14"/>
                <c:pt idx="0">
                  <c:v>Base</c:v>
                </c:pt>
                <c:pt idx="1">
                  <c:v>Seasonality</c:v>
                </c:pt>
                <c:pt idx="2">
                  <c:v>Distribution</c:v>
                </c:pt>
                <c:pt idx="3">
                  <c:v>E-com</c:v>
                </c:pt>
                <c:pt idx="4">
                  <c:v>TV</c:v>
                </c:pt>
                <c:pt idx="5">
                  <c:v>Digital_DA</c:v>
                </c:pt>
                <c:pt idx="6">
                  <c:v>OOH</c:v>
                </c:pt>
                <c:pt idx="7">
                  <c:v>Digital_Special...</c:v>
                </c:pt>
                <c:pt idx="8">
                  <c:v>Digital_Perform...</c:v>
                </c:pt>
                <c:pt idx="9">
                  <c:v>POS</c:v>
                </c:pt>
                <c:pt idx="10">
                  <c:v>PR</c:v>
                </c:pt>
                <c:pt idx="11">
                  <c:v>Digital_Video</c:v>
                </c:pt>
                <c:pt idx="12">
                  <c:v>Price volatilit...</c:v>
                </c:pt>
                <c:pt idx="13">
                  <c:v>Relative price</c:v>
                </c:pt>
              </c:strCache>
            </c:strRef>
          </c:cat>
          <c:val>
            <c:numRef>
              <c:f>Sheet1!$B$2:$B$15</c:f>
              <c:numCache>
                <c:formatCode>General</c:formatCode>
                <c:ptCount val="14"/>
                <c:pt idx="0">
                  <c:v>0.0</c:v>
                </c:pt>
                <c:pt idx="1">
                  <c:v>38.00250370996542</c:v>
                </c:pt>
                <c:pt idx="2">
                  <c:v>61.34717311224726</c:v>
                </c:pt>
                <c:pt idx="3">
                  <c:v>84.56181054172839</c:v>
                </c:pt>
                <c:pt idx="4">
                  <c:v>89.42057599183565</c:v>
                </c:pt>
                <c:pt idx="5">
                  <c:v>93.2945808966559</c:v>
                </c:pt>
                <c:pt idx="6">
                  <c:v>95.93746772688986</c:v>
                </c:pt>
                <c:pt idx="7">
                  <c:v>98.34220365986418</c:v>
                </c:pt>
                <c:pt idx="8">
                  <c:v>99.6978565517509</c:v>
                </c:pt>
                <c:pt idx="9">
                  <c:v>100.77484700352187</c:v>
                </c:pt>
                <c:pt idx="10">
                  <c:v>101.77406615679398</c:v>
                </c:pt>
                <c:pt idx="11">
                  <c:v>102.61697542075983</c:v>
                </c:pt>
                <c:pt idx="12">
                  <c:v>102.72640040279583</c:v>
                </c:pt>
                <c:pt idx="13">
                  <c:v>100.0</c:v>
                </c:pt>
              </c:numCache>
            </c:numRef>
          </c:val>
        </c:ser>
        <c:ser>
          <c:idx val="1"/>
          <c:order val="1"/>
          <c:tx>
            <c:strRef>
              <c:f>Sheet1!$C$1</c:f>
              <c:strCache>
                <c:ptCount val="1"/>
                <c:pt idx="0">
                  <c:v>value</c:v>
                </c:pt>
              </c:strCache>
            </c:strRef>
          </c:tx>
          <c:dPt>
            <c:idx val="0"/>
            <c:spPr>
              <a:solidFill>
                <a:srgbClr val="D60000"/>
              </a:solidFill>
            </c:spPr>
          </c:dPt>
          <c:dPt>
            <c:idx val="1"/>
            <c:spPr>
              <a:solidFill>
                <a:srgbClr val="A17569"/>
              </a:solidFill>
            </c:spPr>
          </c:dPt>
          <c:dPt>
            <c:idx val="2"/>
            <c:spPr>
              <a:solidFill>
                <a:srgbClr val="FF7ED1"/>
              </a:solidFill>
            </c:spPr>
          </c:dPt>
          <c:dPt>
            <c:idx val="3"/>
            <c:spPr>
              <a:solidFill>
                <a:srgbClr val="6B004F"/>
              </a:solidFill>
            </c:spPr>
          </c:dPt>
          <c:dPt>
            <c:idx val="4"/>
            <c:spPr>
              <a:solidFill>
                <a:srgbClr val="BCB6FF"/>
              </a:solidFill>
            </c:spPr>
          </c:dPt>
          <c:dPt>
            <c:idx val="5"/>
            <c:spPr>
              <a:solidFill>
                <a:srgbClr val="8C3BFF"/>
              </a:solidFill>
            </c:spPr>
          </c:dPt>
          <c:dPt>
            <c:idx val="6"/>
            <c:spPr>
              <a:solidFill>
                <a:srgbClr val="FFA52F"/>
              </a:solidFill>
            </c:spPr>
          </c:dPt>
          <c:dPt>
            <c:idx val="7"/>
            <c:spPr>
              <a:solidFill>
                <a:srgbClr val="00ACC6"/>
              </a:solidFill>
            </c:spPr>
          </c:dPt>
          <c:dPt>
            <c:idx val="8"/>
            <c:spPr>
              <a:solidFill>
                <a:srgbClr val="018700"/>
              </a:solidFill>
            </c:spPr>
          </c:dPt>
          <c:dPt>
            <c:idx val="9"/>
            <c:spPr>
              <a:solidFill>
                <a:srgbClr val="573B00"/>
              </a:solidFill>
            </c:spPr>
          </c:dPt>
          <c:dPt>
            <c:idx val="10"/>
            <c:spPr>
              <a:solidFill>
                <a:srgbClr val="005659"/>
              </a:solidFill>
            </c:spPr>
          </c:dPt>
          <c:dPt>
            <c:idx val="11"/>
            <c:spPr>
              <a:solidFill>
                <a:srgbClr val="97FF00"/>
              </a:solidFill>
            </c:spPr>
          </c:dPt>
          <c:dPt>
            <c:idx val="12"/>
            <c:spPr>
              <a:solidFill>
                <a:srgbClr val="0000DD"/>
              </a:solidFill>
            </c:spPr>
          </c:dPt>
          <c:dPt>
            <c:idx val="13"/>
            <c:spPr>
              <a:solidFill>
                <a:srgbClr val="00FDCF"/>
              </a:solidFill>
            </c:spPr>
          </c:dPt>
          <c:dLbls>
            <c:dLbl>
              <c:idx val="0"/>
              <c:tx>
                <c:rich>
                  <a:bodyPr/>
                  <a:lstStyle/>
                  <a:p>
                    <a:r>
                      <a:t>38.0%</a:t>
                    </a:r>
                  </a:p>
                </c:rich>
              </c:tx>
              <c:dLblPos val="inEnd"/>
              <c:showLegendKey val="0"/>
              <c:showVal val="1"/>
              <c:showCatName val="0"/>
              <c:showSerName val="0"/>
              <c:showPercent val="0"/>
              <c:showBubbleSize val="0"/>
            </c:dLbl>
            <c:dLbl>
              <c:idx val="1"/>
              <c:tx>
                <c:rich>
                  <a:bodyPr/>
                  <a:lstStyle/>
                  <a:p>
                    <a:r>
                      <a:t>23.34%</a:t>
                    </a:r>
                  </a:p>
                </c:rich>
              </c:tx>
              <c:dLblPos val="inEnd"/>
              <c:showLegendKey val="0"/>
              <c:showVal val="1"/>
              <c:showCatName val="0"/>
              <c:showSerName val="0"/>
              <c:showPercent val="0"/>
              <c:showBubbleSize val="0"/>
            </c:dLbl>
            <c:dLbl>
              <c:idx val="2"/>
              <c:tx>
                <c:rich>
                  <a:bodyPr/>
                  <a:lstStyle/>
                  <a:p>
                    <a:r>
                      <a:t>23.21%</a:t>
                    </a:r>
                  </a:p>
                </c:rich>
              </c:tx>
              <c:dLblPos val="inEnd"/>
              <c:showLegendKey val="0"/>
              <c:showVal val="1"/>
              <c:showCatName val="0"/>
              <c:showSerName val="0"/>
              <c:showPercent val="0"/>
              <c:showBubbleSize val="0"/>
            </c:dLbl>
            <c:dLbl>
              <c:idx val="3"/>
              <c:tx>
                <c:rich>
                  <a:bodyPr/>
                  <a:lstStyle/>
                  <a:p>
                    <a:r>
                      <a:t>4.86%</a:t>
                    </a:r>
                  </a:p>
                </c:rich>
              </c:tx>
              <c:dLblPos val="inEnd"/>
              <c:showLegendKey val="0"/>
              <c:showVal val="1"/>
              <c:showCatName val="0"/>
              <c:showSerName val="0"/>
              <c:showPercent val="0"/>
              <c:showBubbleSize val="0"/>
            </c:dLbl>
            <c:dLbl>
              <c:idx val="4"/>
              <c:tx>
                <c:rich>
                  <a:bodyPr/>
                  <a:lstStyle/>
                  <a:p>
                    <a:r>
                      <a:t>3.87%</a:t>
                    </a:r>
                  </a:p>
                </c:rich>
              </c:tx>
              <c:dLblPos val="inEnd"/>
              <c:showLegendKey val="0"/>
              <c:showVal val="1"/>
              <c:showCatName val="0"/>
              <c:showSerName val="0"/>
              <c:showPercent val="0"/>
              <c:showBubbleSize val="0"/>
            </c:dLbl>
            <c:dLbl>
              <c:idx val="5"/>
              <c:tx>
                <c:rich>
                  <a:bodyPr/>
                  <a:lstStyle/>
                  <a:p>
                    <a:r>
                      <a:t>2.64%</a:t>
                    </a:r>
                  </a:p>
                </c:rich>
              </c:tx>
              <c:dLblPos val="inEnd"/>
              <c:showLegendKey val="0"/>
              <c:showVal val="1"/>
              <c:showCatName val="0"/>
              <c:showSerName val="0"/>
              <c:showPercent val="0"/>
              <c:showBubbleSize val="0"/>
            </c:dLbl>
            <c:dLbl>
              <c:idx val="6"/>
              <c:tx>
                <c:rich>
                  <a:bodyPr/>
                  <a:lstStyle/>
                  <a:p>
                    <a:r>
                      <a:t>2.4%</a:t>
                    </a:r>
                  </a:p>
                </c:rich>
              </c:tx>
              <c:dLblPos val="inEnd"/>
              <c:showLegendKey val="0"/>
              <c:showVal val="1"/>
              <c:showCatName val="0"/>
              <c:showSerName val="0"/>
              <c:showPercent val="0"/>
              <c:showBubbleSize val="0"/>
            </c:dLbl>
            <c:dLbl>
              <c:idx val="7"/>
              <c:tx>
                <c:rich>
                  <a:bodyPr/>
                  <a:lstStyle/>
                  <a:p>
                    <a:r>
                      <a:t>1.36%</a:t>
                    </a:r>
                  </a:p>
                </c:rich>
              </c:tx>
              <c:dLblPos val="inEnd"/>
              <c:showLegendKey val="0"/>
              <c:showVal val="1"/>
              <c:showCatName val="0"/>
              <c:showSerName val="0"/>
              <c:showPercent val="0"/>
              <c:showBubbleSize val="0"/>
            </c:dLbl>
            <c:dLbl>
              <c:idx val="8"/>
              <c:tx>
                <c:rich>
                  <a:bodyPr/>
                  <a:lstStyle/>
                  <a:p>
                    <a:r>
                      <a:t>1.08%</a:t>
                    </a:r>
                  </a:p>
                </c:rich>
              </c:tx>
              <c:dLblPos val="inEnd"/>
              <c:showLegendKey val="0"/>
              <c:showVal val="1"/>
              <c:showCatName val="0"/>
              <c:showSerName val="0"/>
              <c:showPercent val="0"/>
              <c:showBubbleSize val="0"/>
            </c:dLbl>
            <c:dLbl>
              <c:idx val="9"/>
              <c:tx>
                <c:rich>
                  <a:bodyPr/>
                  <a:lstStyle/>
                  <a:p>
                    <a:r>
                      <a:t>1.0%</a:t>
                    </a:r>
                  </a:p>
                </c:rich>
              </c:tx>
              <c:dLblPos val="inEnd"/>
              <c:showLegendKey val="0"/>
              <c:showVal val="1"/>
              <c:showCatName val="0"/>
              <c:showSerName val="0"/>
              <c:showPercent val="0"/>
              <c:showBubbleSize val="0"/>
            </c:dLbl>
            <c:dLbl>
              <c:idx val="10"/>
              <c:tx>
                <c:rich>
                  <a:bodyPr/>
                  <a:lstStyle/>
                  <a:p>
                    <a:r>
                      <a:t>0.84%</a:t>
                    </a:r>
                  </a:p>
                </c:rich>
              </c:tx>
              <c:dLblPos val="inEnd"/>
              <c:showLegendKey val="0"/>
              <c:showVal val="1"/>
              <c:showCatName val="0"/>
              <c:showSerName val="0"/>
              <c:showPercent val="0"/>
              <c:showBubbleSize val="0"/>
            </c:dLbl>
            <c:dLbl>
              <c:idx val="11"/>
              <c:tx>
                <c:rich>
                  <a:bodyPr/>
                  <a:lstStyle/>
                  <a:p>
                    <a:r>
                      <a:t>0.81%</a:t>
                    </a:r>
                  </a:p>
                </c:rich>
              </c:tx>
              <c:dLblPos val="inEnd"/>
              <c:showLegendKey val="0"/>
              <c:showVal val="1"/>
              <c:showCatName val="0"/>
              <c:showSerName val="0"/>
              <c:showPercent val="0"/>
              <c:showBubbleSize val="0"/>
            </c:dLbl>
            <c:dLbl>
              <c:idx val="12"/>
              <c:tx>
                <c:rich>
                  <a:bodyPr/>
                  <a:lstStyle/>
                  <a:p>
                    <a:r>
                      <a:t>-0.7%</a:t>
                    </a:r>
                  </a:p>
                </c:rich>
              </c:tx>
              <c:dLblPos val="inEnd"/>
              <c:showLegendKey val="0"/>
              <c:showVal val="1"/>
              <c:showCatName val="0"/>
              <c:showSerName val="0"/>
              <c:showPercent val="0"/>
              <c:showBubbleSize val="0"/>
            </c:dLbl>
            <c:dLbl>
              <c:idx val="13"/>
              <c:tx>
                <c:rich>
                  <a:bodyPr/>
                  <a:lstStyle/>
                  <a:p>
                    <a:r>
                      <a:t>-2.73%</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Sheet1!$A$2:$A$15</c:f>
              <c:strCache>
                <c:ptCount val="14"/>
                <c:pt idx="0">
                  <c:v>Base</c:v>
                </c:pt>
                <c:pt idx="1">
                  <c:v>Seasonality</c:v>
                </c:pt>
                <c:pt idx="2">
                  <c:v>Distribution</c:v>
                </c:pt>
                <c:pt idx="3">
                  <c:v>E-com</c:v>
                </c:pt>
                <c:pt idx="4">
                  <c:v>TV</c:v>
                </c:pt>
                <c:pt idx="5">
                  <c:v>Digital_DA</c:v>
                </c:pt>
                <c:pt idx="6">
                  <c:v>OOH</c:v>
                </c:pt>
                <c:pt idx="7">
                  <c:v>Digital_Special...</c:v>
                </c:pt>
                <c:pt idx="8">
                  <c:v>Digital_Perform...</c:v>
                </c:pt>
                <c:pt idx="9">
                  <c:v>POS</c:v>
                </c:pt>
                <c:pt idx="10">
                  <c:v>PR</c:v>
                </c:pt>
                <c:pt idx="11">
                  <c:v>Digital_Video</c:v>
                </c:pt>
                <c:pt idx="12">
                  <c:v>Price volatilit...</c:v>
                </c:pt>
                <c:pt idx="13">
                  <c:v>Relative price</c:v>
                </c:pt>
              </c:strCache>
            </c:strRef>
          </c:cat>
          <c:val>
            <c:numRef>
              <c:f>Sheet1!$C$2:$C$15</c:f>
              <c:numCache>
                <c:formatCode>General</c:formatCode>
                <c:ptCount val="14"/>
                <c:pt idx="0">
                  <c:v>38.00250370996541</c:v>
                </c:pt>
                <c:pt idx="1">
                  <c:v>23.344669402281852</c:v>
                </c:pt>
                <c:pt idx="2">
                  <c:v>23.21463742948114</c:v>
                </c:pt>
                <c:pt idx="3">
                  <c:v>4.85876545010724</c:v>
                </c:pt>
                <c:pt idx="4">
                  <c:v>3.874004904820246</c:v>
                </c:pt>
                <c:pt idx="5">
                  <c:v>2.642886830233955</c:v>
                </c:pt>
                <c:pt idx="6">
                  <c:v>2.4047359329743356</c:v>
                </c:pt>
                <c:pt idx="7">
                  <c:v>1.3556528918867339</c:v>
                </c:pt>
                <c:pt idx="8">
                  <c:v>1.0769904517709465</c:v>
                </c:pt>
                <c:pt idx="9">
                  <c:v>0.9992191532721261</c:v>
                </c:pt>
                <c:pt idx="10">
                  <c:v>0.8429092639658641</c:v>
                </c:pt>
                <c:pt idx="11">
                  <c:v>0.8109581044345165</c:v>
                </c:pt>
                <c:pt idx="12">
                  <c:v>0.701533122398518</c:v>
                </c:pt>
                <c:pt idx="13">
                  <c:v>2.72640040279584</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3247893.7841000557</c:v>
                </c:pt>
                <c:pt idx="2">
                  <c:v>6700646.689680576</c:v>
                </c:pt>
                <c:pt idx="3">
                  <c:v>10363428.607179165</c:v>
                </c:pt>
                <c:pt idx="4">
                  <c:v>14239969.05848217</c:v>
                </c:pt>
                <c:pt idx="5">
                  <c:v>18332292.296869755</c:v>
                </c:pt>
                <c:pt idx="6">
                  <c:v>22640458.19444132</c:v>
                </c:pt>
                <c:pt idx="7">
                  <c:v>27162320.847741604</c:v>
                </c:pt>
                <c:pt idx="8">
                  <c:v>31893318.335072994</c:v>
                </c:pt>
                <c:pt idx="9">
                  <c:v>36826307.897609234</c:v>
                </c:pt>
                <c:pt idx="10">
                  <c:v>41951460.74248123</c:v>
                </c:pt>
                <c:pt idx="11">
                  <c:v>47256229.4728775</c:v>
                </c:pt>
                <c:pt idx="12">
                  <c:v>52725398.714811325</c:v>
                </c:pt>
                <c:pt idx="13">
                  <c:v>58341225.832973</c:v>
                </c:pt>
                <c:pt idx="14">
                  <c:v>64083673.86184931</c:v>
                </c:pt>
                <c:pt idx="15">
                  <c:v>69930733.23794651</c:v>
                </c:pt>
              </c:numCache>
            </c:numRef>
          </c:val>
          <c:smooth/>
        </c:ser>
        <c:ser>
          <c:idx val="1"/>
          <c:order val="1"/>
          <c:tx>
            <c:strRef>
              <c:f>Sheet1!$C$1</c:f>
              <c:strCache>
                <c:ptCount val="1"/>
                <c:pt idx="0">
                  <c:v>TV</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423222.5098018646</c:v>
                </c:pt>
                <c:pt idx="2">
                  <c:v>846607.8454465866</c:v>
                </c:pt>
                <c:pt idx="3">
                  <c:v>1270155.606458664</c:v>
                </c:pt>
                <c:pt idx="4">
                  <c:v>1693865.3915829659</c:v>
                </c:pt>
                <c:pt idx="5">
                  <c:v>2117736.7987833023</c:v>
                </c:pt>
                <c:pt idx="6">
                  <c:v>2541769.4252414703</c:v>
                </c:pt>
                <c:pt idx="7">
                  <c:v>2965962.8673653603</c:v>
                </c:pt>
                <c:pt idx="8">
                  <c:v>3390316.7207832336</c:v>
                </c:pt>
                <c:pt idx="9">
                  <c:v>3814830.580349922</c:v>
                </c:pt>
                <c:pt idx="10">
                  <c:v>4239504.040148258</c:v>
                </c:pt>
                <c:pt idx="11">
                  <c:v>4664336.693485737</c:v>
                </c:pt>
                <c:pt idx="12">
                  <c:v>5089328.132907391</c:v>
                </c:pt>
                <c:pt idx="13">
                  <c:v>5514477.950182438</c:v>
                </c:pt>
                <c:pt idx="14">
                  <c:v>5939785.736316681</c:v>
                </c:pt>
                <c:pt idx="15">
                  <c:v>6365251.081551075</c:v>
                </c:pt>
                <c:pt idx="16">
                  <c:v>6790873.5753622055</c:v>
                </c:pt>
                <c:pt idx="17">
                  <c:v>7216652.806466103</c:v>
                </c:pt>
                <c:pt idx="18">
                  <c:v>7642588.362817287</c:v>
                </c:pt>
                <c:pt idx="19">
                  <c:v>8068679.831612587</c:v>
                </c:pt>
                <c:pt idx="20">
                  <c:v>8494926.799292564</c:v>
                </c:pt>
                <c:pt idx="21">
                  <c:v>8921328.851540089</c:v>
                </c:pt>
                <c:pt idx="22">
                  <c:v>9347885.573287964</c:v>
                </c:pt>
                <c:pt idx="23">
                  <c:v>9774596.548715591</c:v>
                </c:pt>
                <c:pt idx="24">
                  <c:v>10201461.361251831</c:v>
                </c:pt>
                <c:pt idx="25">
                  <c:v>10628479.593578339</c:v>
                </c:pt>
                <c:pt idx="26">
                  <c:v>11055650.827628136</c:v>
                </c:pt>
                <c:pt idx="27">
                  <c:v>11482974.644592285</c:v>
                </c:pt>
                <c:pt idx="28">
                  <c:v>11910450.624917984</c:v>
                </c:pt>
                <c:pt idx="29">
                  <c:v>12338078.348306179</c:v>
                </c:pt>
                <c:pt idx="30">
                  <c:v>12765857.393725872</c:v>
                </c:pt>
                <c:pt idx="31">
                  <c:v>13193787.339401722</c:v>
                </c:pt>
                <c:pt idx="32">
                  <c:v>13621867.762825489</c:v>
                </c:pt>
                <c:pt idx="33">
                  <c:v>14050098.240754128</c:v>
                </c:pt>
                <c:pt idx="34">
                  <c:v>14478478.34921074</c:v>
                </c:pt>
                <c:pt idx="35">
                  <c:v>14907007.663488865</c:v>
                </c:pt>
                <c:pt idx="36">
                  <c:v>15335685.758152485</c:v>
                </c:pt>
                <c:pt idx="37">
                  <c:v>15764512.207037449</c:v>
                </c:pt>
                <c:pt idx="38">
                  <c:v>16193486.583256245</c:v>
                </c:pt>
                <c:pt idx="39">
                  <c:v>16622608.459195614</c:v>
                </c:pt>
                <c:pt idx="40">
                  <c:v>17051877.40652132</c:v>
                </c:pt>
                <c:pt idx="41">
                  <c:v>17481292.99618101</c:v>
                </c:pt>
                <c:pt idx="42">
                  <c:v>17910854.798400402</c:v>
                </c:pt>
                <c:pt idx="43">
                  <c:v>18340562.382691383</c:v>
                </c:pt>
                <c:pt idx="44">
                  <c:v>18770415.317851543</c:v>
                </c:pt>
                <c:pt idx="45">
                  <c:v>19200413.171966076</c:v>
                </c:pt>
                <c:pt idx="46">
                  <c:v>19630555.512408257</c:v>
                </c:pt>
                <c:pt idx="47">
                  <c:v>20060841.90584278</c:v>
                </c:pt>
                <c:pt idx="48">
                  <c:v>20491271.918229103</c:v>
                </c:pt>
                <c:pt idx="49">
                  <c:v>20921845.114819527</c:v>
                </c:pt>
                <c:pt idx="50">
                  <c:v>21352561.060167313</c:v>
                </c:pt>
                <c:pt idx="51">
                  <c:v>21783419.31811762</c:v>
                </c:pt>
                <c:pt idx="52">
                  <c:v>22214419.45182371</c:v>
                </c:pt>
                <c:pt idx="53">
                  <c:v>22645561.02373743</c:v>
                </c:pt>
                <c:pt idx="54">
                  <c:v>23076843.595615864</c:v>
                </c:pt>
                <c:pt idx="55">
                  <c:v>23508266.728522778</c:v>
                </c:pt>
                <c:pt idx="56">
                  <c:v>23939829.982831955</c:v>
                </c:pt>
                <c:pt idx="57">
                  <c:v>24371532.918225765</c:v>
                </c:pt>
                <c:pt idx="58">
                  <c:v>24803375.09370041</c:v>
                </c:pt>
                <c:pt idx="59">
                  <c:v>25235356.06756687</c:v>
                </c:pt>
                <c:pt idx="60">
                  <c:v>25667475.397450447</c:v>
                </c:pt>
                <c:pt idx="61">
                  <c:v>26099732.64029646</c:v>
                </c:pt>
                <c:pt idx="62">
                  <c:v>26532127.35237217</c:v>
                </c:pt>
                <c:pt idx="63">
                  <c:v>26964659.089265823</c:v>
                </c:pt>
                <c:pt idx="64">
                  <c:v>27397327.40588808</c:v>
                </c:pt>
                <c:pt idx="65">
                  <c:v>27830131.856479645</c:v>
                </c:pt>
                <c:pt idx="66">
                  <c:v>28263071.99460888</c:v>
                </c:pt>
                <c:pt idx="67">
                  <c:v>28696147.373173714</c:v>
                </c:pt>
                <c:pt idx="68">
                  <c:v>29129357.544406414</c:v>
                </c:pt>
                <c:pt idx="69">
                  <c:v>29562702.059872627</c:v>
                </c:pt>
                <c:pt idx="70">
                  <c:v>29996180.470475197</c:v>
                </c:pt>
                <c:pt idx="71">
                  <c:v>30429792.326455593</c:v>
                </c:pt>
                <c:pt idx="72">
                  <c:v>30863537.177397728</c:v>
                </c:pt>
                <c:pt idx="73">
                  <c:v>31297414.572226048</c:v>
                </c:pt>
                <c:pt idx="74">
                  <c:v>31731424.059211254</c:v>
                </c:pt>
                <c:pt idx="75">
                  <c:v>32165565.185974598</c:v>
                </c:pt>
                <c:pt idx="76">
                  <c:v>32599837.499480724</c:v>
                </c:pt>
                <c:pt idx="77">
                  <c:v>33034240.546049595</c:v>
                </c:pt>
                <c:pt idx="78">
                  <c:v>33468773.871355057</c:v>
                </c:pt>
                <c:pt idx="79">
                  <c:v>33903437.02042532</c:v>
                </c:pt>
                <c:pt idx="80">
                  <c:v>34338229.53764629</c:v>
                </c:pt>
                <c:pt idx="81">
                  <c:v>34773150.966765404</c:v>
                </c:pt>
                <c:pt idx="82">
                  <c:v>35208200.85089016</c:v>
                </c:pt>
                <c:pt idx="83">
                  <c:v>35643378.73249626</c:v>
                </c:pt>
                <c:pt idx="84">
                  <c:v>36078684.153420925</c:v>
                </c:pt>
                <c:pt idx="85">
                  <c:v>36514116.654874325</c:v>
                </c:pt>
                <c:pt idx="86">
                  <c:v>36949675.7774353</c:v>
                </c:pt>
                <c:pt idx="87">
                  <c:v>37385361.061056614</c:v>
                </c:pt>
                <c:pt idx="88">
                  <c:v>37821172.04506636</c:v>
                </c:pt>
                <c:pt idx="89">
                  <c:v>38257108.26816988</c:v>
                </c:pt>
                <c:pt idx="90">
                  <c:v>38693169.26845217</c:v>
                </c:pt>
                <c:pt idx="91">
                  <c:v>39129354.583381176</c:v>
                </c:pt>
                <c:pt idx="92">
                  <c:v>39565663.749807835</c:v>
                </c:pt>
                <c:pt idx="93">
                  <c:v>40002096.30397034</c:v>
                </c:pt>
                <c:pt idx="94">
                  <c:v>40438651.78149414</c:v>
                </c:pt>
                <c:pt idx="95">
                  <c:v>40875329.71739817</c:v>
                </c:pt>
                <c:pt idx="96">
                  <c:v>41312129.64609337</c:v>
                </c:pt>
                <c:pt idx="97">
                  <c:v>41749051.10138464</c:v>
                </c:pt>
                <c:pt idx="98">
                  <c:v>42186093.61647701</c:v>
                </c:pt>
                <c:pt idx="99">
                  <c:v>42623256.72397518</c:v>
                </c:pt>
                <c:pt idx="100">
                  <c:v>43060539.95588255</c:v>
                </c:pt>
                <c:pt idx="101">
                  <c:v>43497942.8436141</c:v>
                </c:pt>
                <c:pt idx="102">
                  <c:v>43935464.917984486</c:v>
                </c:pt>
                <c:pt idx="103">
                  <c:v>44373105.70922279</c:v>
                </c:pt>
                <c:pt idx="104">
                  <c:v>44810864.74696636</c:v>
                </c:pt>
                <c:pt idx="105">
                  <c:v>45248741.56026888</c:v>
                </c:pt>
                <c:pt idx="106">
                  <c:v>45686735.67759848</c:v>
                </c:pt>
                <c:pt idx="107">
                  <c:v>46124846.626842976</c:v>
                </c:pt>
                <c:pt idx="108">
                  <c:v>46563073.93530989</c:v>
                </c:pt>
                <c:pt idx="109">
                  <c:v>47001417.12973118</c:v>
                </c:pt>
                <c:pt idx="110">
                  <c:v>47439875.73626375</c:v>
                </c:pt>
                <c:pt idx="111">
                  <c:v>47878449.28049326</c:v>
                </c:pt>
                <c:pt idx="112">
                  <c:v>48317137.287433624</c:v>
                </c:pt>
                <c:pt idx="113">
                  <c:v>48755939.281532764</c:v>
                </c:pt>
                <c:pt idx="114">
                  <c:v>49194854.78667593</c:v>
                </c:pt>
                <c:pt idx="115">
                  <c:v>49633883.32618189</c:v>
                </c:pt>
                <c:pt idx="116">
                  <c:v>50073024.42281103</c:v>
                </c:pt>
                <c:pt idx="117">
                  <c:v>50512277.59876776</c:v>
                </c:pt>
                <c:pt idx="118">
                  <c:v>50951642.37569761</c:v>
                </c:pt>
                <c:pt idx="119">
                  <c:v>51391118.27469683</c:v>
                </c:pt>
                <c:pt idx="120">
                  <c:v>51830704.816308975</c:v>
                </c:pt>
                <c:pt idx="121">
                  <c:v>52270401.52052927</c:v>
                </c:pt>
                <c:pt idx="122">
                  <c:v>52710207.90680981</c:v>
                </c:pt>
                <c:pt idx="123">
                  <c:v>53150123.494056225</c:v>
                </c:pt>
                <c:pt idx="124">
                  <c:v>53590147.800637245</c:v>
                </c:pt>
                <c:pt idx="125">
                  <c:v>54030280.344379425</c:v>
                </c:pt>
                <c:pt idx="126">
                  <c:v>54470520.64257622</c:v>
                </c:pt>
                <c:pt idx="127">
                  <c:v>54910868.21198797</c:v>
                </c:pt>
                <c:pt idx="128">
                  <c:v>55351322.56884289</c:v>
                </c:pt>
                <c:pt idx="129">
                  <c:v>55791883.22883892</c:v>
                </c:pt>
                <c:pt idx="130">
                  <c:v>56232549.7071538</c:v>
                </c:pt>
                <c:pt idx="131">
                  <c:v>56673321.51843643</c:v>
                </c:pt>
                <c:pt idx="132">
                  <c:v>57114198.17681742</c:v>
                </c:pt>
                <c:pt idx="133">
                  <c:v>57555179.1959095</c:v>
                </c:pt>
                <c:pt idx="134">
                  <c:v>57996264.08880663</c:v>
                </c:pt>
                <c:pt idx="135">
                  <c:v>58437452.368094444</c:v>
                </c:pt>
                <c:pt idx="136">
                  <c:v>58878743.54584217</c:v>
                </c:pt>
                <c:pt idx="137">
                  <c:v>59320137.13361454</c:v>
                </c:pt>
                <c:pt idx="138">
                  <c:v>59761632.64246893</c:v>
                </c:pt>
                <c:pt idx="139">
                  <c:v>60203229.582962036</c:v>
                </c:pt>
                <c:pt idx="140">
                  <c:v>60644927.46514511</c:v>
                </c:pt>
                <c:pt idx="141">
                  <c:v>61086725.798576355</c:v>
                </c:pt>
                <c:pt idx="142">
                  <c:v>61528624.0923152</c:v>
                </c:pt>
                <c:pt idx="143">
                  <c:v>61970621.85492849</c:v>
                </c:pt>
                <c:pt idx="144">
                  <c:v>62412718.594497204</c:v>
                </c:pt>
                <c:pt idx="145">
                  <c:v>62854913.81860638</c:v>
                </c:pt>
                <c:pt idx="146">
                  <c:v>63297207.03436327</c:v>
                </c:pt>
                <c:pt idx="147">
                  <c:v>63739597.74838877</c:v>
                </c:pt>
                <c:pt idx="148">
                  <c:v>64182085.466824055</c:v>
                </c:pt>
                <c:pt idx="149">
                  <c:v>64624669.69533348</c:v>
                </c:pt>
                <c:pt idx="150">
                  <c:v>65067349.93910694</c:v>
                </c:pt>
                <c:pt idx="151">
                  <c:v>65510125.70286274</c:v>
                </c:pt>
                <c:pt idx="152">
                  <c:v>65952996.490846634</c:v>
                </c:pt>
                <c:pt idx="153">
                  <c:v>66395961.80684042</c:v>
                </c:pt>
                <c:pt idx="154">
                  <c:v>66839021.15416145</c:v>
                </c:pt>
                <c:pt idx="155">
                  <c:v>67282174.03566408</c:v>
                </c:pt>
                <c:pt idx="156">
                  <c:v>67725419.95374346</c:v>
                </c:pt>
                <c:pt idx="157">
                  <c:v>68168758.41034079</c:v>
                </c:pt>
                <c:pt idx="158">
                  <c:v>68612188.90693998</c:v>
                </c:pt>
                <c:pt idx="159">
                  <c:v>69055710.94457722</c:v>
                </c:pt>
                <c:pt idx="160">
                  <c:v>69499324.023839</c:v>
                </c:pt>
                <c:pt idx="161">
                  <c:v>69943027.64486408</c:v>
                </c:pt>
                <c:pt idx="162">
                  <c:v>70386821.30735302</c:v>
                </c:pt>
                <c:pt idx="163">
                  <c:v>70830704.51056051</c:v>
                </c:pt>
                <c:pt idx="164">
                  <c:v>71274676.75330734</c:v>
                </c:pt>
                <c:pt idx="165">
                  <c:v>71718737.53397942</c:v>
                </c:pt>
                <c:pt idx="166">
                  <c:v>72162886.35052586</c:v>
                </c:pt>
                <c:pt idx="167">
                  <c:v>72607122.7004714</c:v>
                </c:pt>
                <c:pt idx="168">
                  <c:v>73051446.08091259</c:v>
                </c:pt>
                <c:pt idx="169">
                  <c:v>73495855.98852015</c:v>
                </c:pt>
                <c:pt idx="170">
                  <c:v>73940351.9195447</c:v>
                </c:pt>
                <c:pt idx="171">
                  <c:v>74384933.36981773</c:v>
                </c:pt>
                <c:pt idx="172">
                  <c:v>74829599.83475447</c:v>
                </c:pt>
                <c:pt idx="173">
                  <c:v>75274350.8093586</c:v>
                </c:pt>
                <c:pt idx="174">
                  <c:v>75719185.78821945</c:v>
                </c:pt>
                <c:pt idx="175">
                  <c:v>76164104.265522</c:v>
                </c:pt>
                <c:pt idx="176">
                  <c:v>76609105.73504686</c:v>
                </c:pt>
                <c:pt idx="177">
                  <c:v>77054189.69016981</c:v>
                </c:pt>
                <c:pt idx="178">
                  <c:v>77499355.62386799</c:v>
                </c:pt>
                <c:pt idx="179">
                  <c:v>77944603.0287199</c:v>
                </c:pt>
                <c:pt idx="180">
                  <c:v>78389931.396914</c:v>
                </c:pt>
                <c:pt idx="181">
                  <c:v>78835340.22024632</c:v>
                </c:pt>
                <c:pt idx="182">
                  <c:v>79280828.99012232</c:v>
                </c:pt>
                <c:pt idx="183">
                  <c:v>79726397.1975627</c:v>
                </c:pt>
                <c:pt idx="184">
                  <c:v>80172044.33320665</c:v>
                </c:pt>
                <c:pt idx="185">
                  <c:v>80617769.88731098</c:v>
                </c:pt>
                <c:pt idx="186">
                  <c:v>81063573.34975863</c:v>
                </c:pt>
                <c:pt idx="187">
                  <c:v>81509454.21005392</c:v>
                </c:pt>
                <c:pt idx="188">
                  <c:v>81955411.95733309</c:v>
                </c:pt>
                <c:pt idx="189">
                  <c:v>82401446.08036089</c:v>
                </c:pt>
                <c:pt idx="190">
                  <c:v>82847556.06753778</c:v>
                </c:pt>
                <c:pt idx="191">
                  <c:v>83293741.40689945</c:v>
                </c:pt>
                <c:pt idx="192">
                  <c:v>83740001.58612156</c:v>
                </c:pt>
                <c:pt idx="193">
                  <c:v>84186336.09252405</c:v>
                </c:pt>
                <c:pt idx="194">
                  <c:v>84632744.4130702</c:v>
                </c:pt>
                <c:pt idx="195">
                  <c:v>85079226.03437138</c:v>
                </c:pt>
                <c:pt idx="196">
                  <c:v>85525780.44268942</c:v>
                </c:pt>
                <c:pt idx="197">
                  <c:v>85972407.12394333</c:v>
                </c:pt>
                <c:pt idx="198">
                  <c:v>86419105.56370306</c:v>
                </c:pt>
                <c:pt idx="199">
                  <c:v>86865875.24720287</c:v>
                </c:pt>
                <c:pt idx="200">
                  <c:v>87312715.65933657</c:v>
                </c:pt>
              </c:numCache>
            </c:numRef>
          </c:val>
          <c:smooth/>
        </c:ser>
        <c:ser>
          <c:idx val="2"/>
          <c:order val="2"/>
          <c:tx>
            <c:strRef>
              <c:f>Sheet1!$D$1</c:f>
              <c:strCache>
                <c:ptCount val="1"/>
                <c:pt idx="0">
                  <c:v>bdg_dgt_display</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19455924.720201492</c:v>
                </c:pt>
                <c:pt idx="2">
                  <c:v>41806090.557538986</c:v>
                </c:pt>
                <c:pt idx="3">
                  <c:v>66704231.24780512</c:v>
                </c:pt>
                <c:pt idx="4">
                  <c:v>93477104.00471735</c:v>
                </c:pt>
                <c:pt idx="5">
                  <c:v>121189789.31818342</c:v>
                </c:pt>
                <c:pt idx="6">
                  <c:v>148797543.59520388</c:v>
                </c:pt>
                <c:pt idx="7">
                  <c:v>175334232.70559216</c:v>
                </c:pt>
                <c:pt idx="8">
                  <c:v>200065669.13370085</c:v>
                </c:pt>
                <c:pt idx="9">
                  <c:v>222558450.2893238</c:v>
                </c:pt>
                <c:pt idx="10">
                  <c:v>242661718.01690578</c:v>
                </c:pt>
                <c:pt idx="11">
                  <c:v>260434987.36244106</c:v>
                </c:pt>
                <c:pt idx="12">
                  <c:v>276062517.4505429</c:v>
                </c:pt>
                <c:pt idx="13">
                  <c:v>289781582.39024305</c:v>
                </c:pt>
                <c:pt idx="14">
                  <c:v>301834663.70870495</c:v>
                </c:pt>
                <c:pt idx="15">
                  <c:v>312443844.57716703</c:v>
                </c:pt>
                <c:pt idx="16">
                  <c:v>321800993.5534234</c:v>
                </c:pt>
                <c:pt idx="17">
                  <c:v>330067177.38696146</c:v>
                </c:pt>
                <c:pt idx="18">
                  <c:v>337376418.1571789</c:v>
                </c:pt>
                <c:pt idx="19">
                  <c:v>343840787.04803705</c:v>
                </c:pt>
                <c:pt idx="20">
                  <c:v>349555273.2017441</c:v>
                </c:pt>
                <c:pt idx="21">
                  <c:v>354601789.56661415</c:v>
                </c:pt>
                <c:pt idx="22">
                  <c:v>359052188.16304207</c:v>
                </c:pt>
                <c:pt idx="23">
                  <c:v>362970396.71337223</c:v>
                </c:pt>
                <c:pt idx="24">
                  <c:v>366413871.3393707</c:v>
                </c:pt>
                <c:pt idx="25">
                  <c:v>369434562.5839381</c:v>
                </c:pt>
                <c:pt idx="26">
                  <c:v>372079560.24071836</c:v>
                </c:pt>
                <c:pt idx="27">
                  <c:v>374391541.33451223</c:v>
                </c:pt>
                <c:pt idx="28">
                  <c:v>376409107.13718605</c:v>
                </c:pt>
                <c:pt idx="29">
                  <c:v>378167064.0170579</c:v>
                </c:pt>
                <c:pt idx="30">
                  <c:v>379696680.0427923</c:v>
                </c:pt>
                <c:pt idx="31">
                  <c:v>381025933.66506577</c:v>
                </c:pt>
                <c:pt idx="32">
                  <c:v>382179760.937202</c:v>
                </c:pt>
                <c:pt idx="33">
                  <c:v>383180302.0395651</c:v>
                </c:pt>
                <c:pt idx="34">
                  <c:v>384047145.001173</c:v>
                </c:pt>
                <c:pt idx="35">
                  <c:v>384797563.42933655</c:v>
                </c:pt>
                <c:pt idx="36">
                  <c:v>385446745.0189543</c:v>
                </c:pt>
                <c:pt idx="37">
                  <c:v>386008008.11330557</c:v>
                </c:pt>
                <c:pt idx="38">
                  <c:v>386493004.30724955</c:v>
                </c:pt>
                <c:pt idx="39">
                  <c:v>386911905.83209944</c:v>
                </c:pt>
                <c:pt idx="40">
                  <c:v>387273577.13761044</c:v>
                </c:pt>
                <c:pt idx="41">
                  <c:v>387585730.6456537</c:v>
                </c:pt>
                <c:pt idx="42">
                  <c:v>387855067.0809946</c:v>
                </c:pt>
                <c:pt idx="43">
                  <c:v>388087401.09459686</c:v>
                </c:pt>
                <c:pt idx="44">
                  <c:v>388287773.1004214</c:v>
                </c:pt>
                <c:pt idx="45">
                  <c:v>388460548.36701584</c:v>
                </c:pt>
                <c:pt idx="46">
                  <c:v>388609504.45931244</c:v>
                </c:pt>
                <c:pt idx="47">
                  <c:v>388737908.1309581</c:v>
                </c:pt>
                <c:pt idx="48">
                  <c:v>388848582.73739624</c:v>
                </c:pt>
                <c:pt idx="49">
                  <c:v>388943967.186399</c:v>
                </c:pt>
                <c:pt idx="50">
                  <c:v>389026167.3746953</c:v>
                </c:pt>
              </c:numCache>
            </c:numRef>
          </c:val>
          <c:smooth/>
        </c:ser>
        <c:ser>
          <c:idx val="3"/>
          <c:order val="3"/>
          <c:tx>
            <c:strRef>
              <c:f>Sheet1!$E$1</c:f>
              <c:strCache>
                <c:ptCount val="1"/>
                <c:pt idx="0">
                  <c:v>bdg_dgt_perform</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0.0</c:v>
                </c:pt>
                <c:pt idx="1">
                  <c:v>23883469.778639793</c:v>
                </c:pt>
                <c:pt idx="2">
                  <c:v>47938081.14378977</c:v>
                </c:pt>
                <c:pt idx="3">
                  <c:v>72012605.3339858</c:v>
                </c:pt>
                <c:pt idx="4">
                  <c:v>95955900.55527544</c:v>
                </c:pt>
                <c:pt idx="5">
                  <c:v>119621506.20058155</c:v>
                </c:pt>
                <c:pt idx="6">
                  <c:v>142871907.40329695</c:v>
                </c:pt>
                <c:pt idx="7">
                  <c:v>165582197.6116047</c:v>
                </c:pt>
                <c:pt idx="8">
                  <c:v>187642934.9798994</c:v>
                </c:pt>
                <c:pt idx="9">
                  <c:v>208962074.34218216</c:v>
                </c:pt>
                <c:pt idx="10">
                  <c:v>229465946.8690853</c:v>
                </c:pt>
                <c:pt idx="11">
                  <c:v>249099341.59962845</c:v>
                </c:pt>
                <c:pt idx="12">
                  <c:v>267824807.42652178</c:v>
                </c:pt>
                <c:pt idx="13">
                  <c:v>285621335.7175226</c:v>
                </c:pt>
                <c:pt idx="14">
                  <c:v>302482601.9066696</c:v>
                </c:pt>
                <c:pt idx="15">
                  <c:v>318414941.96118593</c:v>
                </c:pt>
                <c:pt idx="16">
                  <c:v>333435221.6792917</c:v>
                </c:pt>
                <c:pt idx="17">
                  <c:v>347568729.1396804</c:v>
                </c:pt>
                <c:pt idx="18">
                  <c:v>360847188.79104376</c:v>
                </c:pt>
                <c:pt idx="19">
                  <c:v>373306964.057014</c:v>
                </c:pt>
                <c:pt idx="20">
                  <c:v>384987486.9884381</c:v>
                </c:pt>
                <c:pt idx="21">
                  <c:v>395929930.1325412</c:v>
                </c:pt>
                <c:pt idx="22">
                  <c:v>406176118.0092807</c:v>
                </c:pt>
                <c:pt idx="23">
                  <c:v>415767663.1940212</c:v>
                </c:pt>
                <c:pt idx="24">
                  <c:v>424745304.3215375</c:v>
                </c:pt>
                <c:pt idx="25">
                  <c:v>433148419.43995523</c:v>
                </c:pt>
              </c:numCache>
            </c:numRef>
          </c:val>
          <c:smooth/>
        </c:ser>
        <c:ser>
          <c:idx val="4"/>
          <c:order val="4"/>
          <c:tx>
            <c:strRef>
              <c:f>Sheet1!$F$1</c:f>
              <c:strCache>
                <c:ptCount val="1"/>
                <c:pt idx="0">
                  <c:v>bdg_dgt_special</c:v>
                </c:pt>
              </c:strCache>
            </c:strRef>
          </c:tx>
          <c:spPr>
            <a:ln w="31750">
              <a:solidFill>
                <a:srgbClr val="645474"/>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3494806.786731243</c:v>
                </c:pt>
                <c:pt idx="2">
                  <c:v>7049283.335130215</c:v>
                </c:pt>
                <c:pt idx="3">
                  <c:v>10660425.625814438</c:v>
                </c:pt>
                <c:pt idx="4">
                  <c:v>14324956.75061655</c:v>
                </c:pt>
                <c:pt idx="5">
                  <c:v>18039337.045989037</c:v>
                </c:pt>
                <c:pt idx="6">
                  <c:v>21799777.150752544</c:v>
                </c:pt>
                <c:pt idx="7">
                  <c:v>25602253.943680763</c:v>
                </c:pt>
                <c:pt idx="8">
                  <c:v>29442529.260670662</c:v>
                </c:pt>
                <c:pt idx="9">
                  <c:v>33316171.234888554</c:v>
                </c:pt>
                <c:pt idx="10">
                  <c:v>37218578.04802275</c:v>
                </c:pt>
                <c:pt idx="11">
                  <c:v>41145003.828309536</c:v>
                </c:pt>
                <c:pt idx="12">
                  <c:v>45090586.38302469</c:v>
                </c:pt>
                <c:pt idx="13">
                  <c:v>49050376.41135788</c:v>
                </c:pt>
                <c:pt idx="14">
                  <c:v>53019367.809401035</c:v>
                </c:pt>
                <c:pt idx="15">
                  <c:v>56992528.65355635</c:v>
                </c:pt>
                <c:pt idx="16">
                  <c:v>60964832.43310261</c:v>
                </c:pt>
                <c:pt idx="17">
                  <c:v>64931289.09725857</c:v>
                </c:pt>
                <c:pt idx="18">
                  <c:v>68886975.48727083</c:v>
                </c:pt>
                <c:pt idx="19">
                  <c:v>72827064.73949671</c:v>
                </c:pt>
                <c:pt idx="20">
                  <c:v>76746854.27061605</c:v>
                </c:pt>
                <c:pt idx="21">
                  <c:v>80641791.99009466</c:v>
                </c:pt>
                <c:pt idx="22">
                  <c:v>84507500.42654467</c:v>
                </c:pt>
                <c:pt idx="23">
                  <c:v>88339798.50235462</c:v>
                </c:pt>
                <c:pt idx="24">
                  <c:v>92134720.74305344</c:v>
                </c:pt>
                <c:pt idx="25">
                  <c:v>95888533.76292276</c:v>
                </c:pt>
                <c:pt idx="26">
                  <c:v>99597749.92430401</c:v>
                </c:pt>
                <c:pt idx="27">
                  <c:v>103259138.12348175</c:v>
                </c:pt>
                <c:pt idx="28">
                  <c:v>106869731.70927429</c:v>
                </c:pt>
                <c:pt idx="29">
                  <c:v>110426833.59018707</c:v>
                </c:pt>
                <c:pt idx="30">
                  <c:v>113928018.63108063</c:v>
                </c:pt>
                <c:pt idx="31">
                  <c:v>117371133.47988892</c:v>
                </c:pt>
                <c:pt idx="32">
                  <c:v>120754293.99830627</c:v>
                </c:pt>
                <c:pt idx="33">
                  <c:v>124075880.49727774</c:v>
                </c:pt>
                <c:pt idx="34">
                  <c:v>127334530.99837399</c:v>
                </c:pt>
                <c:pt idx="35">
                  <c:v>130529132.75591612</c:v>
                </c:pt>
                <c:pt idx="36">
                  <c:v>133658812.2822113</c:v>
                </c:pt>
                <c:pt idx="37">
                  <c:v>136722924.12009716</c:v>
                </c:pt>
                <c:pt idx="38">
                  <c:v>139721038.60363293</c:v>
                </c:pt>
                <c:pt idx="39">
                  <c:v>142652928.83994436</c:v>
                </c:pt>
                <c:pt idx="40">
                  <c:v>145518557.13366842</c:v>
                </c:pt>
                <c:pt idx="41">
                  <c:v>148318061.06086397</c:v>
                </c:pt>
                <c:pt idx="42">
                  <c:v>151051739.3823738</c:v>
                </c:pt>
                <c:pt idx="43">
                  <c:v>153720037.96821737</c:v>
                </c:pt>
                <c:pt idx="44">
                  <c:v>156323535.8851695</c:v>
                </c:pt>
                <c:pt idx="45">
                  <c:v>158862931.77992487</c:v>
                </c:pt>
                <c:pt idx="46">
                  <c:v>161339030.67061615</c:v>
                </c:pt>
                <c:pt idx="47">
                  <c:v>163752731.2403612</c:v>
                </c:pt>
                <c:pt idx="48">
                  <c:v>166105013.7082858</c:v>
                </c:pt>
                <c:pt idx="49">
                  <c:v>168396928.33641577</c:v>
                </c:pt>
                <c:pt idx="50">
                  <c:v>170629584.61510372</c:v>
                </c:pt>
              </c:numCache>
            </c:numRef>
          </c:val>
          <c:smooth/>
        </c:ser>
        <c:ser>
          <c:idx val="5"/>
          <c:order val="5"/>
          <c:tx>
            <c:strRef>
              <c:f>Sheet1!$G$1</c:f>
              <c:strCache>
                <c:ptCount val="1"/>
                <c:pt idx="0">
                  <c:v>bdg_dgt_video</c:v>
                </c:pt>
              </c:strCache>
            </c:strRef>
          </c:tx>
          <c:spPr>
            <a:ln w="31750">
              <a:solidFill>
                <a:srgbClr val="7900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0.0</c:v>
                </c:pt>
                <c:pt idx="1">
                  <c:v>1461280.209192276</c:v>
                </c:pt>
                <c:pt idx="2">
                  <c:v>2924591.5737638474</c:v>
                </c:pt>
                <c:pt idx="3">
                  <c:v>4389799.882742882</c:v>
                </c:pt>
                <c:pt idx="4">
                  <c:v>5856770.133092403</c:v>
                </c:pt>
                <c:pt idx="5">
                  <c:v>7325366.589326382</c:v>
                </c:pt>
                <c:pt idx="6">
                  <c:v>8795452.843857288</c:v>
                </c:pt>
                <c:pt idx="7">
                  <c:v>10266891.878009796</c:v>
                </c:pt>
                <c:pt idx="8">
                  <c:v>11739546.123641014</c:v>
                </c:pt>
                <c:pt idx="9">
                  <c:v>13213277.525305271</c:v>
                </c:pt>
                <c:pt idx="10">
                  <c:v>14687947.60290289</c:v>
                </c:pt>
                <c:pt idx="11">
                  <c:v>16163417.514742374</c:v>
                </c:pt>
                <c:pt idx="12">
                  <c:v>17639548.120965004</c:v>
                </c:pt>
                <c:pt idx="13">
                  <c:v>19116200.04724741</c:v>
                </c:pt>
                <c:pt idx="14">
                  <c:v>20593233.74873638</c:v>
                </c:pt>
                <c:pt idx="15">
                  <c:v>22070509.57413864</c:v>
                </c:pt>
                <c:pt idx="16">
                  <c:v>23547887.829898357</c:v>
                </c:pt>
                <c:pt idx="17">
                  <c:v>25025228.844400406</c:v>
                </c:pt>
                <c:pt idx="18">
                  <c:v>26502393.032142162</c:v>
                </c:pt>
                <c:pt idx="19">
                  <c:v>27979240.957774162</c:v>
                </c:pt>
                <c:pt idx="20">
                  <c:v>29455633.39999485</c:v>
                </c:pt>
                <c:pt idx="21">
                  <c:v>30931431.415181637</c:v>
                </c:pt>
                <c:pt idx="22">
                  <c:v>32406496.40073204</c:v>
                </c:pt>
                <c:pt idx="23">
                  <c:v>33880690.15802479</c:v>
                </c:pt>
                <c:pt idx="24">
                  <c:v>35353874.95495367</c:v>
                </c:pt>
                <c:pt idx="25">
                  <c:v>36825913.58795977</c:v>
                </c:pt>
                <c:pt idx="26">
                  <c:v>38296669.44350529</c:v>
                </c:pt>
                <c:pt idx="27">
                  <c:v>39766006.55892134</c:v>
                </c:pt>
                <c:pt idx="28">
                  <c:v>41233789.68258238</c:v>
                </c:pt>
                <c:pt idx="29">
                  <c:v>42699884.333334446</c:v>
                </c:pt>
                <c:pt idx="30">
                  <c:v>44164156.85912037</c:v>
                </c:pt>
                <c:pt idx="31">
                  <c:v>45626474.49476051</c:v>
                </c:pt>
                <c:pt idx="32">
                  <c:v>47086705.4188118</c:v>
                </c:pt>
                <c:pt idx="33">
                  <c:v>48544718.80947161</c:v>
                </c:pt>
                <c:pt idx="34">
                  <c:v>50000384.89946461</c:v>
                </c:pt>
                <c:pt idx="35">
                  <c:v>51453575.029859066</c:v>
                </c:pt>
                <c:pt idx="36">
                  <c:v>52904161.702783585</c:v>
                </c:pt>
                <c:pt idx="37">
                  <c:v>54352018.63296795</c:v>
                </c:pt>
                <c:pt idx="38">
                  <c:v>55797020.79809189</c:v>
                </c:pt>
                <c:pt idx="39">
                  <c:v>57239044.48788738</c:v>
                </c:pt>
                <c:pt idx="40">
                  <c:v>58677967.35195112</c:v>
                </c:pt>
                <c:pt idx="41">
                  <c:v>60113668.44623947</c:v>
                </c:pt>
                <c:pt idx="42">
                  <c:v>61546028.27819538</c:v>
                </c:pt>
                <c:pt idx="43">
                  <c:v>62974928.85049629</c:v>
                </c:pt>
                <c:pt idx="44">
                  <c:v>64400253.70336437</c:v>
                </c:pt>
                <c:pt idx="45">
                  <c:v>65821887.955432415</c:v>
                </c:pt>
                <c:pt idx="46">
                  <c:v>67239718.34312487</c:v>
                </c:pt>
                <c:pt idx="47">
                  <c:v>68653633.25854206</c:v>
                </c:pt>
                <c:pt idx="48">
                  <c:v>70063522.78581047</c:v>
                </c:pt>
                <c:pt idx="49">
                  <c:v>71469278.73588991</c:v>
                </c:pt>
                <c:pt idx="50">
                  <c:v>72870794.67982388</c:v>
                </c:pt>
              </c:numCache>
            </c:numRef>
          </c:val>
          <c:smooth/>
        </c:ser>
        <c:ser>
          <c:idx val="6"/>
          <c:order val="6"/>
          <c:tx>
            <c:strRef>
              <c:f>Sheet1!$H$1</c:f>
              <c:strCache>
                <c:ptCount val="1"/>
                <c:pt idx="0">
                  <c:v>bdg_ecom</c:v>
                </c:pt>
              </c:strCache>
            </c:strRef>
          </c:tx>
          <c:spPr>
            <a:ln w="31750">
              <a:solidFill>
                <a:srgbClr val="0774D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0.0</c:v>
                </c:pt>
                <c:pt idx="1">
                  <c:v>17725291.027424812</c:v>
                </c:pt>
                <c:pt idx="2">
                  <c:v>37599362.06044054</c:v>
                </c:pt>
                <c:pt idx="3">
                  <c:v>59504198.68211222</c:v>
                </c:pt>
                <c:pt idx="4">
                  <c:v>83178302.85381651</c:v>
                </c:pt>
                <c:pt idx="5">
                  <c:v>108217539.57519102</c:v>
                </c:pt>
                <c:pt idx="6">
                  <c:v>134101371.30159378</c:v>
                </c:pt>
                <c:pt idx="7">
                  <c:v>160242936.7578931</c:v>
                </c:pt>
                <c:pt idx="8">
                  <c:v>186053251.8008523</c:v>
                </c:pt>
                <c:pt idx="9">
                  <c:v>211004495.81369543</c:v>
                </c:pt>
                <c:pt idx="10">
                  <c:v>234677838.59929657</c:v>
                </c:pt>
                <c:pt idx="11">
                  <c:v>256787257.63614798</c:v>
                </c:pt>
                <c:pt idx="12">
                  <c:v>277178985.5292368</c:v>
                </c:pt>
                <c:pt idx="13">
                  <c:v>295812718.3207946</c:v>
                </c:pt>
                <c:pt idx="14">
                  <c:v>312733408.56039095</c:v>
                </c:pt>
                <c:pt idx="15">
                  <c:v>328041645.6497369</c:v>
                </c:pt>
              </c:numCache>
            </c:numRef>
          </c:val>
          <c:smooth/>
        </c:ser>
        <c:ser>
          <c:idx val="7"/>
          <c:order val="7"/>
          <c:tx>
            <c:strRef>
              <c:f>Sheet1!$I$1</c:f>
              <c:strCache>
                <c:ptCount val="1"/>
                <c:pt idx="0">
                  <c:v>bdg_ooh</c:v>
                </c:pt>
              </c:strCache>
            </c:strRef>
          </c:tx>
          <c:spPr>
            <a:ln w="31750">
              <a:solidFill>
                <a:srgbClr val="FDF49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0.0</c:v>
                </c:pt>
                <c:pt idx="1">
                  <c:v>10855249.252403736</c:v>
                </c:pt>
                <c:pt idx="2">
                  <c:v>21747150.24472046</c:v>
                </c:pt>
                <c:pt idx="3">
                  <c:v>32666859.63784218</c:v>
                </c:pt>
                <c:pt idx="4">
                  <c:v>43605435.83856201</c:v>
                </c:pt>
                <c:pt idx="5">
                  <c:v>54553874.3674593</c:v>
                </c:pt>
                <c:pt idx="6">
                  <c:v>65503143.760649204</c:v>
                </c:pt>
                <c:pt idx="7">
                  <c:v>76444221.68407059</c:v>
                </c:pt>
                <c:pt idx="8">
                  <c:v>87368130.93580055</c:v>
                </c:pt>
                <c:pt idx="9">
                  <c:v>98265975.01373053</c:v>
                </c:pt>
                <c:pt idx="10">
                  <c:v>109128972.93288803</c:v>
                </c:pt>
                <c:pt idx="11">
                  <c:v>119948492.9884181</c:v>
                </c:pt>
                <c:pt idx="12">
                  <c:v>130716085.17660522</c:v>
                </c:pt>
                <c:pt idx="13">
                  <c:v>141423512.00686646</c:v>
                </c:pt>
                <c:pt idx="14">
                  <c:v>152062777.4619317</c:v>
                </c:pt>
                <c:pt idx="15">
                  <c:v>162626153.8908</c:v>
                </c:pt>
                <c:pt idx="16">
                  <c:v>173106206.6491289</c:v>
                </c:pt>
                <c:pt idx="17">
                  <c:v>183495816.33356047</c:v>
                </c:pt>
                <c:pt idx="18">
                  <c:v>193788198.48959827</c:v>
                </c:pt>
                <c:pt idx="19">
                  <c:v>203976920.70635128</c:v>
                </c:pt>
                <c:pt idx="20">
                  <c:v>214055917.045043</c:v>
                </c:pt>
                <c:pt idx="21">
                  <c:v>224019499.78098822</c:v>
                </c:pt>
                <c:pt idx="22">
                  <c:v>233862368.47039843</c:v>
                </c:pt>
                <c:pt idx="23">
                  <c:v>243579616.38305283</c:v>
                </c:pt>
                <c:pt idx="24">
                  <c:v>253166734.36949587</c:v>
                </c:pt>
                <c:pt idx="25">
                  <c:v>262619612.25629854</c:v>
                </c:pt>
                <c:pt idx="26">
                  <c:v>271934537.8850565</c:v>
                </c:pt>
                <c:pt idx="27">
                  <c:v>281108193.9297743</c:v>
                </c:pt>
                <c:pt idx="28">
                  <c:v>290137652.6431527</c:v>
                </c:pt>
                <c:pt idx="29">
                  <c:v>299020368.6949129</c:v>
                </c:pt>
                <c:pt idx="30">
                  <c:v>307754170.2747631</c:v>
                </c:pt>
                <c:pt idx="31">
                  <c:v>316337248.6389785</c:v>
                </c:pt>
                <c:pt idx="32">
                  <c:v>324768146.28305054</c:v>
                </c:pt>
                <c:pt idx="33">
                  <c:v>333045743.92355824</c:v>
                </c:pt>
                <c:pt idx="34">
                  <c:v>341169246.47069645</c:v>
                </c:pt>
                <c:pt idx="35">
                  <c:v>349138168.16888666</c:v>
                </c:pt>
                <c:pt idx="36">
                  <c:v>356952317.07698774</c:v>
                </c:pt>
                <c:pt idx="37">
                  <c:v>364611779.05198956</c:v>
                </c:pt>
                <c:pt idx="38">
                  <c:v>372116901.3911557</c:v>
                </c:pt>
                <c:pt idx="39">
                  <c:v>379468276.27746487</c:v>
                </c:pt>
                <c:pt idx="40">
                  <c:v>386666724.1623645</c:v>
                </c:pt>
                <c:pt idx="41">
                  <c:v>393713277.2083678</c:v>
                </c:pt>
                <c:pt idx="42">
                  <c:v>400609162.902266</c:v>
                </c:pt>
                <c:pt idx="43">
                  <c:v>407355787.9378228</c:v>
                </c:pt>
                <c:pt idx="44">
                  <c:v>413954722.4550009</c:v>
                </c:pt>
                <c:pt idx="45">
                  <c:v>420407684.7111678</c:v>
                </c:pt>
                <c:pt idx="46">
                  <c:v>426716526.24852514</c:v>
                </c:pt>
                <c:pt idx="47">
                  <c:v>432883217.6112747</c:v>
                </c:pt>
                <c:pt idx="48">
                  <c:v>438909834.6559</c:v>
                </c:pt>
                <c:pt idx="49">
                  <c:v>444798545.4884181</c:v>
                </c:pt>
                <c:pt idx="50">
                  <c:v>450551598.0537152</c:v>
                </c:pt>
              </c:numCache>
            </c:numRef>
          </c:val>
          <c:smooth/>
        </c:ser>
        <c:ser>
          <c:idx val="8"/>
          <c:order val="8"/>
          <c:tx>
            <c:strRef>
              <c:f>Sheet1!$J$1</c:f>
              <c:strCache>
                <c:ptCount val="1"/>
                <c:pt idx="0">
                  <c:v>bdg_pos</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0.0</c:v>
                </c:pt>
                <c:pt idx="1">
                  <c:v>717929.9405112267</c:v>
                </c:pt>
                <c:pt idx="2">
                  <c:v>1439029.945385456</c:v>
                </c:pt>
                <c:pt idx="3">
                  <c:v>2163239.2574338913</c:v>
                </c:pt>
                <c:pt idx="4">
                  <c:v>2890495.7227077484</c:v>
                </c:pt>
                <c:pt idx="5">
                  <c:v>3620735.8100504875</c:v>
                </c:pt>
                <c:pt idx="6">
                  <c:v>4353894.632039547</c:v>
                </c:pt>
                <c:pt idx="7">
                  <c:v>5089905.967329025</c:v>
                </c:pt>
                <c:pt idx="8">
                  <c:v>5828702.284365177</c:v>
                </c:pt>
                <c:pt idx="9">
                  <c:v>6570214.766483307</c:v>
                </c:pt>
                <c:pt idx="10">
                  <c:v>7314373.338365078</c:v>
                </c:pt>
                <c:pt idx="11">
                  <c:v>8061106.693823814</c:v>
                </c:pt>
                <c:pt idx="12">
                  <c:v>8810342.324941158</c:v>
                </c:pt>
                <c:pt idx="13">
                  <c:v>9562006.552483082</c:v>
                </c:pt>
                <c:pt idx="14">
                  <c:v>10316024.557610512</c:v>
                </c:pt>
                <c:pt idx="15">
                  <c:v>11072320.41484499</c:v>
                </c:pt>
                <c:pt idx="16">
                  <c:v>11830817.126254559</c:v>
                </c:pt>
                <c:pt idx="17">
                  <c:v>12591436.656847</c:v>
                </c:pt>
                <c:pt idx="18">
                  <c:v>13354099.971124649</c:v>
                </c:pt>
                <c:pt idx="19">
                  <c:v>14118727.070759773</c:v>
                </c:pt>
                <c:pt idx="20">
                  <c:v>14885237.033377647</c:v>
                </c:pt>
                <c:pt idx="21">
                  <c:v>15653548.052380562</c:v>
                </c:pt>
                <c:pt idx="22">
                  <c:v>16423577.477798939</c:v>
                </c:pt>
                <c:pt idx="23">
                  <c:v>17195241.85808611</c:v>
                </c:pt>
                <c:pt idx="24">
                  <c:v>17968456.98286581</c:v>
                </c:pt>
                <c:pt idx="25">
                  <c:v>18743137.92653227</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1247893.7841000557</c:v>
                </c:pt>
                <c:pt idx="2">
                  <c:v>2700646.6896805763</c:v>
                </c:pt>
                <c:pt idx="3">
                  <c:v>4363428.607179165</c:v>
                </c:pt>
                <c:pt idx="4">
                  <c:v>6239969.05848217</c:v>
                </c:pt>
                <c:pt idx="5">
                  <c:v>8332292.296869755</c:v>
                </c:pt>
                <c:pt idx="6">
                  <c:v>10640458.194441319</c:v>
                </c:pt>
                <c:pt idx="7">
                  <c:v>13162320.847741604</c:v>
                </c:pt>
                <c:pt idx="8">
                  <c:v>15893318.335072994</c:v>
                </c:pt>
                <c:pt idx="9">
                  <c:v>18826307.897609234</c:v>
                </c:pt>
                <c:pt idx="10">
                  <c:v>21951460.74248123</c:v>
                </c:pt>
                <c:pt idx="11">
                  <c:v>25256229.472877502</c:v>
                </c:pt>
                <c:pt idx="12">
                  <c:v>28725398.714811325</c:v>
                </c:pt>
                <c:pt idx="13">
                  <c:v>32341225.832973003</c:v>
                </c:pt>
                <c:pt idx="14">
                  <c:v>36083673.86184931</c:v>
                </c:pt>
                <c:pt idx="15">
                  <c:v>39930733.23794651</c:v>
                </c:pt>
              </c:numCache>
            </c:numRef>
          </c:val>
          <c:smooth/>
        </c:ser>
        <c:ser>
          <c:idx val="1"/>
          <c:order val="1"/>
          <c:tx>
            <c:strRef>
              <c:f>Sheet1!$C$1</c:f>
              <c:strCache>
                <c:ptCount val="1"/>
                <c:pt idx="0">
                  <c:v>TV</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-1576777.4901981354</c:v>
                </c:pt>
                <c:pt idx="2">
                  <c:v>-3153392.1545534134</c:v>
                </c:pt>
                <c:pt idx="3">
                  <c:v>-4729844.393541336</c:v>
                </c:pt>
                <c:pt idx="4">
                  <c:v>-6306134.608417034</c:v>
                </c:pt>
                <c:pt idx="5">
                  <c:v>-7882263.201216698</c:v>
                </c:pt>
                <c:pt idx="6">
                  <c:v>-9458230.57475853</c:v>
                </c:pt>
                <c:pt idx="7">
                  <c:v>-11034037.13263464</c:v>
                </c:pt>
                <c:pt idx="8">
                  <c:v>-12609683.279216766</c:v>
                </c:pt>
                <c:pt idx="9">
                  <c:v>-14185169.419650078</c:v>
                </c:pt>
                <c:pt idx="10">
                  <c:v>-15760495.959851742</c:v>
                </c:pt>
                <c:pt idx="11">
                  <c:v>-17335663.306514263</c:v>
                </c:pt>
                <c:pt idx="12">
                  <c:v>-18910671.86709261</c:v>
                </c:pt>
                <c:pt idx="13">
                  <c:v>-20485522.049817562</c:v>
                </c:pt>
                <c:pt idx="14">
                  <c:v>-22060214.26368332</c:v>
                </c:pt>
                <c:pt idx="15">
                  <c:v>-23634748.918448925</c:v>
                </c:pt>
                <c:pt idx="16">
                  <c:v>-25209126.424637794</c:v>
                </c:pt>
                <c:pt idx="17">
                  <c:v>-26783347.193533897</c:v>
                </c:pt>
                <c:pt idx="18">
                  <c:v>-28357411.637182713</c:v>
                </c:pt>
                <c:pt idx="19">
                  <c:v>-29931320.168387413</c:v>
                </c:pt>
                <c:pt idx="20">
                  <c:v>-31505073.200707436</c:v>
                </c:pt>
                <c:pt idx="21">
                  <c:v>-33078671.14845991</c:v>
                </c:pt>
                <c:pt idx="22">
                  <c:v>-34652114.426712036</c:v>
                </c:pt>
                <c:pt idx="23">
                  <c:v>-36225403.45128441</c:v>
                </c:pt>
                <c:pt idx="24">
                  <c:v>-37798538.63874817</c:v>
                </c:pt>
                <c:pt idx="25">
                  <c:v>-39371520.40642166</c:v>
                </c:pt>
                <c:pt idx="26">
                  <c:v>-40944349.172371864</c:v>
                </c:pt>
                <c:pt idx="27">
                  <c:v>-42517025.355407715</c:v>
                </c:pt>
                <c:pt idx="28">
                  <c:v>-44089549.375082016</c:v>
                </c:pt>
                <c:pt idx="29">
                  <c:v>-45661921.65169382</c:v>
                </c:pt>
                <c:pt idx="30">
                  <c:v>-47234142.60627413</c:v>
                </c:pt>
                <c:pt idx="31">
                  <c:v>-48806212.66059828</c:v>
                </c:pt>
                <c:pt idx="32">
                  <c:v>-50378132.23717451</c:v>
                </c:pt>
                <c:pt idx="33">
                  <c:v>-51949901.75924587</c:v>
                </c:pt>
                <c:pt idx="34">
                  <c:v>-53521521.65078926</c:v>
                </c:pt>
                <c:pt idx="35">
                  <c:v>-55092992.336511135</c:v>
                </c:pt>
                <c:pt idx="36">
                  <c:v>-56664314.241847515</c:v>
                </c:pt>
                <c:pt idx="37">
                  <c:v>-58235487.79296255</c:v>
                </c:pt>
                <c:pt idx="38">
                  <c:v>-59806513.416743755</c:v>
                </c:pt>
                <c:pt idx="39">
                  <c:v>-61377391.540804386</c:v>
                </c:pt>
                <c:pt idx="40">
                  <c:v>-62948122.59347868</c:v>
                </c:pt>
                <c:pt idx="41">
                  <c:v>-64518707.00381899</c:v>
                </c:pt>
                <c:pt idx="42">
                  <c:v>-66089145.2015996</c:v>
                </c:pt>
                <c:pt idx="43">
                  <c:v>-67659437.61730862</c:v>
                </c:pt>
                <c:pt idx="44">
                  <c:v>-69229584.68214846</c:v>
                </c:pt>
                <c:pt idx="45">
                  <c:v>-70799586.82803392</c:v>
                </c:pt>
                <c:pt idx="46">
                  <c:v>-72369444.48759174</c:v>
                </c:pt>
                <c:pt idx="47">
                  <c:v>-73939158.09415722</c:v>
                </c:pt>
                <c:pt idx="48">
                  <c:v>-75508728.0817709</c:v>
                </c:pt>
                <c:pt idx="49">
                  <c:v>-77078154.88518047</c:v>
                </c:pt>
                <c:pt idx="50">
                  <c:v>-78647438.93983269</c:v>
                </c:pt>
                <c:pt idx="51">
                  <c:v>-80216580.68188238</c:v>
                </c:pt>
                <c:pt idx="52">
                  <c:v>-81785580.54817629</c:v>
                </c:pt>
                <c:pt idx="53">
                  <c:v>-83354438.97626257</c:v>
                </c:pt>
                <c:pt idx="54">
                  <c:v>-84923156.40438414</c:v>
                </c:pt>
                <c:pt idx="55">
                  <c:v>-86491733.27147722</c:v>
                </c:pt>
                <c:pt idx="56">
                  <c:v>-88060170.01716805</c:v>
                </c:pt>
                <c:pt idx="57">
                  <c:v>-89628467.08177423</c:v>
                </c:pt>
                <c:pt idx="58">
                  <c:v>-91196624.90629959</c:v>
                </c:pt>
                <c:pt idx="59">
                  <c:v>-92764643.93243313</c:v>
                </c:pt>
                <c:pt idx="60">
                  <c:v>-94332524.60254955</c:v>
                </c:pt>
                <c:pt idx="61">
                  <c:v>-95900267.35970354</c:v>
                </c:pt>
                <c:pt idx="62">
                  <c:v>-97467872.64762783</c:v>
                </c:pt>
                <c:pt idx="63">
                  <c:v>-99035340.91073418</c:v>
                </c:pt>
                <c:pt idx="64">
                  <c:v>-100602672.59411192</c:v>
                </c:pt>
                <c:pt idx="65">
                  <c:v>-102169868.14352036</c:v>
                </c:pt>
                <c:pt idx="66">
                  <c:v>-103736928.00539112</c:v>
                </c:pt>
                <c:pt idx="67">
                  <c:v>-105303852.62682629</c:v>
                </c:pt>
                <c:pt idx="68">
                  <c:v>-106870642.45559359</c:v>
                </c:pt>
                <c:pt idx="69">
                  <c:v>-108437297.94012737</c:v>
                </c:pt>
                <c:pt idx="70">
                  <c:v>-110003819.5295248</c:v>
                </c:pt>
                <c:pt idx="71">
                  <c:v>-111570207.6735444</c:v>
                </c:pt>
                <c:pt idx="72">
                  <c:v>-113136462.82260227</c:v>
                </c:pt>
                <c:pt idx="73">
                  <c:v>-114702585.42777395</c:v>
                </c:pt>
                <c:pt idx="74">
                  <c:v>-116268575.94078875</c:v>
                </c:pt>
                <c:pt idx="75">
                  <c:v>-117834434.8140254</c:v>
                </c:pt>
                <c:pt idx="76">
                  <c:v>-119400162.50051928</c:v>
                </c:pt>
                <c:pt idx="77">
                  <c:v>-120965759.4539504</c:v>
                </c:pt>
                <c:pt idx="78">
                  <c:v>-122531226.12864494</c:v>
                </c:pt>
                <c:pt idx="79">
                  <c:v>-124096562.97957468</c:v>
                </c:pt>
                <c:pt idx="80">
                  <c:v>-125661770.4623537</c:v>
                </c:pt>
                <c:pt idx="81">
                  <c:v>-127226849.0332346</c:v>
                </c:pt>
                <c:pt idx="82">
                  <c:v>-128791799.14910984</c:v>
                </c:pt>
                <c:pt idx="83">
                  <c:v>-130356621.26750374</c:v>
                </c:pt>
                <c:pt idx="84">
                  <c:v>-131921315.84657907</c:v>
                </c:pt>
                <c:pt idx="85">
                  <c:v>-133485883.34512568</c:v>
                </c:pt>
                <c:pt idx="86">
                  <c:v>-135050324.2225647</c:v>
                </c:pt>
                <c:pt idx="87">
                  <c:v>-136614638.9389434</c:v>
                </c:pt>
                <c:pt idx="88">
                  <c:v>-138178827.95493364</c:v>
                </c:pt>
                <c:pt idx="89">
                  <c:v>-139742891.73183012</c:v>
                </c:pt>
                <c:pt idx="90">
                  <c:v>-141306830.73154783</c:v>
                </c:pt>
                <c:pt idx="91">
                  <c:v>-142870645.41661882</c:v>
                </c:pt>
                <c:pt idx="92">
                  <c:v>-144434336.25019217</c:v>
                </c:pt>
                <c:pt idx="93">
                  <c:v>-145997903.69602966</c:v>
                </c:pt>
                <c:pt idx="94">
                  <c:v>-147561348.21850586</c:v>
                </c:pt>
                <c:pt idx="95">
                  <c:v>-149124670.28260183</c:v>
                </c:pt>
                <c:pt idx="96">
                  <c:v>-150687870.35390663</c:v>
                </c:pt>
                <c:pt idx="97">
                  <c:v>-152250948.89861536</c:v>
                </c:pt>
                <c:pt idx="98">
                  <c:v>-153813906.383523</c:v>
                </c:pt>
                <c:pt idx="99">
                  <c:v>-155376743.27602482</c:v>
                </c:pt>
                <c:pt idx="100">
                  <c:v>-156939460.04411745</c:v>
                </c:pt>
                <c:pt idx="101">
                  <c:v>-158502057.1563859</c:v>
                </c:pt>
                <c:pt idx="102">
                  <c:v>-160064535.0820155</c:v>
                </c:pt>
                <c:pt idx="103">
                  <c:v>-161626894.2907772</c:v>
                </c:pt>
                <c:pt idx="104">
                  <c:v>-163189135.25303364</c:v>
                </c:pt>
                <c:pt idx="105">
                  <c:v>-164751258.43973112</c:v>
                </c:pt>
                <c:pt idx="106">
                  <c:v>-166313264.32240152</c:v>
                </c:pt>
                <c:pt idx="107">
                  <c:v>-167875153.37315702</c:v>
                </c:pt>
                <c:pt idx="108">
                  <c:v>-169436926.0646901</c:v>
                </c:pt>
                <c:pt idx="109">
                  <c:v>-170998582.87026882</c:v>
                </c:pt>
                <c:pt idx="110">
                  <c:v>-172560124.26373625</c:v>
                </c:pt>
                <c:pt idx="111">
                  <c:v>-174121550.71950674</c:v>
                </c:pt>
                <c:pt idx="112">
                  <c:v>-175682862.71256638</c:v>
                </c:pt>
                <c:pt idx="113">
                  <c:v>-177244060.71846724</c:v>
                </c:pt>
                <c:pt idx="114">
                  <c:v>-178805145.21332407</c:v>
                </c:pt>
                <c:pt idx="115">
                  <c:v>-180366116.6738181</c:v>
                </c:pt>
                <c:pt idx="116">
                  <c:v>-181926975.57718897</c:v>
                </c:pt>
                <c:pt idx="117">
                  <c:v>-183487722.40123224</c:v>
                </c:pt>
                <c:pt idx="118">
                  <c:v>-185048357.6243024</c:v>
                </c:pt>
                <c:pt idx="119">
                  <c:v>-186608881.72530317</c:v>
                </c:pt>
                <c:pt idx="120">
                  <c:v>-188169295.18369102</c:v>
                </c:pt>
                <c:pt idx="121">
                  <c:v>-189729598.47947073</c:v>
                </c:pt>
                <c:pt idx="122">
                  <c:v>-191289792.0931902</c:v>
                </c:pt>
                <c:pt idx="123">
                  <c:v>-192849876.50594378</c:v>
                </c:pt>
                <c:pt idx="124">
                  <c:v>-194409852.19936275</c:v>
                </c:pt>
                <c:pt idx="125">
                  <c:v>-195969719.65562057</c:v>
                </c:pt>
                <c:pt idx="126">
                  <c:v>-197529479.35742378</c:v>
                </c:pt>
                <c:pt idx="127">
                  <c:v>-199089131.78801203</c:v>
                </c:pt>
                <c:pt idx="128">
                  <c:v>-200648677.4311571</c:v>
                </c:pt>
                <c:pt idx="129">
                  <c:v>-202208116.77116108</c:v>
                </c:pt>
                <c:pt idx="130">
                  <c:v>-203767450.2928462</c:v>
                </c:pt>
                <c:pt idx="131">
                  <c:v>-205326678.48156357</c:v>
                </c:pt>
                <c:pt idx="132">
                  <c:v>-206885801.82318258</c:v>
                </c:pt>
                <c:pt idx="133">
                  <c:v>-208444820.8040905</c:v>
                </c:pt>
                <c:pt idx="134">
                  <c:v>-210003735.91119337</c:v>
                </c:pt>
                <c:pt idx="135">
                  <c:v>-211562547.63190556</c:v>
                </c:pt>
                <c:pt idx="136">
                  <c:v>-213121256.45415783</c:v>
                </c:pt>
                <c:pt idx="137">
                  <c:v>-214679862.86638546</c:v>
                </c:pt>
                <c:pt idx="138">
                  <c:v>-216238367.35753107</c:v>
                </c:pt>
                <c:pt idx="139">
                  <c:v>-217796770.41703796</c:v>
                </c:pt>
                <c:pt idx="140">
                  <c:v>-219355072.5348549</c:v>
                </c:pt>
                <c:pt idx="141">
                  <c:v>-220913274.20142365</c:v>
                </c:pt>
                <c:pt idx="142">
                  <c:v>-222471375.9076848</c:v>
                </c:pt>
                <c:pt idx="143">
                  <c:v>-224029378.1450715</c:v>
                </c:pt>
                <c:pt idx="144">
                  <c:v>-225587281.4055028</c:v>
                </c:pt>
                <c:pt idx="145">
                  <c:v>-227145086.18139362</c:v>
                </c:pt>
                <c:pt idx="146">
                  <c:v>-228702792.96563673</c:v>
                </c:pt>
                <c:pt idx="147">
                  <c:v>-230260402.25161123</c:v>
                </c:pt>
                <c:pt idx="148">
                  <c:v>-231817914.53317595</c:v>
                </c:pt>
                <c:pt idx="149">
                  <c:v>-233375330.30466652</c:v>
                </c:pt>
                <c:pt idx="150">
                  <c:v>-234932650.06089306</c:v>
                </c:pt>
                <c:pt idx="151">
                  <c:v>-236489874.29713726</c:v>
                </c:pt>
                <c:pt idx="152">
                  <c:v>-238047003.50915337</c:v>
                </c:pt>
                <c:pt idx="153">
                  <c:v>-239604038.19315958</c:v>
                </c:pt>
                <c:pt idx="154">
                  <c:v>-241160978.84583855</c:v>
                </c:pt>
                <c:pt idx="155">
                  <c:v>-242717825.96433592</c:v>
                </c:pt>
                <c:pt idx="156">
                  <c:v>-244274580.04625654</c:v>
                </c:pt>
                <c:pt idx="157">
                  <c:v>-245831241.5896592</c:v>
                </c:pt>
                <c:pt idx="158">
                  <c:v>-247387811.09306002</c:v>
                </c:pt>
                <c:pt idx="159">
                  <c:v>-248944289.05542278</c:v>
                </c:pt>
                <c:pt idx="160">
                  <c:v>-250500675.976161</c:v>
                </c:pt>
                <c:pt idx="161">
                  <c:v>-252056972.35513592</c:v>
                </c:pt>
                <c:pt idx="162">
                  <c:v>-253613178.69264698</c:v>
                </c:pt>
                <c:pt idx="163">
                  <c:v>-255169295.4894395</c:v>
                </c:pt>
                <c:pt idx="164">
                  <c:v>-256725323.24669266</c:v>
                </c:pt>
                <c:pt idx="165">
                  <c:v>-258281262.46602058</c:v>
                </c:pt>
                <c:pt idx="166">
                  <c:v>-259837113.64947414</c:v>
                </c:pt>
                <c:pt idx="167">
                  <c:v>-261392877.2995286</c:v>
                </c:pt>
                <c:pt idx="168">
                  <c:v>-262948553.9190874</c:v>
                </c:pt>
                <c:pt idx="169">
                  <c:v>-264504144.01147985</c:v>
                </c:pt>
                <c:pt idx="170">
                  <c:v>-266059648.0804553</c:v>
                </c:pt>
                <c:pt idx="171">
                  <c:v>-267615066.63018227</c:v>
                </c:pt>
                <c:pt idx="172">
                  <c:v>-269170400.16524553</c:v>
                </c:pt>
                <c:pt idx="173">
                  <c:v>-270725649.1906414</c:v>
                </c:pt>
                <c:pt idx="174">
                  <c:v>-272280814.21178055</c:v>
                </c:pt>
                <c:pt idx="175">
                  <c:v>-273835895.734478</c:v>
                </c:pt>
                <c:pt idx="176">
                  <c:v>-275390894.26495314</c:v>
                </c:pt>
                <c:pt idx="177">
                  <c:v>-276945810.3098302</c:v>
                </c:pt>
                <c:pt idx="178">
                  <c:v>-278500644.376132</c:v>
                </c:pt>
                <c:pt idx="179">
                  <c:v>-280055396.9712801</c:v>
                </c:pt>
                <c:pt idx="180">
                  <c:v>-281610068.603086</c:v>
                </c:pt>
                <c:pt idx="181">
                  <c:v>-283164659.7797537</c:v>
                </c:pt>
                <c:pt idx="182">
                  <c:v>-284719171.0098777</c:v>
                </c:pt>
                <c:pt idx="183">
                  <c:v>-286273602.8024373</c:v>
                </c:pt>
                <c:pt idx="184">
                  <c:v>-287827955.66679335</c:v>
                </c:pt>
                <c:pt idx="185">
                  <c:v>-289382230.112689</c:v>
                </c:pt>
                <c:pt idx="186">
                  <c:v>-290936426.6502414</c:v>
                </c:pt>
                <c:pt idx="187">
                  <c:v>-292490545.7899461</c:v>
                </c:pt>
                <c:pt idx="188">
                  <c:v>-294044588.0426669</c:v>
                </c:pt>
                <c:pt idx="189">
                  <c:v>-295598553.9196391</c:v>
                </c:pt>
                <c:pt idx="190">
                  <c:v>-297152443.9324622</c:v>
                </c:pt>
                <c:pt idx="191">
                  <c:v>-298706258.59310055</c:v>
                </c:pt>
                <c:pt idx="192">
                  <c:v>-300259998.41387844</c:v>
                </c:pt>
                <c:pt idx="193">
                  <c:v>-301813663.90747595</c:v>
                </c:pt>
                <c:pt idx="194">
                  <c:v>-303367255.5869298</c:v>
                </c:pt>
                <c:pt idx="195">
                  <c:v>-304920773.9656286</c:v>
                </c:pt>
                <c:pt idx="196">
                  <c:v>-306474219.5573106</c:v>
                </c:pt>
                <c:pt idx="197">
                  <c:v>-308027592.8760567</c:v>
                </c:pt>
                <c:pt idx="198">
                  <c:v>-309580894.43629694</c:v>
                </c:pt>
                <c:pt idx="199">
                  <c:v>-311134124.7527971</c:v>
                </c:pt>
                <c:pt idx="200">
                  <c:v>-312687284.34066343</c:v>
                </c:pt>
              </c:numCache>
            </c:numRef>
          </c:val>
          <c:smooth/>
        </c:ser>
        <c:ser>
          <c:idx val="2"/>
          <c:order val="2"/>
          <c:tx>
            <c:strRef>
              <c:f>Sheet1!$D$1</c:f>
              <c:strCache>
                <c:ptCount val="1"/>
                <c:pt idx="0">
                  <c:v>bdg_dgt_display</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17455924.720201492</c:v>
                </c:pt>
                <c:pt idx="2">
                  <c:v>37806090.557538986</c:v>
                </c:pt>
                <c:pt idx="3">
                  <c:v>60704231.24780512</c:v>
                </c:pt>
                <c:pt idx="4">
                  <c:v>85477104.00471735</c:v>
                </c:pt>
                <c:pt idx="5">
                  <c:v>111189789.31818342</c:v>
                </c:pt>
                <c:pt idx="6">
                  <c:v>136797543.59520388</c:v>
                </c:pt>
                <c:pt idx="7">
                  <c:v>161334232.70559216</c:v>
                </c:pt>
                <c:pt idx="8">
                  <c:v>184065669.13370085</c:v>
                </c:pt>
                <c:pt idx="9">
                  <c:v>204558450.2893238</c:v>
                </c:pt>
                <c:pt idx="10">
                  <c:v>222661718.01690578</c:v>
                </c:pt>
                <c:pt idx="11">
                  <c:v>238434987.36244106</c:v>
                </c:pt>
                <c:pt idx="12">
                  <c:v>252062517.45054293</c:v>
                </c:pt>
                <c:pt idx="13">
                  <c:v>263781582.39024305</c:v>
                </c:pt>
                <c:pt idx="14">
                  <c:v>273834663.70870495</c:v>
                </c:pt>
                <c:pt idx="15">
                  <c:v>282443844.57716703</c:v>
                </c:pt>
                <c:pt idx="16">
                  <c:v>289800993.5534234</c:v>
                </c:pt>
                <c:pt idx="17">
                  <c:v>296067177.38696146</c:v>
                </c:pt>
                <c:pt idx="18">
                  <c:v>301376418.1571789</c:v>
                </c:pt>
                <c:pt idx="19">
                  <c:v>305840787.04803705</c:v>
                </c:pt>
                <c:pt idx="20">
                  <c:v>309555273.2017441</c:v>
                </c:pt>
                <c:pt idx="21">
                  <c:v>312601789.56661415</c:v>
                </c:pt>
                <c:pt idx="22">
                  <c:v>315052188.16304207</c:v>
                </c:pt>
                <c:pt idx="23">
                  <c:v>316970396.71337223</c:v>
                </c:pt>
                <c:pt idx="24">
                  <c:v>318413871.3393707</c:v>
                </c:pt>
                <c:pt idx="25">
                  <c:v>319434562.5839381</c:v>
                </c:pt>
                <c:pt idx="26">
                  <c:v>320079560.24071836</c:v>
                </c:pt>
                <c:pt idx="27">
                  <c:v>320391541.33451223</c:v>
                </c:pt>
                <c:pt idx="28">
                  <c:v>320409107.13718605</c:v>
                </c:pt>
                <c:pt idx="29">
                  <c:v>320167064.0170579</c:v>
                </c:pt>
                <c:pt idx="30">
                  <c:v>319696680.0427923</c:v>
                </c:pt>
                <c:pt idx="31">
                  <c:v>319025933.66506577</c:v>
                </c:pt>
                <c:pt idx="32">
                  <c:v>318179760.937202</c:v>
                </c:pt>
                <c:pt idx="33">
                  <c:v>317180302.0395651</c:v>
                </c:pt>
                <c:pt idx="34">
                  <c:v>316047145.001173</c:v>
                </c:pt>
                <c:pt idx="35">
                  <c:v>314797563.42933655</c:v>
                </c:pt>
                <c:pt idx="36">
                  <c:v>313446745.0189543</c:v>
                </c:pt>
                <c:pt idx="37">
                  <c:v>312008008.11330557</c:v>
                </c:pt>
                <c:pt idx="38">
                  <c:v>310493004.30724955</c:v>
                </c:pt>
                <c:pt idx="39">
                  <c:v>308911905.83209944</c:v>
                </c:pt>
                <c:pt idx="40">
                  <c:v>307273577.13761044</c:v>
                </c:pt>
                <c:pt idx="41">
                  <c:v>305585730.6456537</c:v>
                </c:pt>
                <c:pt idx="42">
                  <c:v>303855067.0809946</c:v>
                </c:pt>
                <c:pt idx="43">
                  <c:v>302087401.09459686</c:v>
                </c:pt>
                <c:pt idx="44">
                  <c:v>300287773.1004214</c:v>
                </c:pt>
                <c:pt idx="45">
                  <c:v>298460548.36701584</c:v>
                </c:pt>
                <c:pt idx="46">
                  <c:v>296609504.45931244</c:v>
                </c:pt>
                <c:pt idx="47">
                  <c:v>294737908.1309581</c:v>
                </c:pt>
                <c:pt idx="48">
                  <c:v>292848582.73739624</c:v>
                </c:pt>
                <c:pt idx="49">
                  <c:v>290943967.186399</c:v>
                </c:pt>
                <c:pt idx="50">
                  <c:v>289026167.3746953</c:v>
                </c:pt>
              </c:numCache>
            </c:numRef>
          </c:val>
          <c:smooth/>
        </c:ser>
        <c:ser>
          <c:idx val="3"/>
          <c:order val="3"/>
          <c:tx>
            <c:strRef>
              <c:f>Sheet1!$E$1</c:f>
              <c:strCache>
                <c:ptCount val="1"/>
                <c:pt idx="0">
                  <c:v>bdg_dgt_perform</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0.0</c:v>
                </c:pt>
                <c:pt idx="1">
                  <c:v>21883469.778639793</c:v>
                </c:pt>
                <c:pt idx="2">
                  <c:v>43938081.14378977</c:v>
                </c:pt>
                <c:pt idx="3">
                  <c:v>66012605.333985806</c:v>
                </c:pt>
                <c:pt idx="4">
                  <c:v>87955900.55527544</c:v>
                </c:pt>
                <c:pt idx="5">
                  <c:v>109621506.20058155</c:v>
                </c:pt>
                <c:pt idx="6">
                  <c:v>130871907.40329695</c:v>
                </c:pt>
                <c:pt idx="7">
                  <c:v>151582197.6116047</c:v>
                </c:pt>
                <c:pt idx="8">
                  <c:v>171642934.9798994</c:v>
                </c:pt>
                <c:pt idx="9">
                  <c:v>190962074.34218216</c:v>
                </c:pt>
                <c:pt idx="10">
                  <c:v>209465946.8690853</c:v>
                </c:pt>
                <c:pt idx="11">
                  <c:v>227099341.59962845</c:v>
                </c:pt>
                <c:pt idx="12">
                  <c:v>243824807.42652178</c:v>
                </c:pt>
                <c:pt idx="13">
                  <c:v>259621335.71752262</c:v>
                </c:pt>
                <c:pt idx="14">
                  <c:v>274482601.9066696</c:v>
                </c:pt>
                <c:pt idx="15">
                  <c:v>288414941.96118593</c:v>
                </c:pt>
                <c:pt idx="16">
                  <c:v>301435221.6792917</c:v>
                </c:pt>
                <c:pt idx="17">
                  <c:v>313568729.1396804</c:v>
                </c:pt>
                <c:pt idx="18">
                  <c:v>324847188.79104376</c:v>
                </c:pt>
                <c:pt idx="19">
                  <c:v>335306964.057014</c:v>
                </c:pt>
                <c:pt idx="20">
                  <c:v>344987486.9884381</c:v>
                </c:pt>
                <c:pt idx="21">
                  <c:v>353929930.1325412</c:v>
                </c:pt>
                <c:pt idx="22">
                  <c:v>362176118.0092807</c:v>
                </c:pt>
                <c:pt idx="23">
                  <c:v>369767663.1940212</c:v>
                </c:pt>
                <c:pt idx="24">
                  <c:v>376745304.3215375</c:v>
                </c:pt>
                <c:pt idx="25">
                  <c:v>383148419.43995523</c:v>
                </c:pt>
              </c:numCache>
            </c:numRef>
          </c:val>
          <c:smooth/>
        </c:ser>
        <c:ser>
          <c:idx val="4"/>
          <c:order val="4"/>
          <c:tx>
            <c:strRef>
              <c:f>Sheet1!$F$1</c:f>
              <c:strCache>
                <c:ptCount val="1"/>
                <c:pt idx="0">
                  <c:v>bdg_dgt_special</c:v>
                </c:pt>
              </c:strCache>
            </c:strRef>
          </c:tx>
          <c:spPr>
            <a:ln w="31750">
              <a:solidFill>
                <a:srgbClr val="645474"/>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1494806.7867312431</c:v>
                </c:pt>
                <c:pt idx="2">
                  <c:v>3049283.3351302147</c:v>
                </c:pt>
                <c:pt idx="3">
                  <c:v>4660425.625814438</c:v>
                </c:pt>
                <c:pt idx="4">
                  <c:v>6324956.75061655</c:v>
                </c:pt>
                <c:pt idx="5">
                  <c:v>8039337.045989037</c:v>
                </c:pt>
                <c:pt idx="6">
                  <c:v>9799777.150752544</c:v>
                </c:pt>
                <c:pt idx="7">
                  <c:v>11602253.943680763</c:v>
                </c:pt>
                <c:pt idx="8">
                  <c:v>13442529.260670662</c:v>
                </c:pt>
                <c:pt idx="9">
                  <c:v>15316171.234888554</c:v>
                </c:pt>
                <c:pt idx="10">
                  <c:v>17218578.048022747</c:v>
                </c:pt>
                <c:pt idx="11">
                  <c:v>19145003.828309536</c:v>
                </c:pt>
                <c:pt idx="12">
                  <c:v>21090586.383024693</c:v>
                </c:pt>
                <c:pt idx="13">
                  <c:v>23050376.41135788</c:v>
                </c:pt>
                <c:pt idx="14">
                  <c:v>25019367.809401035</c:v>
                </c:pt>
                <c:pt idx="15">
                  <c:v>26992528.653556347</c:v>
                </c:pt>
                <c:pt idx="16">
                  <c:v>28964832.433102608</c:v>
                </c:pt>
                <c:pt idx="17">
                  <c:v>30931289.097258568</c:v>
                </c:pt>
                <c:pt idx="18">
                  <c:v>32886975.487270832</c:v>
                </c:pt>
                <c:pt idx="19">
                  <c:v>34827064.73949671</c:v>
                </c:pt>
                <c:pt idx="20">
                  <c:v>36746854.270616055</c:v>
                </c:pt>
                <c:pt idx="21">
                  <c:v>38641791.99009466</c:v>
                </c:pt>
                <c:pt idx="22">
                  <c:v>40507500.42654467</c:v>
                </c:pt>
                <c:pt idx="23">
                  <c:v>42339798.50235462</c:v>
                </c:pt>
                <c:pt idx="24">
                  <c:v>44134720.74305344</c:v>
                </c:pt>
                <c:pt idx="25">
                  <c:v>45888533.762922764</c:v>
                </c:pt>
                <c:pt idx="26">
                  <c:v>47597749.92430401</c:v>
                </c:pt>
                <c:pt idx="27">
                  <c:v>49259138.12348175</c:v>
                </c:pt>
                <c:pt idx="28">
                  <c:v>50869731.70927429</c:v>
                </c:pt>
                <c:pt idx="29">
                  <c:v>52426833.59018707</c:v>
                </c:pt>
                <c:pt idx="30">
                  <c:v>53928018.63108063</c:v>
                </c:pt>
                <c:pt idx="31">
                  <c:v>55371133.479888916</c:v>
                </c:pt>
                <c:pt idx="32">
                  <c:v>56754293.998306274</c:v>
                </c:pt>
                <c:pt idx="33">
                  <c:v>58075880.49727774</c:v>
                </c:pt>
                <c:pt idx="34">
                  <c:v>59334530.998373985</c:v>
                </c:pt>
                <c:pt idx="35">
                  <c:v>60529132.75591612</c:v>
                </c:pt>
                <c:pt idx="36">
                  <c:v>61658812.2822113</c:v>
                </c:pt>
                <c:pt idx="37">
                  <c:v>62722924.12009716</c:v>
                </c:pt>
                <c:pt idx="38">
                  <c:v>63721038.60363293</c:v>
                </c:pt>
                <c:pt idx="39">
                  <c:v>64652928.83994436</c:v>
                </c:pt>
                <c:pt idx="40">
                  <c:v>65518557.13366842</c:v>
                </c:pt>
                <c:pt idx="41">
                  <c:v>66318061.06086397</c:v>
                </c:pt>
                <c:pt idx="42">
                  <c:v>67051739.38237381</c:v>
                </c:pt>
                <c:pt idx="43">
                  <c:v>67720037.96821737</c:v>
                </c:pt>
                <c:pt idx="44">
                  <c:v>68323535.8851695</c:v>
                </c:pt>
                <c:pt idx="45">
                  <c:v>68862931.77992487</c:v>
                </c:pt>
                <c:pt idx="46">
                  <c:v>69339030.67061615</c:v>
                </c:pt>
                <c:pt idx="47">
                  <c:v>69752731.24036121</c:v>
                </c:pt>
                <c:pt idx="48">
                  <c:v>70105013.70828581</c:v>
                </c:pt>
                <c:pt idx="49">
                  <c:v>70396928.33641577</c:v>
                </c:pt>
                <c:pt idx="50">
                  <c:v>70629584.61510372</c:v>
                </c:pt>
              </c:numCache>
            </c:numRef>
          </c:val>
          <c:smooth/>
        </c:ser>
        <c:ser>
          <c:idx val="5"/>
          <c:order val="5"/>
          <c:tx>
            <c:strRef>
              <c:f>Sheet1!$G$1</c:f>
              <c:strCache>
                <c:ptCount val="1"/>
                <c:pt idx="0">
                  <c:v>bdg_dgt_video</c:v>
                </c:pt>
              </c:strCache>
            </c:strRef>
          </c:tx>
          <c:spPr>
            <a:ln w="31750">
              <a:solidFill>
                <a:srgbClr val="7900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0.0</c:v>
                </c:pt>
                <c:pt idx="1">
                  <c:v>-538719.790807724</c:v>
                </c:pt>
                <c:pt idx="2">
                  <c:v>-1075408.4262361526</c:v>
                </c:pt>
                <c:pt idx="3">
                  <c:v>-1610200.1172571182</c:v>
                </c:pt>
                <c:pt idx="4">
                  <c:v>-2143229.8669075966</c:v>
                </c:pt>
                <c:pt idx="5">
                  <c:v>-2674633.4106736183</c:v>
                </c:pt>
                <c:pt idx="6">
                  <c:v>-3204547.1561427116</c:v>
                </c:pt>
                <c:pt idx="7">
                  <c:v>-3733108.121990204</c:v>
                </c:pt>
                <c:pt idx="8">
                  <c:v>-4260453.876358986</c:v>
                </c:pt>
                <c:pt idx="9">
                  <c:v>-4786722.474694729</c:v>
                </c:pt>
                <c:pt idx="10">
                  <c:v>-5312052.397097111</c:v>
                </c:pt>
                <c:pt idx="11">
                  <c:v>-5836582.485257626</c:v>
                </c:pt>
                <c:pt idx="12">
                  <c:v>-6360451.879034996</c:v>
                </c:pt>
                <c:pt idx="13">
                  <c:v>-6883799.95275259</c:v>
                </c:pt>
                <c:pt idx="14">
                  <c:v>-7406766.2512636185</c:v>
                </c:pt>
                <c:pt idx="15">
                  <c:v>-7929490.425861359</c:v>
                </c:pt>
                <c:pt idx="16">
                  <c:v>-8452112.170101643</c:v>
                </c:pt>
                <c:pt idx="17">
                  <c:v>-8974771.155599594</c:v>
                </c:pt>
                <c:pt idx="18">
                  <c:v>-9497606.967857838</c:v>
                </c:pt>
                <c:pt idx="19">
                  <c:v>-10020759.042225838</c:v>
                </c:pt>
                <c:pt idx="20">
                  <c:v>-10544366.60000515</c:v>
                </c:pt>
                <c:pt idx="21">
                  <c:v>-11068568.584818363</c:v>
                </c:pt>
                <c:pt idx="22">
                  <c:v>-11593503.59926796</c:v>
                </c:pt>
                <c:pt idx="23">
                  <c:v>-12119309.841975212</c:v>
                </c:pt>
                <c:pt idx="24">
                  <c:v>-12646125.04504633</c:v>
                </c:pt>
                <c:pt idx="25">
                  <c:v>-13174086.412040234</c:v>
                </c:pt>
                <c:pt idx="26">
                  <c:v>-13703330.556494713</c:v>
                </c:pt>
                <c:pt idx="27">
                  <c:v>-14233993.441078663</c:v>
                </c:pt>
                <c:pt idx="28">
                  <c:v>-14766210.317417622</c:v>
                </c:pt>
                <c:pt idx="29">
                  <c:v>-15300115.666665554</c:v>
                </c:pt>
                <c:pt idx="30">
                  <c:v>-15835843.140879631</c:v>
                </c:pt>
                <c:pt idx="31">
                  <c:v>-16373525.505239487</c:v>
                </c:pt>
                <c:pt idx="32">
                  <c:v>-16913294.581188202</c:v>
                </c:pt>
                <c:pt idx="33">
                  <c:v>-17455281.190528393</c:v>
                </c:pt>
                <c:pt idx="34">
                  <c:v>-17999615.100535393</c:v>
                </c:pt>
                <c:pt idx="35">
                  <c:v>-18546424.970140934</c:v>
                </c:pt>
                <c:pt idx="36">
                  <c:v>-19095838.297216415</c:v>
                </c:pt>
                <c:pt idx="37">
                  <c:v>-19647981.36703205</c:v>
                </c:pt>
                <c:pt idx="38">
                  <c:v>-20202979.20190811</c:v>
                </c:pt>
                <c:pt idx="39">
                  <c:v>-20760955.512112617</c:v>
                </c:pt>
                <c:pt idx="40">
                  <c:v>-21322032.648048878</c:v>
                </c:pt>
                <c:pt idx="41">
                  <c:v>-21886331.55376053</c:v>
                </c:pt>
                <c:pt idx="42">
                  <c:v>-22453971.72180462</c:v>
                </c:pt>
                <c:pt idx="43">
                  <c:v>-23025071.149503708</c:v>
                </c:pt>
                <c:pt idx="44">
                  <c:v>-23599746.296635628</c:v>
                </c:pt>
                <c:pt idx="45">
                  <c:v>-24178112.044567585</c:v>
                </c:pt>
                <c:pt idx="46">
                  <c:v>-24760281.656875134</c:v>
                </c:pt>
                <c:pt idx="47">
                  <c:v>-25346366.74145794</c:v>
                </c:pt>
                <c:pt idx="48">
                  <c:v>-25936477.21418953</c:v>
                </c:pt>
                <c:pt idx="49">
                  <c:v>-26530721.26411009</c:v>
                </c:pt>
                <c:pt idx="50">
                  <c:v>-27129205.320176125</c:v>
                </c:pt>
              </c:numCache>
            </c:numRef>
          </c:val>
          <c:smooth/>
        </c:ser>
        <c:ser>
          <c:idx val="6"/>
          <c:order val="6"/>
          <c:tx>
            <c:strRef>
              <c:f>Sheet1!$H$1</c:f>
              <c:strCache>
                <c:ptCount val="1"/>
                <c:pt idx="0">
                  <c:v>bdg_ecom</c:v>
                </c:pt>
              </c:strCache>
            </c:strRef>
          </c:tx>
          <c:spPr>
            <a:ln w="31750">
              <a:solidFill>
                <a:srgbClr val="0774D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0.0</c:v>
                </c:pt>
                <c:pt idx="1">
                  <c:v>15725291.027424812</c:v>
                </c:pt>
                <c:pt idx="2">
                  <c:v>33599362.06044054</c:v>
                </c:pt>
                <c:pt idx="3">
                  <c:v>53504198.68211222</c:v>
                </c:pt>
                <c:pt idx="4">
                  <c:v>75178302.85381651</c:v>
                </c:pt>
                <c:pt idx="5">
                  <c:v>98217539.57519102</c:v>
                </c:pt>
                <c:pt idx="6">
                  <c:v>122101371.30159378</c:v>
                </c:pt>
                <c:pt idx="7">
                  <c:v>146242936.7578931</c:v>
                </c:pt>
                <c:pt idx="8">
                  <c:v>170053251.8008523</c:v>
                </c:pt>
                <c:pt idx="9">
                  <c:v>193004495.81369543</c:v>
                </c:pt>
                <c:pt idx="10">
                  <c:v>214677838.59929657</c:v>
                </c:pt>
                <c:pt idx="11">
                  <c:v>234787257.63614798</c:v>
                </c:pt>
                <c:pt idx="12">
                  <c:v>253178985.5292368</c:v>
                </c:pt>
                <c:pt idx="13">
                  <c:v>269812718.3207946</c:v>
                </c:pt>
                <c:pt idx="14">
                  <c:v>284733408.56039095</c:v>
                </c:pt>
                <c:pt idx="15">
                  <c:v>298041645.6497369</c:v>
                </c:pt>
              </c:numCache>
            </c:numRef>
          </c:val>
          <c:smooth/>
        </c:ser>
        <c:ser>
          <c:idx val="7"/>
          <c:order val="7"/>
          <c:tx>
            <c:strRef>
              <c:f>Sheet1!$I$1</c:f>
              <c:strCache>
                <c:ptCount val="1"/>
                <c:pt idx="0">
                  <c:v>bdg_ooh</c:v>
                </c:pt>
              </c:strCache>
            </c:strRef>
          </c:tx>
          <c:spPr>
            <a:ln w="31750">
              <a:solidFill>
                <a:srgbClr val="FDF49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0.0</c:v>
                </c:pt>
                <c:pt idx="1">
                  <c:v>8855249.252403736</c:v>
                </c:pt>
                <c:pt idx="2">
                  <c:v>17747150.24472046</c:v>
                </c:pt>
                <c:pt idx="3">
                  <c:v>26666859.63784218</c:v>
                </c:pt>
                <c:pt idx="4">
                  <c:v>35605435.83856201</c:v>
                </c:pt>
                <c:pt idx="5">
                  <c:v>44553874.3674593</c:v>
                </c:pt>
                <c:pt idx="6">
                  <c:v>53503143.760649204</c:v>
                </c:pt>
                <c:pt idx="7">
                  <c:v>62444221.68407059</c:v>
                </c:pt>
                <c:pt idx="8">
                  <c:v>71368130.93580055</c:v>
                </c:pt>
                <c:pt idx="9">
                  <c:v>80265975.01373053</c:v>
                </c:pt>
                <c:pt idx="10">
                  <c:v>89128972.93288803</c:v>
                </c:pt>
                <c:pt idx="11">
                  <c:v>97948492.9884181</c:v>
                </c:pt>
                <c:pt idx="12">
                  <c:v>106716085.17660522</c:v>
                </c:pt>
                <c:pt idx="13">
                  <c:v>115423512.00686646</c:v>
                </c:pt>
                <c:pt idx="14">
                  <c:v>124062777.4619317</c:v>
                </c:pt>
                <c:pt idx="15">
                  <c:v>132626153.8908</c:v>
                </c:pt>
                <c:pt idx="16">
                  <c:v>141106206.6491289</c:v>
                </c:pt>
                <c:pt idx="17">
                  <c:v>149495816.33356047</c:v>
                </c:pt>
                <c:pt idx="18">
                  <c:v>157788198.48959827</c:v>
                </c:pt>
                <c:pt idx="19">
                  <c:v>165976920.70635128</c:v>
                </c:pt>
                <c:pt idx="20">
                  <c:v>174055917.045043</c:v>
                </c:pt>
                <c:pt idx="21">
                  <c:v>182019499.78098822</c:v>
                </c:pt>
                <c:pt idx="22">
                  <c:v>189862368.47039843</c:v>
                </c:pt>
                <c:pt idx="23">
                  <c:v>197579616.38305283</c:v>
                </c:pt>
                <c:pt idx="24">
                  <c:v>205166734.36949587</c:v>
                </c:pt>
                <c:pt idx="25">
                  <c:v>212619612.25629854</c:v>
                </c:pt>
                <c:pt idx="26">
                  <c:v>219934537.8850565</c:v>
                </c:pt>
                <c:pt idx="27">
                  <c:v>227108193.92977428</c:v>
                </c:pt>
                <c:pt idx="28">
                  <c:v>234137652.6431527</c:v>
                </c:pt>
                <c:pt idx="29">
                  <c:v>241020368.6949129</c:v>
                </c:pt>
                <c:pt idx="30">
                  <c:v>247754170.2747631</c:v>
                </c:pt>
                <c:pt idx="31">
                  <c:v>254337248.63897848</c:v>
                </c:pt>
                <c:pt idx="32">
                  <c:v>260768146.28305054</c:v>
                </c:pt>
                <c:pt idx="33">
                  <c:v>267045743.92355824</c:v>
                </c:pt>
                <c:pt idx="34">
                  <c:v>273169246.47069645</c:v>
                </c:pt>
                <c:pt idx="35">
                  <c:v>279138168.16888666</c:v>
                </c:pt>
                <c:pt idx="36">
                  <c:v>284952317.07698774</c:v>
                </c:pt>
                <c:pt idx="37">
                  <c:v>290611779.05198956</c:v>
                </c:pt>
                <c:pt idx="38">
                  <c:v>296116901.3911557</c:v>
                </c:pt>
                <c:pt idx="39">
                  <c:v>301468276.27746487</c:v>
                </c:pt>
                <c:pt idx="40">
                  <c:v>306666724.1623645</c:v>
                </c:pt>
                <c:pt idx="41">
                  <c:v>311713277.2083678</c:v>
                </c:pt>
                <c:pt idx="42">
                  <c:v>316609162.902266</c:v>
                </c:pt>
                <c:pt idx="43">
                  <c:v>321355787.9378228</c:v>
                </c:pt>
                <c:pt idx="44">
                  <c:v>325954722.4550009</c:v>
                </c:pt>
                <c:pt idx="45">
                  <c:v>330407684.7111678</c:v>
                </c:pt>
                <c:pt idx="46">
                  <c:v>334716526.24852514</c:v>
                </c:pt>
                <c:pt idx="47">
                  <c:v>338883217.6112747</c:v>
                </c:pt>
                <c:pt idx="48">
                  <c:v>342909834.6559</c:v>
                </c:pt>
                <c:pt idx="49">
                  <c:v>346798545.4884181</c:v>
                </c:pt>
                <c:pt idx="50">
                  <c:v>350551598.0537152</c:v>
                </c:pt>
              </c:numCache>
            </c:numRef>
          </c:val>
          <c:smooth/>
        </c:ser>
        <c:ser>
          <c:idx val="8"/>
          <c:order val="8"/>
          <c:tx>
            <c:strRef>
              <c:f>Sheet1!$J$1</c:f>
              <c:strCache>
                <c:ptCount val="1"/>
                <c:pt idx="0">
                  <c:v>bdg_pos</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0.0</c:v>
                </c:pt>
                <c:pt idx="1">
                  <c:v>-1282070.0594887733</c:v>
                </c:pt>
                <c:pt idx="2">
                  <c:v>-2560970.054614544</c:v>
                </c:pt>
                <c:pt idx="3">
                  <c:v>-3836760.7425661087</c:v>
                </c:pt>
                <c:pt idx="4">
                  <c:v>-5109504.277292252</c:v>
                </c:pt>
                <c:pt idx="5">
                  <c:v>-6379264.1899495125</c:v>
                </c:pt>
                <c:pt idx="6">
                  <c:v>-7646105.367960453</c:v>
                </c:pt>
                <c:pt idx="7">
                  <c:v>-8910094.032670975</c:v>
                </c:pt>
                <c:pt idx="8">
                  <c:v>-10171297.715634823</c:v>
                </c:pt>
                <c:pt idx="9">
                  <c:v>-11429785.233516693</c:v>
                </c:pt>
                <c:pt idx="10">
                  <c:v>-12685626.661634922</c:v>
                </c:pt>
                <c:pt idx="11">
                  <c:v>-13938893.306176186</c:v>
                </c:pt>
                <c:pt idx="12">
                  <c:v>-15189657.675058842</c:v>
                </c:pt>
                <c:pt idx="13">
                  <c:v>-16437993.447516918</c:v>
                </c:pt>
                <c:pt idx="14">
                  <c:v>-17683975.44238949</c:v>
                </c:pt>
                <c:pt idx="15">
                  <c:v>-18927679.58515501</c:v>
                </c:pt>
                <c:pt idx="16">
                  <c:v>-20169182.87374544</c:v>
                </c:pt>
                <c:pt idx="17">
                  <c:v>-21408563.343153</c:v>
                </c:pt>
                <c:pt idx="18">
                  <c:v>-22645900.02887535</c:v>
                </c:pt>
                <c:pt idx="19">
                  <c:v>-23881272.929240227</c:v>
                </c:pt>
                <c:pt idx="20">
                  <c:v>-25114762.966622353</c:v>
                </c:pt>
                <c:pt idx="21">
                  <c:v>-26346451.94761944</c:v>
                </c:pt>
                <c:pt idx="22">
                  <c:v>-27576422.52220106</c:v>
                </c:pt>
                <c:pt idx="23">
                  <c:v>-28804758.14191389</c:v>
                </c:pt>
                <c:pt idx="24">
                  <c:v>-30031543.01713419</c:v>
                </c:pt>
                <c:pt idx="25">
                  <c:v>-31256862.07346773</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#N/A</c:v>
                </c:pt>
                <c:pt idx="1">
                  <c:v>1.623946892050028</c:v>
                </c:pt>
                <c:pt idx="2">
                  <c:v>1.6751616724201441</c:v>
                </c:pt>
                <c:pt idx="3">
                  <c:v>1.7272381011965274</c:v>
                </c:pt>
                <c:pt idx="4">
                  <c:v>1.7799961323102713</c:v>
                </c:pt>
                <c:pt idx="5">
                  <c:v>1.8332292296869754</c:v>
                </c:pt>
                <c:pt idx="6">
                  <c:v>1.8867048495367766</c:v>
                </c:pt>
                <c:pt idx="7">
                  <c:v>1.940165774838686</c:v>
                </c:pt>
                <c:pt idx="8">
                  <c:v>1.9933323959420621</c:v>
                </c:pt>
                <c:pt idx="9">
                  <c:v>2.045905994311624</c:v>
                </c:pt>
                <c:pt idx="10">
                  <c:v>2.0975730371240617</c:v>
                </c:pt>
                <c:pt idx="11">
                  <c:v>2.148010430585341</c:v>
                </c:pt>
                <c:pt idx="12">
                  <c:v>2.1968916131171388</c:v>
                </c:pt>
                <c:pt idx="13">
                  <c:v>2.2438933012681925</c:v>
                </c:pt>
                <c:pt idx="14">
                  <c:v>2.2887026379231896</c:v>
                </c:pt>
                <c:pt idx="15">
                  <c:v>2.3310244412648835</c:v>
                </c:pt>
              </c:numCache>
            </c:numRef>
          </c:val>
          <c:smooth/>
        </c:ser>
        <c:ser>
          <c:idx val="1"/>
          <c:order val="1"/>
          <c:tx>
            <c:strRef>
              <c:f>Sheet1!$C$1</c:f>
              <c:strCache>
                <c:ptCount val="1"/>
                <c:pt idx="0">
                  <c:v>TV</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#N/A</c:v>
                </c:pt>
                <c:pt idx="1">
                  <c:v>0.2116112549009323</c:v>
                </c:pt>
                <c:pt idx="2">
                  <c:v>0.21165196136164666</c:v>
                </c:pt>
                <c:pt idx="3">
                  <c:v>0.211692601076444</c:v>
                </c:pt>
                <c:pt idx="4">
                  <c:v>0.21173317394787072</c:v>
                </c:pt>
                <c:pt idx="5">
                  <c:v>0.21177367987833023</c:v>
                </c:pt>
                <c:pt idx="6">
                  <c:v>0.21181411877012252</c:v>
                </c:pt>
                <c:pt idx="7">
                  <c:v>0.21185449052609717</c:v>
                </c:pt>
                <c:pt idx="8">
                  <c:v>0.2118947950489521</c:v>
                </c:pt>
                <c:pt idx="9">
                  <c:v>0.21193503224166235</c:v>
                </c:pt>
                <c:pt idx="10">
                  <c:v>0.2119752020074129</c:v>
                </c:pt>
                <c:pt idx="11">
                  <c:v>0.21201530424935167</c:v>
                </c:pt>
                <c:pt idx="12">
                  <c:v>0.21205533887114128</c:v>
                </c:pt>
                <c:pt idx="13">
                  <c:v>0.2120953057762476</c:v>
                </c:pt>
                <c:pt idx="14">
                  <c:v>0.2121352048684529</c:v>
                </c:pt>
                <c:pt idx="15">
                  <c:v>0.2121750360517025</c:v>
                </c:pt>
                <c:pt idx="16">
                  <c:v>0.21221479923006892</c:v>
                </c:pt>
                <c:pt idx="17">
                  <c:v>0.21225449430782656</c:v>
                </c:pt>
                <c:pt idx="18">
                  <c:v>0.2122941211893691</c:v>
                </c:pt>
                <c:pt idx="19">
                  <c:v>0.2123336797792786</c:v>
                </c:pt>
                <c:pt idx="20">
                  <c:v>0.21237316998231412</c:v>
                </c:pt>
                <c:pt idx="21">
                  <c:v>0.21241259170333546</c:v>
                </c:pt>
                <c:pt idx="22">
                  <c:v>0.21245194484745372</c:v>
                </c:pt>
                <c:pt idx="23">
                  <c:v>0.21249122931990416</c:v>
                </c:pt>
                <c:pt idx="24">
                  <c:v>0.21253044502607982</c:v>
                </c:pt>
                <c:pt idx="25">
                  <c:v>0.21256959187156677</c:v>
                </c:pt>
                <c:pt idx="26">
                  <c:v>0.21260866976207954</c:v>
                </c:pt>
                <c:pt idx="27">
                  <c:v>0.21264767860356085</c:v>
                </c:pt>
                <c:pt idx="28">
                  <c:v>0.21268661830210686</c:v>
                </c:pt>
                <c:pt idx="29">
                  <c:v>0.21272548876389963</c:v>
                </c:pt>
                <c:pt idx="30">
                  <c:v>0.2127642898954312</c:v>
                </c:pt>
                <c:pt idx="31">
                  <c:v>0.21280302160325357</c:v>
                </c:pt>
                <c:pt idx="32">
                  <c:v>0.21284168379414828</c:v>
                </c:pt>
                <c:pt idx="33">
                  <c:v>0.21288027637506254</c:v>
                </c:pt>
                <c:pt idx="34">
                  <c:v>0.21291879925309912</c:v>
                </c:pt>
                <c:pt idx="35">
                  <c:v>0.2129572523355552</c:v>
                </c:pt>
                <c:pt idx="36">
                  <c:v>0.21299563552989562</c:v>
                </c:pt>
                <c:pt idx="37">
                  <c:v>0.2130339487437493</c:v>
                </c:pt>
                <c:pt idx="38">
                  <c:v>0.21307219188495058</c:v>
                </c:pt>
                <c:pt idx="39">
                  <c:v>0.21311036486148222</c:v>
                </c:pt>
                <c:pt idx="40">
                  <c:v>0.2131484675815165</c:v>
                </c:pt>
                <c:pt idx="41">
                  <c:v>0.21318649995342698</c:v>
                </c:pt>
                <c:pt idx="42">
                  <c:v>0.21322446188571909</c:v>
                </c:pt>
                <c:pt idx="43">
                  <c:v>0.2132623532871091</c:v>
                </c:pt>
                <c:pt idx="44">
                  <c:v>0.21330017406649482</c:v>
                </c:pt>
                <c:pt idx="45">
                  <c:v>0.2133379241329564</c:v>
                </c:pt>
                <c:pt idx="46">
                  <c:v>0.2133756033957419</c:v>
                </c:pt>
                <c:pt idx="47">
                  <c:v>0.2134132117642849</c:v>
                </c:pt>
                <c:pt idx="48">
                  <c:v>0.21345074914821982</c:v>
                </c:pt>
                <c:pt idx="49">
                  <c:v>0.21348821545734212</c:v>
                </c:pt>
                <c:pt idx="50">
                  <c:v>0.21352561060167313</c:v>
                </c:pt>
                <c:pt idx="51">
                  <c:v>0.2135629344913492</c:v>
                </c:pt>
                <c:pt idx="52">
                  <c:v>0.21360018703676645</c:v>
                </c:pt>
                <c:pt idx="53">
                  <c:v>0.21363736814846632</c:v>
                </c:pt>
                <c:pt idx="54">
                  <c:v>0.21367447773718393</c:v>
                </c:pt>
                <c:pt idx="55">
                  <c:v>0.21371151571384342</c:v>
                </c:pt>
                <c:pt idx="56">
                  <c:v>0.21374848198957103</c:v>
                </c:pt>
                <c:pt idx="57">
                  <c:v>0.21378537647566462</c:v>
                </c:pt>
                <c:pt idx="58">
                  <c:v>0.2138221990836242</c:v>
                </c:pt>
                <c:pt idx="59">
                  <c:v>0.213858949725143</c:v>
                </c:pt>
                <c:pt idx="60">
                  <c:v>0.21389562831208705</c:v>
                </c:pt>
                <c:pt idx="61">
                  <c:v>0.21393223475652837</c:v>
                </c:pt>
                <c:pt idx="62">
                  <c:v>0.2139687689707433</c:v>
                </c:pt>
                <c:pt idx="63">
                  <c:v>0.21400523086718906</c:v>
                </c:pt>
                <c:pt idx="64">
                  <c:v>0.21404162035850063</c:v>
                </c:pt>
                <c:pt idx="65">
                  <c:v>0.21407793735753572</c:v>
                </c:pt>
                <c:pt idx="66">
                  <c:v>0.21411418177733998</c:v>
                </c:pt>
                <c:pt idx="67">
                  <c:v>0.21415035353114711</c:v>
                </c:pt>
                <c:pt idx="68">
                  <c:v>0.2141864525324001</c:v>
                </c:pt>
                <c:pt idx="69">
                  <c:v>0.21422247869472918</c:v>
                </c:pt>
                <c:pt idx="70">
                  <c:v>0.2142584319319657</c:v>
                </c:pt>
                <c:pt idx="71">
                  <c:v>0.214294312158138</c:v>
                </c:pt>
                <c:pt idx="72">
                  <c:v>0.21433011928748422</c:v>
                </c:pt>
                <c:pt idx="73">
                  <c:v>0.21436585323442497</c:v>
                </c:pt>
                <c:pt idx="74">
                  <c:v>0.21440151391358955</c:v>
                </c:pt>
                <c:pt idx="75">
                  <c:v>0.21443710123983065</c:v>
                </c:pt>
                <c:pt idx="76">
                  <c:v>0.21447261512816265</c:v>
                </c:pt>
                <c:pt idx="77">
                  <c:v>0.21450805549382854</c:v>
                </c:pt>
                <c:pt idx="78">
                  <c:v>0.21454342225227602</c:v>
                </c:pt>
                <c:pt idx="79">
                  <c:v>0.2145787153191476</c:v>
                </c:pt>
                <c:pt idx="80">
                  <c:v>0.21461393461028933</c:v>
                </c:pt>
                <c:pt idx="81">
                  <c:v>0.21464908004176175</c:v>
                </c:pt>
                <c:pt idx="82">
                  <c:v>0.21468415152981804</c:v>
                </c:pt>
                <c:pt idx="83">
                  <c:v>0.21471914899094133</c:v>
                </c:pt>
                <c:pt idx="84">
                  <c:v>0.21475407234179122</c:v>
                </c:pt>
                <c:pt idx="85">
                  <c:v>0.21478892149926074</c:v>
                </c:pt>
                <c:pt idx="86">
                  <c:v>0.2148236963804378</c:v>
                </c:pt>
                <c:pt idx="87">
                  <c:v>0.2148583969026242</c:v>
                </c:pt>
                <c:pt idx="88">
                  <c:v>0.21489302298333157</c:v>
                </c:pt>
                <c:pt idx="89">
                  <c:v>0.21492757454028022</c:v>
                </c:pt>
                <c:pt idx="90">
                  <c:v>0.21496205149140094</c:v>
                </c:pt>
                <c:pt idx="91">
                  <c:v>0.21499645375484164</c:v>
                </c:pt>
                <c:pt idx="92">
                  <c:v>0.2150307812489556</c:v>
                </c:pt>
                <c:pt idx="93">
                  <c:v>0.21506503389231363</c:v>
                </c:pt>
                <c:pt idx="94">
                  <c:v>0.21509921160369225</c:v>
                </c:pt>
                <c:pt idx="95">
                  <c:v>0.21513331430209562</c:v>
                </c:pt>
                <c:pt idx="96">
                  <c:v>0.21516734190673628</c:v>
                </c:pt>
                <c:pt idx="97">
                  <c:v>0.21520129433703422</c:v>
                </c:pt>
                <c:pt idx="98">
                  <c:v>0.21523517151263782</c:v>
                </c:pt>
                <c:pt idx="99">
                  <c:v>0.21526897335341</c:v>
                </c:pt>
                <c:pt idx="100">
                  <c:v>0.21530269977941274</c:v>
                </c:pt>
                <c:pt idx="101">
                  <c:v>0.2153363507109609</c:v>
                </c:pt>
                <c:pt idx="102">
                  <c:v>0.2153699260685514</c:v>
                </c:pt>
                <c:pt idx="103">
                  <c:v>0.21540342577292618</c:v>
                </c:pt>
                <c:pt idx="104">
                  <c:v>0.21543684974503058</c:v>
                </c:pt>
                <c:pt idx="105">
                  <c:v>0.21547019790604227</c:v>
                </c:pt>
                <c:pt idx="106">
                  <c:v>0.2155034701773513</c:v>
                </c:pt>
                <c:pt idx="107">
                  <c:v>0.21553666648057465</c:v>
                </c:pt>
                <c:pt idx="108">
                  <c:v>0.21556978673754576</c:v>
                </c:pt>
                <c:pt idx="109">
                  <c:v>0.2156028308703265</c:v>
                </c:pt>
                <c:pt idx="110">
                  <c:v>0.21563579880119887</c:v>
                </c:pt>
                <c:pt idx="111">
                  <c:v>0.21566869045267234</c:v>
                </c:pt>
                <c:pt idx="112">
                  <c:v>0.21570150574747154</c:v>
                </c:pt>
                <c:pt idx="113">
                  <c:v>0.21573424460855206</c:v>
                </c:pt>
                <c:pt idx="114">
                  <c:v>0.21576690695910494</c:v>
                </c:pt>
                <c:pt idx="115">
                  <c:v>0.21579949272252996</c:v>
                </c:pt>
                <c:pt idx="116">
                  <c:v>0.21583200182246134</c:v>
                </c:pt>
                <c:pt idx="117">
                  <c:v>0.21586443418276818</c:v>
                </c:pt>
                <c:pt idx="118">
                  <c:v>0.21589678972753226</c:v>
                </c:pt>
                <c:pt idx="119">
                  <c:v>0.21592906838107911</c:v>
                </c:pt>
                <c:pt idx="120">
                  <c:v>0.21596127006795407</c:v>
                </c:pt>
                <c:pt idx="121">
                  <c:v>0.21599339471293086</c:v>
                </c:pt>
                <c:pt idx="122">
                  <c:v>0.2160254422410238</c:v>
                </c:pt>
                <c:pt idx="123">
                  <c:v>0.21605741257746433</c:v>
                </c:pt>
                <c:pt idx="124">
                  <c:v>0.21608930564773082</c:v>
                </c:pt>
                <c:pt idx="125">
                  <c:v>0.2161211213775177</c:v>
                </c:pt>
                <c:pt idx="126">
                  <c:v>0.21615285969276277</c:v>
                </c:pt>
                <c:pt idx="127">
                  <c:v>0.21618452051963769</c:v>
                </c:pt>
                <c:pt idx="128">
                  <c:v>0.21621610378454253</c:v>
                </c:pt>
                <c:pt idx="129">
                  <c:v>0.21624760941410434</c:v>
                </c:pt>
                <c:pt idx="130">
                  <c:v>0.21627903733520693</c:v>
                </c:pt>
                <c:pt idx="131">
                  <c:v>0.2163103874749482</c:v>
                </c:pt>
                <c:pt idx="132">
                  <c:v>0.21634165976067204</c:v>
                </c:pt>
                <c:pt idx="133">
                  <c:v>0.21637285411996052</c:v>
                </c:pt>
                <c:pt idx="134">
                  <c:v>0.21640397048062174</c:v>
                </c:pt>
                <c:pt idx="135">
                  <c:v>0.21643500877072017</c:v>
                </c:pt>
                <c:pt idx="136">
                  <c:v>0.2164659689185374</c:v>
                </c:pt>
                <c:pt idx="137">
                  <c:v>0.2164968508526078</c:v>
                </c:pt>
                <c:pt idx="138">
                  <c:v>0.21652765450169903</c:v>
                </c:pt>
                <c:pt idx="139">
                  <c:v>0.21655837979482748</c:v>
                </c:pt>
                <c:pt idx="140">
                  <c:v>0.21658902666123253</c:v>
                </c:pt>
                <c:pt idx="141">
                  <c:v>0.21661959503041261</c:v>
                </c:pt>
                <c:pt idx="142">
                  <c:v>0.21665008483209577</c:v>
                </c:pt>
                <c:pt idx="143">
                  <c:v>0.21668049599625347</c:v>
                </c:pt>
                <c:pt idx="144">
                  <c:v>0.2167108284531153</c:v>
                </c:pt>
                <c:pt idx="145">
                  <c:v>0.21674108213312543</c:v>
                </c:pt>
                <c:pt idx="146">
                  <c:v>0.2167712569669975</c:v>
                </c:pt>
                <c:pt idx="147">
                  <c:v>0.2168013528856761</c:v>
                </c:pt>
                <c:pt idx="148">
                  <c:v>0.21683136982035153</c:v>
                </c:pt>
                <c:pt idx="149">
                  <c:v>0.21686130770246134</c:v>
                </c:pt>
                <c:pt idx="150">
                  <c:v>0.2168911664636898</c:v>
                </c:pt>
                <c:pt idx="151">
                  <c:v>0.21692094603596934</c:v>
                </c:pt>
                <c:pt idx="152">
                  <c:v>0.21695064635146918</c:v>
                </c:pt>
                <c:pt idx="153">
                  <c:v>0.21698026734261575</c:v>
                </c:pt>
                <c:pt idx="154">
                  <c:v>0.21700980894208263</c:v>
                </c:pt>
                <c:pt idx="155">
                  <c:v>0.21703927108278737</c:v>
                </c:pt>
                <c:pt idx="156">
                  <c:v>0.21706865369789569</c:v>
                </c:pt>
                <c:pt idx="157">
                  <c:v>0.21709795672083051</c:v>
                </c:pt>
                <c:pt idx="158">
                  <c:v>0.2171271800852531</c:v>
                </c:pt>
                <c:pt idx="159">
                  <c:v>0.2171563237250856</c:v>
                </c:pt>
                <c:pt idx="160">
                  <c:v>0.21718538757449687</c:v>
                </c:pt>
                <c:pt idx="161">
                  <c:v>0.21721437156790088</c:v>
                </c:pt>
                <c:pt idx="162">
                  <c:v>0.21724327563997844</c:v>
                </c:pt>
                <c:pt idx="163">
                  <c:v>0.21727209972564573</c:v>
                </c:pt>
                <c:pt idx="164">
                  <c:v>0.21730084376008335</c:v>
                </c:pt>
                <c:pt idx="165">
                  <c:v>0.2173295076787255</c:v>
                </c:pt>
                <c:pt idx="166">
                  <c:v>0.21735809141724655</c:v>
                </c:pt>
                <c:pt idx="167">
                  <c:v>0.217386594911591</c:v>
                </c:pt>
                <c:pt idx="168">
                  <c:v>0.21741501809795413</c:v>
                </c:pt>
                <c:pt idx="169">
                  <c:v>0.2174433609127815</c:v>
                </c:pt>
                <c:pt idx="170">
                  <c:v>0.21747162329277853</c:v>
                </c:pt>
                <c:pt idx="171">
                  <c:v>0.21749980517490566</c:v>
                </c:pt>
                <c:pt idx="172">
                  <c:v>0.21752790649637926</c:v>
                </c:pt>
                <c:pt idx="173">
                  <c:v>0.21755592719467803</c:v>
                </c:pt>
                <c:pt idx="174">
                  <c:v>0.21758386720752715</c:v>
                </c:pt>
                <c:pt idx="175">
                  <c:v>0.21761172647292001</c:v>
                </c:pt>
                <c:pt idx="176">
                  <c:v>0.2176395049291104</c:v>
                </c:pt>
                <c:pt idx="177">
                  <c:v>0.21766720251460397</c:v>
                </c:pt>
                <c:pt idx="178">
                  <c:v>0.21769481916816852</c:v>
                </c:pt>
                <c:pt idx="179">
                  <c:v>0.21772235482882654</c:v>
                </c:pt>
                <c:pt idx="180">
                  <c:v>0.21774980943587224</c:v>
                </c:pt>
                <c:pt idx="181">
                  <c:v>0.21777718292885723</c:v>
                </c:pt>
                <c:pt idx="182">
                  <c:v>0.21780447524758878</c:v>
                </c:pt>
                <c:pt idx="183">
                  <c:v>0.2178316863321385</c:v>
                </c:pt>
                <c:pt idx="184">
                  <c:v>0.21785881612284416</c:v>
                </c:pt>
                <c:pt idx="185">
                  <c:v>0.21788586456029996</c:v>
                </c:pt>
                <c:pt idx="186">
                  <c:v>0.21791283158537264</c:v>
                </c:pt>
                <c:pt idx="187">
                  <c:v>0.21793971713918162</c:v>
                </c:pt>
                <c:pt idx="188">
                  <c:v>0.2179665211631199</c:v>
                </c:pt>
                <c:pt idx="189">
                  <c:v>0.21799324359883834</c:v>
                </c:pt>
                <c:pt idx="190">
                  <c:v>0.21801988438825734</c:v>
                </c:pt>
                <c:pt idx="191">
                  <c:v>0.21804644347355878</c:v>
                </c:pt>
                <c:pt idx="192">
                  <c:v>0.21807292079719157</c:v>
                </c:pt>
                <c:pt idx="193">
                  <c:v>0.2180993163018758</c:v>
                </c:pt>
                <c:pt idx="194">
                  <c:v>0.2181256299305933</c:v>
                </c:pt>
                <c:pt idx="195">
                  <c:v>0.21815186162659328</c:v>
                </c:pt>
                <c:pt idx="196">
                  <c:v>0.21817801133339138</c:v>
                </c:pt>
                <c:pt idx="197">
                  <c:v>0.21820407899478003</c:v>
                </c:pt>
                <c:pt idx="198">
                  <c:v>0.2182300645548057</c:v>
                </c:pt>
                <c:pt idx="199">
                  <c:v>0.21825596795779617</c:v>
                </c:pt>
                <c:pt idx="200">
                  <c:v>0.21828178914834143</c:v>
                </c:pt>
              </c:numCache>
            </c:numRef>
          </c:val>
          <c:smooth/>
        </c:ser>
        <c:ser>
          <c:idx val="2"/>
          <c:order val="2"/>
          <c:tx>
            <c:strRef>
              <c:f>Sheet1!$D$1</c:f>
              <c:strCache>
                <c:ptCount val="1"/>
                <c:pt idx="0">
                  <c:v>bdg_dgt_display</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#N/A</c:v>
                </c:pt>
                <c:pt idx="1">
                  <c:v>9.727962360100745</c:v>
                </c:pt>
                <c:pt idx="2">
                  <c:v>10.451522639384747</c:v>
                </c:pt>
                <c:pt idx="3">
                  <c:v>11.117371874634186</c:v>
                </c:pt>
                <c:pt idx="4">
                  <c:v>11.684638000589668</c:v>
                </c:pt>
                <c:pt idx="5">
                  <c:v>12.118978931818342</c:v>
                </c:pt>
                <c:pt idx="6">
                  <c:v>12.399795299600322</c:v>
                </c:pt>
                <c:pt idx="7">
                  <c:v>12.523873764685154</c:v>
                </c:pt>
                <c:pt idx="8">
                  <c:v>12.504104320856303</c:v>
                </c:pt>
                <c:pt idx="9">
                  <c:v>12.364358349406878</c:v>
                </c:pt>
                <c:pt idx="10">
                  <c:v>12.13308590084529</c:v>
                </c:pt>
                <c:pt idx="11">
                  <c:v>11.837953971020049</c:v>
                </c:pt>
                <c:pt idx="12">
                  <c:v>11.502604893772622</c:v>
                </c:pt>
                <c:pt idx="13">
                  <c:v>11.14544547654781</c:v>
                </c:pt>
                <c:pt idx="14">
                  <c:v>10.779809418168034</c:v>
                </c:pt>
                <c:pt idx="15">
                  <c:v>10.414794819238901</c:v>
                </c:pt>
                <c:pt idx="16">
                  <c:v>10.05628104854448</c:v>
                </c:pt>
                <c:pt idx="17">
                  <c:v>9.707858158440043</c:v>
                </c:pt>
                <c:pt idx="18">
                  <c:v>9.371567171032746</c:v>
                </c:pt>
                <c:pt idx="19">
                  <c:v>9.048441764422028</c:v>
                </c:pt>
                <c:pt idx="20">
                  <c:v>8.738881830043603</c:v>
                </c:pt>
                <c:pt idx="21">
                  <c:v>8.44289975158605</c:v>
                </c:pt>
                <c:pt idx="22">
                  <c:v>8.160277003705502</c:v>
                </c:pt>
                <c:pt idx="23">
                  <c:v>7.890660798116787</c:v>
                </c:pt>
                <c:pt idx="24">
                  <c:v>7.6336223195702235</c:v>
                </c:pt>
                <c:pt idx="25">
                  <c:v>7.388691251678763</c:v>
                </c:pt>
                <c:pt idx="26">
                  <c:v>7.155376158475353</c:v>
                </c:pt>
                <c:pt idx="27">
                  <c:v>6.933176691379856</c:v>
                </c:pt>
                <c:pt idx="28">
                  <c:v>6.721591198878322</c:v>
                </c:pt>
                <c:pt idx="29">
                  <c:v>6.52012179339755</c:v>
                </c:pt>
                <c:pt idx="30">
                  <c:v>6.328278000713206</c:v>
                </c:pt>
                <c:pt idx="31">
                  <c:v>6.145579575242996</c:v>
                </c:pt>
                <c:pt idx="32">
                  <c:v>5.971558764643781</c:v>
                </c:pt>
                <c:pt idx="33">
                  <c:v>5.805762152114623</c:v>
                </c:pt>
                <c:pt idx="34">
                  <c:v>5.647752132370192</c:v>
                </c:pt>
                <c:pt idx="35">
                  <c:v>5.497108048990522</c:v>
                </c:pt>
                <c:pt idx="36">
                  <c:v>5.3534270141521425</c:v>
                </c:pt>
                <c:pt idx="37">
                  <c:v>5.216324433963589</c:v>
                </c:pt>
                <c:pt idx="38">
                  <c:v>5.085434267200652</c:v>
                </c:pt>
                <c:pt idx="39">
                  <c:v>4.96040904912948</c:v>
                </c:pt>
                <c:pt idx="40">
                  <c:v>4.840919714220131</c:v>
                </c:pt>
                <c:pt idx="41">
                  <c:v>4.726655251776265</c:v>
                </c:pt>
                <c:pt idx="42">
                  <c:v>4.617322227154697</c:v>
                </c:pt>
                <c:pt idx="43">
                  <c:v>4.512644198774382</c:v>
                </c:pt>
                <c:pt idx="44">
                  <c:v>4.412361057959334</c:v>
                </c:pt>
                <c:pt idx="45">
                  <c:v>4.316228315189065</c:v>
                </c:pt>
                <c:pt idx="46">
                  <c:v>4.224016352818613</c:v>
                </c:pt>
                <c:pt idx="47">
                  <c:v>4.135509660967639</c:v>
                </c:pt>
                <c:pt idx="48">
                  <c:v>4.050506070181211</c:v>
                </c:pt>
                <c:pt idx="49">
                  <c:v>3.968815991697949</c:v>
                </c:pt>
                <c:pt idx="50">
                  <c:v>3.890261673746953</c:v>
                </c:pt>
              </c:numCache>
            </c:numRef>
          </c:val>
          <c:smooth/>
        </c:ser>
        <c:ser>
          <c:idx val="3"/>
          <c:order val="3"/>
          <c:tx>
            <c:strRef>
              <c:f>Sheet1!$E$1</c:f>
              <c:strCache>
                <c:ptCount val="1"/>
                <c:pt idx="0">
                  <c:v>bdg_dgt_perform</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#N/A</c:v>
                </c:pt>
                <c:pt idx="1">
                  <c:v>11.941734889319896</c:v>
                </c:pt>
                <c:pt idx="2">
                  <c:v>11.984520285947442</c:v>
                </c:pt>
                <c:pt idx="3">
                  <c:v>12.002100888997635</c:v>
                </c:pt>
                <c:pt idx="4">
                  <c:v>11.99448756940943</c:v>
                </c:pt>
                <c:pt idx="5">
                  <c:v>11.962150620058155</c:v>
                </c:pt>
                <c:pt idx="6">
                  <c:v>11.905992283608079</c:v>
                </c:pt>
                <c:pt idx="7">
                  <c:v>11.827299829400335</c:v>
                </c:pt>
                <c:pt idx="8">
                  <c:v>11.727683436243712</c:v>
                </c:pt>
                <c:pt idx="9">
                  <c:v>11.609004130121232</c:v>
                </c:pt>
                <c:pt idx="10">
                  <c:v>11.473297343454266</c:v>
                </c:pt>
                <c:pt idx="11">
                  <c:v>11.322697345437657</c:v>
                </c:pt>
                <c:pt idx="12">
                  <c:v>11.159366976105074</c:v>
                </c:pt>
                <c:pt idx="13">
                  <c:v>10.985435989135485</c:v>
                </c:pt>
                <c:pt idx="14">
                  <c:v>10.802950068095344</c:v>
                </c:pt>
                <c:pt idx="15">
                  <c:v>10.613831398706198</c:v>
                </c:pt>
                <c:pt idx="16">
                  <c:v>10.419850677477866</c:v>
                </c:pt>
                <c:pt idx="17">
                  <c:v>10.222609680578834</c:v>
                </c:pt>
                <c:pt idx="18">
                  <c:v>10.023533021973437</c:v>
                </c:pt>
                <c:pt idx="19">
                  <c:v>9.823867475184578</c:v>
                </c:pt>
                <c:pt idx="20">
                  <c:v>9.624687174710953</c:v>
                </c:pt>
                <c:pt idx="21">
                  <c:v>9.426903098393838</c:v>
                </c:pt>
                <c:pt idx="22">
                  <c:v>9.231275409301833</c:v>
                </c:pt>
                <c:pt idx="23">
                  <c:v>9.038427460739593</c:v>
                </c:pt>
                <c:pt idx="24">
                  <c:v>8.848860506698697</c:v>
                </c:pt>
                <c:pt idx="25">
                  <c:v>8.662968388799104</c:v>
                </c:pt>
              </c:numCache>
            </c:numRef>
          </c:val>
          <c:smooth/>
        </c:ser>
        <c:ser>
          <c:idx val="4"/>
          <c:order val="4"/>
          <c:tx>
            <c:strRef>
              <c:f>Sheet1!$F$1</c:f>
              <c:strCache>
                <c:ptCount val="1"/>
                <c:pt idx="0">
                  <c:v>bdg_dgt_special</c:v>
                </c:pt>
              </c:strCache>
            </c:strRef>
          </c:tx>
          <c:spPr>
            <a:ln w="31750">
              <a:solidFill>
                <a:srgbClr val="645474"/>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#N/A</c:v>
                </c:pt>
                <c:pt idx="1">
                  <c:v>1.7474033933656217</c:v>
                </c:pt>
                <c:pt idx="2">
                  <c:v>1.7623208337825538</c:v>
                </c:pt>
                <c:pt idx="3">
                  <c:v>1.7767376043024063</c:v>
                </c:pt>
                <c:pt idx="4">
                  <c:v>1.7906195938270688</c:v>
                </c:pt>
                <c:pt idx="5">
                  <c:v>1.8039337045989037</c:v>
                </c:pt>
                <c:pt idx="6">
                  <c:v>1.8166480958960454</c:v>
                </c:pt>
                <c:pt idx="7">
                  <c:v>1.828732424548626</c:v>
                </c:pt>
                <c:pt idx="8">
                  <c:v>1.8401580787919163</c:v>
                </c:pt>
                <c:pt idx="9">
                  <c:v>1.850898401938253</c:v>
                </c:pt>
                <c:pt idx="10">
                  <c:v>1.8609289024011373</c:v>
                </c:pt>
                <c:pt idx="11">
                  <c:v>1.8702274467413424</c:v>
                </c:pt>
                <c:pt idx="12">
                  <c:v>1.878774432626029</c:v>
                </c:pt>
                <c:pt idx="13">
                  <c:v>1.88655293889838</c:v>
                </c:pt>
                <c:pt idx="14">
                  <c:v>1.8935488503357512</c:v>
                </c:pt>
                <c:pt idx="15">
                  <c:v>1.899750955118545</c:v>
                </c:pt>
                <c:pt idx="16">
                  <c:v>1.9051510135344565</c:v>
                </c:pt>
                <c:pt idx="17">
                  <c:v>1.9097437969781932</c:v>
                </c:pt>
                <c:pt idx="18">
                  <c:v>1.9135270968686342</c:v>
                </c:pt>
                <c:pt idx="19">
                  <c:v>1.916501703670966</c:v>
                </c:pt>
                <c:pt idx="20">
                  <c:v>1.9186713567654015</c:v>
                </c:pt>
                <c:pt idx="21">
                  <c:v>1.9200426664308252</c:v>
                </c:pt>
                <c:pt idx="22">
                  <c:v>1.920625009694197</c:v>
                </c:pt>
                <c:pt idx="23">
                  <c:v>1.9204304022251004</c:v>
                </c:pt>
                <c:pt idx="24">
                  <c:v>1.9194733488136133</c:v>
                </c:pt>
                <c:pt idx="25">
                  <c:v>1.9177706752584553</c:v>
                </c:pt>
                <c:pt idx="26">
                  <c:v>1.915341344698154</c:v>
                </c:pt>
                <c:pt idx="27">
                  <c:v>1.9122062615459583</c:v>
                </c:pt>
                <c:pt idx="28">
                  <c:v>1.908388066237041</c:v>
                </c:pt>
                <c:pt idx="29">
                  <c:v>1.9039109239687426</c:v>
                </c:pt>
                <c:pt idx="30">
                  <c:v>1.8988003105180105</c:v>
                </c:pt>
                <c:pt idx="31">
                  <c:v>1.8930827980627245</c:v>
                </c:pt>
                <c:pt idx="32">
                  <c:v>1.8867858437235356</c:v>
                </c:pt>
                <c:pt idx="33">
                  <c:v>1.8799375832920868</c:v>
                </c:pt>
                <c:pt idx="34">
                  <c:v>1.872566632329029</c:v>
                </c:pt>
                <c:pt idx="35">
                  <c:v>1.8647018965130875</c:v>
                </c:pt>
                <c:pt idx="36">
                  <c:v>1.8563723928084903</c:v>
                </c:pt>
                <c:pt idx="37">
                  <c:v>1.8476070827040156</c:v>
                </c:pt>
                <c:pt idx="38">
                  <c:v>1.8384347184688543</c:v>
                </c:pt>
                <c:pt idx="39">
                  <c:v>1.8288837030762097</c:v>
                </c:pt>
                <c:pt idx="40">
                  <c:v>1.8189819641708553</c:v>
                </c:pt>
                <c:pt idx="41">
                  <c:v>1.8087568422056581</c:v>
                </c:pt>
                <c:pt idx="42">
                  <c:v>1.7982349926473074</c:v>
                </c:pt>
                <c:pt idx="43">
                  <c:v>1.787442301956016</c:v>
                </c:pt>
                <c:pt idx="44">
                  <c:v>1.7764038168769263</c:v>
                </c:pt>
                <c:pt idx="45">
                  <c:v>1.7651436864436096</c:v>
                </c:pt>
                <c:pt idx="46">
                  <c:v>1.7536851159849582</c:v>
                </c:pt>
                <c:pt idx="47">
                  <c:v>1.7420503323442682</c:v>
                </c:pt>
                <c:pt idx="48">
                  <c:v>1.7302605594613105</c:v>
                </c:pt>
                <c:pt idx="49">
                  <c:v>1.718336003432814</c:v>
                </c:pt>
                <c:pt idx="50">
                  <c:v>1.7062958461510371</c:v>
                </c:pt>
              </c:numCache>
            </c:numRef>
          </c:val>
          <c:smooth/>
        </c:ser>
        <c:ser>
          <c:idx val="5"/>
          <c:order val="5"/>
          <c:tx>
            <c:strRef>
              <c:f>Sheet1!$G$1</c:f>
              <c:strCache>
                <c:ptCount val="1"/>
                <c:pt idx="0">
                  <c:v>bdg_dgt_video</c:v>
                </c:pt>
              </c:strCache>
            </c:strRef>
          </c:tx>
          <c:spPr>
            <a:ln w="31750">
              <a:solidFill>
                <a:srgbClr val="7900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#N/A</c:v>
                </c:pt>
                <c:pt idx="1">
                  <c:v>0.730640104596138</c:v>
                </c:pt>
                <c:pt idx="2">
                  <c:v>0.7311478934409619</c:v>
                </c:pt>
                <c:pt idx="3">
                  <c:v>0.7316333137904802</c:v>
                </c:pt>
                <c:pt idx="4">
                  <c:v>0.7320962666365505</c:v>
                </c:pt>
                <c:pt idx="5">
                  <c:v>0.7325366589326382</c:v>
                </c:pt>
                <c:pt idx="6">
                  <c:v>0.732954403654774</c:v>
                </c:pt>
                <c:pt idx="7">
                  <c:v>0.7333494198578426</c:v>
                </c:pt>
                <c:pt idx="8">
                  <c:v>0.7337216327275634</c:v>
                </c:pt>
                <c:pt idx="9">
                  <c:v>0.7340709736280706</c:v>
                </c:pt>
                <c:pt idx="10">
                  <c:v>0.7343973801451444</c:v>
                </c:pt>
                <c:pt idx="11">
                  <c:v>0.7347007961246533</c:v>
                </c:pt>
                <c:pt idx="12">
                  <c:v>0.7349811717068752</c:v>
                </c:pt>
                <c:pt idx="13">
                  <c:v>0.7352384633556696</c:v>
                </c:pt>
                <c:pt idx="14">
                  <c:v>0.7354726338834422</c:v>
                </c:pt>
                <c:pt idx="15">
                  <c:v>0.7356836524712881</c:v>
                </c:pt>
                <c:pt idx="16">
                  <c:v>0.7358714946843237</c:v>
                </c:pt>
                <c:pt idx="17">
                  <c:v>0.7360361424823649</c:v>
                </c:pt>
                <c:pt idx="18">
                  <c:v>0.7361775842261712</c:v>
                </c:pt>
                <c:pt idx="19">
                  <c:v>0.7362958146782674</c:v>
                </c:pt>
                <c:pt idx="20">
                  <c:v>0.7363908349998712</c:v>
                </c:pt>
                <c:pt idx="21">
                  <c:v>0.73646265274242</c:v>
                </c:pt>
                <c:pt idx="22">
                  <c:v>0.7365112818348191</c:v>
                </c:pt>
                <c:pt idx="23">
                  <c:v>0.7365367425657563</c:v>
                </c:pt>
                <c:pt idx="24">
                  <c:v>0.7365390615615348</c:v>
                </c:pt>
                <c:pt idx="25">
                  <c:v>0.7365182717591954</c:v>
                </c:pt>
                <c:pt idx="26">
                  <c:v>0.7364744123751017</c:v>
                </c:pt>
                <c:pt idx="27">
                  <c:v>0.7364075288689137</c:v>
                </c:pt>
                <c:pt idx="28">
                  <c:v>0.7363176729032568</c:v>
                </c:pt>
                <c:pt idx="29">
                  <c:v>0.7362049022988698</c:v>
                </c:pt>
                <c:pt idx="30">
                  <c:v>0.7360692809853395</c:v>
                </c:pt>
                <c:pt idx="31">
                  <c:v>0.7359108789477502</c:v>
                </c:pt>
                <c:pt idx="32">
                  <c:v>0.7357297721689343</c:v>
                </c:pt>
                <c:pt idx="33">
                  <c:v>0.7355260425677517</c:v>
                </c:pt>
                <c:pt idx="34">
                  <c:v>0.735299777933303</c:v>
                </c:pt>
                <c:pt idx="35">
                  <c:v>0.7350510718551295</c:v>
                </c:pt>
                <c:pt idx="36">
                  <c:v>0.734780023649772</c:v>
                </c:pt>
                <c:pt idx="37">
                  <c:v>0.7344867382833506</c:v>
                </c:pt>
                <c:pt idx="38">
                  <c:v>0.7341713262906827</c:v>
                </c:pt>
                <c:pt idx="39">
                  <c:v>0.7338339036908639</c:v>
                </c:pt>
                <c:pt idx="40">
                  <c:v>0.733474591899389</c:v>
                </c:pt>
                <c:pt idx="41">
                  <c:v>0.7330935176370668</c:v>
                </c:pt>
                <c:pt idx="42">
                  <c:v>0.7326908128356593</c:v>
                </c:pt>
                <c:pt idx="43">
                  <c:v>0.7322666145406546</c:v>
                </c:pt>
                <c:pt idx="44">
                  <c:v>0.7318210648109588</c:v>
                </c:pt>
                <c:pt idx="45">
                  <c:v>0.7313543106159157</c:v>
                </c:pt>
                <c:pt idx="46">
                  <c:v>0.7308665037296181</c:v>
                </c:pt>
                <c:pt idx="47">
                  <c:v>0.7303578006227879</c:v>
                </c:pt>
                <c:pt idx="48">
                  <c:v>0.7298283623521924</c:v>
                </c:pt>
                <c:pt idx="49">
                  <c:v>0.7292783544478563</c:v>
                </c:pt>
                <c:pt idx="50">
                  <c:v>0.7287079467982388</c:v>
                </c:pt>
              </c:numCache>
            </c:numRef>
          </c:val>
          <c:smooth/>
        </c:ser>
        <c:ser>
          <c:idx val="6"/>
          <c:order val="6"/>
          <c:tx>
            <c:strRef>
              <c:f>Sheet1!$H$1</c:f>
              <c:strCache>
                <c:ptCount val="1"/>
                <c:pt idx="0">
                  <c:v>bdg_ecom</c:v>
                </c:pt>
              </c:strCache>
            </c:strRef>
          </c:tx>
          <c:spPr>
            <a:ln w="31750">
              <a:solidFill>
                <a:srgbClr val="0774D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#N/A</c:v>
                </c:pt>
                <c:pt idx="1">
                  <c:v>8.862645513712406</c:v>
                </c:pt>
                <c:pt idx="2">
                  <c:v>9.399840515110135</c:v>
                </c:pt>
                <c:pt idx="3">
                  <c:v>9.917366447018702</c:v>
                </c:pt>
                <c:pt idx="4">
                  <c:v>10.397287856727063</c:v>
                </c:pt>
                <c:pt idx="5">
                  <c:v>10.821753957519102</c:v>
                </c:pt>
                <c:pt idx="6">
                  <c:v>11.175114275132815</c:v>
                </c:pt>
                <c:pt idx="7">
                  <c:v>11.44592405413522</c:v>
                </c:pt>
                <c:pt idx="8">
                  <c:v>11.62832823755327</c:v>
                </c:pt>
                <c:pt idx="9">
                  <c:v>11.722471989649746</c:v>
                </c:pt>
                <c:pt idx="10">
                  <c:v>11.733891929964829</c:v>
                </c:pt>
                <c:pt idx="11">
                  <c:v>11.672148074370362</c:v>
                </c:pt>
                <c:pt idx="12">
                  <c:v>11.549124397051534</c:v>
                </c:pt>
                <c:pt idx="13">
                  <c:v>11.377412243107484</c:v>
                </c:pt>
                <c:pt idx="14">
                  <c:v>11.169050305728248</c:v>
                </c:pt>
                <c:pt idx="15">
                  <c:v>10.934721521657895</c:v>
                </c:pt>
              </c:numCache>
            </c:numRef>
          </c:val>
          <c:smooth/>
        </c:ser>
        <c:ser>
          <c:idx val="7"/>
          <c:order val="7"/>
          <c:tx>
            <c:strRef>
              <c:f>Sheet1!$I$1</c:f>
              <c:strCache>
                <c:ptCount val="1"/>
                <c:pt idx="0">
                  <c:v>bdg_ooh</c:v>
                </c:pt>
              </c:strCache>
            </c:strRef>
          </c:tx>
          <c:spPr>
            <a:ln w="31750">
              <a:solidFill>
                <a:srgbClr val="FDF49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#N/A</c:v>
                </c:pt>
                <c:pt idx="1">
                  <c:v>5.427624626201868</c:v>
                </c:pt>
                <c:pt idx="2">
                  <c:v>5.436787561180115</c:v>
                </c:pt>
                <c:pt idx="3">
                  <c:v>5.444476606307029</c:v>
                </c:pt>
                <c:pt idx="4">
                  <c:v>5.450679479820251</c:v>
                </c:pt>
                <c:pt idx="5">
                  <c:v>5.45538743674593</c:v>
                </c:pt>
                <c:pt idx="6">
                  <c:v>5.458595313387434</c:v>
                </c:pt>
                <c:pt idx="7">
                  <c:v>5.460301548862184</c:v>
                </c:pt>
                <c:pt idx="8">
                  <c:v>5.460508183487534</c:v>
                </c:pt>
                <c:pt idx="9">
                  <c:v>5.45922083409614</c:v>
                </c:pt>
                <c:pt idx="10">
                  <c:v>5.456448646644402</c:v>
                </c:pt>
                <c:pt idx="11">
                  <c:v>5.452204226746278</c:v>
                </c:pt>
                <c:pt idx="12">
                  <c:v>5.446503549025218</c:v>
                </c:pt>
                <c:pt idx="13">
                  <c:v>5.439365846417941</c:v>
                </c:pt>
                <c:pt idx="14">
                  <c:v>5.430813480783275</c:v>
                </c:pt>
                <c:pt idx="15">
                  <c:v>5.42087179636</c:v>
                </c:pt>
                <c:pt idx="16">
                  <c:v>5.409568957785279</c:v>
                </c:pt>
                <c:pt idx="17">
                  <c:v>5.396935774516484</c:v>
                </c:pt>
                <c:pt idx="18">
                  <c:v>5.383005513599952</c:v>
                </c:pt>
                <c:pt idx="19">
                  <c:v>5.367813702798718</c:v>
                </c:pt>
                <c:pt idx="20">
                  <c:v>5.351397926126075</c:v>
                </c:pt>
                <c:pt idx="21">
                  <c:v>5.3337976138330525</c:v>
                </c:pt>
                <c:pt idx="22">
                  <c:v>5.315053828872691</c:v>
                </c:pt>
                <c:pt idx="23">
                  <c:v>5.295209051805497</c:v>
                </c:pt>
                <c:pt idx="24">
                  <c:v>5.274306966031164</c:v>
                </c:pt>
                <c:pt idx="25">
                  <c:v>5.252392245125971</c:v>
                </c:pt>
                <c:pt idx="26">
                  <c:v>5.229510343943394</c:v>
                </c:pt>
                <c:pt idx="27">
                  <c:v>5.20570729499582</c:v>
                </c:pt>
                <c:pt idx="28">
                  <c:v>5.18102951148487</c:v>
                </c:pt>
                <c:pt idx="29">
                  <c:v>5.155523598188154</c:v>
                </c:pt>
                <c:pt idx="30">
                  <c:v>5.129236171246052</c:v>
                </c:pt>
                <c:pt idx="31">
                  <c:v>5.10221368772546</c:v>
                </c:pt>
                <c:pt idx="32">
                  <c:v>5.074502285672665</c:v>
                </c:pt>
                <c:pt idx="33">
                  <c:v>5.046147635205428</c:v>
                </c:pt>
                <c:pt idx="34">
                  <c:v>5.017194801039654</c:v>
                </c:pt>
                <c:pt idx="35">
                  <c:v>4.987688116698381</c:v>
                </c:pt>
                <c:pt idx="36">
                  <c:v>4.957671070513719</c:v>
                </c:pt>
                <c:pt idx="37">
                  <c:v>4.927186203405264</c:v>
                </c:pt>
                <c:pt idx="38">
                  <c:v>4.896275018304681</c:v>
                </c:pt>
                <c:pt idx="39">
                  <c:v>4.864977900993139</c:v>
                </c:pt>
                <c:pt idx="40">
                  <c:v>4.8333340520295565</c:v>
                </c:pt>
                <c:pt idx="41">
                  <c:v>4.801381429370339</c:v>
                </c:pt>
                <c:pt idx="42">
                  <c:v>4.769156701217453</c:v>
                </c:pt>
                <c:pt idx="43">
                  <c:v>4.736695208579335</c:v>
                </c:pt>
                <c:pt idx="44">
                  <c:v>4.704030936988646</c:v>
                </c:pt>
                <c:pt idx="45">
                  <c:v>4.6711964967907535</c:v>
                </c:pt>
                <c:pt idx="46">
                  <c:v>4.6382231113970125</c:v>
                </c:pt>
                <c:pt idx="47">
                  <c:v>4.605140612885902</c:v>
                </c:pt>
                <c:pt idx="48">
                  <c:v>4.571977444332291</c:v>
                </c:pt>
                <c:pt idx="49">
                  <c:v>4.538760668249164</c:v>
                </c:pt>
                <c:pt idx="50">
                  <c:v>4.505515980537152</c:v>
                </c:pt>
              </c:numCache>
            </c:numRef>
          </c:val>
          <c:smooth/>
        </c:ser>
        <c:ser>
          <c:idx val="8"/>
          <c:order val="8"/>
          <c:tx>
            <c:strRef>
              <c:f>Sheet1!$J$1</c:f>
              <c:strCache>
                <c:ptCount val="1"/>
                <c:pt idx="0">
                  <c:v>bdg_pos</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#N/A</c:v>
                </c:pt>
                <c:pt idx="1">
                  <c:v>0.3589649702556133</c:v>
                </c:pt>
                <c:pt idx="2">
                  <c:v>0.359757486346364</c:v>
                </c:pt>
                <c:pt idx="3">
                  <c:v>0.36053987623898187</c:v>
                </c:pt>
                <c:pt idx="4">
                  <c:v>0.36131196533846854</c:v>
                </c:pt>
                <c:pt idx="5">
                  <c:v>0.3620735810050488</c:v>
                </c:pt>
                <c:pt idx="6">
                  <c:v>0.3628245526699623</c:v>
                </c:pt>
                <c:pt idx="7">
                  <c:v>0.36356471195207324</c:v>
                </c:pt>
                <c:pt idx="8">
                  <c:v>0.3642938927728236</c:v>
                </c:pt>
                <c:pt idx="9">
                  <c:v>0.36501193147129485</c:v>
                </c:pt>
                <c:pt idx="10">
                  <c:v>0.3657186669182539</c:v>
                </c:pt>
                <c:pt idx="11">
                  <c:v>0.3664139406283552</c:v>
                </c:pt>
                <c:pt idx="12">
                  <c:v>0.3670975968725483</c:v>
                </c:pt>
                <c:pt idx="13">
                  <c:v>0.36776948278781085</c:v>
                </c:pt>
                <c:pt idx="14">
                  <c:v>0.3684294484860897</c:v>
                </c:pt>
                <c:pt idx="15">
                  <c:v>0.36907734716149965</c:v>
                </c:pt>
                <c:pt idx="16">
                  <c:v>0.36971303519545495</c:v>
                </c:pt>
                <c:pt idx="17">
                  <c:v>0.3703363722602059</c:v>
                </c:pt>
                <c:pt idx="18">
                  <c:v>0.37094722142012915</c:v>
                </c:pt>
                <c:pt idx="19">
                  <c:v>0.37154544923052035</c:v>
                </c:pt>
                <c:pt idx="20">
                  <c:v>0.3721309258344412</c:v>
                </c:pt>
                <c:pt idx="21">
                  <c:v>0.37270352505668003</c:v>
                </c:pt>
                <c:pt idx="22">
                  <c:v>0.3732631244954304</c:v>
                </c:pt>
                <c:pt idx="23">
                  <c:v>0.3738096056105676</c:v>
                </c:pt>
                <c:pt idx="24">
                  <c:v>0.3743428538097044</c:v>
                </c:pt>
                <c:pt idx="25">
                  <c:v>0.3748627585306454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3367843.3547058105</c:v>
                </c:pt>
                <c:pt idx="2">
                  <c:v>6944738.095867157</c:v>
                </c:pt>
                <c:pt idx="3">
                  <c:v>10735919.373340607</c:v>
                </c:pt>
                <c:pt idx="4">
                  <c:v>14745175.849246979</c:v>
                </c:pt>
                <c:pt idx="5">
                  <c:v>18974584.147361755</c:v>
                </c:pt>
                <c:pt idx="6">
                  <c:v>23424249.0786705</c:v>
                </c:pt>
                <c:pt idx="7">
                  <c:v>28092061.578285217</c:v>
                </c:pt>
                <c:pt idx="8">
                  <c:v>32973487.792430878</c:v>
                </c:pt>
                <c:pt idx="9">
                  <c:v>38061403.59336853</c:v>
                </c:pt>
                <c:pt idx="10">
                  <c:v>43345988.72660828</c:v>
                </c:pt>
                <c:pt idx="11">
                  <c:v>48814693.60227966</c:v>
                </c:pt>
                <c:pt idx="12">
                  <c:v>54452289.30747986</c:v>
                </c:pt>
                <c:pt idx="13">
                  <c:v>60241007.7395668</c:v>
                </c:pt>
                <c:pt idx="14">
                  <c:v>66160773.994522095</c:v>
                </c:pt>
                <c:pt idx="15">
                  <c:v>72189527.60425949</c:v>
                </c:pt>
              </c:numCache>
            </c:numRef>
          </c:val>
          <c:smooth/>
        </c:ser>
        <c:ser>
          <c:idx val="1"/>
          <c:order val="1"/>
          <c:tx>
            <c:strRef>
              <c:f>Sheet1!$C$1</c:f>
              <c:strCache>
                <c:ptCount val="1"/>
                <c:pt idx="0">
                  <c:v>TV</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426161.8307952881</c:v>
                </c:pt>
                <c:pt idx="2">
                  <c:v>852487.1170158386</c:v>
                </c:pt>
                <c:pt idx="3">
                  <c:v>1278975.4573860168</c:v>
                </c:pt>
                <c:pt idx="4">
                  <c:v>1705626.4498558044</c:v>
                </c:pt>
                <c:pt idx="5">
                  <c:v>2132439.6915893555</c:v>
                </c:pt>
                <c:pt idx="6">
                  <c:v>2559414.7789764404</c:v>
                </c:pt>
                <c:pt idx="7">
                  <c:v>2986551.307624817</c:v>
                </c:pt>
                <c:pt idx="8">
                  <c:v>3413848.872364044</c:v>
                </c:pt>
                <c:pt idx="9">
                  <c:v>3841307.0672454834</c:v>
                </c:pt>
                <c:pt idx="10">
                  <c:v>4268925.485557556</c:v>
                </c:pt>
                <c:pt idx="11">
                  <c:v>4696703.719806671</c:v>
                </c:pt>
                <c:pt idx="12">
                  <c:v>5124641.361728668</c:v>
                </c:pt>
                <c:pt idx="13">
                  <c:v>5552738.002296448</c:v>
                </c:pt>
                <c:pt idx="14">
                  <c:v>5980993.231708527</c:v>
                </c:pt>
                <c:pt idx="15">
                  <c:v>6409406.639408112</c:v>
                </c:pt>
                <c:pt idx="16">
                  <c:v>6837977.814060211</c:v>
                </c:pt>
                <c:pt idx="17">
                  <c:v>7266706.343578339</c:v>
                </c:pt>
                <c:pt idx="18">
                  <c:v>7695591.815105438</c:v>
                </c:pt>
                <c:pt idx="19">
                  <c:v>8124633.815040588</c:v>
                </c:pt>
                <c:pt idx="20">
                  <c:v>8553831.929008484</c:v>
                </c:pt>
                <c:pt idx="21">
                  <c:v>8983185.741889954</c:v>
                </c:pt>
                <c:pt idx="22">
                  <c:v>9412694.837799072</c:v>
                </c:pt>
                <c:pt idx="23">
                  <c:v>9842358.800113678</c:v>
                </c:pt>
                <c:pt idx="24">
                  <c:v>10272177.211444855</c:v>
                </c:pt>
                <c:pt idx="25">
                  <c:v>10702149.653671265</c:v>
                </c:pt>
                <c:pt idx="26">
                  <c:v>11132275.707904816</c:v>
                </c:pt>
                <c:pt idx="27">
                  <c:v>11562554.954524994</c:v>
                </c:pt>
                <c:pt idx="28">
                  <c:v>11992986.973171234</c:v>
                </c:pt>
                <c:pt idx="29">
                  <c:v>12423571.342720032</c:v>
                </c:pt>
                <c:pt idx="30">
                  <c:v>12854307.641334534</c:v>
                </c:pt>
                <c:pt idx="31">
                  <c:v>13285195.446414948</c:v>
                </c:pt>
                <c:pt idx="32">
                  <c:v>13716234.334644318</c:v>
                </c:pt>
                <c:pt idx="33">
                  <c:v>14147423.881954193</c:v>
                </c:pt>
                <c:pt idx="34">
                  <c:v>14578763.663555145</c:v>
                </c:pt>
                <c:pt idx="35">
                  <c:v>15010253.25391388</c:v>
                </c:pt>
                <c:pt idx="36">
                  <c:v>15441892.226779938</c:v>
                </c:pt>
                <c:pt idx="37">
                  <c:v>15873680.155174255</c:v>
                </c:pt>
                <c:pt idx="38">
                  <c:v>16305616.611377716</c:v>
                </c:pt>
                <c:pt idx="39">
                  <c:v>16737701.166957855</c:v>
                </c:pt>
                <c:pt idx="40">
                  <c:v>17169933.392757416</c:v>
                </c:pt>
                <c:pt idx="41">
                  <c:v>17602312.858905792</c:v>
                </c:pt>
                <c:pt idx="42">
                  <c:v>18034839.134796143</c:v>
                </c:pt>
                <c:pt idx="43">
                  <c:v>18467511.78911972</c:v>
                </c:pt>
                <c:pt idx="44">
                  <c:v>18900330.3898468</c:v>
                </c:pt>
                <c:pt idx="45">
                  <c:v>19333294.50423813</c:v>
                </c:pt>
                <c:pt idx="46">
                  <c:v>19766403.698841095</c:v>
                </c:pt>
                <c:pt idx="47">
                  <c:v>20199657.53948593</c:v>
                </c:pt>
                <c:pt idx="48">
                  <c:v>20633055.59130478</c:v>
                </c:pt>
                <c:pt idx="49">
                  <c:v>21066597.418727875</c:v>
                </c:pt>
                <c:pt idx="50">
                  <c:v>21500282.585468292</c:v>
                </c:pt>
                <c:pt idx="51">
                  <c:v>21934110.654548645</c:v>
                </c:pt>
                <c:pt idx="52">
                  <c:v>22368081.188282013</c:v>
                </c:pt>
                <c:pt idx="53">
                  <c:v>22802193.74829483</c:v>
                </c:pt>
                <c:pt idx="54">
                  <c:v>23236447.895507812</c:v>
                </c:pt>
                <c:pt idx="55">
                  <c:v>23670843.190151215</c:v>
                </c:pt>
                <c:pt idx="56">
                  <c:v>24105379.191768646</c:v>
                </c:pt>
                <c:pt idx="57">
                  <c:v>24540055.459197998</c:v>
                </c:pt>
                <c:pt idx="58">
                  <c:v>24974871.550605774</c:v>
                </c:pt>
                <c:pt idx="59">
                  <c:v>25409827.023464203</c:v>
                </c:pt>
                <c:pt idx="60">
                  <c:v>25844921.434562683</c:v>
                </c:pt>
                <c:pt idx="61">
                  <c:v>26280154.340007782</c:v>
                </c:pt>
                <c:pt idx="62">
                  <c:v>26715525.29522705</c:v>
                </c:pt>
                <c:pt idx="63">
                  <c:v>27151033.854969025</c:v>
                </c:pt>
                <c:pt idx="64">
                  <c:v>27586679.573299408</c:v>
                </c:pt>
                <c:pt idx="65">
                  <c:v>28022462.003627777</c:v>
                </c:pt>
                <c:pt idx="66">
                  <c:v>28458380.69867325</c:v>
                </c:pt>
                <c:pt idx="67">
                  <c:v>28894435.210494995</c:v>
                </c:pt>
                <c:pt idx="68">
                  <c:v>29330625.090480804</c:v>
                </c:pt>
                <c:pt idx="69">
                  <c:v>29766949.889347076</c:v>
                </c:pt>
                <c:pt idx="70">
                  <c:v>30203409.157161713</c:v>
                </c:pt>
                <c:pt idx="71">
                  <c:v>30640002.4433136</c:v>
                </c:pt>
                <c:pt idx="72">
                  <c:v>31076729.296539307</c:v>
                </c:pt>
                <c:pt idx="73">
                  <c:v>31513589.264923096</c:v>
                </c:pt>
                <c:pt idx="74">
                  <c:v>31950581.895885468</c:v>
                </c:pt>
                <c:pt idx="75">
                  <c:v>32387706.73619461</c:v>
                </c:pt>
                <c:pt idx="76">
                  <c:v>32824963.33197403</c:v>
                </c:pt>
                <c:pt idx="77">
                  <c:v>33262351.228687286</c:v>
                </c:pt>
                <c:pt idx="78">
                  <c:v>33699869.97116089</c:v>
                </c:pt>
                <c:pt idx="79">
                  <c:v>34137519.103572845</c:v>
                </c:pt>
                <c:pt idx="80">
                  <c:v>34575298.16945648</c:v>
                </c:pt>
                <c:pt idx="81">
                  <c:v>35013206.711704254</c:v>
                </c:pt>
                <c:pt idx="82">
                  <c:v>35451244.27257156</c:v>
                </c:pt>
                <c:pt idx="83">
                  <c:v>35889410.39368439</c:v>
                </c:pt>
                <c:pt idx="84">
                  <c:v>36327704.6160202</c:v>
                </c:pt>
                <c:pt idx="85">
                  <c:v>36766126.47993469</c:v>
                </c:pt>
                <c:pt idx="86">
                  <c:v>37204675.5251503</c:v>
                </c:pt>
                <c:pt idx="87">
                  <c:v>37643351.29076767</c:v>
                </c:pt>
                <c:pt idx="88">
                  <c:v>38082153.3152504</c:v>
                </c:pt>
                <c:pt idx="89">
                  <c:v>38521081.13645172</c:v>
                </c:pt>
                <c:pt idx="90">
                  <c:v>38960134.29159546</c:v>
                </c:pt>
                <c:pt idx="91">
                  <c:v>39399312.317287445</c:v>
                </c:pt>
                <c:pt idx="92">
                  <c:v>39838614.74951935</c:v>
                </c:pt>
                <c:pt idx="93">
                  <c:v>40278041.123672485</c:v>
                </c:pt>
                <c:pt idx="94">
                  <c:v>40717590.97450638</c:v>
                </c:pt>
                <c:pt idx="95">
                  <c:v>41157263.836185455</c:v>
                </c:pt>
                <c:pt idx="96">
                  <c:v>41597059.24224472</c:v>
                </c:pt>
                <c:pt idx="97">
                  <c:v>42036976.725631714</c:v>
                </c:pt>
                <c:pt idx="98">
                  <c:v>42477015.81869125</c:v>
                </c:pt>
                <c:pt idx="99">
                  <c:v>42917176.05315781</c:v>
                </c:pt>
                <c:pt idx="100">
                  <c:v>43357456.96016693</c:v>
                </c:pt>
                <c:pt idx="101">
                  <c:v>43797858.07027054</c:v>
                </c:pt>
                <c:pt idx="102">
                  <c:v>44238378.913417816</c:v>
                </c:pt>
                <c:pt idx="103">
                  <c:v>44679019.01897049</c:v>
                </c:pt>
                <c:pt idx="104">
                  <c:v>45119777.915691376</c:v>
                </c:pt>
                <c:pt idx="105">
                  <c:v>45560655.13177109</c:v>
                </c:pt>
                <c:pt idx="106">
                  <c:v>46001650.194805145</c:v>
                </c:pt>
                <c:pt idx="107">
                  <c:v>46442762.631809235</c:v>
                </c:pt>
                <c:pt idx="108">
                  <c:v>46883991.96922302</c:v>
                </c:pt>
                <c:pt idx="109">
                  <c:v>47325337.73290253</c:v>
                </c:pt>
                <c:pt idx="110">
                  <c:v>47766799.44813919</c:v>
                </c:pt>
                <c:pt idx="111">
                  <c:v>48208376.63963699</c:v>
                </c:pt>
                <c:pt idx="112">
                  <c:v>48650068.83153534</c:v>
                </c:pt>
                <c:pt idx="113">
                  <c:v>49091875.54741669</c:v>
                </c:pt>
                <c:pt idx="114">
                  <c:v>49533796.31028366</c:v>
                </c:pt>
                <c:pt idx="115">
                  <c:v>49975830.64258194</c:v>
                </c:pt>
                <c:pt idx="116">
                  <c:v>50417978.06619644</c:v>
                </c:pt>
                <c:pt idx="117">
                  <c:v>50860238.102451324</c:v>
                </c:pt>
                <c:pt idx="118">
                  <c:v>51302610.2721138</c:v>
                </c:pt>
                <c:pt idx="119">
                  <c:v>51745094.095401764</c:v>
                </c:pt>
                <c:pt idx="120">
                  <c:v>52187689.09197998</c:v>
                </c:pt>
                <c:pt idx="121">
                  <c:v>52630394.7809639</c:v>
                </c:pt>
                <c:pt idx="122">
                  <c:v>53073210.68092728</c:v>
                </c:pt>
                <c:pt idx="123">
                  <c:v>53516136.30988693</c:v>
                </c:pt>
                <c:pt idx="124">
                  <c:v>53959171.18533707</c:v>
                </c:pt>
                <c:pt idx="125">
                  <c:v>54402314.82421875</c:v>
                </c:pt>
                <c:pt idx="126">
                  <c:v>54845566.742946625</c:v>
                </c:pt>
                <c:pt idx="127">
                  <c:v>55288926.45738602</c:v>
                </c:pt>
                <c:pt idx="128">
                  <c:v>55732393.48288727</c:v>
                </c:pt>
                <c:pt idx="129">
                  <c:v>56175967.33426666</c:v>
                </c:pt>
                <c:pt idx="130">
                  <c:v>56619647.52580643</c:v>
                </c:pt>
                <c:pt idx="131">
                  <c:v>57063433.57127762</c:v>
                </c:pt>
                <c:pt idx="132">
                  <c:v>57507324.98392105</c:v>
                </c:pt>
                <c:pt idx="133">
                  <c:v>57951321.276454926</c:v>
                </c:pt>
                <c:pt idx="134">
                  <c:v>58395421.9610939</c:v>
                </c:pt>
                <c:pt idx="135">
                  <c:v>58839626.54953003</c:v>
                </c:pt>
                <c:pt idx="136">
                  <c:v>59283934.55294418</c:v>
                </c:pt>
                <c:pt idx="137">
                  <c:v>59728345.48200607</c:v>
                </c:pt>
                <c:pt idx="138">
                  <c:v>60172858.84688568</c:v>
                </c:pt>
                <c:pt idx="139">
                  <c:v>60617474.157245636</c:v>
                </c:pt>
                <c:pt idx="140">
                  <c:v>61062190.922245026</c:v>
                </c:pt>
                <c:pt idx="141">
                  <c:v>61507008.65055466</c:v>
                </c:pt>
                <c:pt idx="142">
                  <c:v>61951926.85033035</c:v>
                </c:pt>
                <c:pt idx="143">
                  <c:v>62396945.0292511</c:v>
                </c:pt>
                <c:pt idx="144">
                  <c:v>62842062.694496155</c:v>
                </c:pt>
                <c:pt idx="145">
                  <c:v>63287279.35276413</c:v>
                </c:pt>
                <c:pt idx="146">
                  <c:v>63732594.51025772</c:v>
                </c:pt>
                <c:pt idx="147">
                  <c:v>64178007.67270279</c:v>
                </c:pt>
                <c:pt idx="148">
                  <c:v>64623518.34534454</c:v>
                </c:pt>
                <c:pt idx="149">
                  <c:v>65069126.03294754</c:v>
                </c:pt>
                <c:pt idx="150">
                  <c:v>65514830.239803314</c:v>
                </c:pt>
                <c:pt idx="151">
                  <c:v>65960630.46973038</c:v>
                </c:pt>
                <c:pt idx="152">
                  <c:v>66406526.22607422</c:v>
                </c:pt>
                <c:pt idx="153">
                  <c:v>66852517.011714935</c:v>
                </c:pt>
                <c:pt idx="154">
                  <c:v>67298602.32906723</c:v>
                </c:pt>
                <c:pt idx="155">
                  <c:v>67744781.68008423</c:v>
                </c:pt>
                <c:pt idx="156">
                  <c:v>68191054.56625748</c:v>
                </c:pt>
                <c:pt idx="157">
                  <c:v>68637420.48862839</c:v>
                </c:pt>
                <c:pt idx="158">
                  <c:v>69083878.94777298</c:v>
                </c:pt>
                <c:pt idx="159">
                  <c:v>69530429.44382095</c:v>
                </c:pt>
                <c:pt idx="160">
                  <c:v>69977071.47645569</c:v>
                </c:pt>
                <c:pt idx="161">
                  <c:v>70423804.54491043</c:v>
                </c:pt>
                <c:pt idx="162">
                  <c:v>70870628.14798355</c:v>
                </c:pt>
                <c:pt idx="163">
                  <c:v>71317541.78401184</c:v>
                </c:pt>
                <c:pt idx="164">
                  <c:v>71764544.95091629</c:v>
                </c:pt>
                <c:pt idx="165">
                  <c:v>72211637.14616776</c:v>
                </c:pt>
                <c:pt idx="166">
                  <c:v>72658817.86681366</c:v>
                </c:pt>
                <c:pt idx="167">
                  <c:v>73106086.60946274</c:v>
                </c:pt>
                <c:pt idx="168">
                  <c:v>73553442.87030411</c:v>
                </c:pt>
                <c:pt idx="169">
                  <c:v>74000886.14509964</c:v>
                </c:pt>
                <c:pt idx="170">
                  <c:v>74448415.92918015</c:v>
                </c:pt>
                <c:pt idx="171">
                  <c:v>74896031.71747208</c:v>
                </c:pt>
                <c:pt idx="172">
                  <c:v>75343733.00447845</c:v>
                </c:pt>
                <c:pt idx="173">
                  <c:v>75791519.28428268</c:v>
                </c:pt>
                <c:pt idx="174">
                  <c:v>76239390.05056381</c:v>
                </c:pt>
                <c:pt idx="175">
                  <c:v>76687344.79659271</c:v>
                </c:pt>
                <c:pt idx="176">
                  <c:v>77135383.01523209</c:v>
                </c:pt>
                <c:pt idx="177">
                  <c:v>77583504.19894409</c:v>
                </c:pt>
                <c:pt idx="178">
                  <c:v>78031707.83978653</c:v>
                </c:pt>
                <c:pt idx="179">
                  <c:v>78479993.42942429</c:v>
                </c:pt>
                <c:pt idx="180">
                  <c:v>78928360.45912933</c:v>
                </c:pt>
                <c:pt idx="181">
                  <c:v>79376808.4197731</c:v>
                </c:pt>
                <c:pt idx="182">
                  <c:v>79825336.80184174</c:v>
                </c:pt>
                <c:pt idx="183">
                  <c:v>80273945.09543991</c:v>
                </c:pt>
                <c:pt idx="184">
                  <c:v>80722632.79028702</c:v>
                </c:pt>
                <c:pt idx="185">
                  <c:v>81171399.37572098</c:v>
                </c:pt>
                <c:pt idx="186">
                  <c:v>81620244.34069443</c:v>
                </c:pt>
                <c:pt idx="187">
                  <c:v>82069167.1737976</c:v>
                </c:pt>
                <c:pt idx="188">
                  <c:v>82518167.36323929</c:v>
                </c:pt>
                <c:pt idx="189">
                  <c:v>82967244.39686584</c:v>
                </c:pt>
                <c:pt idx="190">
                  <c:v>83416397.76214981</c:v>
                </c:pt>
                <c:pt idx="191">
                  <c:v>83865626.94620132</c:v>
                </c:pt>
                <c:pt idx="192">
                  <c:v>84314931.43577194</c:v>
                </c:pt>
                <c:pt idx="193">
                  <c:v>84764310.71725845</c:v>
                </c:pt>
                <c:pt idx="194">
                  <c:v>85213764.27669525</c:v>
                </c:pt>
                <c:pt idx="195">
                  <c:v>85663291.59976959</c:v>
                </c:pt>
                <c:pt idx="196">
                  <c:v>86112892.17181396</c:v>
                </c:pt>
                <c:pt idx="197">
                  <c:v>86562565.47781754</c:v>
                </c:pt>
                <c:pt idx="198">
                  <c:v>87012311.00242233</c:v>
                </c:pt>
                <c:pt idx="199">
                  <c:v>87462128.22993088</c:v>
                </c:pt>
                <c:pt idx="200">
                  <c:v>87912016.64431381</c:v>
                </c:pt>
              </c:numCache>
            </c:numRef>
          </c:val>
          <c:smooth/>
        </c:ser>
        <c:ser>
          <c:idx val="2"/>
          <c:order val="2"/>
          <c:tx>
            <c:strRef>
              <c:f>Sheet1!$D$1</c:f>
              <c:strCache>
                <c:ptCount val="1"/>
                <c:pt idx="0">
                  <c:v>bdg_dgt_display</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19516779.836589813</c:v>
                </c:pt>
                <c:pt idx="2">
                  <c:v>41933145.092105865</c:v>
                </c:pt>
                <c:pt idx="3">
                  <c:v>66902735.21550369</c:v>
                </c:pt>
                <c:pt idx="4">
                  <c:v>93752072.75496292</c:v>
                </c:pt>
                <c:pt idx="5">
                  <c:v>121545851.35464096</c:v>
                </c:pt>
                <c:pt idx="6">
                  <c:v>149238784.48926163</c:v>
                </c:pt>
                <c:pt idx="7">
                  <c:v>175864044.86144638</c:v>
                </c:pt>
                <c:pt idx="8">
                  <c:v>200686618.17856598</c:v>
                </c:pt>
                <c:pt idx="9">
                  <c:v>223272168.69141006</c:v>
                </c:pt>
                <c:pt idx="10">
                  <c:v>243468835.00657272</c:v>
                </c:pt>
                <c:pt idx="11">
                  <c:v>261335101.42458725</c:v>
                </c:pt>
                <c:pt idx="12">
                  <c:v>277054213.9092903</c:v>
                </c:pt>
                <c:pt idx="13">
                  <c:v>290862494.4703789</c:v>
                </c:pt>
                <c:pt idx="14">
                  <c:v>303001571.5721626</c:v>
                </c:pt>
                <c:pt idx="15">
                  <c:v>313692803.77906036</c:v>
                </c:pt>
                <c:pt idx="16">
                  <c:v>323127482.5350075</c:v>
                </c:pt>
                <c:pt idx="17">
                  <c:v>331466253.1583023</c:v>
                </c:pt>
                <c:pt idx="18">
                  <c:v>338842870.0996208</c:v>
                </c:pt>
                <c:pt idx="19">
                  <c:v>345369280.4759712</c:v>
                </c:pt>
                <c:pt idx="20">
                  <c:v>351140476.56293106</c:v>
                </c:pt>
                <c:pt idx="21">
                  <c:v>356238481.53544235</c:v>
                </c:pt>
                <c:pt idx="22">
                  <c:v>360735343.0734825</c:v>
                </c:pt>
                <c:pt idx="23">
                  <c:v>364695248.5819855</c:v>
                </c:pt>
                <c:pt idx="24">
                  <c:v>368175958.0504341</c:v>
                </c:pt>
                <c:pt idx="25">
                  <c:v>371229752.6476593</c:v>
                </c:pt>
                <c:pt idx="26">
                  <c:v>373904064.95163727</c:v>
                </c:pt>
                <c:pt idx="27">
                  <c:v>376241915.2418022</c:v>
                </c:pt>
                <c:pt idx="28">
                  <c:v>378282239.58982086</c:v>
                </c:pt>
                <c:pt idx="29">
                  <c:v>380060164.25385666</c:v>
                </c:pt>
                <c:pt idx="30">
                  <c:v>381607257.93278885</c:v>
                </c:pt>
                <c:pt idx="31">
                  <c:v>382951777.82060623</c:v>
                </c:pt>
                <c:pt idx="32">
                  <c:v>384118915.5561676</c:v>
                </c:pt>
                <c:pt idx="33">
                  <c:v>385131043.5050316</c:v>
                </c:pt>
                <c:pt idx="34">
                  <c:v>386007958.98600006</c:v>
                </c:pt>
                <c:pt idx="35">
                  <c:v>386767123.02233124</c:v>
                </c:pt>
                <c:pt idx="36">
                  <c:v>387423890.20534134</c:v>
                </c:pt>
                <c:pt idx="37">
                  <c:v>387991726.800457</c:v>
                </c:pt>
                <c:pt idx="38">
                  <c:v>388482414.9803848</c:v>
                </c:pt>
                <c:pt idx="39">
                  <c:v>388906241.84799576</c:v>
                </c:pt>
                <c:pt idx="40">
                  <c:v>389272172.61089706</c:v>
                </c:pt>
                <c:pt idx="41">
                  <c:v>389588007.84711456</c:v>
                </c:pt>
                <c:pt idx="42">
                  <c:v>389860525.2458534</c:v>
                </c:pt>
                <c:pt idx="43">
                  <c:v>390095606.52750015</c:v>
                </c:pt>
                <c:pt idx="44">
                  <c:v>390298350.45993423</c:v>
                </c:pt>
                <c:pt idx="45">
                  <c:v>390473173.0135193</c:v>
                </c:pt>
                <c:pt idx="46">
                  <c:v>390623895.7548027</c:v>
                </c:pt>
                <c:pt idx="47">
                  <c:v>390753823.58587265</c:v>
                </c:pt>
                <c:pt idx="48">
                  <c:v>390865812.90740967</c:v>
                </c:pt>
                <c:pt idx="49">
                  <c:v>390962331.2306137</c:v>
                </c:pt>
                <c:pt idx="50">
                  <c:v>391045509.19501877</c:v>
                </c:pt>
              </c:numCache>
            </c:numRef>
          </c:val>
          <c:smooth/>
        </c:ser>
        <c:ser>
          <c:idx val="3"/>
          <c:order val="3"/>
          <c:tx>
            <c:strRef>
              <c:f>Sheet1!$E$1</c:f>
              <c:strCache>
                <c:ptCount val="1"/>
                <c:pt idx="0">
                  <c:v>bdg_dgt_perform</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0.0</c:v>
                </c:pt>
                <c:pt idx="1">
                  <c:v>23933379.9051857</c:v>
                </c:pt>
                <c:pt idx="2">
                  <c:v>48038186.41867828</c:v>
                </c:pt>
                <c:pt idx="3">
                  <c:v>72163100.89504623</c:v>
                </c:pt>
                <c:pt idx="4">
                  <c:v>96156890.24222946</c:v>
                </c:pt>
                <c:pt idx="5">
                  <c:v>119873001.79920578</c:v>
                </c:pt>
                <c:pt idx="6">
                  <c:v>143173828.55945587</c:v>
                </c:pt>
                <c:pt idx="7">
                  <c:v>165934372.416584</c:v>
                </c:pt>
                <c:pt idx="8">
                  <c:v>188045101.21794128</c:v>
                </c:pt>
                <c:pt idx="9">
                  <c:v>209413881.381073</c:v>
                </c:pt>
                <c:pt idx="10">
                  <c:v>229966958.1649971</c:v>
                </c:pt>
                <c:pt idx="11">
                  <c:v>249649037.77856445</c:v>
                </c:pt>
                <c:pt idx="12">
                  <c:v>268422589.89676666</c:v>
                </c:pt>
                <c:pt idx="13">
                  <c:v>286266530.76073456</c:v>
                </c:pt>
                <c:pt idx="14">
                  <c:v>303174465.1897774</c:v>
                </c:pt>
                <c:pt idx="15">
                  <c:v>319152663.4070549</c:v>
                </c:pt>
                <c:pt idx="16">
                  <c:v>334217930.63147354</c:v>
                </c:pt>
                <c:pt idx="17">
                  <c:v>348395499.75512695</c:v>
                </c:pt>
                <c:pt idx="18">
                  <c:v>361717045.5948067</c:v>
                </c:pt>
                <c:pt idx="19">
                  <c:v>374218887.5940895</c:v>
                </c:pt>
                <c:pt idx="20">
                  <c:v>385940419.5104561</c:v>
                </c:pt>
                <c:pt idx="21">
                  <c:v>396922781.26039886</c:v>
                </c:pt>
                <c:pt idx="22">
                  <c:v>407207770.31702423</c:v>
                </c:pt>
                <c:pt idx="23">
                  <c:v>416836977.66431427</c:v>
                </c:pt>
                <c:pt idx="24">
                  <c:v>425851125.62841034</c:v>
                </c:pt>
                <c:pt idx="25">
                  <c:v>434289581.020298</c:v>
                </c:pt>
              </c:numCache>
            </c:numRef>
          </c:val>
          <c:smooth/>
        </c:ser>
        <c:ser>
          <c:idx val="4"/>
          <c:order val="4"/>
          <c:tx>
            <c:strRef>
              <c:f>Sheet1!$F$1</c:f>
              <c:strCache>
                <c:ptCount val="1"/>
                <c:pt idx="0">
                  <c:v>bdg_dgt_special</c:v>
                </c:pt>
              </c:strCache>
            </c:strRef>
          </c:tx>
          <c:spPr>
            <a:ln w="31750">
              <a:solidFill>
                <a:srgbClr val="645474"/>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3494818.649837494</c:v>
                </c:pt>
                <c:pt idx="2">
                  <c:v>7049307.1771354675</c:v>
                </c:pt>
                <c:pt idx="3">
                  <c:v>10660461.559776306</c:v>
                </c:pt>
                <c:pt idx="4">
                  <c:v>14325004.886734009</c:v>
                </c:pt>
                <c:pt idx="5">
                  <c:v>18039397.491462708</c:v>
                </c:pt>
                <c:pt idx="6">
                  <c:v>21799850.009655</c:v>
                </c:pt>
                <c:pt idx="7">
                  <c:v>25602339.31682968</c:v>
                </c:pt>
                <c:pt idx="8">
                  <c:v>29442627.245502472</c:v>
                </c:pt>
                <c:pt idx="9">
                  <c:v>33316281.9253273</c:v>
                </c:pt>
                <c:pt idx="10">
                  <c:v>37218701.53436661</c:v>
                </c:pt>
                <c:pt idx="11">
                  <c:v>41145140.19709778</c:v>
                </c:pt>
                <c:pt idx="12">
                  <c:v>45090735.71694565</c:v>
                </c:pt>
                <c:pt idx="13">
                  <c:v>49050538.789123535</c:v>
                </c:pt>
                <c:pt idx="14">
                  <c:v>53019543.30564499</c:v>
                </c:pt>
                <c:pt idx="15">
                  <c:v>56992717.33872604</c:v>
                </c:pt>
                <c:pt idx="16">
                  <c:v>60965034.37337875</c:v>
                </c:pt>
                <c:pt idx="17">
                  <c:v>64931504.3544426</c:v>
                </c:pt>
                <c:pt idx="18">
                  <c:v>68887204.1187172</c:v>
                </c:pt>
                <c:pt idx="19">
                  <c:v>72827306.79801941</c:v>
                </c:pt>
                <c:pt idx="20">
                  <c:v>76747109.80442429</c:v>
                </c:pt>
                <c:pt idx="21">
                  <c:v>80642061.04271317</c:v>
                </c:pt>
                <c:pt idx="22">
                  <c:v>84507783.03676224</c:v>
                </c:pt>
                <c:pt idx="23">
                  <c:v>88340094.70416641</c:v>
                </c:pt>
                <c:pt idx="24">
                  <c:v>92135030.56560516</c:v>
                </c:pt>
                <c:pt idx="25">
                  <c:v>95888857.23047256</c:v>
                </c:pt>
                <c:pt idx="26">
                  <c:v>99598087.0561943</c:v>
                </c:pt>
                <c:pt idx="27">
                  <c:v>103259488.9341011</c:v>
                </c:pt>
                <c:pt idx="28">
                  <c:v>106870096.20804214</c:v>
                </c:pt>
                <c:pt idx="29">
                  <c:v>110427211.78153229</c:v>
                </c:pt>
                <c:pt idx="30">
                  <c:v>113928410.51444626</c:v>
                </c:pt>
                <c:pt idx="31">
                  <c:v>117371539.04972458</c:v>
                </c:pt>
                <c:pt idx="32">
                  <c:v>120754713.2440834</c:v>
                </c:pt>
                <c:pt idx="33">
                  <c:v>124076313.4034996</c:v>
                </c:pt>
                <c:pt idx="34">
                  <c:v>127334977.54459763</c:v>
                </c:pt>
                <c:pt idx="35">
                  <c:v>130529592.91678238</c:v>
                </c:pt>
                <c:pt idx="36">
                  <c:v>133659286.0274849</c:v>
                </c:pt>
                <c:pt idx="37">
                  <c:v>136723411.414711</c:v>
                </c:pt>
                <c:pt idx="38">
                  <c:v>139721539.40773392</c:v>
                </c:pt>
                <c:pt idx="39">
                  <c:v>142653443.10895157</c:v>
                </c:pt>
                <c:pt idx="40">
                  <c:v>145519084.8183403</c:v>
                </c:pt>
                <c:pt idx="41">
                  <c:v>148318602.10736084</c:v>
                </c:pt>
                <c:pt idx="42">
                  <c:v>151052293.73234177</c:v>
                </c:pt>
                <c:pt idx="43">
                  <c:v>153720605.5588646</c:v>
                </c:pt>
                <c:pt idx="44">
                  <c:v>156324116.64935684</c:v>
                </c:pt>
                <c:pt idx="45">
                  <c:v>158863525.6462555</c:v>
                </c:pt>
                <c:pt idx="46">
                  <c:v>161339637.5635376</c:v>
                </c:pt>
                <c:pt idx="47">
                  <c:v>163753351.08026505</c:v>
                </c:pt>
                <c:pt idx="48">
                  <c:v>166105646.41160965</c:v>
                </c:pt>
                <c:pt idx="49">
                  <c:v>168397573.815773</c:v>
                </c:pt>
                <c:pt idx="50">
                  <c:v>170630242.77936935</c:v>
                </c:pt>
              </c:numCache>
            </c:numRef>
          </c:val>
          <c:smooth/>
        </c:ser>
        <c:ser>
          <c:idx val="5"/>
          <c:order val="5"/>
          <c:tx>
            <c:strRef>
              <c:f>Sheet1!$G$1</c:f>
              <c:strCache>
                <c:ptCount val="1"/>
                <c:pt idx="0">
                  <c:v>bdg_dgt_video</c:v>
                </c:pt>
              </c:strCache>
            </c:strRef>
          </c:tx>
          <c:spPr>
            <a:ln w="31750">
              <a:solidFill>
                <a:srgbClr val="7900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0.0</c:v>
                </c:pt>
                <c:pt idx="1">
                  <c:v>1462858.1217842102</c:v>
                </c:pt>
                <c:pt idx="2">
                  <c:v>2927748.6588630676</c:v>
                </c:pt>
                <c:pt idx="3">
                  <c:v>4394537.358898163</c:v>
                </c:pt>
                <c:pt idx="4">
                  <c:v>5863089.177375793</c:v>
                </c:pt>
                <c:pt idx="5">
                  <c:v>7333268.337207794</c:v>
                </c:pt>
                <c:pt idx="6">
                  <c:v>8804938.389072418</c:v>
                </c:pt>
                <c:pt idx="7">
                  <c:v>10277962.272449493</c:v>
                </c:pt>
                <c:pt idx="8">
                  <c:v>11752202.377239227</c:v>
                </c:pt>
                <c:pt idx="9">
                  <c:v>13227520.605926514</c:v>
                </c:pt>
                <c:pt idx="10">
                  <c:v>14703778.436244965</c:v>
                </c:pt>
                <c:pt idx="11">
                  <c:v>16180836.984233856</c:v>
                </c:pt>
                <c:pt idx="12">
                  <c:v>17658557.067661285</c:v>
                </c:pt>
                <c:pt idx="13">
                  <c:v>19136799.269756317</c:v>
                </c:pt>
                <c:pt idx="14">
                  <c:v>20615424.003124237</c:v>
                </c:pt>
                <c:pt idx="15">
                  <c:v>22094291.573848724</c:v>
                </c:pt>
                <c:pt idx="16">
                  <c:v>23573262.245666504</c:v>
                </c:pt>
                <c:pt idx="17">
                  <c:v>25052196.30419922</c:v>
                </c:pt>
                <c:pt idx="18">
                  <c:v>26530954.121097565</c:v>
                </c:pt>
                <c:pt idx="19">
                  <c:v>28009396.218120575</c:v>
                </c:pt>
                <c:pt idx="20">
                  <c:v>29487383.330989838</c:v>
                </c:pt>
                <c:pt idx="21">
                  <c:v>30964776.473075867</c:v>
                </c:pt>
                <c:pt idx="22">
                  <c:v>32441436.998706818</c:v>
                </c:pt>
                <c:pt idx="23">
                  <c:v>33917226.66615677</c:v>
                </c:pt>
                <c:pt idx="24">
                  <c:v>35392007.70016861</c:v>
                </c:pt>
                <c:pt idx="25">
                  <c:v>36865642.85399246</c:v>
                </c:pt>
                <c:pt idx="26">
                  <c:v>38337995.4708786</c:v>
                </c:pt>
                <c:pt idx="27">
                  <c:v>39808929.54491806</c:v>
                </c:pt>
                <c:pt idx="28">
                  <c:v>41278309.78121567</c:v>
                </c:pt>
                <c:pt idx="29">
                  <c:v>42746001.6553421</c:v>
                </c:pt>
                <c:pt idx="30">
                  <c:v>44211871.4719429</c:v>
                </c:pt>
                <c:pt idx="31">
                  <c:v>45675786.42254639</c:v>
                </c:pt>
                <c:pt idx="32">
                  <c:v>47137614.64240646</c:v>
                </c:pt>
                <c:pt idx="33">
                  <c:v>48597225.26641083</c:v>
                </c:pt>
                <c:pt idx="34">
                  <c:v>50054488.483997345</c:v>
                </c:pt>
                <c:pt idx="35">
                  <c:v>51509275.59295654</c:v>
                </c:pt>
                <c:pt idx="36">
                  <c:v>52961459.05214691</c:v>
                </c:pt>
                <c:pt idx="37">
                  <c:v>54410912.53305435</c:v>
                </c:pt>
                <c:pt idx="38">
                  <c:v>55857510.970134735</c:v>
                </c:pt>
                <c:pt idx="39">
                  <c:v>57301130.60993576</c:v>
                </c:pt>
                <c:pt idx="40">
                  <c:v>58741649.05890274</c:v>
                </c:pt>
                <c:pt idx="41">
                  <c:v>60178945.32986832</c:v>
                </c:pt>
                <c:pt idx="42">
                  <c:v>61612899.887210846</c:v>
                </c:pt>
                <c:pt idx="43">
                  <c:v>63043394.69058609</c:v>
                </c:pt>
                <c:pt idx="44">
                  <c:v>64470313.23724747</c:v>
                </c:pt>
                <c:pt idx="45">
                  <c:v>65893540.60291672</c:v>
                </c:pt>
                <c:pt idx="46">
                  <c:v>67312963.48117447</c:v>
                </c:pt>
                <c:pt idx="47">
                  <c:v>68728470.22133255</c:v>
                </c:pt>
                <c:pt idx="48">
                  <c:v>70139950.86481476</c:v>
                </c:pt>
                <c:pt idx="49">
                  <c:v>71547297.17995071</c:v>
                </c:pt>
                <c:pt idx="50">
                  <c:v>72950402.69522858</c:v>
                </c:pt>
              </c:numCache>
            </c:numRef>
          </c:val>
          <c:smooth/>
        </c:ser>
        <c:ser>
          <c:idx val="6"/>
          <c:order val="6"/>
          <c:tx>
            <c:strRef>
              <c:f>Sheet1!$H$1</c:f>
              <c:strCache>
                <c:ptCount val="1"/>
                <c:pt idx="0">
                  <c:v>bdg_ecom</c:v>
                </c:pt>
              </c:strCache>
            </c:strRef>
          </c:tx>
          <c:spPr>
            <a:ln w="31750">
              <a:solidFill>
                <a:srgbClr val="0774D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0.0</c:v>
                </c:pt>
                <c:pt idx="1">
                  <c:v>19820734.864917755</c:v>
                </c:pt>
                <c:pt idx="2">
                  <c:v>41958328.866313934</c:v>
                </c:pt>
                <c:pt idx="3">
                  <c:v>66291797.68507767</c:v>
                </c:pt>
                <c:pt idx="4">
                  <c:v>92551856.81081009</c:v>
                </c:pt>
                <c:pt idx="5">
                  <c:v>120321573.62509537</c:v>
                </c:pt>
                <c:pt idx="6">
                  <c:v>149062952.87171936</c:v>
                </c:pt>
                <c:pt idx="7">
                  <c:v>178167908.13531876</c:v>
                </c:pt>
                <c:pt idx="8">
                  <c:v>207023737.84280396</c:v>
                </c:pt>
                <c:pt idx="9">
                  <c:v>235077802.84984207</c:v>
                </c:pt>
                <c:pt idx="10">
                  <c:v>261886589.28512192</c:v>
                </c:pt>
                <c:pt idx="11">
                  <c:v>287140429.79388046</c:v>
                </c:pt>
                <c:pt idx="12">
                  <c:v>310663483.37205887</c:v>
                </c:pt>
                <c:pt idx="13">
                  <c:v>332395176.23114395</c:v>
                </c:pt>
                <c:pt idx="14">
                  <c:v>352362047.9594612</c:v>
                </c:pt>
                <c:pt idx="15">
                  <c:v>370648115.95887375</c:v>
                </c:pt>
              </c:numCache>
            </c:numRef>
          </c:val>
          <c:smooth/>
        </c:ser>
        <c:ser>
          <c:idx val="7"/>
          <c:order val="7"/>
          <c:tx>
            <c:strRef>
              <c:f>Sheet1!$I$1</c:f>
              <c:strCache>
                <c:ptCount val="1"/>
                <c:pt idx="0">
                  <c:v>bdg_ooh</c:v>
                </c:pt>
              </c:strCache>
            </c:strRef>
          </c:tx>
          <c:spPr>
            <a:ln w="31750">
              <a:solidFill>
                <a:srgbClr val="FDF49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0.0</c:v>
                </c:pt>
                <c:pt idx="1">
                  <c:v>11003283.831245422</c:v>
                </c:pt>
                <c:pt idx="2">
                  <c:v>22043529.916492462</c:v>
                </c:pt>
                <c:pt idx="3">
                  <c:v>33111860.68012619</c:v>
                </c:pt>
                <c:pt idx="4">
                  <c:v>44199300.03358078</c:v>
                </c:pt>
                <c:pt idx="5">
                  <c:v>55296808.77505112</c:v>
                </c:pt>
                <c:pt idx="6">
                  <c:v>66395320.523548126</c:v>
                </c:pt>
                <c:pt idx="7">
                  <c:v>77485777.86587524</c:v>
                </c:pt>
                <c:pt idx="8">
                  <c:v>88559168.39191437</c:v>
                </c:pt>
                <c:pt idx="9">
                  <c:v>99606560.29561234</c:v>
                </c:pt>
                <c:pt idx="10">
                  <c:v>110619137.22571945</c:v>
                </c:pt>
                <c:pt idx="11">
                  <c:v>121588232.08237839</c:v>
                </c:pt>
                <c:pt idx="12">
                  <c:v>132505359.47174072</c:v>
                </c:pt>
                <c:pt idx="13">
                  <c:v>143362246.5515976</c:v>
                </c:pt>
                <c:pt idx="14">
                  <c:v>154150862.0250702</c:v>
                </c:pt>
                <c:pt idx="15">
                  <c:v>164863443.06695938</c:v>
                </c:pt>
                <c:pt idx="16">
                  <c:v>175492519.99726868</c:v>
                </c:pt>
                <c:pt idx="17">
                  <c:v>186030938.54841614</c:v>
                </c:pt>
                <c:pt idx="18">
                  <c:v>196471879.60561752</c:v>
                </c:pt>
                <c:pt idx="19">
                  <c:v>206808876.33373642</c:v>
                </c:pt>
                <c:pt idx="20">
                  <c:v>217035828.63740158</c:v>
                </c:pt>
                <c:pt idx="21">
                  <c:v>227147014.93408203</c:v>
                </c:pt>
                <c:pt idx="22">
                  <c:v>237137101.2513504</c:v>
                </c:pt>
                <c:pt idx="23">
                  <c:v>247001147.6893921</c:v>
                </c:pt>
                <c:pt idx="24">
                  <c:v>256734612.31731033</c:v>
                </c:pt>
                <c:pt idx="25">
                  <c:v>266333352.59674072</c:v>
                </c:pt>
                <c:pt idx="26">
                  <c:v>275793624.4483795</c:v>
                </c:pt>
                <c:pt idx="27">
                  <c:v>285112079.0960541</c:v>
                </c:pt>
                <c:pt idx="28">
                  <c:v>294285757.838768</c:v>
                </c:pt>
                <c:pt idx="29">
                  <c:v>303312084.91386795</c:v>
                </c:pt>
                <c:pt idx="30">
                  <c:v>312188858.62384796</c:v>
                </c:pt>
                <c:pt idx="31">
                  <c:v>320914240.9057579</c:v>
                </c:pt>
                <c:pt idx="32">
                  <c:v>329486745.5256233</c:v>
                </c:pt>
                <c:pt idx="33">
                  <c:v>337905225.0810356</c:v>
                </c:pt>
                <c:pt idx="34">
                  <c:v>346168856.9932518</c:v>
                </c:pt>
                <c:pt idx="35">
                  <c:v>354277128.66627884</c:v>
                </c:pt>
                <c:pt idx="36">
                  <c:v>362229821.98443985</c:v>
                </c:pt>
                <c:pt idx="37">
                  <c:v>370026997.3121834</c:v>
                </c:pt>
                <c:pt idx="38">
                  <c:v>377668977.1512642</c:v>
                </c:pt>
                <c:pt idx="39">
                  <c:v>385156329.59998703</c:v>
                </c:pt>
                <c:pt idx="40">
                  <c:v>392489851.74855804</c:v>
                </c:pt>
                <c:pt idx="41">
                  <c:v>399670553.13316727</c:v>
                </c:pt>
                <c:pt idx="42">
                  <c:v>406699639.3594017</c:v>
                </c:pt>
                <c:pt idx="43">
                  <c:v>413578495.9940529</c:v>
                </c:pt>
                <c:pt idx="44">
                  <c:v>420308672.8121834</c:v>
                </c:pt>
                <c:pt idx="45">
                  <c:v>426891868.47506714</c:v>
                </c:pt>
                <c:pt idx="46">
                  <c:v>433329915.70318985</c:v>
                </c:pt>
                <c:pt idx="47">
                  <c:v>439624766.9977989</c:v>
                </c:pt>
                <c:pt idx="48">
                  <c:v>445778480.9544945</c:v>
                </c:pt>
                <c:pt idx="49">
                  <c:v>451793209.2026558</c:v>
                </c:pt>
                <c:pt idx="50">
                  <c:v>457671183.99586487</c:v>
                </c:pt>
              </c:numCache>
            </c:numRef>
          </c:val>
          <c:smooth/>
        </c:ser>
        <c:ser>
          <c:idx val="8"/>
          <c:order val="8"/>
          <c:tx>
            <c:strRef>
              <c:f>Sheet1!$J$1</c:f>
              <c:strCache>
                <c:ptCount val="1"/>
                <c:pt idx="0">
                  <c:v>bdg_pos</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0.0</c:v>
                </c:pt>
                <c:pt idx="1">
                  <c:v>741415.3604927063</c:v>
                </c:pt>
                <c:pt idx="2">
                  <c:v>1486058.8328285217</c:v>
                </c:pt>
                <c:pt idx="3">
                  <c:v>2233869.1034431458</c:v>
                </c:pt>
                <c:pt idx="4">
                  <c:v>2984783.4555397034</c:v>
                </c:pt>
                <c:pt idx="5">
                  <c:v>3738737.788658142</c:v>
                </c:pt>
                <c:pt idx="6">
                  <c:v>4495666.63967514</c:v>
                </c:pt>
                <c:pt idx="7">
                  <c:v>5255503.205173492</c:v>
                </c:pt>
                <c:pt idx="8">
                  <c:v>6018179.365207672</c:v>
                </c:pt>
                <c:pt idx="9">
                  <c:v>6783625.708450317</c:v>
                </c:pt>
                <c:pt idx="10">
                  <c:v>7551771.558677673</c:v>
                </c:pt>
                <c:pt idx="11">
                  <c:v>8322545.002632141</c:v>
                </c:pt>
                <c:pt idx="12">
                  <c:v>9095872.919178009</c:v>
                </c:pt>
                <c:pt idx="13">
                  <c:v>9871681.009788513</c:v>
                </c:pt>
                <c:pt idx="14">
                  <c:v>10649893.830295563</c:v>
                </c:pt>
                <c:pt idx="15">
                  <c:v>11430434.823917389</c:v>
                </c:pt>
                <c:pt idx="16">
                  <c:v>12213226.355495453</c:v>
                </c:pt>
                <c:pt idx="17">
                  <c:v>12998189.746948242</c:v>
                </c:pt>
                <c:pt idx="18">
                  <c:v>13785245.313865662</c:v>
                </c:pt>
                <c:pt idx="19">
                  <c:v>14574312.40327835</c:v>
                </c:pt>
                <c:pt idx="20">
                  <c:v>15365309.4324646</c:v>
                </c:pt>
                <c:pt idx="21">
                  <c:v>16158153.92885971</c:v>
                </c:pt>
                <c:pt idx="22">
                  <c:v>16952762.570957184</c:v>
                </c:pt>
                <c:pt idx="23">
                  <c:v>17749051.230182648</c:v>
                </c:pt>
                <c:pt idx="24">
                  <c:v>18546935.013687134</c:v>
                </c:pt>
                <c:pt idx="25">
                  <c:v>19346328.308036804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1367843.3547058105</c:v>
                </c:pt>
                <c:pt idx="2">
                  <c:v>2944738.095867157</c:v>
                </c:pt>
                <c:pt idx="3">
                  <c:v>4735919.373340607</c:v>
                </c:pt>
                <c:pt idx="4">
                  <c:v>6745175.849246979</c:v>
                </c:pt>
                <c:pt idx="5">
                  <c:v>8974584.147361755</c:v>
                </c:pt>
                <c:pt idx="6">
                  <c:v>11424249.078670502</c:v>
                </c:pt>
                <c:pt idx="7">
                  <c:v>14092061.578285217</c:v>
                </c:pt>
                <c:pt idx="8">
                  <c:v>16973487.792430878</c:v>
                </c:pt>
                <c:pt idx="9">
                  <c:v>20061403.59336853</c:v>
                </c:pt>
                <c:pt idx="10">
                  <c:v>23345988.726608276</c:v>
                </c:pt>
                <c:pt idx="11">
                  <c:v>26814693.602279663</c:v>
                </c:pt>
                <c:pt idx="12">
                  <c:v>30452289.30747986</c:v>
                </c:pt>
                <c:pt idx="13">
                  <c:v>34241007.7395668</c:v>
                </c:pt>
                <c:pt idx="14">
                  <c:v>38160773.994522095</c:v>
                </c:pt>
                <c:pt idx="15">
                  <c:v>42189527.60425949</c:v>
                </c:pt>
              </c:numCache>
            </c:numRef>
          </c:val>
          <c:smooth/>
        </c:ser>
        <c:ser>
          <c:idx val="1"/>
          <c:order val="1"/>
          <c:tx>
            <c:strRef>
              <c:f>Sheet1!$C$1</c:f>
              <c:strCache>
                <c:ptCount val="1"/>
                <c:pt idx="0">
                  <c:v>TV</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-1573838.169204712</c:v>
                </c:pt>
                <c:pt idx="2">
                  <c:v>-3147512.8829841614</c:v>
                </c:pt>
                <c:pt idx="3">
                  <c:v>-4721024.542613983</c:v>
                </c:pt>
                <c:pt idx="4">
                  <c:v>-6294373.550144196</c:v>
                </c:pt>
                <c:pt idx="5">
                  <c:v>-7867560.3084106445</c:v>
                </c:pt>
                <c:pt idx="6">
                  <c:v>-9440585.22102356</c:v>
                </c:pt>
                <c:pt idx="7">
                  <c:v>-11013448.692375183</c:v>
                </c:pt>
                <c:pt idx="8">
                  <c:v>-12586151.127635956</c:v>
                </c:pt>
                <c:pt idx="9">
                  <c:v>-14158692.932754517</c:v>
                </c:pt>
                <c:pt idx="10">
                  <c:v>-15731074.514442444</c:v>
                </c:pt>
                <c:pt idx="11">
                  <c:v>-17303296.28019333</c:v>
                </c:pt>
                <c:pt idx="12">
                  <c:v>-18875358.63827133</c:v>
                </c:pt>
                <c:pt idx="13">
                  <c:v>-20447261.997703552</c:v>
                </c:pt>
                <c:pt idx="14">
                  <c:v>-22019006.768291473</c:v>
                </c:pt>
                <c:pt idx="15">
                  <c:v>-23590593.36059189</c:v>
                </c:pt>
                <c:pt idx="16">
                  <c:v>-25162022.18593979</c:v>
                </c:pt>
                <c:pt idx="17">
                  <c:v>-26733293.65642166</c:v>
                </c:pt>
                <c:pt idx="18">
                  <c:v>-28304408.18489456</c:v>
                </c:pt>
                <c:pt idx="19">
                  <c:v>-29875366.18495941</c:v>
                </c:pt>
                <c:pt idx="20">
                  <c:v>-31446168.070991516</c:v>
                </c:pt>
                <c:pt idx="21">
                  <c:v>-33016814.258110046</c:v>
                </c:pt>
                <c:pt idx="22">
                  <c:v>-34587305.16220093</c:v>
                </c:pt>
                <c:pt idx="23">
                  <c:v>-36157641.19988632</c:v>
                </c:pt>
                <c:pt idx="24">
                  <c:v>-37727822.788555145</c:v>
                </c:pt>
                <c:pt idx="25">
                  <c:v>-39297850.346328735</c:v>
                </c:pt>
                <c:pt idx="26">
                  <c:v>-40867724.292095184</c:v>
                </c:pt>
                <c:pt idx="27">
                  <c:v>-42437445.045475006</c:v>
                </c:pt>
                <c:pt idx="28">
                  <c:v>-44007013.026828766</c:v>
                </c:pt>
                <c:pt idx="29">
                  <c:v>-45576428.65727997</c:v>
                </c:pt>
                <c:pt idx="30">
                  <c:v>-47145692.35866547</c:v>
                </c:pt>
                <c:pt idx="31">
                  <c:v>-48714804.55358505</c:v>
                </c:pt>
                <c:pt idx="32">
                  <c:v>-50283765.66535568</c:v>
                </c:pt>
                <c:pt idx="33">
                  <c:v>-51852576.11804581</c:v>
                </c:pt>
                <c:pt idx="34">
                  <c:v>-53421236.336444855</c:v>
                </c:pt>
                <c:pt idx="35">
                  <c:v>-54989746.74608612</c:v>
                </c:pt>
                <c:pt idx="36">
                  <c:v>-56558107.77322006</c:v>
                </c:pt>
                <c:pt idx="37">
                  <c:v>-58126319.844825745</c:v>
                </c:pt>
                <c:pt idx="38">
                  <c:v>-59694383.388622284</c:v>
                </c:pt>
                <c:pt idx="39">
                  <c:v>-61262298.833042145</c:v>
                </c:pt>
                <c:pt idx="40">
                  <c:v>-62830066.607242584</c:v>
                </c:pt>
                <c:pt idx="41">
                  <c:v>-64397687.14109421</c:v>
                </c:pt>
                <c:pt idx="42">
                  <c:v>-65965160.86520386</c:v>
                </c:pt>
                <c:pt idx="43">
                  <c:v>-67532488.21088028</c:v>
                </c:pt>
                <c:pt idx="44">
                  <c:v>-69099669.6101532</c:v>
                </c:pt>
                <c:pt idx="45">
                  <c:v>-70666705.49576187</c:v>
                </c:pt>
                <c:pt idx="46">
                  <c:v>-72233596.3011589</c:v>
                </c:pt>
                <c:pt idx="47">
                  <c:v>-73800342.46051407</c:v>
                </c:pt>
                <c:pt idx="48">
                  <c:v>-75366944.40869522</c:v>
                </c:pt>
                <c:pt idx="49">
                  <c:v>-76933402.58127213</c:v>
                </c:pt>
                <c:pt idx="50">
                  <c:v>-78499717.41453171</c:v>
                </c:pt>
                <c:pt idx="51">
                  <c:v>-80065889.34545135</c:v>
                </c:pt>
                <c:pt idx="52">
                  <c:v>-81631918.81171799</c:v>
                </c:pt>
                <c:pt idx="53">
                  <c:v>-83197806.25170517</c:v>
                </c:pt>
                <c:pt idx="54">
                  <c:v>-84763552.10449219</c:v>
                </c:pt>
                <c:pt idx="55">
                  <c:v>-86329156.80984879</c:v>
                </c:pt>
                <c:pt idx="56">
                  <c:v>-87894620.80823135</c:v>
                </c:pt>
                <c:pt idx="57">
                  <c:v>-89459944.540802</c:v>
                </c:pt>
                <c:pt idx="58">
                  <c:v>-91025128.44939423</c:v>
                </c:pt>
                <c:pt idx="59">
                  <c:v>-92590172.9765358</c:v>
                </c:pt>
                <c:pt idx="60">
                  <c:v>-94155078.56543732</c:v>
                </c:pt>
                <c:pt idx="61">
                  <c:v>-95719845.65999222</c:v>
                </c:pt>
                <c:pt idx="62">
                  <c:v>-97284474.70477295</c:v>
                </c:pt>
                <c:pt idx="63">
                  <c:v>-98848966.14503098</c:v>
                </c:pt>
                <c:pt idx="64">
                  <c:v>-100413320.42670059</c:v>
                </c:pt>
                <c:pt idx="65">
                  <c:v>-101977537.99637222</c:v>
                </c:pt>
                <c:pt idx="66">
                  <c:v>-103541619.30132675</c:v>
                </c:pt>
                <c:pt idx="67">
                  <c:v>-105105564.789505</c:v>
                </c:pt>
                <c:pt idx="68">
                  <c:v>-106669374.9095192</c:v>
                </c:pt>
                <c:pt idx="69">
                  <c:v>-108233050.11065292</c:v>
                </c:pt>
                <c:pt idx="70">
                  <c:v>-109796590.84283829</c:v>
                </c:pt>
                <c:pt idx="71">
                  <c:v>-111359997.5566864</c:v>
                </c:pt>
                <c:pt idx="72">
                  <c:v>-112923270.7034607</c:v>
                </c:pt>
                <c:pt idx="73">
                  <c:v>-114486410.7350769</c:v>
                </c:pt>
                <c:pt idx="74">
                  <c:v>-116049418.10411453</c:v>
                </c:pt>
                <c:pt idx="75">
                  <c:v>-117612293.26380539</c:v>
                </c:pt>
                <c:pt idx="76">
                  <c:v>-119175036.66802597</c:v>
                </c:pt>
                <c:pt idx="77">
                  <c:v>-120737648.77131271</c:v>
                </c:pt>
                <c:pt idx="78">
                  <c:v>-122300130.02883911</c:v>
                </c:pt>
                <c:pt idx="79">
                  <c:v>-123862480.89642715</c:v>
                </c:pt>
                <c:pt idx="80">
                  <c:v>-125424701.83054352</c:v>
                </c:pt>
                <c:pt idx="81">
                  <c:v>-126986793.28829575</c:v>
                </c:pt>
                <c:pt idx="82">
                  <c:v>-128548755.72742844</c:v>
                </c:pt>
                <c:pt idx="83">
                  <c:v>-130110589.60631561</c:v>
                </c:pt>
                <c:pt idx="84">
                  <c:v>-131672295.3839798</c:v>
                </c:pt>
                <c:pt idx="85">
                  <c:v>-133233873.52006531</c:v>
                </c:pt>
                <c:pt idx="86">
                  <c:v>-134795324.4748497</c:v>
                </c:pt>
                <c:pt idx="87">
                  <c:v>-136356648.70923233</c:v>
                </c:pt>
                <c:pt idx="88">
                  <c:v>-137917846.6847496</c:v>
                </c:pt>
                <c:pt idx="89">
                  <c:v>-139478918.86354828</c:v>
                </c:pt>
                <c:pt idx="90">
                  <c:v>-141039865.70840454</c:v>
                </c:pt>
                <c:pt idx="91">
                  <c:v>-142600687.68271255</c:v>
                </c:pt>
                <c:pt idx="92">
                  <c:v>-144161385.25048065</c:v>
                </c:pt>
                <c:pt idx="93">
                  <c:v>-145721958.8763275</c:v>
                </c:pt>
                <c:pt idx="94">
                  <c:v>-147282409.02549362</c:v>
                </c:pt>
                <c:pt idx="95">
                  <c:v>-148842736.16381454</c:v>
                </c:pt>
                <c:pt idx="96">
                  <c:v>-150402940.75775528</c:v>
                </c:pt>
                <c:pt idx="97">
                  <c:v>-151963023.2743683</c:v>
                </c:pt>
                <c:pt idx="98">
                  <c:v>-153522984.18130875</c:v>
                </c:pt>
                <c:pt idx="99">
                  <c:v>-155082823.9468422</c:v>
                </c:pt>
                <c:pt idx="100">
                  <c:v>-156642543.03983307</c:v>
                </c:pt>
                <c:pt idx="101">
                  <c:v>-158202141.92972946</c:v>
                </c:pt>
                <c:pt idx="102">
                  <c:v>-159761621.08658218</c:v>
                </c:pt>
                <c:pt idx="103">
                  <c:v>-161320980.9810295</c:v>
                </c:pt>
                <c:pt idx="104">
                  <c:v>-162880222.08430862</c:v>
                </c:pt>
                <c:pt idx="105">
                  <c:v>-164439344.8682289</c:v>
                </c:pt>
                <c:pt idx="106">
                  <c:v>-165998349.80519485</c:v>
                </c:pt>
                <c:pt idx="107">
                  <c:v>-167557237.36819077</c:v>
                </c:pt>
                <c:pt idx="108">
                  <c:v>-169116008.03077698</c:v>
                </c:pt>
                <c:pt idx="109">
                  <c:v>-170674662.26709747</c:v>
                </c:pt>
                <c:pt idx="110">
                  <c:v>-172233200.5518608</c:v>
                </c:pt>
                <c:pt idx="111">
                  <c:v>-173791623.360363</c:v>
                </c:pt>
                <c:pt idx="112">
                  <c:v>-175349931.16846466</c:v>
                </c:pt>
                <c:pt idx="113">
                  <c:v>-176908124.4525833</c:v>
                </c:pt>
                <c:pt idx="114">
                  <c:v>-178466203.68971634</c:v>
                </c:pt>
                <c:pt idx="115">
                  <c:v>-180024169.35741806</c:v>
                </c:pt>
                <c:pt idx="116">
                  <c:v>-181582021.93380356</c:v>
                </c:pt>
                <c:pt idx="117">
                  <c:v>-183139761.89754868</c:v>
                </c:pt>
                <c:pt idx="118">
                  <c:v>-184697389.7278862</c:v>
                </c:pt>
                <c:pt idx="119">
                  <c:v>-186254905.90459824</c:v>
                </c:pt>
                <c:pt idx="120">
                  <c:v>-187812310.90802002</c:v>
                </c:pt>
                <c:pt idx="121">
                  <c:v>-189369605.2190361</c:v>
                </c:pt>
                <c:pt idx="122">
                  <c:v>-190926789.31907272</c:v>
                </c:pt>
                <c:pt idx="123">
                  <c:v>-192483863.69011307</c:v>
                </c:pt>
                <c:pt idx="124">
                  <c:v>-194040828.81466293</c:v>
                </c:pt>
                <c:pt idx="125">
                  <c:v>-195597685.17578125</c:v>
                </c:pt>
                <c:pt idx="126">
                  <c:v>-197154433.25705338</c:v>
                </c:pt>
                <c:pt idx="127">
                  <c:v>-198711073.54261398</c:v>
                </c:pt>
                <c:pt idx="128">
                  <c:v>-200267606.51711273</c:v>
                </c:pt>
                <c:pt idx="129">
                  <c:v>-201824032.66573334</c:v>
                </c:pt>
                <c:pt idx="130">
                  <c:v>-203380352.47419357</c:v>
                </c:pt>
                <c:pt idx="131">
                  <c:v>-204936566.42872238</c:v>
                </c:pt>
                <c:pt idx="132">
                  <c:v>-206492675.01607895</c:v>
                </c:pt>
                <c:pt idx="133">
                  <c:v>-208048678.72354507</c:v>
                </c:pt>
                <c:pt idx="134">
                  <c:v>-209604578.0389061</c:v>
                </c:pt>
                <c:pt idx="135">
                  <c:v>-211160373.45046997</c:v>
                </c:pt>
                <c:pt idx="136">
                  <c:v>-212716065.44705582</c:v>
                </c:pt>
                <c:pt idx="137">
                  <c:v>-214271654.51799393</c:v>
                </c:pt>
                <c:pt idx="138">
                  <c:v>-215827141.15311432</c:v>
                </c:pt>
                <c:pt idx="139">
                  <c:v>-217382525.84275436</c:v>
                </c:pt>
                <c:pt idx="140">
                  <c:v>-218937809.07775497</c:v>
                </c:pt>
                <c:pt idx="141">
                  <c:v>-220492991.34944534</c:v>
                </c:pt>
                <c:pt idx="142">
                  <c:v>-222048073.14966965</c:v>
                </c:pt>
                <c:pt idx="143">
                  <c:v>-223603054.9707489</c:v>
                </c:pt>
                <c:pt idx="144">
                  <c:v>-225157937.30550385</c:v>
                </c:pt>
                <c:pt idx="145">
                  <c:v>-226712720.64723587</c:v>
                </c:pt>
                <c:pt idx="146">
                  <c:v>-228267405.48974228</c:v>
                </c:pt>
                <c:pt idx="147">
                  <c:v>-229821992.3272972</c:v>
                </c:pt>
                <c:pt idx="148">
                  <c:v>-231376481.65465546</c:v>
                </c:pt>
                <c:pt idx="149">
                  <c:v>-232930873.96705246</c:v>
                </c:pt>
                <c:pt idx="150">
                  <c:v>-234485169.7601967</c:v>
                </c:pt>
                <c:pt idx="151">
                  <c:v>-236039369.53026962</c:v>
                </c:pt>
                <c:pt idx="152">
                  <c:v>-237593473.77392578</c:v>
                </c:pt>
                <c:pt idx="153">
                  <c:v>-239147482.98828506</c:v>
                </c:pt>
                <c:pt idx="154">
                  <c:v>-240701397.67093277</c:v>
                </c:pt>
                <c:pt idx="155">
                  <c:v>-242255218.31991577</c:v>
                </c:pt>
                <c:pt idx="156">
                  <c:v>-243808945.43374252</c:v>
                </c:pt>
                <c:pt idx="157">
                  <c:v>-245362579.5113716</c:v>
                </c:pt>
                <c:pt idx="158">
                  <c:v>-246916121.05222702</c:v>
                </c:pt>
                <c:pt idx="159">
                  <c:v>-248469570.55617905</c:v>
                </c:pt>
                <c:pt idx="160">
                  <c:v>-250022928.5235443</c:v>
                </c:pt>
                <c:pt idx="161">
                  <c:v>-251576195.45508957</c:v>
                </c:pt>
                <c:pt idx="162">
                  <c:v>-253129371.85201645</c:v>
                </c:pt>
                <c:pt idx="163">
                  <c:v>-254682458.21598816</c:v>
                </c:pt>
                <c:pt idx="164">
                  <c:v>-256235455.0490837</c:v>
                </c:pt>
                <c:pt idx="165">
                  <c:v>-257788362.85383224</c:v>
                </c:pt>
                <c:pt idx="166">
                  <c:v>-259341182.13318634</c:v>
                </c:pt>
                <c:pt idx="167">
                  <c:v>-260893913.39053726</c:v>
                </c:pt>
                <c:pt idx="168">
                  <c:v>-262446557.1296959</c:v>
                </c:pt>
                <c:pt idx="169">
                  <c:v>-263999113.85490036</c:v>
                </c:pt>
                <c:pt idx="170">
                  <c:v>-265551584.07081985</c:v>
                </c:pt>
                <c:pt idx="171">
                  <c:v>-267103968.28252792</c:v>
                </c:pt>
                <c:pt idx="172">
                  <c:v>-268656266.99552155</c:v>
                </c:pt>
                <c:pt idx="173">
                  <c:v>-270208480.7157173</c:v>
                </c:pt>
                <c:pt idx="174">
                  <c:v>-271760609.9494362</c:v>
                </c:pt>
                <c:pt idx="175">
                  <c:v>-273312655.2034073</c:v>
                </c:pt>
                <c:pt idx="176">
                  <c:v>-274864616.9847679</c:v>
                </c:pt>
                <c:pt idx="177">
                  <c:v>-276416495.8010559</c:v>
                </c:pt>
                <c:pt idx="178">
                  <c:v>-277968292.1602135</c:v>
                </c:pt>
                <c:pt idx="179">
                  <c:v>-279520006.5705757</c:v>
                </c:pt>
                <c:pt idx="180">
                  <c:v>-281071639.54087067</c:v>
                </c:pt>
                <c:pt idx="181">
                  <c:v>-282623191.5802269</c:v>
                </c:pt>
                <c:pt idx="182">
                  <c:v>-284174663.19815826</c:v>
                </c:pt>
                <c:pt idx="183">
                  <c:v>-285726054.9045601</c:v>
                </c:pt>
                <c:pt idx="184">
                  <c:v>-287277367.209713</c:v>
                </c:pt>
                <c:pt idx="185">
                  <c:v>-288828600.624279</c:v>
                </c:pt>
                <c:pt idx="186">
                  <c:v>-290379755.6593056</c:v>
                </c:pt>
                <c:pt idx="187">
                  <c:v>-291930832.8262024</c:v>
                </c:pt>
                <c:pt idx="188">
                  <c:v>-293481832.6367607</c:v>
                </c:pt>
                <c:pt idx="189">
                  <c:v>-295032755.60313416</c:v>
                </c:pt>
                <c:pt idx="190">
                  <c:v>-296583602.2378502</c:v>
                </c:pt>
                <c:pt idx="191">
                  <c:v>-298134373.0537987</c:v>
                </c:pt>
                <c:pt idx="192">
                  <c:v>-299685068.56422806</c:v>
                </c:pt>
                <c:pt idx="193">
                  <c:v>-301235689.28274155</c:v>
                </c:pt>
                <c:pt idx="194">
                  <c:v>-302786235.72330475</c:v>
                </c:pt>
                <c:pt idx="195">
                  <c:v>-304336708.4002304</c:v>
                </c:pt>
                <c:pt idx="196">
                  <c:v>-305887107.82818604</c:v>
                </c:pt>
                <c:pt idx="197">
                  <c:v>-307437434.52218246</c:v>
                </c:pt>
                <c:pt idx="198">
                  <c:v>-308987688.99757767</c:v>
                </c:pt>
                <c:pt idx="199">
                  <c:v>-310537871.7700691</c:v>
                </c:pt>
                <c:pt idx="200">
                  <c:v>-312087983.3556862</c:v>
                </c:pt>
              </c:numCache>
            </c:numRef>
          </c:val>
          <c:smooth/>
        </c:ser>
        <c:ser>
          <c:idx val="2"/>
          <c:order val="2"/>
          <c:tx>
            <c:strRef>
              <c:f>Sheet1!$D$1</c:f>
              <c:strCache>
                <c:ptCount val="1"/>
                <c:pt idx="0">
                  <c:v>bdg_dgt_display</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17516779.836589813</c:v>
                </c:pt>
                <c:pt idx="2">
                  <c:v>37933145.092105865</c:v>
                </c:pt>
                <c:pt idx="3">
                  <c:v>60902735.21550369</c:v>
                </c:pt>
                <c:pt idx="4">
                  <c:v>85752072.75496292</c:v>
                </c:pt>
                <c:pt idx="5">
                  <c:v>111545851.35464096</c:v>
                </c:pt>
                <c:pt idx="6">
                  <c:v>137238784.48926163</c:v>
                </c:pt>
                <c:pt idx="7">
                  <c:v>161864044.86144638</c:v>
                </c:pt>
                <c:pt idx="8">
                  <c:v>184686618.17856598</c:v>
                </c:pt>
                <c:pt idx="9">
                  <c:v>205272168.69141006</c:v>
                </c:pt>
                <c:pt idx="10">
                  <c:v>223468835.00657272</c:v>
                </c:pt>
                <c:pt idx="11">
                  <c:v>239335101.42458725</c:v>
                </c:pt>
                <c:pt idx="12">
                  <c:v>253054213.9092903</c:v>
                </c:pt>
                <c:pt idx="13">
                  <c:v>264862494.47037888</c:v>
                </c:pt>
                <c:pt idx="14">
                  <c:v>275001571.5721626</c:v>
                </c:pt>
                <c:pt idx="15">
                  <c:v>283692803.77906036</c:v>
                </c:pt>
                <c:pt idx="16">
                  <c:v>291127482.5350075</c:v>
                </c:pt>
                <c:pt idx="17">
                  <c:v>297466253.1583023</c:v>
                </c:pt>
                <c:pt idx="18">
                  <c:v>302842870.0996208</c:v>
                </c:pt>
                <c:pt idx="19">
                  <c:v>307369280.4759712</c:v>
                </c:pt>
                <c:pt idx="20">
                  <c:v>311140476.56293106</c:v>
                </c:pt>
                <c:pt idx="21">
                  <c:v>314238481.53544235</c:v>
                </c:pt>
                <c:pt idx="22">
                  <c:v>316735343.0734825</c:v>
                </c:pt>
                <c:pt idx="23">
                  <c:v>318695248.5819855</c:v>
                </c:pt>
                <c:pt idx="24">
                  <c:v>320175958.0504341</c:v>
                </c:pt>
                <c:pt idx="25">
                  <c:v>321229752.6476593</c:v>
                </c:pt>
                <c:pt idx="26">
                  <c:v>321904064.95163727</c:v>
                </c:pt>
                <c:pt idx="27">
                  <c:v>322241915.2418022</c:v>
                </c:pt>
                <c:pt idx="28">
                  <c:v>322282239.58982086</c:v>
                </c:pt>
                <c:pt idx="29">
                  <c:v>322060164.25385666</c:v>
                </c:pt>
                <c:pt idx="30">
                  <c:v>321607257.93278885</c:v>
                </c:pt>
                <c:pt idx="31">
                  <c:v>320951777.82060623</c:v>
                </c:pt>
                <c:pt idx="32">
                  <c:v>320118915.5561676</c:v>
                </c:pt>
                <c:pt idx="33">
                  <c:v>319131043.5050316</c:v>
                </c:pt>
                <c:pt idx="34">
                  <c:v>318007958.98600006</c:v>
                </c:pt>
                <c:pt idx="35">
                  <c:v>316767123.02233124</c:v>
                </c:pt>
                <c:pt idx="36">
                  <c:v>315423890.20534134</c:v>
                </c:pt>
                <c:pt idx="37">
                  <c:v>313991726.800457</c:v>
                </c:pt>
                <c:pt idx="38">
                  <c:v>312482414.9803848</c:v>
                </c:pt>
                <c:pt idx="39">
                  <c:v>310906241.84799576</c:v>
                </c:pt>
                <c:pt idx="40">
                  <c:v>309272172.61089706</c:v>
                </c:pt>
                <c:pt idx="41">
                  <c:v>307588007.84711456</c:v>
                </c:pt>
                <c:pt idx="42">
                  <c:v>305860525.2458534</c:v>
                </c:pt>
                <c:pt idx="43">
                  <c:v>304095606.52750015</c:v>
                </c:pt>
                <c:pt idx="44">
                  <c:v>302298350.45993423</c:v>
                </c:pt>
                <c:pt idx="45">
                  <c:v>300473173.0135193</c:v>
                </c:pt>
                <c:pt idx="46">
                  <c:v>298623895.7548027</c:v>
                </c:pt>
                <c:pt idx="47">
                  <c:v>296753823.58587265</c:v>
                </c:pt>
                <c:pt idx="48">
                  <c:v>294865812.90740967</c:v>
                </c:pt>
                <c:pt idx="49">
                  <c:v>292962331.2306137</c:v>
                </c:pt>
                <c:pt idx="50">
                  <c:v>291045509.19501877</c:v>
                </c:pt>
              </c:numCache>
            </c:numRef>
          </c:val>
          <c:smooth/>
        </c:ser>
        <c:ser>
          <c:idx val="3"/>
          <c:order val="3"/>
          <c:tx>
            <c:strRef>
              <c:f>Sheet1!$E$1</c:f>
              <c:strCache>
                <c:ptCount val="1"/>
                <c:pt idx="0">
                  <c:v>bdg_dgt_perform</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0.0</c:v>
                </c:pt>
                <c:pt idx="1">
                  <c:v>21933379.9051857</c:v>
                </c:pt>
                <c:pt idx="2">
                  <c:v>44038186.41867828</c:v>
                </c:pt>
                <c:pt idx="3">
                  <c:v>66163100.895046234</c:v>
                </c:pt>
                <c:pt idx="4">
                  <c:v>88156890.24222946</c:v>
                </c:pt>
                <c:pt idx="5">
                  <c:v>109873001.79920578</c:v>
                </c:pt>
                <c:pt idx="6">
                  <c:v>131173828.55945587</c:v>
                </c:pt>
                <c:pt idx="7">
                  <c:v>151934372.416584</c:v>
                </c:pt>
                <c:pt idx="8">
                  <c:v>172045101.21794128</c:v>
                </c:pt>
                <c:pt idx="9">
                  <c:v>191413881.381073</c:v>
                </c:pt>
                <c:pt idx="10">
                  <c:v>209966958.1649971</c:v>
                </c:pt>
                <c:pt idx="11">
                  <c:v>227649037.77856445</c:v>
                </c:pt>
                <c:pt idx="12">
                  <c:v>244422589.89676666</c:v>
                </c:pt>
                <c:pt idx="13">
                  <c:v>260266530.76073456</c:v>
                </c:pt>
                <c:pt idx="14">
                  <c:v>275174465.1897774</c:v>
                </c:pt>
                <c:pt idx="15">
                  <c:v>289152663.4070549</c:v>
                </c:pt>
                <c:pt idx="16">
                  <c:v>302217930.63147354</c:v>
                </c:pt>
                <c:pt idx="17">
                  <c:v>314395499.75512695</c:v>
                </c:pt>
                <c:pt idx="18">
                  <c:v>325717045.5948067</c:v>
                </c:pt>
                <c:pt idx="19">
                  <c:v>336218887.5940895</c:v>
                </c:pt>
                <c:pt idx="20">
                  <c:v>345940419.5104561</c:v>
                </c:pt>
                <c:pt idx="21">
                  <c:v>354922781.26039886</c:v>
                </c:pt>
                <c:pt idx="22">
                  <c:v>363207770.31702423</c:v>
                </c:pt>
                <c:pt idx="23">
                  <c:v>370836977.66431427</c:v>
                </c:pt>
                <c:pt idx="24">
                  <c:v>377851125.62841034</c:v>
                </c:pt>
                <c:pt idx="25">
                  <c:v>384289581.020298</c:v>
                </c:pt>
              </c:numCache>
            </c:numRef>
          </c:val>
          <c:smooth/>
        </c:ser>
        <c:ser>
          <c:idx val="4"/>
          <c:order val="4"/>
          <c:tx>
            <c:strRef>
              <c:f>Sheet1!$F$1</c:f>
              <c:strCache>
                <c:ptCount val="1"/>
                <c:pt idx="0">
                  <c:v>bdg_dgt_special</c:v>
                </c:pt>
              </c:strCache>
            </c:strRef>
          </c:tx>
          <c:spPr>
            <a:ln w="31750">
              <a:solidFill>
                <a:srgbClr val="645474"/>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1494818.649837494</c:v>
                </c:pt>
                <c:pt idx="2">
                  <c:v>3049307.1771354675</c:v>
                </c:pt>
                <c:pt idx="3">
                  <c:v>4660461.559776306</c:v>
                </c:pt>
                <c:pt idx="4">
                  <c:v>6325004.886734009</c:v>
                </c:pt>
                <c:pt idx="5">
                  <c:v>8039397.4914627075</c:v>
                </c:pt>
                <c:pt idx="6">
                  <c:v>9799850.009654999</c:v>
                </c:pt>
                <c:pt idx="7">
                  <c:v>11602339.316829681</c:v>
                </c:pt>
                <c:pt idx="8">
                  <c:v>13442627.245502472</c:v>
                </c:pt>
                <c:pt idx="9">
                  <c:v>15316281.925327301</c:v>
                </c:pt>
                <c:pt idx="10">
                  <c:v>17218701.534366608</c:v>
                </c:pt>
                <c:pt idx="11">
                  <c:v>19145140.19709778</c:v>
                </c:pt>
                <c:pt idx="12">
                  <c:v>21090735.71694565</c:v>
                </c:pt>
                <c:pt idx="13">
                  <c:v>23050538.789123535</c:v>
                </c:pt>
                <c:pt idx="14">
                  <c:v>25019543.30564499</c:v>
                </c:pt>
                <c:pt idx="15">
                  <c:v>26992717.338726044</c:v>
                </c:pt>
                <c:pt idx="16">
                  <c:v>28965034.373378754</c:v>
                </c:pt>
                <c:pt idx="17">
                  <c:v>30931504.354442596</c:v>
                </c:pt>
                <c:pt idx="18">
                  <c:v>32887204.118717194</c:v>
                </c:pt>
                <c:pt idx="19">
                  <c:v>34827306.79801941</c:v>
                </c:pt>
                <c:pt idx="20">
                  <c:v>36747109.804424286</c:v>
                </c:pt>
                <c:pt idx="21">
                  <c:v>38642061.042713165</c:v>
                </c:pt>
                <c:pt idx="22">
                  <c:v>40507783.03676224</c:v>
                </c:pt>
                <c:pt idx="23">
                  <c:v>42340094.70416641</c:v>
                </c:pt>
                <c:pt idx="24">
                  <c:v>44135030.56560516</c:v>
                </c:pt>
                <c:pt idx="25">
                  <c:v>45888857.230472565</c:v>
                </c:pt>
                <c:pt idx="26">
                  <c:v>47598087.056194305</c:v>
                </c:pt>
                <c:pt idx="27">
                  <c:v>49259488.934101105</c:v>
                </c:pt>
                <c:pt idx="28">
                  <c:v>50870096.208042145</c:v>
                </c:pt>
                <c:pt idx="29">
                  <c:v>52427211.78153229</c:v>
                </c:pt>
                <c:pt idx="30">
                  <c:v>53928410.51444626</c:v>
                </c:pt>
                <c:pt idx="31">
                  <c:v>55371539.04972458</c:v>
                </c:pt>
                <c:pt idx="32">
                  <c:v>56754713.244083405</c:v>
                </c:pt>
                <c:pt idx="33">
                  <c:v>58076313.4034996</c:v>
                </c:pt>
                <c:pt idx="34">
                  <c:v>59334977.544597626</c:v>
                </c:pt>
                <c:pt idx="35">
                  <c:v>60529592.91678238</c:v>
                </c:pt>
                <c:pt idx="36">
                  <c:v>61659286.027484894</c:v>
                </c:pt>
                <c:pt idx="37">
                  <c:v>62723411.414711</c:v>
                </c:pt>
                <c:pt idx="38">
                  <c:v>63721539.40773392</c:v>
                </c:pt>
                <c:pt idx="39">
                  <c:v>64653443.10895157</c:v>
                </c:pt>
                <c:pt idx="40">
                  <c:v>65519084.8183403</c:v>
                </c:pt>
                <c:pt idx="41">
                  <c:v>66318602.10736084</c:v>
                </c:pt>
                <c:pt idx="42">
                  <c:v>67052293.73234177</c:v>
                </c:pt>
                <c:pt idx="43">
                  <c:v>67720605.5588646</c:v>
                </c:pt>
                <c:pt idx="44">
                  <c:v>68324116.64935684</c:v>
                </c:pt>
                <c:pt idx="45">
                  <c:v>68863525.6462555</c:v>
                </c:pt>
                <c:pt idx="46">
                  <c:v>69339637.5635376</c:v>
                </c:pt>
                <c:pt idx="47">
                  <c:v>69753351.08026505</c:v>
                </c:pt>
                <c:pt idx="48">
                  <c:v>70105646.41160965</c:v>
                </c:pt>
                <c:pt idx="49">
                  <c:v>70397573.81577301</c:v>
                </c:pt>
                <c:pt idx="50">
                  <c:v>70630242.77936935</c:v>
                </c:pt>
              </c:numCache>
            </c:numRef>
          </c:val>
          <c:smooth/>
        </c:ser>
        <c:ser>
          <c:idx val="5"/>
          <c:order val="5"/>
          <c:tx>
            <c:strRef>
              <c:f>Sheet1!$G$1</c:f>
              <c:strCache>
                <c:ptCount val="1"/>
                <c:pt idx="0">
                  <c:v>bdg_dgt_video</c:v>
                </c:pt>
              </c:strCache>
            </c:strRef>
          </c:tx>
          <c:spPr>
            <a:ln w="31750">
              <a:solidFill>
                <a:srgbClr val="7900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0.0</c:v>
                </c:pt>
                <c:pt idx="1">
                  <c:v>-537141.8782157898</c:v>
                </c:pt>
                <c:pt idx="2">
                  <c:v>-1072251.3411369324</c:v>
                </c:pt>
                <c:pt idx="3">
                  <c:v>-1605462.6411018372</c:v>
                </c:pt>
                <c:pt idx="4">
                  <c:v>-2136910.8226242065</c:v>
                </c:pt>
                <c:pt idx="5">
                  <c:v>-2666731.662792206</c:v>
                </c:pt>
                <c:pt idx="6">
                  <c:v>-3195061.610927582</c:v>
                </c:pt>
                <c:pt idx="7">
                  <c:v>-3722037.7275505066</c:v>
                </c:pt>
                <c:pt idx="8">
                  <c:v>-4247797.622760773</c:v>
                </c:pt>
                <c:pt idx="9">
                  <c:v>-4772479.394073486</c:v>
                </c:pt>
                <c:pt idx="10">
                  <c:v>-5296221.563755035</c:v>
                </c:pt>
                <c:pt idx="11">
                  <c:v>-5819163.015766144</c:v>
                </c:pt>
                <c:pt idx="12">
                  <c:v>-6341442.932338715</c:v>
                </c:pt>
                <c:pt idx="13">
                  <c:v>-6863200.730243683</c:v>
                </c:pt>
                <c:pt idx="14">
                  <c:v>-7384575.996875763</c:v>
                </c:pt>
                <c:pt idx="15">
                  <c:v>-7905708.426151276</c:v>
                </c:pt>
                <c:pt idx="16">
                  <c:v>-8426737.754333496</c:v>
                </c:pt>
                <c:pt idx="17">
                  <c:v>-8947803.695800781</c:v>
                </c:pt>
                <c:pt idx="18">
                  <c:v>-9469045.878902435</c:v>
                </c:pt>
                <c:pt idx="19">
                  <c:v>-9990603.781879425</c:v>
                </c:pt>
                <c:pt idx="20">
                  <c:v>-10512616.669010162</c:v>
                </c:pt>
                <c:pt idx="21">
                  <c:v>-11035223.526924133</c:v>
                </c:pt>
                <c:pt idx="22">
                  <c:v>-11558563.001293182</c:v>
                </c:pt>
                <c:pt idx="23">
                  <c:v>-12082773.333843231</c:v>
                </c:pt>
                <c:pt idx="24">
                  <c:v>-12607992.29983139</c:v>
                </c:pt>
                <c:pt idx="25">
                  <c:v>-13134357.146007538</c:v>
                </c:pt>
                <c:pt idx="26">
                  <c:v>-13662004.529121399</c:v>
                </c:pt>
                <c:pt idx="27">
                  <c:v>-14191070.45508194</c:v>
                </c:pt>
                <c:pt idx="28">
                  <c:v>-14721690.218784332</c:v>
                </c:pt>
                <c:pt idx="29">
                  <c:v>-15253998.344657898</c:v>
                </c:pt>
                <c:pt idx="30">
                  <c:v>-15788128.528057098</c:v>
                </c:pt>
                <c:pt idx="31">
                  <c:v>-16324213.577453613</c:v>
                </c:pt>
                <c:pt idx="32">
                  <c:v>-16862385.357593536</c:v>
                </c:pt>
                <c:pt idx="33">
                  <c:v>-17402774.733589172</c:v>
                </c:pt>
                <c:pt idx="34">
                  <c:v>-17945511.516002655</c:v>
                </c:pt>
                <c:pt idx="35">
                  <c:v>-18490724.407043457</c:v>
                </c:pt>
                <c:pt idx="36">
                  <c:v>-19038540.94785309</c:v>
                </c:pt>
                <c:pt idx="37">
                  <c:v>-19589087.46694565</c:v>
                </c:pt>
                <c:pt idx="38">
                  <c:v>-20142489.029865265</c:v>
                </c:pt>
                <c:pt idx="39">
                  <c:v>-20698869.39006424</c:v>
                </c:pt>
                <c:pt idx="40">
                  <c:v>-21258350.94109726</c:v>
                </c:pt>
                <c:pt idx="41">
                  <c:v>-21821054.670131683</c:v>
                </c:pt>
                <c:pt idx="42">
                  <c:v>-22387100.112789154</c:v>
                </c:pt>
                <c:pt idx="43">
                  <c:v>-22956605.30941391</c:v>
                </c:pt>
                <c:pt idx="44">
                  <c:v>-23529686.762752533</c:v>
                </c:pt>
                <c:pt idx="45">
                  <c:v>-24106459.397083282</c:v>
                </c:pt>
                <c:pt idx="46">
                  <c:v>-24687036.51882553</c:v>
                </c:pt>
                <c:pt idx="47">
                  <c:v>-25271529.77866745</c:v>
                </c:pt>
                <c:pt idx="48">
                  <c:v>-25860049.13518524</c:v>
                </c:pt>
                <c:pt idx="49">
                  <c:v>-26452702.820049286</c:v>
                </c:pt>
                <c:pt idx="50">
                  <c:v>-27049597.304771423</c:v>
                </c:pt>
              </c:numCache>
            </c:numRef>
          </c:val>
          <c:smooth/>
        </c:ser>
        <c:ser>
          <c:idx val="6"/>
          <c:order val="6"/>
          <c:tx>
            <c:strRef>
              <c:f>Sheet1!$H$1</c:f>
              <c:strCache>
                <c:ptCount val="1"/>
                <c:pt idx="0">
                  <c:v>bdg_ecom</c:v>
                </c:pt>
              </c:strCache>
            </c:strRef>
          </c:tx>
          <c:spPr>
            <a:ln w="31750">
              <a:solidFill>
                <a:srgbClr val="0774D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0.0</c:v>
                </c:pt>
                <c:pt idx="1">
                  <c:v>17820734.864917755</c:v>
                </c:pt>
                <c:pt idx="2">
                  <c:v>37958328.866313934</c:v>
                </c:pt>
                <c:pt idx="3">
                  <c:v>60291797.68507767</c:v>
                </c:pt>
                <c:pt idx="4">
                  <c:v>84551856.81081009</c:v>
                </c:pt>
                <c:pt idx="5">
                  <c:v>110321573.62509537</c:v>
                </c:pt>
                <c:pt idx="6">
                  <c:v>137062952.87171936</c:v>
                </c:pt>
                <c:pt idx="7">
                  <c:v>164167908.13531876</c:v>
                </c:pt>
                <c:pt idx="8">
                  <c:v>191023737.84280396</c:v>
                </c:pt>
                <c:pt idx="9">
                  <c:v>217077802.84984207</c:v>
                </c:pt>
                <c:pt idx="10">
                  <c:v>241886589.28512192</c:v>
                </c:pt>
                <c:pt idx="11">
                  <c:v>265140429.79388046</c:v>
                </c:pt>
                <c:pt idx="12">
                  <c:v>286663483.37205887</c:v>
                </c:pt>
                <c:pt idx="13">
                  <c:v>306395176.23114395</c:v>
                </c:pt>
                <c:pt idx="14">
                  <c:v>324362047.9594612</c:v>
                </c:pt>
                <c:pt idx="15">
                  <c:v>340648115.95887375</c:v>
                </c:pt>
              </c:numCache>
            </c:numRef>
          </c:val>
          <c:smooth/>
        </c:ser>
        <c:ser>
          <c:idx val="7"/>
          <c:order val="7"/>
          <c:tx>
            <c:strRef>
              <c:f>Sheet1!$I$1</c:f>
              <c:strCache>
                <c:ptCount val="1"/>
                <c:pt idx="0">
                  <c:v>bdg_ooh</c:v>
                </c:pt>
              </c:strCache>
            </c:strRef>
          </c:tx>
          <c:spPr>
            <a:ln w="31750">
              <a:solidFill>
                <a:srgbClr val="FDF49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0.0</c:v>
                </c:pt>
                <c:pt idx="1">
                  <c:v>9003283.831245422</c:v>
                </c:pt>
                <c:pt idx="2">
                  <c:v>18043529.916492462</c:v>
                </c:pt>
                <c:pt idx="3">
                  <c:v>27111860.68012619</c:v>
                </c:pt>
                <c:pt idx="4">
                  <c:v>36199300.03358078</c:v>
                </c:pt>
                <c:pt idx="5">
                  <c:v>45296808.77505112</c:v>
                </c:pt>
                <c:pt idx="6">
                  <c:v>54395320.523548126</c:v>
                </c:pt>
                <c:pt idx="7">
                  <c:v>63485777.865875244</c:v>
                </c:pt>
                <c:pt idx="8">
                  <c:v>72559168.39191437</c:v>
                </c:pt>
                <c:pt idx="9">
                  <c:v>81606560.29561234</c:v>
                </c:pt>
                <c:pt idx="10">
                  <c:v>90619137.22571945</c:v>
                </c:pt>
                <c:pt idx="11">
                  <c:v>99588232.08237839</c:v>
                </c:pt>
                <c:pt idx="12">
                  <c:v>108505359.47174072</c:v>
                </c:pt>
                <c:pt idx="13">
                  <c:v>117362246.5515976</c:v>
                </c:pt>
                <c:pt idx="14">
                  <c:v>126150862.02507019</c:v>
                </c:pt>
                <c:pt idx="15">
                  <c:v>134863443.06695938</c:v>
                </c:pt>
                <c:pt idx="16">
                  <c:v>143492519.99726868</c:v>
                </c:pt>
                <c:pt idx="17">
                  <c:v>152030938.54841614</c:v>
                </c:pt>
                <c:pt idx="18">
                  <c:v>160471879.60561752</c:v>
                </c:pt>
                <c:pt idx="19">
                  <c:v>168808876.33373642</c:v>
                </c:pt>
                <c:pt idx="20">
                  <c:v>177035828.63740158</c:v>
                </c:pt>
                <c:pt idx="21">
                  <c:v>185147014.93408203</c:v>
                </c:pt>
                <c:pt idx="22">
                  <c:v>193137101.2513504</c:v>
                </c:pt>
                <c:pt idx="23">
                  <c:v>201001147.6893921</c:v>
                </c:pt>
                <c:pt idx="24">
                  <c:v>208734612.31731033</c:v>
                </c:pt>
                <c:pt idx="25">
                  <c:v>216333352.59674072</c:v>
                </c:pt>
                <c:pt idx="26">
                  <c:v>223793624.44837952</c:v>
                </c:pt>
                <c:pt idx="27">
                  <c:v>231112079.09605408</c:v>
                </c:pt>
                <c:pt idx="28">
                  <c:v>238285757.838768</c:v>
                </c:pt>
                <c:pt idx="29">
                  <c:v>245312084.91386795</c:v>
                </c:pt>
                <c:pt idx="30">
                  <c:v>252188858.62384796</c:v>
                </c:pt>
                <c:pt idx="31">
                  <c:v>258914240.9057579</c:v>
                </c:pt>
                <c:pt idx="32">
                  <c:v>265486745.52562332</c:v>
                </c:pt>
                <c:pt idx="33">
                  <c:v>271905225.0810356</c:v>
                </c:pt>
                <c:pt idx="34">
                  <c:v>278168856.9932518</c:v>
                </c:pt>
                <c:pt idx="35">
                  <c:v>284277128.66627884</c:v>
                </c:pt>
                <c:pt idx="36">
                  <c:v>290229821.98443985</c:v>
                </c:pt>
                <c:pt idx="37">
                  <c:v>296026997.3121834</c:v>
                </c:pt>
                <c:pt idx="38">
                  <c:v>301668977.1512642</c:v>
                </c:pt>
                <c:pt idx="39">
                  <c:v>307156329.59998703</c:v>
                </c:pt>
                <c:pt idx="40">
                  <c:v>312489851.74855804</c:v>
                </c:pt>
                <c:pt idx="41">
                  <c:v>317670553.13316727</c:v>
                </c:pt>
                <c:pt idx="42">
                  <c:v>322699639.3594017</c:v>
                </c:pt>
                <c:pt idx="43">
                  <c:v>327578495.9940529</c:v>
                </c:pt>
                <c:pt idx="44">
                  <c:v>332308672.8121834</c:v>
                </c:pt>
                <c:pt idx="45">
                  <c:v>336891868.47506714</c:v>
                </c:pt>
                <c:pt idx="46">
                  <c:v>341329915.70318985</c:v>
                </c:pt>
                <c:pt idx="47">
                  <c:v>345624766.9977989</c:v>
                </c:pt>
                <c:pt idx="48">
                  <c:v>349778480.9544945</c:v>
                </c:pt>
                <c:pt idx="49">
                  <c:v>353793209.2026558</c:v>
                </c:pt>
                <c:pt idx="50">
                  <c:v>357671183.99586487</c:v>
                </c:pt>
              </c:numCache>
            </c:numRef>
          </c:val>
          <c:smooth/>
        </c:ser>
        <c:ser>
          <c:idx val="8"/>
          <c:order val="8"/>
          <c:tx>
            <c:strRef>
              <c:f>Sheet1!$J$1</c:f>
              <c:strCache>
                <c:ptCount val="1"/>
                <c:pt idx="0">
                  <c:v>bdg_pos</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0.0</c:v>
                </c:pt>
                <c:pt idx="1">
                  <c:v>-1258584.6395072937</c:v>
                </c:pt>
                <c:pt idx="2">
                  <c:v>-2513941.1671714783</c:v>
                </c:pt>
                <c:pt idx="3">
                  <c:v>-3766130.8965568542</c:v>
                </c:pt>
                <c:pt idx="4">
                  <c:v>-5015216.544460297</c:v>
                </c:pt>
                <c:pt idx="5">
                  <c:v>-6261262.211341858</c:v>
                </c:pt>
                <c:pt idx="6">
                  <c:v>-7504333.36032486</c:v>
                </c:pt>
                <c:pt idx="7">
                  <c:v>-8744496.794826508</c:v>
                </c:pt>
                <c:pt idx="8">
                  <c:v>-9981820.634792328</c:v>
                </c:pt>
                <c:pt idx="9">
                  <c:v>-11216374.291549683</c:v>
                </c:pt>
                <c:pt idx="10">
                  <c:v>-12448228.441322327</c:v>
                </c:pt>
                <c:pt idx="11">
                  <c:v>-13677454.997367859</c:v>
                </c:pt>
                <c:pt idx="12">
                  <c:v>-14904127.080821991</c:v>
                </c:pt>
                <c:pt idx="13">
                  <c:v>-16128318.990211487</c:v>
                </c:pt>
                <c:pt idx="14">
                  <c:v>-17350106.169704437</c:v>
                </c:pt>
                <c:pt idx="15">
                  <c:v>-18569565.17608261</c:v>
                </c:pt>
                <c:pt idx="16">
                  <c:v>-19786773.644504547</c:v>
                </c:pt>
                <c:pt idx="17">
                  <c:v>-21001810.253051758</c:v>
                </c:pt>
                <c:pt idx="18">
                  <c:v>-22214754.68613434</c:v>
                </c:pt>
                <c:pt idx="19">
                  <c:v>-23425687.59672165</c:v>
                </c:pt>
                <c:pt idx="20">
                  <c:v>-24634690.5675354</c:v>
                </c:pt>
                <c:pt idx="21">
                  <c:v>-25841846.07114029</c:v>
                </c:pt>
                <c:pt idx="22">
                  <c:v>-27047237.429042816</c:v>
                </c:pt>
                <c:pt idx="23">
                  <c:v>-28250948.769817352</c:v>
                </c:pt>
                <c:pt idx="24">
                  <c:v>-29453064.986312866</c:v>
                </c:pt>
                <c:pt idx="25">
                  <c:v>-30653671.691963196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#N/A</c:v>
                </c:pt>
                <c:pt idx="1">
                  <c:v>1.6839216773529053</c:v>
                </c:pt>
                <c:pt idx="2">
                  <c:v>1.7361845239667892</c:v>
                </c:pt>
                <c:pt idx="3">
                  <c:v>1.7893198955567677</c:v>
                </c:pt>
                <c:pt idx="4">
                  <c:v>1.8431469811558723</c:v>
                </c:pt>
                <c:pt idx="5">
                  <c:v>1.8974584147361755</c:v>
                </c:pt>
                <c:pt idx="6">
                  <c:v>1.9520207565558751</c:v>
                </c:pt>
                <c:pt idx="7">
                  <c:v>2.006575827020373</c:v>
                </c:pt>
                <c:pt idx="8">
                  <c:v>2.06084298702693</c:v>
                </c:pt>
                <c:pt idx="9">
                  <c:v>2.1145224218538075</c:v>
                </c:pt>
                <c:pt idx="10">
                  <c:v>2.167299436330414</c:v>
                </c:pt>
                <c:pt idx="11">
                  <c:v>2.2188497091945303</c:v>
                </c:pt>
                <c:pt idx="12">
                  <c:v>2.268845387811661</c:v>
                </c:pt>
                <c:pt idx="13">
                  <c:v>2.316961836137185</c:v>
                </c:pt>
                <c:pt idx="14">
                  <c:v>2.3628847855186463</c:v>
                </c:pt>
                <c:pt idx="15">
                  <c:v>2.4063175868086497</c:v>
                </c:pt>
              </c:numCache>
            </c:numRef>
          </c:val>
          <c:smooth/>
        </c:ser>
        <c:ser>
          <c:idx val="1"/>
          <c:order val="1"/>
          <c:tx>
            <c:strRef>
              <c:f>Sheet1!$C$1</c:f>
              <c:strCache>
                <c:ptCount val="1"/>
                <c:pt idx="0">
                  <c:v>TV</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#N/A</c:v>
                </c:pt>
                <c:pt idx="1">
                  <c:v>0.21308091539764404</c:v>
                </c:pt>
                <c:pt idx="2">
                  <c:v>0.21312177925395964</c:v>
                </c:pt>
                <c:pt idx="3">
                  <c:v>0.21316257623100282</c:v>
                </c:pt>
                <c:pt idx="4">
                  <c:v>0.21320330623197556</c:v>
                </c:pt>
                <c:pt idx="5">
                  <c:v>0.21324396915893554</c:v>
                </c:pt>
                <c:pt idx="6">
                  <c:v>0.21328456491470338</c:v>
                </c:pt>
                <c:pt idx="7">
                  <c:v>0.21332509340177264</c:v>
                </c:pt>
                <c:pt idx="8">
                  <c:v>0.21336555452275277</c:v>
                </c:pt>
                <c:pt idx="9">
                  <c:v>0.21340594818030464</c:v>
                </c:pt>
                <c:pt idx="10">
                  <c:v>0.2134462742778778</c:v>
                </c:pt>
                <c:pt idx="11">
                  <c:v>0.21348653271848506</c:v>
                </c:pt>
                <c:pt idx="12">
                  <c:v>0.21352672340536116</c:v>
                </c:pt>
                <c:pt idx="13">
                  <c:v>0.21356684624217107</c:v>
                </c:pt>
                <c:pt idx="14">
                  <c:v>0.21360690113244737</c:v>
                </c:pt>
                <c:pt idx="15">
                  <c:v>0.21364688798027037</c:v>
                </c:pt>
                <c:pt idx="16">
                  <c:v>0.2136868066893816</c:v>
                </c:pt>
                <c:pt idx="17">
                  <c:v>0.21372665716406877</c:v>
                </c:pt>
                <c:pt idx="18">
                  <c:v>0.2137664393084844</c:v>
                </c:pt>
                <c:pt idx="19">
                  <c:v>0.2138061530273839</c:v>
                </c:pt>
                <c:pt idx="20">
                  <c:v>0.2138457982252121</c:v>
                </c:pt>
                <c:pt idx="21">
                  <c:v>0.21388537480690364</c:v>
                </c:pt>
                <c:pt idx="22">
                  <c:v>0.21392488267725165</c:v>
                </c:pt>
                <c:pt idx="23">
                  <c:v>0.21396432174160168</c:v>
                </c:pt>
                <c:pt idx="24">
                  <c:v>0.21400369190510113</c:v>
                </c:pt>
                <c:pt idx="25">
                  <c:v>0.21404299307342528</c:v>
                </c:pt>
                <c:pt idx="26">
                  <c:v>0.2140822251520157</c:v>
                </c:pt>
                <c:pt idx="27">
                  <c:v>0.21412138804675915</c:v>
                </c:pt>
                <c:pt idx="28">
                  <c:v>0.21416048166377205</c:v>
                </c:pt>
                <c:pt idx="29">
                  <c:v>0.21419950590896605</c:v>
                </c:pt>
                <c:pt idx="30">
                  <c:v>0.2142384606889089</c:v>
                </c:pt>
                <c:pt idx="31">
                  <c:v>0.2142773459099185</c:v>
                </c:pt>
                <c:pt idx="32">
                  <c:v>0.21431616147881746</c:v>
                </c:pt>
                <c:pt idx="33">
                  <c:v>0.21435490730233625</c:v>
                </c:pt>
                <c:pt idx="34">
                  <c:v>0.21439358328757566</c:v>
                </c:pt>
                <c:pt idx="35">
                  <c:v>0.21443218934162686</c:v>
                </c:pt>
                <c:pt idx="36">
                  <c:v>0.2144707253719436</c:v>
                </c:pt>
                <c:pt idx="37">
                  <c:v>0.21450919128613857</c:v>
                </c:pt>
                <c:pt idx="38">
                  <c:v>0.21454758699181206</c:v>
                </c:pt>
                <c:pt idx="39">
                  <c:v>0.2145859123968956</c:v>
                </c:pt>
                <c:pt idx="40">
                  <c:v>0.2146241674094677</c:v>
                </c:pt>
                <c:pt idx="41">
                  <c:v>0.21466235193787553</c:v>
                </c:pt>
                <c:pt idx="42">
                  <c:v>0.21470046589043026</c:v>
                </c:pt>
                <c:pt idx="43">
                  <c:v>0.2147385091758107</c:v>
                </c:pt>
                <c:pt idx="44">
                  <c:v>0.21477648170280456</c:v>
                </c:pt>
                <c:pt idx="45">
                  <c:v>0.21481438338042366</c:v>
                </c:pt>
                <c:pt idx="46">
                  <c:v>0.21485221411783798</c:v>
                </c:pt>
                <c:pt idx="47">
                  <c:v>0.21488997382431843</c:v>
                </c:pt>
                <c:pt idx="48">
                  <c:v>0.2149276624094248</c:v>
                </c:pt>
                <c:pt idx="49">
                  <c:v>0.2149652797829375</c:v>
                </c:pt>
                <c:pt idx="50">
                  <c:v>0.21500282585468292</c:v>
                </c:pt>
                <c:pt idx="51">
                  <c:v>0.21504030053479065</c:v>
                </c:pt>
                <c:pt idx="52">
                  <c:v>0.2150777037334809</c:v>
                </c:pt>
                <c:pt idx="53">
                  <c:v>0.215115035361272</c:v>
                </c:pt>
                <c:pt idx="54">
                  <c:v>0.21515229532877606</c:v>
                </c:pt>
                <c:pt idx="55">
                  <c:v>0.21518948354682924</c:v>
                </c:pt>
                <c:pt idx="56">
                  <c:v>0.21522659992650578</c:v>
                </c:pt>
                <c:pt idx="57">
                  <c:v>0.2152636443789298</c:v>
                </c:pt>
                <c:pt idx="58">
                  <c:v>0.215300616815567</c:v>
                </c:pt>
                <c:pt idx="59">
                  <c:v>0.21533751714800173</c:v>
                </c:pt>
                <c:pt idx="60">
                  <c:v>0.21537434528802235</c:v>
                </c:pt>
                <c:pt idx="61">
                  <c:v>0.21541110114760478</c:v>
                </c:pt>
                <c:pt idx="62">
                  <c:v>0.21544778463892783</c:v>
                </c:pt>
                <c:pt idx="63">
                  <c:v>0.21548439567435734</c:v>
                </c:pt>
                <c:pt idx="64">
                  <c:v>0.2155209341664016</c:v>
                </c:pt>
                <c:pt idx="65">
                  <c:v>0.21555740002790597</c:v>
                </c:pt>
                <c:pt idx="66">
                  <c:v>0.21559379317176702</c:v>
                </c:pt>
                <c:pt idx="67">
                  <c:v>0.21563011351115668</c:v>
                </c:pt>
                <c:pt idx="68">
                  <c:v>0.21566636095941769</c:v>
                </c:pt>
                <c:pt idx="69">
                  <c:v>0.21570253543005127</c:v>
                </c:pt>
                <c:pt idx="70">
                  <c:v>0.21573863683686936</c:v>
                </c:pt>
                <c:pt idx="71">
                  <c:v>0.21577466509375773</c:v>
                </c:pt>
                <c:pt idx="72">
                  <c:v>0.2158106201148563</c:v>
                </c:pt>
                <c:pt idx="73">
                  <c:v>0.21584650181454176</c:v>
                </c:pt>
                <c:pt idx="74">
                  <c:v>0.21588231010733425</c:v>
                </c:pt>
                <c:pt idx="75">
                  <c:v>0.21591804490796407</c:v>
                </c:pt>
                <c:pt idx="76">
                  <c:v>0.2159537061314081</c:v>
                </c:pt>
                <c:pt idx="77">
                  <c:v>0.2159892936927746</c:v>
                </c:pt>
                <c:pt idx="78">
                  <c:v>0.2160248075074416</c:v>
                </c:pt>
                <c:pt idx="79">
                  <c:v>0.2160602474909674</c:v>
                </c:pt>
                <c:pt idx="80">
                  <c:v>0.216095613559103</c:v>
                </c:pt>
                <c:pt idx="81">
                  <c:v>0.21613090562780404</c:v>
                </c:pt>
                <c:pt idx="82">
                  <c:v>0.21616612361324125</c:v>
                </c:pt>
                <c:pt idx="83">
                  <c:v>0.21620126743183365</c:v>
                </c:pt>
                <c:pt idx="84">
                  <c:v>0.21623633700012027</c:v>
                </c:pt>
                <c:pt idx="85">
                  <c:v>0.21627133223490996</c:v>
                </c:pt>
                <c:pt idx="86">
                  <c:v>0.21630625305319942</c:v>
                </c:pt>
                <c:pt idx="87">
                  <c:v>0.21634109937222798</c:v>
                </c:pt>
                <c:pt idx="88">
                  <c:v>0.21637587110937725</c:v>
                </c:pt>
                <c:pt idx="89">
                  <c:v>0.21641056818231305</c:v>
                </c:pt>
                <c:pt idx="90">
                  <c:v>0.21644519050886366</c:v>
                </c:pt>
                <c:pt idx="91">
                  <c:v>0.21647973800707387</c:v>
                </c:pt>
                <c:pt idx="92">
                  <c:v>0.21651421059521384</c:v>
                </c:pt>
                <c:pt idx="93">
                  <c:v>0.21654860819178756</c:v>
                </c:pt>
                <c:pt idx="94">
                  <c:v>0.21658293071545945</c:v>
                </c:pt>
                <c:pt idx="95">
                  <c:v>0.2166171780851866</c:v>
                </c:pt>
                <c:pt idx="96">
                  <c:v>0.21665135022002457</c:v>
                </c:pt>
                <c:pt idx="97">
                  <c:v>0.21668544703933873</c:v>
                </c:pt>
                <c:pt idx="98">
                  <c:v>0.21671946846271048</c:v>
                </c:pt>
                <c:pt idx="99">
                  <c:v>0.2167534144098879</c:v>
                </c:pt>
                <c:pt idx="100">
                  <c:v>0.21678728480083465</c:v>
                </c:pt>
                <c:pt idx="101">
                  <c:v>0.21682107955579474</c:v>
                </c:pt>
                <c:pt idx="102">
                  <c:v>0.21685479859518536</c:v>
                </c:pt>
                <c:pt idx="103">
                  <c:v>0.21688844183966258</c:v>
                </c:pt>
                <c:pt idx="104">
                  <c:v>0.2169220092100547</c:v>
                </c:pt>
                <c:pt idx="105">
                  <c:v>0.21695550062748137</c:v>
                </c:pt>
                <c:pt idx="106">
                  <c:v>0.2169889160132318</c:v>
                </c:pt>
                <c:pt idx="107">
                  <c:v>0.2170222552888282</c:v>
                </c:pt>
                <c:pt idx="108">
                  <c:v>0.2170555183760325</c:v>
                </c:pt>
                <c:pt idx="109">
                  <c:v>0.21708870519680057</c:v>
                </c:pt>
                <c:pt idx="110">
                  <c:v>0.21712181567335995</c:v>
                </c:pt>
                <c:pt idx="111">
                  <c:v>0.21715484972809457</c:v>
                </c:pt>
                <c:pt idx="112">
                  <c:v>0.2171878072836399</c:v>
                </c:pt>
                <c:pt idx="113">
                  <c:v>0.2172206882629057</c:v>
                </c:pt>
                <c:pt idx="114">
                  <c:v>0.21725349258896343</c:v>
                </c:pt>
                <c:pt idx="115">
                  <c:v>0.21728622018513888</c:v>
                </c:pt>
                <c:pt idx="116">
                  <c:v>0.21731887097498467</c:v>
                </c:pt>
                <c:pt idx="117">
                  <c:v>0.21735144488227062</c:v>
                </c:pt>
                <c:pt idx="118">
                  <c:v>0.2173839418309907</c:v>
                </c:pt>
                <c:pt idx="119">
                  <c:v>0.21741636174538556</c:v>
                </c:pt>
                <c:pt idx="120">
                  <c:v>0.21744870454991658</c:v>
                </c:pt>
                <c:pt idx="121">
                  <c:v>0.21748097016927231</c:v>
                </c:pt>
                <c:pt idx="122">
                  <c:v>0.21751315852839048</c:v>
                </c:pt>
                <c:pt idx="123">
                  <c:v>0.2175452695523859</c:v>
                </c:pt>
                <c:pt idx="124">
                  <c:v>0.21757730316668172</c:v>
                </c:pt>
                <c:pt idx="125">
                  <c:v>0.217609259296875</c:v>
                </c:pt>
                <c:pt idx="126">
                  <c:v>0.21764113786883582</c:v>
                </c:pt>
                <c:pt idx="127">
                  <c:v>0.21767293880860636</c:v>
                </c:pt>
                <c:pt idx="128">
                  <c:v>0.2177046620425284</c:v>
                </c:pt>
                <c:pt idx="129">
                  <c:v>0.2177363074971576</c:v>
                </c:pt>
                <c:pt idx="130">
                  <c:v>0.2177678750992555</c:v>
                </c:pt>
                <c:pt idx="131">
                  <c:v>0.21779936477586878</c:v>
                </c:pt>
                <c:pt idx="132">
                  <c:v>0.2178307764542464</c:v>
                </c:pt>
                <c:pt idx="133">
                  <c:v>0.21786211006186063</c:v>
                </c:pt>
                <c:pt idx="134">
                  <c:v>0.2178933655264698</c:v>
                </c:pt>
                <c:pt idx="135">
                  <c:v>0.21792454277603715</c:v>
                </c:pt>
                <c:pt idx="136">
                  <c:v>0.2179556417387654</c:v>
                </c:pt>
                <c:pt idx="137">
                  <c:v>0.21798666234308786</c:v>
                </c:pt>
                <c:pt idx="138">
                  <c:v>0.21801760451770175</c:v>
                </c:pt>
                <c:pt idx="139">
                  <c:v>0.21804846819153106</c:v>
                </c:pt>
                <c:pt idx="140">
                  <c:v>0.21807925329373223</c:v>
                </c:pt>
                <c:pt idx="141">
                  <c:v>0.21810995975373992</c:v>
                </c:pt>
                <c:pt idx="142">
                  <c:v>0.21814058750116322</c:v>
                </c:pt>
                <c:pt idx="143">
                  <c:v>0.21817113646591293</c:v>
                </c:pt>
                <c:pt idx="144">
                  <c:v>0.21820160657811166</c:v>
                </c:pt>
                <c:pt idx="145">
                  <c:v>0.21823199776815216</c:v>
                </c:pt>
                <c:pt idx="146">
                  <c:v>0.21826230996663604</c:v>
                </c:pt>
                <c:pt idx="147">
                  <c:v>0.21829254310443125</c:v>
                </c:pt>
                <c:pt idx="148">
                  <c:v>0.21832269711265048</c:v>
                </c:pt>
                <c:pt idx="149">
                  <c:v>0.21835277192264274</c:v>
                </c:pt>
                <c:pt idx="150">
                  <c:v>0.21838276746601104</c:v>
                </c:pt>
                <c:pt idx="151">
                  <c:v>0.2184126836746039</c:v>
                </c:pt>
                <c:pt idx="152">
                  <c:v>0.2184425204805073</c:v>
                </c:pt>
                <c:pt idx="153">
                  <c:v>0.21847227781606188</c:v>
                </c:pt>
                <c:pt idx="154">
                  <c:v>0.21850195561385463</c:v>
                </c:pt>
                <c:pt idx="155">
                  <c:v>0.21853155380672332</c:v>
                </c:pt>
                <c:pt idx="156">
                  <c:v>0.21856107232774832</c:v>
                </c:pt>
                <c:pt idx="157">
                  <c:v>0.2185905111102815</c:v>
                </c:pt>
                <c:pt idx="158">
                  <c:v>0.2186198700878892</c:v>
                </c:pt>
                <c:pt idx="159">
                  <c:v>0.2186491491944055</c:v>
                </c:pt>
                <c:pt idx="160">
                  <c:v>0.21867834836392402</c:v>
                </c:pt>
                <c:pt idx="161">
                  <c:v>0.21870746753077774</c:v>
                </c:pt>
                <c:pt idx="162">
                  <c:v>0.21873650662957886</c:v>
                </c:pt>
                <c:pt idx="163">
                  <c:v>0.21876546559512836</c:v>
                </c:pt>
                <c:pt idx="164">
                  <c:v>0.21879434436254966</c:v>
                </c:pt>
                <c:pt idx="165">
                  <c:v>0.21882314286717502</c:v>
                </c:pt>
                <c:pt idx="166">
                  <c:v>0.21885186104461946</c:v>
                </c:pt>
                <c:pt idx="167">
                  <c:v>0.21888049883072677</c:v>
                </c:pt>
                <c:pt idx="168">
                  <c:v>0.21890905616161938</c:v>
                </c:pt>
                <c:pt idx="169">
                  <c:v>0.21893753297366758</c:v>
                </c:pt>
                <c:pt idx="170">
                  <c:v>0.21896592920347102</c:v>
                </c:pt>
                <c:pt idx="171">
                  <c:v>0.21899424478793006</c:v>
                </c:pt>
                <c:pt idx="172">
                  <c:v>0.21902247966418156</c:v>
                </c:pt>
                <c:pt idx="173">
                  <c:v>0.21905063376960313</c:v>
                </c:pt>
                <c:pt idx="174">
                  <c:v>0.21907870704185003</c:v>
                </c:pt>
                <c:pt idx="175">
                  <c:v>0.21910669941883631</c:v>
                </c:pt>
                <c:pt idx="176">
                  <c:v>0.2191346108387275</c:v>
                </c:pt>
                <c:pt idx="177">
                  <c:v>0.21916244123995507</c:v>
                </c:pt>
                <c:pt idx="178">
                  <c:v>0.21919019056119812</c:v>
                </c:pt>
                <c:pt idx="179">
                  <c:v>0.21921785874140862</c:v>
                </c:pt>
                <c:pt idx="180">
                  <c:v>0.2192454457198037</c:v>
                </c:pt>
                <c:pt idx="181">
                  <c:v>0.2192729514358373</c:v>
                </c:pt>
                <c:pt idx="182">
                  <c:v>0.21930037582923553</c:v>
                </c:pt>
                <c:pt idx="183">
                  <c:v>0.21932771883999977</c:v>
                </c:pt>
                <c:pt idx="184">
                  <c:v>0.21935498040838863</c:v>
                </c:pt>
                <c:pt idx="185">
                  <c:v>0.21938216047492157</c:v>
                </c:pt>
                <c:pt idx="186">
                  <c:v>0.21940925898036137</c:v>
                </c:pt>
                <c:pt idx="187">
                  <c:v>0.219436275865769</c:v>
                </c:pt>
                <c:pt idx="188">
                  <c:v>0.2194632110724449</c:v>
                </c:pt>
                <c:pt idx="189">
                  <c:v>0.21949006454197315</c:v>
                </c:pt>
                <c:pt idx="190">
                  <c:v>0.2195168362161837</c:v>
                </c:pt>
                <c:pt idx="191">
                  <c:v>0.21954352603717625</c:v>
                </c:pt>
                <c:pt idx="192">
                  <c:v>0.21957013394732278</c:v>
                </c:pt>
                <c:pt idx="193">
                  <c:v>0.2195966598892706</c:v>
                </c:pt>
                <c:pt idx="194">
                  <c:v>0.2196231038059156</c:v>
                </c:pt>
                <c:pt idx="195">
                  <c:v>0.21964946564043486</c:v>
                </c:pt>
                <c:pt idx="196">
                  <c:v>0.2196757453362601</c:v>
                </c:pt>
                <c:pt idx="197">
                  <c:v>0.21970194283710034</c:v>
                </c:pt>
                <c:pt idx="198">
                  <c:v>0.21972805808692508</c:v>
                </c:pt>
                <c:pt idx="199">
                  <c:v>0.2197540910299771</c:v>
                </c:pt>
                <c:pt idx="200">
                  <c:v>0.21978004161078454</c:v>
                </c:pt>
              </c:numCache>
            </c:numRef>
          </c:val>
          <c:smooth/>
        </c:ser>
        <c:ser>
          <c:idx val="2"/>
          <c:order val="2"/>
          <c:tx>
            <c:strRef>
              <c:f>Sheet1!$D$1</c:f>
              <c:strCache>
                <c:ptCount val="1"/>
                <c:pt idx="0">
                  <c:v>bdg_dgt_display</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#N/A</c:v>
                </c:pt>
                <c:pt idx="1">
                  <c:v>9.758389918294906</c:v>
                </c:pt>
                <c:pt idx="2">
                  <c:v>10.483286273026467</c:v>
                </c:pt>
                <c:pt idx="3">
                  <c:v>11.150455869250615</c:v>
                </c:pt>
                <c:pt idx="4">
                  <c:v>11.719009094370366</c:v>
                </c:pt>
                <c:pt idx="5">
                  <c:v>12.154585135464096</c:v>
                </c:pt>
                <c:pt idx="6">
                  <c:v>12.436565374105136</c:v>
                </c:pt>
                <c:pt idx="7">
                  <c:v>12.561717490103312</c:v>
                </c:pt>
                <c:pt idx="8">
                  <c:v>12.542913636160373</c:v>
                </c:pt>
                <c:pt idx="9">
                  <c:v>12.404009371745003</c:v>
                </c:pt>
                <c:pt idx="10">
                  <c:v>12.173441750328637</c:v>
                </c:pt>
                <c:pt idx="11">
                  <c:v>11.878868246572148</c:v>
                </c:pt>
                <c:pt idx="12">
                  <c:v>11.543925579553763</c:v>
                </c:pt>
                <c:pt idx="13">
                  <c:v>11.187019018091496</c:v>
                </c:pt>
                <c:pt idx="14">
                  <c:v>10.821484699005808</c:v>
                </c:pt>
                <c:pt idx="15">
                  <c:v>10.456426792635346</c:v>
                </c:pt>
                <c:pt idx="16">
                  <c:v>10.097733829218983</c:v>
                </c:pt>
                <c:pt idx="17">
                  <c:v>9.74900744583242</c:v>
                </c:pt>
                <c:pt idx="18">
                  <c:v>9.41230194721169</c:v>
                </c:pt>
                <c:pt idx="19">
                  <c:v>9.088665275683454</c:v>
                </c:pt>
                <c:pt idx="20">
                  <c:v>8.778511914073276</c:v>
                </c:pt>
                <c:pt idx="21">
                  <c:v>8.481868607986723</c:v>
                </c:pt>
                <c:pt idx="22">
                  <c:v>8.198530524397329</c:v>
                </c:pt>
                <c:pt idx="23">
                  <c:v>7.928157577869249</c:v>
                </c:pt>
                <c:pt idx="24">
                  <c:v>7.670332459384044</c:v>
                </c:pt>
                <c:pt idx="25">
                  <c:v>7.424595052953186</c:v>
                </c:pt>
                <c:pt idx="26">
                  <c:v>7.1904627875314855</c:v>
                </c:pt>
                <c:pt idx="27">
                  <c:v>6.96744287484819</c:v>
                </c:pt>
                <c:pt idx="28">
                  <c:v>6.755039992675372</c:v>
                </c:pt>
                <c:pt idx="29">
                  <c:v>6.552761452652701</c:v>
                </c:pt>
                <c:pt idx="30">
                  <c:v>6.360120965546481</c:v>
                </c:pt>
                <c:pt idx="31">
                  <c:v>6.176641577751713</c:v>
                </c:pt>
                <c:pt idx="32">
                  <c:v>6.001858055565119</c:v>
                </c:pt>
                <c:pt idx="33">
                  <c:v>5.835318840985327</c:v>
                </c:pt>
                <c:pt idx="34">
                  <c:v>5.67658763214706</c:v>
                </c:pt>
                <c:pt idx="35">
                  <c:v>5.525244614604732</c:v>
                </c:pt>
                <c:pt idx="36">
                  <c:v>5.380887363963074</c:v>
                </c:pt>
                <c:pt idx="37">
                  <c:v>5.2431314432494185</c:v>
                </c:pt>
                <c:pt idx="38">
                  <c:v>5.111610723426116</c:v>
                </c:pt>
                <c:pt idx="39">
                  <c:v>4.985977459589689</c:v>
                </c:pt>
                <c:pt idx="40">
                  <c:v>4.865902157636214</c:v>
                </c:pt>
                <c:pt idx="41">
                  <c:v>4.751073266428226</c:v>
                </c:pt>
                <c:pt idx="42">
                  <c:v>4.641196729117302</c:v>
                </c:pt>
                <c:pt idx="43">
                  <c:v>4.535995424738374</c:v>
                </c:pt>
                <c:pt idx="44">
                  <c:v>4.435208527953798</c:v>
                </c:pt>
                <c:pt idx="45">
                  <c:v>4.338590811261326</c:v>
                </c:pt>
                <c:pt idx="46">
                  <c:v>4.2459119103782905</c:v>
                </c:pt>
                <c:pt idx="47">
                  <c:v>4.156955570062475</c:v>
                </c:pt>
                <c:pt idx="48">
                  <c:v>4.071518884452184</c:v>
                </c:pt>
                <c:pt idx="49">
                  <c:v>3.9894115431695276</c:v>
                </c:pt>
                <c:pt idx="50">
                  <c:v>3.9104550919501877</c:v>
                </c:pt>
              </c:numCache>
            </c:numRef>
          </c:val>
          <c:smooth/>
        </c:ser>
        <c:ser>
          <c:idx val="3"/>
          <c:order val="3"/>
          <c:tx>
            <c:strRef>
              <c:f>Sheet1!$E$1</c:f>
              <c:strCache>
                <c:ptCount val="1"/>
                <c:pt idx="0">
                  <c:v>bdg_dgt_perform</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#N/A</c:v>
                </c:pt>
                <c:pt idx="1">
                  <c:v>11.96668995259285</c:v>
                </c:pt>
                <c:pt idx="2">
                  <c:v>12.009546604669572</c:v>
                </c:pt>
                <c:pt idx="3">
                  <c:v>12.027183482507706</c:v>
                </c:pt>
                <c:pt idx="4">
                  <c:v>12.019611280278683</c:v>
                </c:pt>
                <c:pt idx="5">
                  <c:v>11.987300179920577</c:v>
                </c:pt>
                <c:pt idx="6">
                  <c:v>11.931152379954655</c:v>
                </c:pt>
                <c:pt idx="7">
                  <c:v>11.852455172613144</c:v>
                </c:pt>
                <c:pt idx="8">
                  <c:v>11.75281882612133</c:v>
                </c:pt>
                <c:pt idx="9">
                  <c:v>11.634104521170721</c:v>
                </c:pt>
                <c:pt idx="10">
                  <c:v>11.498347908249855</c:v>
                </c:pt>
                <c:pt idx="11">
                  <c:v>11.347683535389294</c:v>
                </c:pt>
                <c:pt idx="12">
                  <c:v>11.184274579031944</c:v>
                </c:pt>
                <c:pt idx="13">
                  <c:v>11.010251183105176</c:v>
                </c:pt>
                <c:pt idx="14">
                  <c:v>10.827659471063477</c:v>
                </c:pt>
                <c:pt idx="15">
                  <c:v>10.638422113568497</c:v>
                </c:pt>
                <c:pt idx="16">
                  <c:v>10.444310332233549</c:v>
                </c:pt>
                <c:pt idx="17">
                  <c:v>10.246926463386087</c:v>
                </c:pt>
                <c:pt idx="18">
                  <c:v>10.047695710966853</c:v>
                </c:pt>
                <c:pt idx="19">
                  <c:v>9.847865463002355</c:v>
                </c:pt>
                <c:pt idx="20">
                  <c:v>9.648510487761403</c:v>
                </c:pt>
                <c:pt idx="21">
                  <c:v>9.450542410961878</c:v>
                </c:pt>
                <c:pt idx="22">
                  <c:v>9.254722052659641</c:v>
                </c:pt>
                <c:pt idx="23">
                  <c:v>9.061673427485093</c:v>
                </c:pt>
                <c:pt idx="24">
                  <c:v>8.871898450591882</c:v>
                </c:pt>
                <c:pt idx="25">
                  <c:v>8.68579162040596</c:v>
                </c:pt>
              </c:numCache>
            </c:numRef>
          </c:val>
          <c:smooth/>
        </c:ser>
        <c:ser>
          <c:idx val="4"/>
          <c:order val="4"/>
          <c:tx>
            <c:strRef>
              <c:f>Sheet1!$F$1</c:f>
              <c:strCache>
                <c:ptCount val="1"/>
                <c:pt idx="0">
                  <c:v>bdg_dgt_special</c:v>
                </c:pt>
              </c:strCache>
            </c:strRef>
          </c:tx>
          <c:spPr>
            <a:ln w="31750">
              <a:solidFill>
                <a:srgbClr val="645474"/>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#N/A</c:v>
                </c:pt>
                <c:pt idx="1">
                  <c:v>1.747409324918747</c:v>
                </c:pt>
                <c:pt idx="2">
                  <c:v>1.762326794283867</c:v>
                </c:pt>
                <c:pt idx="3">
                  <c:v>1.776743593296051</c:v>
                </c:pt>
                <c:pt idx="4">
                  <c:v>1.790625610841751</c:v>
                </c:pt>
                <c:pt idx="5">
                  <c:v>1.8039397491462708</c:v>
                </c:pt>
                <c:pt idx="6">
                  <c:v>1.81665416747125</c:v>
                </c:pt>
                <c:pt idx="7">
                  <c:v>1.8287385226306916</c:v>
                </c:pt>
                <c:pt idx="8">
                  <c:v>1.8401642028439045</c:v>
                </c:pt>
                <c:pt idx="9">
                  <c:v>1.8509045514070723</c:v>
                </c:pt>
                <c:pt idx="10">
                  <c:v>1.8609350767183304</c:v>
                </c:pt>
                <c:pt idx="11">
                  <c:v>1.8702336453226263</c:v>
                </c:pt>
                <c:pt idx="12">
                  <c:v>1.8787806548727353</c:v>
                </c:pt>
                <c:pt idx="13">
                  <c:v>1.886559184197059</c:v>
                </c:pt>
                <c:pt idx="14">
                  <c:v>1.8935551180587495</c:v>
                </c:pt>
                <c:pt idx="15">
                  <c:v>1.8997572446242015</c:v>
                </c:pt>
                <c:pt idx="16">
                  <c:v>1.9051573241680861</c:v>
                </c:pt>
                <c:pt idx="17">
                  <c:v>1.909750128071841</c:v>
                </c:pt>
                <c:pt idx="18">
                  <c:v>1.9135334477421442</c:v>
                </c:pt>
                <c:pt idx="19">
                  <c:v>1.9165080736320896</c:v>
                </c:pt>
                <c:pt idx="20">
                  <c:v>1.9186777451106072</c:v>
                </c:pt>
                <c:pt idx="21">
                  <c:v>1.9200490724455515</c:v>
                </c:pt>
                <c:pt idx="22">
                  <c:v>1.9206314326536873</c:v>
                </c:pt>
                <c:pt idx="23">
                  <c:v>1.920436841394922</c:v>
                </c:pt>
                <c:pt idx="24">
                  <c:v>1.9194798034501075</c:v>
                </c:pt>
                <c:pt idx="25">
                  <c:v>1.9177771446094514</c:v>
                </c:pt>
                <c:pt idx="26">
                  <c:v>1.9153478280037366</c:v>
                </c:pt>
                <c:pt idx="27">
                  <c:v>1.9122127580389094</c:v>
                </c:pt>
                <c:pt idx="28">
                  <c:v>1.9083945751436098</c:v>
                </c:pt>
                <c:pt idx="29">
                  <c:v>1.9039174445091773</c:v>
                </c:pt>
                <c:pt idx="30">
                  <c:v>1.8988068419074375</c:v>
                </c:pt>
                <c:pt idx="31">
                  <c:v>1.8930893395116868</c:v>
                </c:pt>
                <c:pt idx="32">
                  <c:v>1.8867923944388032</c:v>
                </c:pt>
                <c:pt idx="33">
                  <c:v>1.8799441424772667</c:v>
                </c:pt>
                <c:pt idx="34">
                  <c:v>1.8725731991852592</c:v>
                </c:pt>
                <c:pt idx="35">
                  <c:v>1.8647084702397483</c:v>
                </c:pt>
                <c:pt idx="36">
                  <c:v>1.8563789726039568</c:v>
                </c:pt>
                <c:pt idx="37">
                  <c:v>1.8476136677663648</c:v>
                </c:pt>
                <c:pt idx="38">
                  <c:v>1.838441307996499</c:v>
                </c:pt>
                <c:pt idx="39">
                  <c:v>1.8288902962686098</c:v>
                </c:pt>
                <c:pt idx="40">
                  <c:v>1.8189885602292537</c:v>
                </c:pt>
                <c:pt idx="41">
                  <c:v>1.8087634403336688</c:v>
                </c:pt>
                <c:pt idx="42">
                  <c:v>1.7982415920516877</c:v>
                </c:pt>
                <c:pt idx="43">
                  <c:v>1.7874489018472628</c:v>
                </c:pt>
                <c:pt idx="44">
                  <c:v>1.7764104164699641</c:v>
                </c:pt>
                <c:pt idx="45">
                  <c:v>1.7651502849583944</c:v>
                </c:pt>
                <c:pt idx="46">
                  <c:v>1.7536917126471478</c:v>
                </c:pt>
                <c:pt idx="47">
                  <c:v>1.7420569263857983</c:v>
                </c:pt>
                <c:pt idx="48">
                  <c:v>1.730267150120934</c:v>
                </c:pt>
                <c:pt idx="49">
                  <c:v>1.7183425899568674</c:v>
                </c:pt>
                <c:pt idx="50">
                  <c:v>1.7063024277936936</c:v>
                </c:pt>
              </c:numCache>
            </c:numRef>
          </c:val>
          <c:smooth/>
        </c:ser>
        <c:ser>
          <c:idx val="5"/>
          <c:order val="5"/>
          <c:tx>
            <c:strRef>
              <c:f>Sheet1!$G$1</c:f>
              <c:strCache>
                <c:ptCount val="1"/>
                <c:pt idx="0">
                  <c:v>bdg_dgt_video</c:v>
                </c:pt>
              </c:strCache>
            </c:strRef>
          </c:tx>
          <c:spPr>
            <a:ln w="31750">
              <a:solidFill>
                <a:srgbClr val="7900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#N/A</c:v>
                </c:pt>
                <c:pt idx="1">
                  <c:v>0.7314290608921051</c:v>
                </c:pt>
                <c:pt idx="2">
                  <c:v>0.7319371647157669</c:v>
                </c:pt>
                <c:pt idx="3">
                  <c:v>0.7324228931496938</c:v>
                </c:pt>
                <c:pt idx="4">
                  <c:v>0.7328861471719742</c:v>
                </c:pt>
                <c:pt idx="5">
                  <c:v>0.7333268337207794</c:v>
                </c:pt>
                <c:pt idx="6">
                  <c:v>0.7337448657560348</c:v>
                </c:pt>
                <c:pt idx="7">
                  <c:v>0.734140162317821</c:v>
                </c:pt>
                <c:pt idx="8">
                  <c:v>0.7345126485774517</c:v>
                </c:pt>
                <c:pt idx="9">
                  <c:v>0.7348622558848064</c:v>
                </c:pt>
                <c:pt idx="10">
                  <c:v>0.7351889218122483</c:v>
                </c:pt>
                <c:pt idx="11">
                  <c:v>0.7354925901924481</c:v>
                </c:pt>
                <c:pt idx="12">
                  <c:v>0.7357732111525536</c:v>
                </c:pt>
                <c:pt idx="13">
                  <c:v>0.7360307411444738</c:v>
                </c:pt>
                <c:pt idx="14">
                  <c:v>0.7362651429687227</c:v>
                </c:pt>
                <c:pt idx="15">
                  <c:v>0.7364763857949574</c:v>
                </c:pt>
                <c:pt idx="16">
                  <c:v>0.7366644451770783</c:v>
                </c:pt>
                <c:pt idx="17">
                  <c:v>0.7368293030646829</c:v>
                </c:pt>
                <c:pt idx="18">
                  <c:v>0.7369709478082657</c:v>
                </c:pt>
                <c:pt idx="19">
                  <c:v>0.7370893741610678</c:v>
                </c:pt>
                <c:pt idx="20">
                  <c:v>0.7371845832747459</c:v>
                </c:pt>
                <c:pt idx="21">
                  <c:v>0.7372565826922826</c:v>
                </c:pt>
                <c:pt idx="22">
                  <c:v>0.7373053863342458</c:v>
                </c:pt>
                <c:pt idx="23">
                  <c:v>0.7373310144816689</c:v>
                </c:pt>
                <c:pt idx="24">
                  <c:v>0.7373334937535126</c:v>
                </c:pt>
                <c:pt idx="25">
                  <c:v>0.7373128570798493</c:v>
                </c:pt>
                <c:pt idx="26">
                  <c:v>0.7372691436707424</c:v>
                </c:pt>
                <c:pt idx="27">
                  <c:v>0.7372023989799641</c:v>
                </c:pt>
                <c:pt idx="28">
                  <c:v>0.7371126746645655</c:v>
                </c:pt>
                <c:pt idx="29">
                  <c:v>0.737000028540381</c:v>
                </c:pt>
                <c:pt idx="30">
                  <c:v>0.7368645245323817</c:v>
                </c:pt>
                <c:pt idx="31">
                  <c:v>0.7367062326217159</c:v>
                </c:pt>
                <c:pt idx="32">
                  <c:v>0.736525228787601</c:v>
                </c:pt>
                <c:pt idx="33">
                  <c:v>0.7363215949456186</c:v>
                </c:pt>
                <c:pt idx="34">
                  <c:v>0.7360954188823139</c:v>
                </c:pt>
                <c:pt idx="35">
                  <c:v>0.7358467941850935</c:v>
                </c:pt>
                <c:pt idx="36">
                  <c:v>0.7355758201687072</c:v>
                </c:pt>
                <c:pt idx="37">
                  <c:v>0.7352826017980317</c:v>
                </c:pt>
                <c:pt idx="38">
                  <c:v>0.734967249607036</c:v>
                </c:pt>
                <c:pt idx="39">
                  <c:v>0.734629879614561</c:v>
                </c:pt>
                <c:pt idx="40">
                  <c:v>0.7342706132362843</c:v>
                </c:pt>
                <c:pt idx="41">
                  <c:v>0.7338895771935161</c:v>
                </c:pt>
                <c:pt idx="42">
                  <c:v>0.7334869034191768</c:v>
                </c:pt>
                <c:pt idx="43">
                  <c:v>0.7330627289603033</c:v>
                </c:pt>
                <c:pt idx="44">
                  <c:v>0.7326171958778122</c:v>
                </c:pt>
                <c:pt idx="45">
                  <c:v>0.7321504511435191</c:v>
                </c:pt>
                <c:pt idx="46">
                  <c:v>0.7316626465345051</c:v>
                </c:pt>
                <c:pt idx="47">
                  <c:v>0.7311539385248144</c:v>
                </c:pt>
                <c:pt idx="48">
                  <c:v>0.7306244881751537</c:v>
                </c:pt>
                <c:pt idx="49">
                  <c:v>0.7300744610199053</c:v>
                </c:pt>
                <c:pt idx="50">
                  <c:v>0.7295040269522858</c:v>
                </c:pt>
              </c:numCache>
            </c:numRef>
          </c:val>
          <c:smooth/>
        </c:ser>
        <c:ser>
          <c:idx val="6"/>
          <c:order val="6"/>
          <c:tx>
            <c:strRef>
              <c:f>Sheet1!$H$1</c:f>
              <c:strCache>
                <c:ptCount val="1"/>
                <c:pt idx="0">
                  <c:v>bdg_ecom</c:v>
                </c:pt>
              </c:strCache>
            </c:strRef>
          </c:tx>
          <c:spPr>
            <a:ln w="31750">
              <a:solidFill>
                <a:srgbClr val="0774D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#N/A</c:v>
                </c:pt>
                <c:pt idx="1">
                  <c:v>9.910367432458878</c:v>
                </c:pt>
                <c:pt idx="2">
                  <c:v>10.489582216578484</c:v>
                </c:pt>
                <c:pt idx="3">
                  <c:v>11.048632947512944</c:v>
                </c:pt>
                <c:pt idx="4">
                  <c:v>11.568982101351262</c:v>
                </c:pt>
                <c:pt idx="5">
                  <c:v>12.032157362509537</c:v>
                </c:pt>
                <c:pt idx="6">
                  <c:v>12.421912739309947</c:v>
                </c:pt>
                <c:pt idx="7">
                  <c:v>12.726279152522768</c:v>
                </c:pt>
                <c:pt idx="8">
                  <c:v>12.938983615175248</c:v>
                </c:pt>
                <c:pt idx="9">
                  <c:v>13.059877936102337</c:v>
                </c:pt>
                <c:pt idx="10">
                  <c:v>13.094329464256095</c:v>
                </c:pt>
                <c:pt idx="11">
                  <c:v>13.051837717903657</c:v>
                </c:pt>
                <c:pt idx="12">
                  <c:v>12.94431180716912</c:v>
                </c:pt>
                <c:pt idx="13">
                  <c:v>12.784429855043998</c:v>
                </c:pt>
                <c:pt idx="14">
                  <c:v>12.584358855695044</c:v>
                </c:pt>
                <c:pt idx="15">
                  <c:v>12.354937198629125</c:v>
                </c:pt>
              </c:numCache>
            </c:numRef>
          </c:val>
          <c:smooth/>
        </c:ser>
        <c:ser>
          <c:idx val="7"/>
          <c:order val="7"/>
          <c:tx>
            <c:strRef>
              <c:f>Sheet1!$I$1</c:f>
              <c:strCache>
                <c:ptCount val="1"/>
                <c:pt idx="0">
                  <c:v>bdg_ooh</c:v>
                </c:pt>
              </c:strCache>
            </c:strRef>
          </c:tx>
          <c:spPr>
            <a:ln w="31750">
              <a:solidFill>
                <a:srgbClr val="FDF49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#N/A</c:v>
                </c:pt>
                <c:pt idx="1">
                  <c:v>5.501641915622711</c:v>
                </c:pt>
                <c:pt idx="2">
                  <c:v>5.510882479123116</c:v>
                </c:pt>
                <c:pt idx="3">
                  <c:v>5.518643446687698</c:v>
                </c:pt>
                <c:pt idx="4">
                  <c:v>5.524912504197598</c:v>
                </c:pt>
                <c:pt idx="5">
                  <c:v>5.529680877505112</c:v>
                </c:pt>
                <c:pt idx="6">
                  <c:v>5.5329433769623435</c:v>
                </c:pt>
                <c:pt idx="7">
                  <c:v>5.534698418991089</c:v>
                </c:pt>
                <c:pt idx="8">
                  <c:v>5.534948024494648</c:v>
                </c:pt>
                <c:pt idx="9">
                  <c:v>5.533697794200685</c:v>
                </c:pt>
                <c:pt idx="10">
                  <c:v>5.530956861285973</c:v>
                </c:pt>
                <c:pt idx="11">
                  <c:v>5.52673782192629</c:v>
                </c:pt>
                <c:pt idx="12">
                  <c:v>5.5210566446558635</c:v>
                </c:pt>
                <c:pt idx="13">
                  <c:v>5.513932559676831</c:v>
                </c:pt>
                <c:pt idx="14">
                  <c:v>5.505387929466792</c:v>
                </c:pt>
                <c:pt idx="15">
                  <c:v>5.495448102231979</c:v>
                </c:pt>
                <c:pt idx="16">
                  <c:v>5.4841412499146465</c:v>
                </c:pt>
                <c:pt idx="17">
                  <c:v>5.471498192600475</c:v>
                </c:pt>
                <c:pt idx="18">
                  <c:v>5.457552211267154</c:v>
                </c:pt>
                <c:pt idx="19">
                  <c:v>5.442338850887801</c:v>
                </c:pt>
                <c:pt idx="20">
                  <c:v>5.42589571593504</c:v>
                </c:pt>
                <c:pt idx="21">
                  <c:v>5.408262260335286</c:v>
                </c:pt>
                <c:pt idx="22">
                  <c:v>5.389479573894327</c:v>
                </c:pt>
                <c:pt idx="23">
                  <c:v>5.369590167160697</c:v>
                </c:pt>
                <c:pt idx="24">
                  <c:v>5.348637756610632</c:v>
                </c:pt>
                <c:pt idx="25">
                  <c:v>5.326667051934814</c:v>
                </c:pt>
                <c:pt idx="26">
                  <c:v>5.303723547084221</c:v>
                </c:pt>
                <c:pt idx="27">
                  <c:v>5.279853316593594</c:v>
                </c:pt>
                <c:pt idx="28">
                  <c:v>5.255102818549429</c:v>
                </c:pt>
                <c:pt idx="29">
                  <c:v>5.229518705411516</c:v>
                </c:pt>
                <c:pt idx="30">
                  <c:v>5.2031476437308</c:v>
                </c:pt>
                <c:pt idx="31">
                  <c:v>5.176036143641256</c:v>
                </c:pt>
                <c:pt idx="32">
                  <c:v>5.148230398837865</c:v>
                </c:pt>
                <c:pt idx="33">
                  <c:v>5.119776137591448</c:v>
                </c:pt>
                <c:pt idx="34">
                  <c:v>5.09071848519488</c:v>
                </c:pt>
                <c:pt idx="35">
                  <c:v>5.061101838089698</c:v>
                </c:pt>
                <c:pt idx="36">
                  <c:v>5.030969749783887</c:v>
                </c:pt>
                <c:pt idx="37">
                  <c:v>5.0003648285430184</c:v>
                </c:pt>
                <c:pt idx="38">
                  <c:v>4.969328646727161</c:v>
                </c:pt>
                <c:pt idx="39">
                  <c:v>4.937901661538295</c:v>
                </c:pt>
                <c:pt idx="40">
                  <c:v>4.9061231468569755</c:v>
                </c:pt>
                <c:pt idx="41">
                  <c:v>4.874031135770332</c:v>
                </c:pt>
                <c:pt idx="42">
                  <c:v>4.841662373326211</c:v>
                </c:pt>
                <c:pt idx="43">
                  <c:v>4.809052279000615</c:v>
                </c:pt>
                <c:pt idx="44">
                  <c:v>4.776234918320266</c:v>
                </c:pt>
                <c:pt idx="45">
                  <c:v>4.743242983056302</c:v>
                </c:pt>
                <c:pt idx="46">
                  <c:v>4.710107779382499</c:v>
                </c:pt>
                <c:pt idx="47">
                  <c:v>4.6768592233808395</c:v>
                </c:pt>
                <c:pt idx="48">
                  <c:v>4.6435258432759845</c:v>
                </c:pt>
                <c:pt idx="49">
                  <c:v>4.610134787782202</c:v>
                </c:pt>
                <c:pt idx="50">
                  <c:v>4.576711839958649</c:v>
                </c:pt>
              </c:numCache>
            </c:numRef>
          </c:val>
          <c:smooth/>
        </c:ser>
        <c:ser>
          <c:idx val="8"/>
          <c:order val="8"/>
          <c:tx>
            <c:strRef>
              <c:f>Sheet1!$J$1</c:f>
              <c:strCache>
                <c:ptCount val="1"/>
                <c:pt idx="0">
                  <c:v>bdg_pos</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#N/A</c:v>
                </c:pt>
                <c:pt idx="1">
                  <c:v>0.37070768024635314</c:v>
                </c:pt>
                <c:pt idx="2">
                  <c:v>0.37151470820713045</c:v>
                </c:pt>
                <c:pt idx="3">
                  <c:v>0.3723115172405243</c:v>
                </c:pt>
                <c:pt idx="4">
                  <c:v>0.37309793194246293</c:v>
                </c:pt>
                <c:pt idx="5">
                  <c:v>0.3738737788658142</c:v>
                </c:pt>
                <c:pt idx="6">
                  <c:v>0.37463888663959505</c:v>
                </c:pt>
                <c:pt idx="7">
                  <c:v>0.3753930860838209</c:v>
                </c:pt>
                <c:pt idx="8">
                  <c:v>0.3761362103254795</c:v>
                </c:pt>
                <c:pt idx="9">
                  <c:v>0.37686809491390655</c:v>
                </c:pt>
                <c:pt idx="10">
                  <c:v>0.3775885779338837</c:v>
                </c:pt>
                <c:pt idx="11">
                  <c:v>0.3782975001196428</c:v>
                </c:pt>
                <c:pt idx="12">
                  <c:v>0.3789947049657504</c:v>
                </c:pt>
                <c:pt idx="13">
                  <c:v>0.37968003883801976</c:v>
                </c:pt>
                <c:pt idx="14">
                  <c:v>0.38035335108198437</c:v>
                </c:pt>
                <c:pt idx="15">
                  <c:v>0.38101449413057964</c:v>
                </c:pt>
                <c:pt idx="16">
                  <c:v>0.3816633236092329</c:v>
                </c:pt>
                <c:pt idx="17">
                  <c:v>0.38229969843965417</c:v>
                </c:pt>
                <c:pt idx="18">
                  <c:v>0.3829234809407128</c:v>
                </c:pt>
                <c:pt idx="19">
                  <c:v>0.38353453692837763</c:v>
                </c:pt>
                <c:pt idx="20">
                  <c:v>0.384132735811615</c:v>
                </c:pt>
                <c:pt idx="21">
                  <c:v>0.384717950687136</c:v>
                </c:pt>
                <c:pt idx="22">
                  <c:v>0.3852900584308451</c:v>
                </c:pt>
                <c:pt idx="23">
                  <c:v>0.3858489397865793</c:v>
                </c:pt>
                <c:pt idx="24">
                  <c:v>0.38639447945181526</c:v>
                </c:pt>
                <c:pt idx="25">
                  <c:v>0.38692656616073606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2025 expected sales: 8.92 Mln. Packs, 2.01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15 843 800</a:t>
                      </a:r>
                    </a:p>
                  </a:txBody>
                  <a:tcPr marB="0" marT="0"/>
                </a:tc>
                <a:tc>
                  <a:txBody>
                    <a:bodyPr/>
                    <a:lstStyle/>
                    <a:p>
                      <a:pPr algn="ctr">
                        <a:defRPr sz="1000">
                          <a:latin typeface="Calibri"/>
                        </a:defRPr>
                      </a:pPr>
                      <a:r>
                        <a:t>15 876 662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17 000 900</a:t>
                      </a:r>
                    </a:p>
                  </a:txBody>
                  <a:tcPr marB="0" marT="0"/>
                </a:tc>
                <a:tc>
                  <a:txBody>
                    <a:bodyPr/>
                    <a:lstStyle/>
                    <a:p>
                      <a:pPr algn="ctr">
                        <a:defRPr sz="1000">
                          <a:latin typeface="Calibri"/>
                        </a:defRPr>
                      </a:pPr>
                      <a:r>
                        <a:t>16 993 533</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16 944 600</a:t>
                      </a:r>
                    </a:p>
                  </a:txBody>
                  <a:tcPr marB="0" marT="0"/>
                </a:tc>
                <a:tc>
                  <a:txBody>
                    <a:bodyPr/>
                    <a:lstStyle/>
                    <a:p>
                      <a:pPr algn="ctr">
                        <a:defRPr sz="1000">
                          <a:latin typeface="Calibri"/>
                        </a:defRPr>
                      </a:pPr>
                      <a:r>
                        <a:t>16 869 587</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17 136 900</a:t>
                      </a:r>
                    </a:p>
                  </a:txBody>
                  <a:tcPr marB="0" marT="0"/>
                </a:tc>
                <a:tc>
                  <a:txBody>
                    <a:bodyPr/>
                    <a:lstStyle/>
                    <a:p>
                      <a:pPr algn="ctr">
                        <a:defRPr sz="1000">
                          <a:latin typeface="Calibri"/>
                        </a:defRPr>
                      </a:pPr>
                      <a:r>
                        <a:t>16 969 500</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16 881 800</a:t>
                      </a:r>
                    </a:p>
                  </a:txBody>
                  <a:tcPr marB="0" marT="0"/>
                </a:tc>
                <a:tc>
                  <a:txBody>
                    <a:bodyPr/>
                    <a:lstStyle/>
                    <a:p>
                      <a:pPr algn="ctr">
                        <a:defRPr sz="1000">
                          <a:latin typeface="Calibri"/>
                        </a:defRPr>
                      </a:pPr>
                      <a:r>
                        <a:t>17 023 592</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8 953 900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8 921 712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-0.4%</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3 204 488 834</a:t>
                      </a:r>
                    </a:p>
                  </a:txBody>
                  <a:tcPr marB="0" marT="0"/>
                </a:tc>
                <a:tc>
                  <a:txBody>
                    <a:bodyPr/>
                    <a:lstStyle/>
                    <a:p>
                      <a:pPr algn="ctr">
                        <a:defRPr sz="1000">
                          <a:latin typeface="Calibri"/>
                        </a:defRPr>
                      </a:pPr>
                      <a:r>
                        <a:t>3 206 016 697</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3 460 802 140</a:t>
                      </a:r>
                    </a:p>
                  </a:txBody>
                  <a:tcPr marB="0" marT="0"/>
                </a:tc>
                <a:tc>
                  <a:txBody>
                    <a:bodyPr/>
                    <a:lstStyle/>
                    <a:p>
                      <a:pPr algn="ctr">
                        <a:defRPr sz="1000">
                          <a:latin typeface="Calibri"/>
                        </a:defRPr>
                      </a:pPr>
                      <a:r>
                        <a:t>3 451 608 343</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3 448 192 814</a:t>
                      </a:r>
                    </a:p>
                  </a:txBody>
                  <a:tcPr marB="0" marT="0"/>
                </a:tc>
                <a:tc>
                  <a:txBody>
                    <a:bodyPr/>
                    <a:lstStyle/>
                    <a:p>
                      <a:pPr algn="ctr">
                        <a:defRPr sz="1000">
                          <a:latin typeface="Calibri"/>
                        </a:defRPr>
                      </a:pPr>
                      <a:r>
                        <a:t>3 429 652 871</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3 511 655 739</a:t>
                      </a:r>
                    </a:p>
                  </a:txBody>
                  <a:tcPr marB="0" marT="0"/>
                </a:tc>
                <a:tc>
                  <a:txBody>
                    <a:bodyPr/>
                    <a:lstStyle/>
                    <a:p>
                      <a:pPr algn="ctr">
                        <a:defRPr sz="1000">
                          <a:latin typeface="Calibri"/>
                        </a:defRPr>
                      </a:pPr>
                      <a:r>
                        <a:t>3 479 019 251</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3 442 463 465</a:t>
                      </a:r>
                    </a:p>
                  </a:txBody>
                  <a:tcPr marB="0" marT="0"/>
                </a:tc>
                <a:tc>
                  <a:txBody>
                    <a:bodyPr/>
                    <a:lstStyle/>
                    <a:p>
                      <a:pPr algn="ctr">
                        <a:defRPr sz="1000">
                          <a:latin typeface="Calibri"/>
                        </a:defRPr>
                      </a:pPr>
                      <a:r>
                        <a:t>3 474 317 571</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2 017 305 093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2 010 091 317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-0.4%</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2694219"/>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bdg_dgt_display</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bdg_dgt_perform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bdg_dgt_special</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bdg_dgt_video</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bdg_ooh</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PR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TV</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200.0</a:t>
                      </a:r>
                    </a:p>
                  </a:txBody>
                  <a:tcPr/>
                </a:tc>
                <a:tc>
                  <a:txBody>
                    <a:bodyPr/>
                    <a:lstStyle/>
                    <a:p>
                      <a:pPr algn="ctr">
                        <a:defRPr sz="1000">
                          <a:latin typeface="Calibri"/>
                        </a:defRPr>
                      </a:pPr>
                      <a:r>
                        <a:t>1000.0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370.0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1850.0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4953232"/>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13 393 611</a:t>
                      </a:r>
                    </a:p>
                  </a:txBody>
                  <a:tcPr/>
                </a:tc>
                <a:tc>
                  <a:txBody>
                    <a:bodyPr/>
                    <a:lstStyle/>
                    <a:p>
                      <a:pPr algn="ctr">
                        <a:defRPr sz="1000">
                          <a:latin typeface="Calibri"/>
                        </a:defRPr>
                      </a:pPr>
                      <a:r>
                        <a:t>68 168 127</a:t>
                      </a:r>
                    </a:p>
                  </a:txBody>
                  <a:tcPr/>
                </a:tc>
                <a:tc>
                  <a:txBody>
                    <a:bodyPr/>
                    <a:lstStyle/>
                    <a:p>
                      <a:pPr algn="ctr">
                        <a:defRPr sz="1000">
                          <a:latin typeface="Calibri"/>
                        </a:defRPr>
                      </a:pPr>
                      <a:r>
                        <a:t>18 085 741</a:t>
                      </a:r>
                    </a:p>
                  </a:txBody>
                  <a:tcPr/>
                </a:tc>
                <a:tc>
                  <a:txBody>
                    <a:bodyPr/>
                    <a:lstStyle/>
                    <a:p>
                      <a:pPr algn="ctr">
                        <a:defRPr sz="1000">
                          <a:latin typeface="Calibri"/>
                        </a:defRPr>
                      </a:pPr>
                      <a:r>
                        <a:t>124 662 376</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2 722 680 988</a:t>
                      </a:r>
                    </a:p>
                  </a:txBody>
                  <a:tcPr/>
                </a:tc>
                <a:tc>
                  <a:txBody>
                    <a:bodyPr/>
                    <a:lstStyle/>
                    <a:p>
                      <a:pPr algn="ctr">
                        <a:defRPr sz="1000">
                          <a:latin typeface="Calibri"/>
                        </a:defRPr>
                      </a:pPr>
                      <a:r>
                        <a:t>13 851 914 663</a:t>
                      </a:r>
                    </a:p>
                  </a:txBody>
                  <a:tcPr/>
                </a:tc>
                <a:tc>
                  <a:txBody>
                    <a:bodyPr/>
                    <a:lstStyle/>
                    <a:p>
                      <a:pPr algn="ctr">
                        <a:defRPr sz="1000">
                          <a:latin typeface="Calibri"/>
                        </a:defRPr>
                      </a:pPr>
                      <a:r>
                        <a:t>3 663 430 766</a:t>
                      </a:r>
                    </a:p>
                  </a:txBody>
                  <a:tcPr/>
                </a:tc>
                <a:tc>
                  <a:txBody>
                    <a:bodyPr/>
                    <a:lstStyle/>
                    <a:p>
                      <a:pPr algn="ctr">
                        <a:defRPr sz="1000">
                          <a:latin typeface="Calibri"/>
                        </a:defRPr>
                      </a:pPr>
                      <a:r>
                        <a:t>25 220 567 426</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940 749 778</a:t>
                      </a:r>
                    </a:p>
                  </a:txBody>
                  <a:tcPr/>
                </a:tc>
                <a:tc>
                  <a:txBody>
                    <a:bodyPr/>
                    <a:lstStyle/>
                    <a:p>
                      <a:pPr algn="ctr">
                        <a:defRPr sz="1000">
                          <a:latin typeface="Calibri"/>
                        </a:defRPr>
                      </a:pPr>
                      <a:r>
                        <a:t>11 368 652 763</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570 749 778</a:t>
                      </a:r>
                    </a:p>
                  </a:txBody>
                  <a:tcPr/>
                </a:tc>
                <a:tc>
                  <a:txBody>
                    <a:bodyPr/>
                    <a:lstStyle/>
                    <a:p>
                      <a:pPr algn="ctr">
                        <a:defRPr sz="1000">
                          <a:latin typeface="Calibri"/>
                        </a:defRPr>
                      </a:pPr>
                      <a:r>
                        <a:t>9 518 652 763</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2.54</a:t>
                      </a:r>
                    </a:p>
                  </a:txBody>
                  <a:tcPr/>
                </a:tc>
                <a:tc>
                  <a:txBody>
                    <a:bodyPr/>
                    <a:lstStyle/>
                    <a:p>
                      <a:pPr algn="ctr">
                        <a:defRPr sz="1000">
                          <a:latin typeface="Calibri"/>
                        </a:defRPr>
                      </a:pPr>
                      <a:r>
                        <a:t>6.15</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-29.34%</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-28.08%</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-4.59%</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31.53%</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