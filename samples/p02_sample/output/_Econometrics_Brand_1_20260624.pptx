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931" r:id="rId1"/>
  </p:sldMasterIdLst>
  <p:notesMasterIdLst>
    <p:notesMasterId r:id="rId3"/>
  </p:notesMasterIdLst>
  <p:handoutMasterIdLst>
    <p:handoutMasterId r:id="rId4"/>
  </p:handoutMasterIdLst>
  <p:sldIdLst>
    <p:sldId id="576" r:id="rId2"/>
    <p:sldId id="577" r:id="rId19"/>
    <p:sldId id="578" r:id="rId20"/>
    <p:sldId id="579" r:id="rId21"/>
    <p:sldId id="580" r:id="rId22"/>
    <p:sldId id="581" r:id="rId23"/>
    <p:sldId id="582" r:id="rId24"/>
    <p:sldId id="583" r:id="rId25"/>
    <p:sldId id="584" r:id="rId26"/>
    <p:sldId id="585" r:id="rId27"/>
    <p:sldId id="586" r:id="rId28"/>
    <p:sldId id="587" r:id="rId29"/>
    <p:sldId id="588" r:id="rId30"/>
    <p:sldId id="589" r:id="rId31"/>
    <p:sldId id="590" r:id="rId32"/>
    <p:sldId id="591" r:id="rId33"/>
    <p:sldId id="592" r:id="rId34"/>
    <p:sldId id="593" r:id="rId35"/>
    <p:sldId id="594" r:id="rId36"/>
    <p:sldId id="595" r:id="rId37"/>
    <p:sldId id="596" r:id="rId38"/>
    <p:sldId id="597" r:id="rId39"/>
    <p:sldId id="598" r:id="rId40"/>
  </p:sldIdLst>
  <p:sldSz cx="12192000" cy="6858000"/>
  <p:notesSz cx="6858000" cy="9144000"/>
  <p:embeddedFontLst>
    <p:embeddedFont>
      <p:font typeface="Calibri" panose="020F0502020204030204" pitchFamily="34" charset="0"/>
      <p:regular r:id="rId5"/>
      <p:bold r:id="rId6"/>
      <p:italic r:id="rId7"/>
      <p:boldItalic r:id="rId8"/>
    </p:embeddedFont>
    <p:embeddedFont>
      <p:font typeface="Verdana" panose="020B0604030504040204" pitchFamily="34" charset="0"/>
      <p:regular r:id="rId9"/>
      <p:bold r:id="rId10"/>
      <p:italic r:id="rId11"/>
      <p:boldItalic r:id="rId12"/>
    </p:embeddedFont>
    <p:embeddedFont>
      <p:font typeface="Ony Okkam" panose="00000500000000000000" pitchFamily="2" charset="-52"/>
      <p:regular r:id="rId13"/>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4951" userDrawn="1">
          <p15:clr>
            <a:srgbClr val="A4A3A4"/>
          </p15:clr>
        </p15:guide>
        <p15:guide id="3" orient="horz" pos="132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1D28051-6AD2-7CB4-B1E4-DA027CD99339}" name="Arkhipov Dmitrii" initials="" userId="S::Dmitrii.Arkhipov@okkam.ru::4cb249b1-51a9-4135-a203-1f644f52fb62" providerId="AD"/>
  <p188:author id="{552E7C6B-ECB8-E897-D771-AE427E643DF0}" name="Rodion Shevelkin" initials="RS" userId="Rodion Shevelkin"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8"/>
    <p:restoredTop sz="96327"/>
  </p:normalViewPr>
  <p:slideViewPr>
    <p:cSldViewPr snapToGrid="0">
      <p:cViewPr varScale="1">
        <p:scale>
          <a:sx n="115" d="100"/>
          <a:sy n="115" d="100"/>
        </p:scale>
        <p:origin x="450" y="108"/>
      </p:cViewPr>
      <p:guideLst>
        <p:guide pos="4951"/>
        <p:guide orient="horz" pos="1321"/>
      </p:guideLst>
    </p:cSldViewPr>
  </p:slideViewPr>
  <p:notesTextViewPr>
    <p:cViewPr>
      <p:scale>
        <a:sx n="1" d="1"/>
        <a:sy n="1" d="1"/>
      </p:scale>
      <p:origin x="0" y="0"/>
    </p:cViewPr>
  </p:notesTextViewPr>
  <p:notesViewPr>
    <p:cSldViewPr snapToGrid="0" showGuides="1">
      <p:cViewPr varScale="1">
        <p:scale>
          <a:sx n="137" d="100"/>
          <a:sy n="137" d="100"/>
        </p:scale>
        <p:origin x="5224"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8/10/relationships/authors" Target="authors.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slide" Target="slides/slide11.xml"/><Relationship Id="rId29" Type="http://schemas.openxmlformats.org/officeDocument/2006/relationships/slide" Target="slides/slide12.xml"/><Relationship Id="rId30" Type="http://schemas.openxmlformats.org/officeDocument/2006/relationships/slide" Target="slides/slide13.xml"/><Relationship Id="rId31" Type="http://schemas.openxmlformats.org/officeDocument/2006/relationships/slide" Target="slides/slide14.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 Id="rId37" Type="http://schemas.openxmlformats.org/officeDocument/2006/relationships/slide" Target="slides/slide20.xml"/><Relationship Id="rId38" Type="http://schemas.openxmlformats.org/officeDocument/2006/relationships/slide" Target="slides/slide21.xml"/><Relationship Id="rId39" Type="http://schemas.openxmlformats.org/officeDocument/2006/relationships/slide" Target="slides/slide22.xml"/><Relationship Id="rId40"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Sheet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2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17495600.0</c:v>
                </c:pt>
                <c:pt idx="1">
                  <c:v>17140400.0</c:v>
                </c:pt>
                <c:pt idx="2">
                  <c:v>22729000.0</c:v>
                </c:pt>
                <c:pt idx="3">
                  <c:v>17046200.0</c:v>
                </c:pt>
                <c:pt idx="4">
                  <c:v>17200300.0</c:v>
                </c:pt>
                <c:pt idx="5">
                  <c:v>20106900.0</c:v>
                </c:pt>
                <c:pt idx="6">
                  <c:v>17734400.0</c:v>
                </c:pt>
                <c:pt idx="7">
                  <c:v>18781400.0</c:v>
                </c:pt>
                <c:pt idx="8">
                  <c:v>14328300.0</c:v>
                </c:pt>
                <c:pt idx="9">
                  <c:v>15834800.0</c:v>
                </c:pt>
                <c:pt idx="10">
                  <c:v>18107900.0</c:v>
                </c:pt>
                <c:pt idx="11">
                  <c:v>13667300.0</c:v>
                </c:pt>
                <c:pt idx="12">
                  <c:v>18078800.0</c:v>
                </c:pt>
                <c:pt idx="13">
                  <c:v>17062500.0</c:v>
                </c:pt>
                <c:pt idx="14">
                  <c:v>23933900.0</c:v>
                </c:pt>
                <c:pt idx="15">
                  <c:v>18091400.0</c:v>
                </c:pt>
                <c:pt idx="16">
                  <c:v>25055600.0</c:v>
                </c:pt>
                <c:pt idx="17">
                  <c:v>20700700.0</c:v>
                </c:pt>
                <c:pt idx="18">
                  <c:v>16478200.0</c:v>
                </c:pt>
                <c:pt idx="19">
                  <c:v>22303200.0</c:v>
                </c:pt>
                <c:pt idx="20">
                  <c:v>15645900.0</c:v>
                </c:pt>
                <c:pt idx="21">
                  <c:v>15049700.0</c:v>
                </c:pt>
                <c:pt idx="22">
                  <c:v>23433400.0</c:v>
                </c:pt>
                <c:pt idx="23">
                  <c:v>16195300.0</c:v>
                </c:pt>
                <c:pt idx="24">
                  <c:v>22387900.0</c:v>
                </c:pt>
                <c:pt idx="25">
                  <c:v>18789700.0</c:v>
                </c:pt>
                <c:pt idx="26">
                  <c:v>18742200.0</c:v>
                </c:pt>
                <c:pt idx="27">
                  <c:v>19176000.0</c:v>
                </c:pt>
                <c:pt idx="28">
                  <c:v>25968200.0</c:v>
                </c:pt>
                <c:pt idx="29">
                  <c:v>22923800.0</c:v>
                </c:pt>
                <c:pt idx="30">
                  <c:v>20685000.0</c:v>
                </c:pt>
                <c:pt idx="31">
                  <c:v>19801100.0</c:v>
                </c:pt>
                <c:pt idx="32">
                  <c:v>17144100.0</c:v>
                </c:pt>
                <c:pt idx="33">
                  <c:v>19065600.0</c:v>
                </c:pt>
                <c:pt idx="34">
                  <c:v>16563900.0</c:v>
                </c:pt>
                <c:pt idx="35">
                  <c:v>19058400.0</c:v>
                </c:pt>
                <c:pt idx="36">
                  <c:v>23488500.0</c:v>
                </c:pt>
                <c:pt idx="37">
                  <c:v>20712600.0</c:v>
                </c:pt>
                <c:pt idx="38">
                  <c:v>21316800.0</c:v>
                </c:pt>
                <c:pt idx="39">
                  <c:v>22961800.0</c:v>
                </c:pt>
                <c:pt idx="40">
                  <c:v>25825100.0</c:v>
                </c:pt>
                <c:pt idx="41">
                  <c:v>19777200.0</c:v>
                </c:pt>
                <c:pt idx="42">
                  <c:v>20750500.0</c:v>
                </c:pt>
                <c:pt idx="43">
                  <c:v>18482400.0</c:v>
                </c:pt>
                <c:pt idx="44">
                  <c:v>16337100.0</c:v>
                </c:pt>
                <c:pt idx="45">
                  <c:v>20179400.0</c:v>
                </c:pt>
                <c:pt idx="46">
                  <c:v>18348600.0</c:v>
                </c:pt>
                <c:pt idx="47">
                  <c:v>20012500.0</c:v>
                </c:pt>
                <c:pt idx="48">
                  <c:v>24576800.0</c:v>
                </c:pt>
                <c:pt idx="49">
                  <c:v>22927400.0</c:v>
                </c:pt>
                <c:pt idx="50">
                  <c:v>23038500.0</c:v>
                </c:pt>
                <c:pt idx="51">
                  <c:v>29441700.0</c:v>
                </c:pt>
                <c:pt idx="52">
                  <c:v>23539600.0</c:v>
                </c:pt>
                <c:pt idx="53">
                  <c:v>21529900.0</c:v>
                </c:pt>
                <c:pt idx="54">
                  <c:v>25336200.0</c:v>
                </c:pt>
                <c:pt idx="55">
                  <c:v>17445500.0</c:v>
                </c:pt>
                <c:pt idx="56">
                  <c:v>23016300.0</c:v>
                </c:pt>
                <c:pt idx="57">
                  <c:v>16872600.0</c:v>
                </c:pt>
                <c:pt idx="58">
                  <c:v>17983900.0</c:v>
                </c:pt>
                <c:pt idx="59">
                  <c:v>17512200.0</c:v>
                </c:pt>
                <c:pt idx="60">
                  <c:v>4139200.0</c:v>
                </c:pt>
                <c:pt idx="61">
                  <c:v>20759100.0</c:v>
                </c:pt>
                <c:pt idx="62">
                  <c:v>18476000.0</c:v>
                </c:pt>
                <c:pt idx="63">
                  <c:v>30418100.0</c:v>
                </c:pt>
                <c:pt idx="64">
                  <c:v>23055400.0</c:v>
                </c:pt>
                <c:pt idx="65">
                  <c:v>25952400.0</c:v>
                </c:pt>
                <c:pt idx="66">
                  <c:v>23493600.0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17462483.96600421</c:v>
                </c:pt>
                <c:pt idx="1">
                  <c:v>17093626.8762059</c:v>
                </c:pt>
                <c:pt idx="2">
                  <c:v>22988434.396520503</c:v>
                </c:pt>
                <c:pt idx="3">
                  <c:v>17180371.420590773</c:v>
                </c:pt>
                <c:pt idx="4">
                  <c:v>17079480.701041825</c:v>
                </c:pt>
                <c:pt idx="5">
                  <c:v>20393186.320032127</c:v>
                </c:pt>
                <c:pt idx="6">
                  <c:v>17519381.34520774</c:v>
                </c:pt>
                <c:pt idx="7">
                  <c:v>18784334.339763246</c:v>
                </c:pt>
                <c:pt idx="8">
                  <c:v>14398466.938328257</c:v>
                </c:pt>
                <c:pt idx="9">
                  <c:v>15829076.059451586</c:v>
                </c:pt>
                <c:pt idx="10">
                  <c:v>18597921.356174264</c:v>
                </c:pt>
                <c:pt idx="11">
                  <c:v>14364283.592113575</c:v>
                </c:pt>
                <c:pt idx="12">
                  <c:v>18209998.02885917</c:v>
                </c:pt>
                <c:pt idx="13">
                  <c:v>16785346.260132313</c:v>
                </c:pt>
                <c:pt idx="14">
                  <c:v>23593111.427777447</c:v>
                </c:pt>
                <c:pt idx="15">
                  <c:v>18120444.403461754</c:v>
                </c:pt>
                <c:pt idx="16">
                  <c:v>25487913.882818248</c:v>
                </c:pt>
                <c:pt idx="17">
                  <c:v>20510362.32339451</c:v>
                </c:pt>
                <c:pt idx="18">
                  <c:v>16295741.302637331</c:v>
                </c:pt>
                <c:pt idx="19">
                  <c:v>22004601.85958015</c:v>
                </c:pt>
                <c:pt idx="20">
                  <c:v>15933846.191726523</c:v>
                </c:pt>
                <c:pt idx="21">
                  <c:v>15069163.537522955</c:v>
                </c:pt>
                <c:pt idx="22">
                  <c:v>23127817.096338093</c:v>
                </c:pt>
                <c:pt idx="23">
                  <c:v>16348487.220605444</c:v>
                </c:pt>
                <c:pt idx="24">
                  <c:v>22124410.12653923</c:v>
                </c:pt>
                <c:pt idx="25">
                  <c:v>19037179.8716291</c:v>
                </c:pt>
                <c:pt idx="26">
                  <c:v>18663407.091546666</c:v>
                </c:pt>
                <c:pt idx="27">
                  <c:v>19432882.814291034</c:v>
                </c:pt>
                <c:pt idx="28">
                  <c:v>26232242.362638578</c:v>
                </c:pt>
                <c:pt idx="29">
                  <c:v>22851583.554263923</c:v>
                </c:pt>
                <c:pt idx="30">
                  <c:v>20711695.44242322</c:v>
                </c:pt>
                <c:pt idx="31">
                  <c:v>19838630.099082064</c:v>
                </c:pt>
                <c:pt idx="32">
                  <c:v>16963743.760622673</c:v>
                </c:pt>
                <c:pt idx="33">
                  <c:v>18519546.880972784</c:v>
                </c:pt>
                <c:pt idx="34">
                  <c:v>16239386.004384855</c:v>
                </c:pt>
                <c:pt idx="35">
                  <c:v>19613337.96319948</c:v>
                </c:pt>
                <c:pt idx="36">
                  <c:v>23140798.324810106</c:v>
                </c:pt>
                <c:pt idx="37">
                  <c:v>20485532.1000538</c:v>
                </c:pt>
                <c:pt idx="38">
                  <c:v>21009441.179877847</c:v>
                </c:pt>
                <c:pt idx="39">
                  <c:v>23238657.696863014</c:v>
                </c:pt>
                <c:pt idx="40">
                  <c:v>25821363.522023756</c:v>
                </c:pt>
                <c:pt idx="41">
                  <c:v>20154138.809982993</c:v>
                </c:pt>
                <c:pt idx="42">
                  <c:v>20805297.810004544</c:v>
                </c:pt>
                <c:pt idx="43">
                  <c:v>18275330.65844837</c:v>
                </c:pt>
                <c:pt idx="44">
                  <c:v>16225505.071859606</c:v>
                </c:pt>
                <c:pt idx="45">
                  <c:v>20042374.17778153</c:v>
                </c:pt>
                <c:pt idx="46">
                  <c:v>17875978.339785084</c:v>
                </c:pt>
                <c:pt idx="47">
                  <c:v>19545808.86560404</c:v>
                </c:pt>
                <c:pt idx="48">
                  <c:v>24841382.969174508</c:v>
                </c:pt>
                <c:pt idx="49">
                  <c:v>22393661.574578203</c:v>
                </c:pt>
                <c:pt idx="50">
                  <c:v>23177411.99664062</c:v>
                </c:pt>
                <c:pt idx="51">
                  <c:v>29372786.97204797</c:v>
                </c:pt>
                <c:pt idx="52">
                  <c:v>23910872.501891904</c:v>
                </c:pt>
                <c:pt idx="53">
                  <c:v>21592846.925439242</c:v>
                </c:pt>
                <c:pt idx="54">
                  <c:v>25467886.35545844</c:v>
                </c:pt>
                <c:pt idx="55">
                  <c:v>17722428.853553064</c:v>
                </c:pt>
                <c:pt idx="56">
                  <c:v>22861859.217851363</c:v>
                </c:pt>
                <c:pt idx="57">
                  <c:v>17006404.343356773</c:v>
                </c:pt>
                <c:pt idx="58">
                  <c:v>17980326.376285587</c:v>
                </c:pt>
                <c:pt idx="59">
                  <c:v>17694290.71915321</c:v>
                </c:pt>
                <c:pt idx="60">
                  <c:v>4118639.815358071</c:v>
                </c:pt>
                <c:pt idx="61">
                  <c:v>20698827.2810937</c:v>
                </c:pt>
                <c:pt idx="62">
                  <c:v>18919905.58512403</c:v>
                </c:pt>
                <c:pt idx="63">
                  <c:v>30541414.829758637</c:v>
                </c:pt>
                <c:pt idx="64">
                  <c:v>22711585.714933157</c:v>
                </c:pt>
                <c:pt idx="65">
                  <c:v>25272639.526663456</c:v>
                </c:pt>
                <c:pt idx="66">
                  <c:v>23381712.965304658</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36649698.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3627081294.0</c:v>
                </c:pt>
                <c:pt idx="1">
                  <c:v>3836071974.0</c:v>
                </c:pt>
                <c:pt idx="2">
                  <c:v>5432131906.0</c:v>
                </c:pt>
                <c:pt idx="3">
                  <c:v>3981084659.0</c:v>
                </c:pt>
                <c:pt idx="4">
                  <c:v>4014685369.0</c:v>
                </c:pt>
                <c:pt idx="5">
                  <c:v>4262347981.0</c:v>
                </c:pt>
                <c:pt idx="6">
                  <c:v>3427549914.0</c:v>
                </c:pt>
                <c:pt idx="7">
                  <c:v>3302882188.0</c:v>
                </c:pt>
                <c:pt idx="8">
                  <c:v>2280794001.0</c:v>
                </c:pt>
                <c:pt idx="9">
                  <c:v>2504637149.0</c:v>
                </c:pt>
                <c:pt idx="10">
                  <c:v>3046402533.0</c:v>
                </c:pt>
                <c:pt idx="11">
                  <c:v>2587603196.0</c:v>
                </c:pt>
                <c:pt idx="12">
                  <c:v>3749997960.0</c:v>
                </c:pt>
                <c:pt idx="13">
                  <c:v>3912056882.0</c:v>
                </c:pt>
                <c:pt idx="14">
                  <c:v>5772530671.0</c:v>
                </c:pt>
                <c:pt idx="15">
                  <c:v>4325255562.0</c:v>
                </c:pt>
                <c:pt idx="16">
                  <c:v>5692351264.0</c:v>
                </c:pt>
                <c:pt idx="17">
                  <c:v>4373733708.0</c:v>
                </c:pt>
                <c:pt idx="18">
                  <c:v>3239037534.0</c:v>
                </c:pt>
                <c:pt idx="19">
                  <c:v>3813102234.0</c:v>
                </c:pt>
                <c:pt idx="20">
                  <c:v>2515794209.0</c:v>
                </c:pt>
                <c:pt idx="21">
                  <c:v>2449300619.0</c:v>
                </c:pt>
                <c:pt idx="22">
                  <c:v>3964877380.0</c:v>
                </c:pt>
                <c:pt idx="23">
                  <c:v>3033969105.0</c:v>
                </c:pt>
                <c:pt idx="24">
                  <c:v>4740170969.0</c:v>
                </c:pt>
                <c:pt idx="25">
                  <c:v>4317266114.0</c:v>
                </c:pt>
                <c:pt idx="26">
                  <c:v>4558784909.0</c:v>
                </c:pt>
                <c:pt idx="27">
                  <c:v>4618480297.0</c:v>
                </c:pt>
                <c:pt idx="28">
                  <c:v>5863645017.0</c:v>
                </c:pt>
                <c:pt idx="29">
                  <c:v>4792745263.0</c:v>
                </c:pt>
                <c:pt idx="30">
                  <c:v>3997957974.0</c:v>
                </c:pt>
                <c:pt idx="31">
                  <c:v>3460574640.0</c:v>
                </c:pt>
                <c:pt idx="32">
                  <c:v>2829910545.0</c:v>
                </c:pt>
                <c:pt idx="33">
                  <c:v>3031303853.0</c:v>
                </c:pt>
                <c:pt idx="34">
                  <c:v>2827364378.0</c:v>
                </c:pt>
                <c:pt idx="35">
                  <c:v>3543326887.0</c:v>
                </c:pt>
                <c:pt idx="36">
                  <c:v>5005225322.0</c:v>
                </c:pt>
                <c:pt idx="37">
                  <c:v>4820925559.0</c:v>
                </c:pt>
                <c:pt idx="38">
                  <c:v>5019550567.0</c:v>
                </c:pt>
                <c:pt idx="39">
                  <c:v>5530676485.0</c:v>
                </c:pt>
                <c:pt idx="40">
                  <c:v>6032959338.0</c:v>
                </c:pt>
                <c:pt idx="41">
                  <c:v>4255943747.0</c:v>
                </c:pt>
                <c:pt idx="42">
                  <c:v>4070287425.0</c:v>
                </c:pt>
                <c:pt idx="43">
                  <c:v>3205775827.0</c:v>
                </c:pt>
                <c:pt idx="44">
                  <c:v>2669262914.0</c:v>
                </c:pt>
                <c:pt idx="45">
                  <c:v>3290655906.0</c:v>
                </c:pt>
                <c:pt idx="46">
                  <c:v>3213532876.0</c:v>
                </c:pt>
                <c:pt idx="47">
                  <c:v>3773820787.0</c:v>
                </c:pt>
                <c:pt idx="48">
                  <c:v>5198610065.0</c:v>
                </c:pt>
                <c:pt idx="49">
                  <c:v>5216883422.0</c:v>
                </c:pt>
                <c:pt idx="50">
                  <c:v>5428304271.0</c:v>
                </c:pt>
                <c:pt idx="51">
                  <c:v>7089331034.0</c:v>
                </c:pt>
                <c:pt idx="52">
                  <c:v>5243190300.0</c:v>
                </c:pt>
                <c:pt idx="53">
                  <c:v>4554407768.0</c:v>
                </c:pt>
                <c:pt idx="54">
                  <c:v>4868241196.0</c:v>
                </c:pt>
                <c:pt idx="55">
                  <c:v>2882283970.0</c:v>
                </c:pt>
                <c:pt idx="56">
                  <c:v>3723859310.0</c:v>
                </c:pt>
                <c:pt idx="57">
                  <c:v>2741767823.0</c:v>
                </c:pt>
                <c:pt idx="58">
                  <c:v>3145433953.0</c:v>
                </c:pt>
                <c:pt idx="59">
                  <c:v>3379271704.0</c:v>
                </c:pt>
                <c:pt idx="60">
                  <c:v>809462804.0</c:v>
                </c:pt>
                <c:pt idx="61">
                  <c:v>4463026313.0</c:v>
                </c:pt>
                <c:pt idx="62">
                  <c:v>4179964250.0</c:v>
                </c:pt>
                <c:pt idx="63">
                  <c:v>7126677889.0</c:v>
                </c:pt>
                <c:pt idx="64">
                  <c:v>5481308970.0</c:v>
                </c:pt>
                <c:pt idx="65">
                  <c:v>5913445524.0</c:v>
                </c:pt>
                <c:pt idx="66">
                  <c:v>4896233000.0</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3615473667.5197444</c:v>
                </c:pt>
                <c:pt idx="1">
                  <c:v>3821131311.587322</c:v>
                </c:pt>
                <c:pt idx="2">
                  <c:v>5494090722.209793</c:v>
                </c:pt>
                <c:pt idx="3">
                  <c:v>4011915965.4342165</c:v>
                </c:pt>
                <c:pt idx="4">
                  <c:v>3985610197.1915255</c:v>
                </c:pt>
                <c:pt idx="5">
                  <c:v>4323330988.456491</c:v>
                </c:pt>
                <c:pt idx="6">
                  <c:v>3392622077.3099337</c:v>
                </c:pt>
                <c:pt idx="7">
                  <c:v>3306978022.8963003</c:v>
                </c:pt>
                <c:pt idx="8">
                  <c:v>2291364071.7024713</c:v>
                </c:pt>
                <c:pt idx="9">
                  <c:v>2505165464.8974795</c:v>
                </c:pt>
                <c:pt idx="10">
                  <c:v>3129155024.412805</c:v>
                </c:pt>
                <c:pt idx="11">
                  <c:v>2721498652.7112737</c:v>
                </c:pt>
                <c:pt idx="12">
                  <c:v>3779177509.875231</c:v>
                </c:pt>
                <c:pt idx="13">
                  <c:v>3850865372.1870775</c:v>
                </c:pt>
                <c:pt idx="14">
                  <c:v>5691013860.603044</c:v>
                </c:pt>
                <c:pt idx="15">
                  <c:v>4332492564.120723</c:v>
                </c:pt>
                <c:pt idx="16">
                  <c:v>5790460964.704619</c:v>
                </c:pt>
                <c:pt idx="17">
                  <c:v>4341244533.919149</c:v>
                </c:pt>
                <c:pt idx="18">
                  <c:v>3203927718.572421</c:v>
                </c:pt>
                <c:pt idx="19">
                  <c:v>3758587629.079586</c:v>
                </c:pt>
                <c:pt idx="20">
                  <c:v>2561009951.0718637</c:v>
                </c:pt>
                <c:pt idx="21">
                  <c:v>2452829183.0005445</c:v>
                </c:pt>
                <c:pt idx="22">
                  <c:v>3911988100.822364</c:v>
                </c:pt>
                <c:pt idx="23">
                  <c:v>3066227633.7280736</c:v>
                </c:pt>
                <c:pt idx="24">
                  <c:v>4689242457.436661</c:v>
                </c:pt>
                <c:pt idx="25">
                  <c:v>4369167272.090492</c:v>
                </c:pt>
                <c:pt idx="26">
                  <c:v>4545761279.012312</c:v>
                </c:pt>
                <c:pt idx="27">
                  <c:v>4680441978.637054</c:v>
                </c:pt>
                <c:pt idx="28">
                  <c:v>5922308371.188461</c:v>
                </c:pt>
                <c:pt idx="29">
                  <c:v>4781091505.498209</c:v>
                </c:pt>
                <c:pt idx="30">
                  <c:v>3996427184.207366</c:v>
                </c:pt>
                <c:pt idx="31">
                  <c:v>3466473614.2112484</c:v>
                </c:pt>
                <c:pt idx="32">
                  <c:v>2802421669.7350464</c:v>
                </c:pt>
                <c:pt idx="33">
                  <c:v>2940722776.4891825</c:v>
                </c:pt>
                <c:pt idx="34">
                  <c:v>2771192661.4580307</c:v>
                </c:pt>
                <c:pt idx="35">
                  <c:v>3648164299.437421</c:v>
                </c:pt>
                <c:pt idx="36">
                  <c:v>4933280271.876919</c:v>
                </c:pt>
                <c:pt idx="37">
                  <c:v>4766953067.423772</c:v>
                </c:pt>
                <c:pt idx="38">
                  <c:v>4944020114.395228</c:v>
                </c:pt>
                <c:pt idx="39">
                  <c:v>5593343257.443523</c:v>
                </c:pt>
                <c:pt idx="40">
                  <c:v>6032807292.406938</c:v>
                </c:pt>
                <c:pt idx="41">
                  <c:v>4337541027.549936</c:v>
                </c:pt>
                <c:pt idx="42">
                  <c:v>4085366972.434888</c:v>
                </c:pt>
                <c:pt idx="43">
                  <c:v>3174439324.0069714</c:v>
                </c:pt>
                <c:pt idx="44">
                  <c:v>2650079531.481553</c:v>
                </c:pt>
                <c:pt idx="45">
                  <c:v>3267801258.4472795</c:v>
                </c:pt>
                <c:pt idx="46">
                  <c:v>3134224014.744302</c:v>
                </c:pt>
                <c:pt idx="47">
                  <c:v>3684468851.26799</c:v>
                </c:pt>
                <c:pt idx="48">
                  <c:v>5247646197.655784</c:v>
                </c:pt>
                <c:pt idx="49">
                  <c:v>5099616130.67563</c:v>
                </c:pt>
                <c:pt idx="50">
                  <c:v>5458058218.005523</c:v>
                </c:pt>
                <c:pt idx="51">
                  <c:v>7070102357.967266</c:v>
                </c:pt>
                <c:pt idx="52">
                  <c:v>5325396521.181936</c:v>
                </c:pt>
                <c:pt idx="53">
                  <c:v>4567637102.416666</c:v>
                </c:pt>
                <c:pt idx="54">
                  <c:v>4894431950.791357</c:v>
                </c:pt>
                <c:pt idx="55">
                  <c:v>2927095133.2867928</c:v>
                </c:pt>
                <c:pt idx="56">
                  <c:v>3701832722.586582</c:v>
                </c:pt>
                <c:pt idx="57">
                  <c:v>2763733679.020723</c:v>
                </c:pt>
                <c:pt idx="58">
                  <c:v>3147637063.4069104</c:v>
                </c:pt>
                <c:pt idx="59">
                  <c:v>3412125403.25536</c:v>
                </c:pt>
                <c:pt idx="60">
                  <c:v>805947084.8123947</c:v>
                </c:pt>
                <c:pt idx="61">
                  <c:v>4450056407.235267</c:v>
                </c:pt>
                <c:pt idx="62">
                  <c:v>4281385041.616564</c:v>
                </c:pt>
                <c:pt idx="63">
                  <c:v>7152095997.737831</c:v>
                </c:pt>
                <c:pt idx="64">
                  <c:v>5403201334.727668</c:v>
                </c:pt>
                <c:pt idx="65">
                  <c:v>5758735213.834484</c:v>
                </c:pt>
                <c:pt idx="66">
                  <c:v>4869111079.7697</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8582515197.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3801355.252097618</c:v>
                </c:pt>
                <c:pt idx="1">
                  <c:v>3801355.252097618</c:v>
                </c:pt>
                <c:pt idx="2">
                  <c:v>4751694.065122022</c:v>
                </c:pt>
                <c:pt idx="3">
                  <c:v>3801355.252097618</c:v>
                </c:pt>
                <c:pt idx="4">
                  <c:v>3801355.252097618</c:v>
                </c:pt>
                <c:pt idx="5">
                  <c:v>4751694.065122022</c:v>
                </c:pt>
                <c:pt idx="6">
                  <c:v>3801355.252097618</c:v>
                </c:pt>
                <c:pt idx="7">
                  <c:v>4751694.065122022</c:v>
                </c:pt>
                <c:pt idx="8">
                  <c:v>3801355.252097618</c:v>
                </c:pt>
                <c:pt idx="9">
                  <c:v>3801355.252097618</c:v>
                </c:pt>
                <c:pt idx="10">
                  <c:v>4751694.065122022</c:v>
                </c:pt>
                <c:pt idx="11">
                  <c:v>3801355.252097618</c:v>
                </c:pt>
                <c:pt idx="12">
                  <c:v>3801355.252097618</c:v>
                </c:pt>
                <c:pt idx="13">
                  <c:v>3801355.252097618</c:v>
                </c:pt>
                <c:pt idx="14">
                  <c:v>4751694.065122022</c:v>
                </c:pt>
                <c:pt idx="15">
                  <c:v>3801355.252097618</c:v>
                </c:pt>
                <c:pt idx="16">
                  <c:v>4751694.065122022</c:v>
                </c:pt>
                <c:pt idx="17">
                  <c:v>3801355.252097618</c:v>
                </c:pt>
                <c:pt idx="18">
                  <c:v>3801355.252097618</c:v>
                </c:pt>
                <c:pt idx="19">
                  <c:v>4751694.065122022</c:v>
                </c:pt>
                <c:pt idx="20">
                  <c:v>3801355.252097618</c:v>
                </c:pt>
                <c:pt idx="21">
                  <c:v>3801355.252097618</c:v>
                </c:pt>
                <c:pt idx="22">
                  <c:v>4751694.065122022</c:v>
                </c:pt>
                <c:pt idx="23">
                  <c:v>3801355.252097618</c:v>
                </c:pt>
                <c:pt idx="24">
                  <c:v>4751694.065122022</c:v>
                </c:pt>
                <c:pt idx="25">
                  <c:v>3801355.252097618</c:v>
                </c:pt>
                <c:pt idx="26">
                  <c:v>3801355.252097618</c:v>
                </c:pt>
                <c:pt idx="27">
                  <c:v>3801355.252097618</c:v>
                </c:pt>
                <c:pt idx="28">
                  <c:v>4751694.065122022</c:v>
                </c:pt>
                <c:pt idx="29">
                  <c:v>3801355.252097618</c:v>
                </c:pt>
                <c:pt idx="30">
                  <c:v>3801355.252097618</c:v>
                </c:pt>
                <c:pt idx="31">
                  <c:v>4751694.065122022</c:v>
                </c:pt>
                <c:pt idx="32">
                  <c:v>3801355.252097618</c:v>
                </c:pt>
                <c:pt idx="33">
                  <c:v>4751694.065122022</c:v>
                </c:pt>
                <c:pt idx="34">
                  <c:v>3801355.252097618</c:v>
                </c:pt>
                <c:pt idx="35">
                  <c:v>3801355.252097618</c:v>
                </c:pt>
                <c:pt idx="36">
                  <c:v>4751694.065122022</c:v>
                </c:pt>
                <c:pt idx="37">
                  <c:v>3801355.252097618</c:v>
                </c:pt>
                <c:pt idx="38">
                  <c:v>3801355.252097618</c:v>
                </c:pt>
                <c:pt idx="39">
                  <c:v>3801355.252097618</c:v>
                </c:pt>
                <c:pt idx="40">
                  <c:v>4751694.065122022</c:v>
                </c:pt>
                <c:pt idx="41">
                  <c:v>3801355.252097618</c:v>
                </c:pt>
                <c:pt idx="42">
                  <c:v>4751694.065122022</c:v>
                </c:pt>
                <c:pt idx="43">
                  <c:v>3801355.252097618</c:v>
                </c:pt>
                <c:pt idx="44">
                  <c:v>3801355.252097618</c:v>
                </c:pt>
                <c:pt idx="45">
                  <c:v>4751694.065122022</c:v>
                </c:pt>
                <c:pt idx="46">
                  <c:v>3801355.252097618</c:v>
                </c:pt>
                <c:pt idx="47">
                  <c:v>3801355.252097618</c:v>
                </c:pt>
                <c:pt idx="48">
                  <c:v>4751694.065122022</c:v>
                </c:pt>
                <c:pt idx="49">
                  <c:v>3801355.252097618</c:v>
                </c:pt>
                <c:pt idx="50">
                  <c:v>3801355.252097618</c:v>
                </c:pt>
                <c:pt idx="51">
                  <c:v>4751694.065122022</c:v>
                </c:pt>
                <c:pt idx="52">
                  <c:v>3801355.252097618</c:v>
                </c:pt>
                <c:pt idx="53">
                  <c:v>3801355.252097618</c:v>
                </c:pt>
                <c:pt idx="54">
                  <c:v>4751694.065122022</c:v>
                </c:pt>
                <c:pt idx="55">
                  <c:v>3801355.252097618</c:v>
                </c:pt>
                <c:pt idx="56">
                  <c:v>4751694.065122022</c:v>
                </c:pt>
                <c:pt idx="57">
                  <c:v>3801355.252097618</c:v>
                </c:pt>
                <c:pt idx="58">
                  <c:v>3801355.252097618</c:v>
                </c:pt>
                <c:pt idx="59">
                  <c:v>4751694.065122022</c:v>
                </c:pt>
                <c:pt idx="60">
                  <c:v>3801355.252097618</c:v>
                </c:pt>
                <c:pt idx="61">
                  <c:v>3801355.252097618</c:v>
                </c:pt>
                <c:pt idx="62">
                  <c:v>4751694.065122022</c:v>
                </c:pt>
                <c:pt idx="63">
                  <c:v>3801355.252097618</c:v>
                </c:pt>
                <c:pt idx="64">
                  <c:v>3801355.252097618</c:v>
                </c:pt>
                <c:pt idx="65">
                  <c:v>3801355.252097618</c:v>
                </c:pt>
              </c:numCache>
            </c:numRef>
          </c:val>
        </c:ser>
        <c:ser>
          <c:idx val="1"/>
          <c:order val="1"/>
          <c:tx>
            <c:strRef>
              <c:f>Sheet1!$C$1</c:f>
              <c:strCache>
                <c:ptCount val="1"/>
                <c:pt idx="0">
                  <c:v>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3943.0145438353557</c:v>
                </c:pt>
                <c:pt idx="1">
                  <c:v>162784.2918557813</c:v>
                </c:pt>
                <c:pt idx="2">
                  <c:v>118563.45846673999</c:v>
                </c:pt>
                <c:pt idx="3">
                  <c:v>131315.43779734577</c:v>
                </c:pt>
                <c:pt idx="4">
                  <c:v>149429.28939257018</c:v>
                </c:pt>
                <c:pt idx="5">
                  <c:v>3610.432046797407</c:v>
                </c:pt>
                <c:pt idx="6">
                  <c:v>193843.18747843383</c:v>
                </c:pt>
                <c:pt idx="7">
                  <c:v>199901.04023040767</c:v>
                </c:pt>
                <c:pt idx="8">
                  <c:v>81646.10769458034</c:v>
                </c:pt>
                <c:pt idx="9">
                  <c:v>161476.526507077</c:v>
                </c:pt>
                <c:pt idx="10">
                  <c:v>40880.524137569584</c:v>
                </c:pt>
                <c:pt idx="11">
                  <c:v>58336.36489843373</c:v>
                </c:pt>
                <c:pt idx="12">
                  <c:v>7221.664193758157</c:v>
                </c:pt>
                <c:pt idx="13">
                  <c:v>2908.163295243694</c:v>
                </c:pt>
                <c:pt idx="14">
                  <c:v>169718.69382014993</c:v>
                </c:pt>
                <c:pt idx="15">
                  <c:v>62535.000207417674</c:v>
                </c:pt>
                <c:pt idx="16">
                  <c:v>264126.51666974206</c:v>
                </c:pt>
                <c:pt idx="17">
                  <c:v>96457.55071640287</c:v>
                </c:pt>
                <c:pt idx="18">
                  <c:v>191708.8322361807</c:v>
                </c:pt>
                <c:pt idx="19">
                  <c:v>97674.53053993419</c:v>
                </c:pt>
                <c:pt idx="20">
                  <c:v>1731.3146269254855</c:v>
                </c:pt>
                <c:pt idx="21">
                  <c:v>122388.53467207646</c:v>
                </c:pt>
                <c:pt idx="22">
                  <c:v>184625.60533554168</c:v>
                </c:pt>
                <c:pt idx="23">
                  <c:v>126193.8685540715</c:v>
                </c:pt>
                <c:pt idx="24">
                  <c:v>273602.11804327235</c:v>
                </c:pt>
                <c:pt idx="25">
                  <c:v>209915.77033524957</c:v>
                </c:pt>
                <c:pt idx="26">
                  <c:v>190847.4917145564</c:v>
                </c:pt>
                <c:pt idx="27">
                  <c:v>14287.893923465941</c:v>
                </c:pt>
                <c:pt idx="28">
                  <c:v>178829.01932638808</c:v>
                </c:pt>
                <c:pt idx="29">
                  <c:v>176470.8826956704</c:v>
                </c:pt>
                <c:pt idx="30">
                  <c:v>290618.0928412473</c:v>
                </c:pt>
                <c:pt idx="31">
                  <c:v>17543.910729237832</c:v>
                </c:pt>
                <c:pt idx="32">
                  <c:v>104670.02883856236</c:v>
                </c:pt>
                <c:pt idx="33">
                  <c:v>304042.28985347005</c:v>
                </c:pt>
                <c:pt idx="34">
                  <c:v>133565.1980435369</c:v>
                </c:pt>
                <c:pt idx="35">
                  <c:v>261339.45623458535</c:v>
                </c:pt>
                <c:pt idx="36">
                  <c:v>46055.17510567055</c:v>
                </c:pt>
                <c:pt idx="37">
                  <c:v>256861.46849172586</c:v>
                </c:pt>
                <c:pt idx="38">
                  <c:v>229982.79294699256</c:v>
                </c:pt>
                <c:pt idx="39">
                  <c:v>261117.45717048063</c:v>
                </c:pt>
                <c:pt idx="40">
                  <c:v>220141.33733189016</c:v>
                </c:pt>
                <c:pt idx="41">
                  <c:v>44602.383897543325</c:v>
                </c:pt>
                <c:pt idx="42">
                  <c:v>1562.7442253539236</c:v>
                </c:pt>
                <c:pt idx="43">
                  <c:v>296996.75440799876</c:v>
                </c:pt>
                <c:pt idx="44">
                  <c:v>280049.9877387192</c:v>
                </c:pt>
                <c:pt idx="45">
                  <c:v>163231.0476721316</c:v>
                </c:pt>
                <c:pt idx="46">
                  <c:v>139492.88338111932</c:v>
                </c:pt>
                <c:pt idx="47">
                  <c:v>204014.8312958122</c:v>
                </c:pt>
                <c:pt idx="48">
                  <c:v>3550.0099049392766</c:v>
                </c:pt>
                <c:pt idx="49">
                  <c:v>2966.7082821898694</c:v>
                </c:pt>
                <c:pt idx="50">
                  <c:v>37511.34849697978</c:v>
                </c:pt>
                <c:pt idx="51">
                  <c:v>231433.80136086702</c:v>
                </c:pt>
                <c:pt idx="52">
                  <c:v>191302.73687753576</c:v>
                </c:pt>
                <c:pt idx="53">
                  <c:v>225671.95674236282</c:v>
                </c:pt>
                <c:pt idx="54">
                  <c:v>362707.7296971284</c:v>
                </c:pt>
                <c:pt idx="55">
                  <c:v>143846.73908670622</c:v>
                </c:pt>
                <c:pt idx="56">
                  <c:v>10784.863668235465</c:v>
                </c:pt>
                <c:pt idx="57">
                  <c:v>249187.10134185827</c:v>
                </c:pt>
                <c:pt idx="58">
                  <c:v>25357.601760591908</c:v>
                </c:pt>
                <c:pt idx="59">
                  <c:v>4846.5004520428765</c:v>
                </c:pt>
                <c:pt idx="60">
                  <c:v>167569.66261721475</c:v>
                </c:pt>
                <c:pt idx="61">
                  <c:v>79758.95239565695</c:v>
                </c:pt>
                <c:pt idx="62">
                  <c:v>4547.930634106816</c:v>
                </c:pt>
                <c:pt idx="63">
                  <c:v>162505.09557238276</c:v>
                </c:pt>
                <c:pt idx="64">
                  <c:v>176476.14186964283</c:v>
                </c:pt>
                <c:pt idx="65">
                  <c:v>184060.54879807963</c:v>
                </c:pt>
              </c:numCache>
            </c:numRef>
          </c:val>
        </c:ser>
        <c:ser>
          <c:idx val="2"/>
          <c:order val="2"/>
          <c:tx>
            <c:strRef>
              <c:f>Sheet1!$D$1</c:f>
              <c:strCache>
                <c:ptCount val="1"/>
                <c:pt idx="0">
                  <c:v>Digital_Performance</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299906.1439617997</c:v>
                </c:pt>
                <c:pt idx="1">
                  <c:v>190582.01474840642</c:v>
                </c:pt>
                <c:pt idx="2">
                  <c:v>175810.06064723094</c:v>
                </c:pt>
                <c:pt idx="3">
                  <c:v>233256.8987933448</c:v>
                </c:pt>
                <c:pt idx="4">
                  <c:v>97600.15991024983</c:v>
                </c:pt>
                <c:pt idx="5">
                  <c:v>347810.42411550856</c:v>
                </c:pt>
                <c:pt idx="6">
                  <c:v>355336.42324483325</c:v>
                </c:pt>
                <c:pt idx="7">
                  <c:v>249851.74491617695</c:v>
                </c:pt>
                <c:pt idx="8">
                  <c:v>51415.59710371906</c:v>
                </c:pt>
                <c:pt idx="9">
                  <c:v>273215.57657644065</c:v>
                </c:pt>
                <c:pt idx="10">
                  <c:v>137363.28325851873</c:v>
                </c:pt>
                <c:pt idx="11">
                  <c:v>159275.4752429688</c:v>
                </c:pt>
                <c:pt idx="12">
                  <c:v>106083.61694173396</c:v>
                </c:pt>
                <c:pt idx="13">
                  <c:v>302452.8413232238</c:v>
                </c:pt>
                <c:pt idx="14">
                  <c:v>265356.85549472325</c:v>
                </c:pt>
                <c:pt idx="15">
                  <c:v>237380.19590084106</c:v>
                </c:pt>
                <c:pt idx="16">
                  <c:v>255898.7757306434</c:v>
                </c:pt>
                <c:pt idx="17">
                  <c:v>230252.6164619397</c:v>
                </c:pt>
                <c:pt idx="18">
                  <c:v>262092.60231136836</c:v>
                </c:pt>
                <c:pt idx="19">
                  <c:v>352069.29656326247</c:v>
                </c:pt>
                <c:pt idx="20">
                  <c:v>265201.9745052319</c:v>
                </c:pt>
                <c:pt idx="21">
                  <c:v>163994.38331999356</c:v>
                </c:pt>
                <c:pt idx="22">
                  <c:v>11476.020723934627</c:v>
                </c:pt>
                <c:pt idx="23">
                  <c:v>342616.2572210885</c:v>
                </c:pt>
                <c:pt idx="24">
                  <c:v>16966.100592073</c:v>
                </c:pt>
                <c:pt idx="25">
                  <c:v>4964.357724191635</c:v>
                </c:pt>
                <c:pt idx="26">
                  <c:v>4939.072887235317</c:v>
                </c:pt>
                <c:pt idx="27">
                  <c:v>165797.89366990997</c:v>
                </c:pt>
                <c:pt idx="28">
                  <c:v>78530.39716340382</c:v>
                </c:pt>
                <c:pt idx="29">
                  <c:v>8193.210317553463</c:v>
                </c:pt>
                <c:pt idx="30">
                  <c:v>241336.41858646227</c:v>
                </c:pt>
                <c:pt idx="31">
                  <c:v>316325.00182077783</c:v>
                </c:pt>
                <c:pt idx="32">
                  <c:v>13948.675973730376</c:v>
                </c:pt>
                <c:pt idx="33">
                  <c:v>210063.3703617849</c:v>
                </c:pt>
                <c:pt idx="34">
                  <c:v>149842.84163325824</c:v>
                </c:pt>
                <c:pt idx="35">
                  <c:v>360156.76150038367</c:v>
                </c:pt>
                <c:pt idx="36">
                  <c:v>310695.51973501133</c:v>
                </c:pt>
                <c:pt idx="37">
                  <c:v>202301.88834702157</c:v>
                </c:pt>
                <c:pt idx="38">
                  <c:v>76566.28726004194</c:v>
                </c:pt>
                <c:pt idx="39">
                  <c:v>3243.499191656752</c:v>
                </c:pt>
                <c:pt idx="40">
                  <c:v>269682.3377218275</c:v>
                </c:pt>
                <c:pt idx="41">
                  <c:v>193940.05527356046</c:v>
                </c:pt>
                <c:pt idx="42">
                  <c:v>14563.942779967403</c:v>
                </c:pt>
                <c:pt idx="43">
                  <c:v>352702.3204004251</c:v>
                </c:pt>
                <c:pt idx="44">
                  <c:v>166235.26400950656</c:v>
                </c:pt>
                <c:pt idx="45">
                  <c:v>73674.54494733078</c:v>
                </c:pt>
                <c:pt idx="46">
                  <c:v>105713.89402484582</c:v>
                </c:pt>
                <c:pt idx="47">
                  <c:v>87755.04591273314</c:v>
                </c:pt>
                <c:pt idx="48">
                  <c:v>226417.48503043092</c:v>
                </c:pt>
                <c:pt idx="49">
                  <c:v>147066.73632995534</c:v>
                </c:pt>
                <c:pt idx="50">
                  <c:v>126978.04249262754</c:v>
                </c:pt>
                <c:pt idx="51">
                  <c:v>401568.74660166266</c:v>
                </c:pt>
                <c:pt idx="52">
                  <c:v>206793.303241666</c:v>
                </c:pt>
                <c:pt idx="53">
                  <c:v>362753.4365490727</c:v>
                </c:pt>
                <c:pt idx="54">
                  <c:v>275880.50717563235</c:v>
                </c:pt>
                <c:pt idx="55">
                  <c:v>64806.17302993746</c:v>
                </c:pt>
                <c:pt idx="56">
                  <c:v>209422.08970373616</c:v>
                </c:pt>
                <c:pt idx="57">
                  <c:v>39530.183848149485</c:v>
                </c:pt>
                <c:pt idx="58">
                  <c:v>56029.06348231162</c:v>
                </c:pt>
                <c:pt idx="59">
                  <c:v>46620.15609880032</c:v>
                </c:pt>
                <c:pt idx="60">
                  <c:v>76075.08323641052</c:v>
                </c:pt>
                <c:pt idx="61">
                  <c:v>138625.38591899408</c:v>
                </c:pt>
                <c:pt idx="62">
                  <c:v>81323.48773741508</c:v>
                </c:pt>
                <c:pt idx="63">
                  <c:v>140625.04891281718</c:v>
                </c:pt>
                <c:pt idx="64">
                  <c:v>204896.36852367295</c:v>
                </c:pt>
                <c:pt idx="65">
                  <c:v>117914.48302160621</c:v>
                </c:pt>
              </c:numCache>
            </c:numRef>
          </c:val>
        </c:ser>
        <c:ser>
          <c:idx val="3"/>
          <c:order val="3"/>
          <c:tx>
            <c:strRef>
              <c:f>Sheet1!$E$1</c:f>
              <c:strCache>
                <c:ptCount val="1"/>
                <c:pt idx="0">
                  <c:v>Digital_Special projects</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2919.6763501346436</c:v>
                </c:pt>
                <c:pt idx="1">
                  <c:v>40493.63733974651</c:v>
                </c:pt>
                <c:pt idx="2">
                  <c:v>67694.48438847772</c:v>
                </c:pt>
                <c:pt idx="3">
                  <c:v>54709.07022951504</c:v>
                </c:pt>
                <c:pt idx="4">
                  <c:v>102633.88563656838</c:v>
                </c:pt>
                <c:pt idx="5">
                  <c:v>5507.803094841784</c:v>
                </c:pt>
                <c:pt idx="6">
                  <c:v>92125.29916877323</c:v>
                </c:pt>
                <c:pt idx="7">
                  <c:v>199181.01827575138</c:v>
                </c:pt>
                <c:pt idx="8">
                  <c:v>94500.63212117524</c:v>
                </c:pt>
                <c:pt idx="9">
                  <c:v>2952.966537898649</c:v>
                </c:pt>
                <c:pt idx="10">
                  <c:v>84695.18551689044</c:v>
                </c:pt>
                <c:pt idx="11">
                  <c:v>56378.67675954445</c:v>
                </c:pt>
                <c:pt idx="12">
                  <c:v>162909.5402986906</c:v>
                </c:pt>
                <c:pt idx="13">
                  <c:v>40197.41225601912</c:v>
                </c:pt>
                <c:pt idx="14">
                  <c:v>178985.06298824272</c:v>
                </c:pt>
                <c:pt idx="15">
                  <c:v>120445.49801073087</c:v>
                </c:pt>
                <c:pt idx="16">
                  <c:v>126307.05275787126</c:v>
                </c:pt>
                <c:pt idx="17">
                  <c:v>2595.189075424815</c:v>
                </c:pt>
                <c:pt idx="18">
                  <c:v>4751.801613890588</c:v>
                </c:pt>
                <c:pt idx="19">
                  <c:v>208317.55376924583</c:v>
                </c:pt>
                <c:pt idx="20">
                  <c:v>32357.42141071004</c:v>
                </c:pt>
                <c:pt idx="21">
                  <c:v>169282.20595492804</c:v>
                </c:pt>
                <c:pt idx="22">
                  <c:v>145249.5952096625</c:v>
                </c:pt>
                <c:pt idx="23">
                  <c:v>3184.528779652965</c:v>
                </c:pt>
                <c:pt idx="24">
                  <c:v>235288.6315188964</c:v>
                </c:pt>
                <c:pt idx="25">
                  <c:v>22448.305410082346</c:v>
                </c:pt>
                <c:pt idx="26">
                  <c:v>128993.16412317313</c:v>
                </c:pt>
                <c:pt idx="27">
                  <c:v>102435.90945305151</c:v>
                </c:pt>
                <c:pt idx="28">
                  <c:v>146150.24624661324</c:v>
                </c:pt>
                <c:pt idx="29">
                  <c:v>183709.63793309417</c:v>
                </c:pt>
                <c:pt idx="30">
                  <c:v>253842.4285449038</c:v>
                </c:pt>
                <c:pt idx="31">
                  <c:v>5750.043773041302</c:v>
                </c:pt>
                <c:pt idx="32">
                  <c:v>85059.12349545544</c:v>
                </c:pt>
                <c:pt idx="33">
                  <c:v>33298.51577834682</c:v>
                </c:pt>
                <c:pt idx="34">
                  <c:v>380.84610006215905</c:v>
                </c:pt>
                <c:pt idx="35">
                  <c:v>9345.466064352478</c:v>
                </c:pt>
                <c:pt idx="36">
                  <c:v>5170.249623269127</c:v>
                </c:pt>
                <c:pt idx="37">
                  <c:v>170425.59313155216</c:v>
                </c:pt>
                <c:pt idx="38">
                  <c:v>2237.9835680608685</c:v>
                </c:pt>
                <c:pt idx="39">
                  <c:v>18693.703499927502</c:v>
                </c:pt>
                <c:pt idx="40">
                  <c:v>47928.791854090814</c:v>
                </c:pt>
                <c:pt idx="41">
                  <c:v>184197.73340912373</c:v>
                </c:pt>
                <c:pt idx="42">
                  <c:v>170200.48031679957</c:v>
                </c:pt>
                <c:pt idx="43">
                  <c:v>101948.11885836271</c:v>
                </c:pt>
                <c:pt idx="44">
                  <c:v>126466.72560191053</c:v>
                </c:pt>
                <c:pt idx="45">
                  <c:v>228448.65534009752</c:v>
                </c:pt>
                <c:pt idx="46">
                  <c:v>10541.514775144104</c:v>
                </c:pt>
                <c:pt idx="47">
                  <c:v>207946.36937539556</c:v>
                </c:pt>
                <c:pt idx="48">
                  <c:v>1532.0387569425645</c:v>
                </c:pt>
                <c:pt idx="49">
                  <c:v>165977.5188386629</c:v>
                </c:pt>
                <c:pt idx="50">
                  <c:v>185196.82686165278</c:v>
                </c:pt>
                <c:pt idx="51">
                  <c:v>130688.44052530774</c:v>
                </c:pt>
                <c:pt idx="52">
                  <c:v>157940.19326263835</c:v>
                </c:pt>
                <c:pt idx="53">
                  <c:v>3853.157390301661</c:v>
                </c:pt>
                <c:pt idx="54">
                  <c:v>84241.8330803341</c:v>
                </c:pt>
                <c:pt idx="55">
                  <c:v>147117.1595545418</c:v>
                </c:pt>
                <c:pt idx="56">
                  <c:v>106420.25652990917</c:v>
                </c:pt>
                <c:pt idx="57">
                  <c:v>10357.306072580051</c:v>
                </c:pt>
                <c:pt idx="58">
                  <c:v>62563.25008519134</c:v>
                </c:pt>
                <c:pt idx="59">
                  <c:v>194191.87851726796</c:v>
                </c:pt>
                <c:pt idx="60">
                  <c:v>3816.5310304822406</c:v>
                </c:pt>
                <c:pt idx="61">
                  <c:v>3339.981832371313</c:v>
                </c:pt>
                <c:pt idx="62">
                  <c:v>91854.52961809497</c:v>
                </c:pt>
                <c:pt idx="63">
                  <c:v>89587.23180249466</c:v>
                </c:pt>
                <c:pt idx="64">
                  <c:v>169313.9103880597</c:v>
                </c:pt>
                <c:pt idx="65">
                  <c:v>337376.4946695292</c:v>
                </c:pt>
              </c:numCache>
            </c:numRef>
          </c:val>
        </c:ser>
        <c:ser>
          <c:idx val="4"/>
          <c:order val="4"/>
          <c:tx>
            <c:strRef>
              <c:f>Sheet1!$F$1</c:f>
              <c:strCache>
                <c:ptCount val="1"/>
                <c:pt idx="0">
                  <c:v>Digital_Video</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36630.7153411784</c:v>
                </c:pt>
                <c:pt idx="1">
                  <c:v>196945.34374662352</c:v>
                </c:pt>
                <c:pt idx="2">
                  <c:v>156449.57360446986</c:v>
                </c:pt>
                <c:pt idx="3">
                  <c:v>153405.9333086769</c:v>
                </c:pt>
                <c:pt idx="4">
                  <c:v>118598.26051034097</c:v>
                </c:pt>
                <c:pt idx="5">
                  <c:v>219423.08931847496</c:v>
                </c:pt>
                <c:pt idx="6">
                  <c:v>135360.5123261947</c:v>
                </c:pt>
                <c:pt idx="7">
                  <c:v>2498.1823174002698</c:v>
                </c:pt>
                <c:pt idx="8">
                  <c:v>78253.58366603435</c:v>
                </c:pt>
                <c:pt idx="9">
                  <c:v>1169.5352138110047</c:v>
                </c:pt>
                <c:pt idx="10">
                  <c:v>3005.449651262505</c:v>
                </c:pt>
                <c:pt idx="11">
                  <c:v>84703.22668119655</c:v>
                </c:pt>
                <c:pt idx="12">
                  <c:v>475.87321791232137</c:v>
                </c:pt>
                <c:pt idx="13">
                  <c:v>109540.63791829074</c:v>
                </c:pt>
                <c:pt idx="14">
                  <c:v>100474.2286285036</c:v>
                </c:pt>
                <c:pt idx="15">
                  <c:v>58541.524198229024</c:v>
                </c:pt>
                <c:pt idx="16">
                  <c:v>106695.34801775707</c:v>
                </c:pt>
                <c:pt idx="17">
                  <c:v>168014.49278108092</c:v>
                </c:pt>
                <c:pt idx="18">
                  <c:v>64574.786512581515</c:v>
                </c:pt>
                <c:pt idx="19">
                  <c:v>279623.22390581114</c:v>
                </c:pt>
                <c:pt idx="20">
                  <c:v>99726.42108319022</c:v>
                </c:pt>
                <c:pt idx="21">
                  <c:v>84093.27572361841</c:v>
                </c:pt>
                <c:pt idx="22">
                  <c:v>331868.630297503</c:v>
                </c:pt>
                <c:pt idx="23">
                  <c:v>226795.82281147988</c:v>
                </c:pt>
                <c:pt idx="24">
                  <c:v>31881.277357053055</c:v>
                </c:pt>
                <c:pt idx="25">
                  <c:v>56010.83962458812</c:v>
                </c:pt>
                <c:pt idx="26">
                  <c:v>1853.672256561682</c:v>
                </c:pt>
                <c:pt idx="27">
                  <c:v>170.84591743379917</c:v>
                </c:pt>
                <c:pt idx="28">
                  <c:v>282702.30292026117</c:v>
                </c:pt>
                <c:pt idx="29">
                  <c:v>378014.1866928277</c:v>
                </c:pt>
                <c:pt idx="30">
                  <c:v>307882.50172166666</c:v>
                </c:pt>
                <c:pt idx="31">
                  <c:v>148527.56565889955</c:v>
                </c:pt>
                <c:pt idx="32">
                  <c:v>268494.7794852026</c:v>
                </c:pt>
                <c:pt idx="33">
                  <c:v>79622.6897792225</c:v>
                </c:pt>
                <c:pt idx="34">
                  <c:v>132039.58554544795</c:v>
                </c:pt>
                <c:pt idx="35">
                  <c:v>290817.0696508686</c:v>
                </c:pt>
                <c:pt idx="36">
                  <c:v>267688.61848114897</c:v>
                </c:pt>
                <c:pt idx="37">
                  <c:v>184465.19101797606</c:v>
                </c:pt>
                <c:pt idx="38">
                  <c:v>179883.2587614011</c:v>
                </c:pt>
                <c:pt idx="39">
                  <c:v>292509.4359164033</c:v>
                </c:pt>
                <c:pt idx="40">
                  <c:v>194772.08945830146</c:v>
                </c:pt>
                <c:pt idx="41">
                  <c:v>255959.70077406307</c:v>
                </c:pt>
                <c:pt idx="42">
                  <c:v>174763.6065385947</c:v>
                </c:pt>
                <c:pt idx="43">
                  <c:v>196908.65775244922</c:v>
                </c:pt>
                <c:pt idx="44">
                  <c:v>56316.702270584145</c:v>
                </c:pt>
                <c:pt idx="45">
                  <c:v>154288.80589244113</c:v>
                </c:pt>
                <c:pt idx="46">
                  <c:v>337265.18583533016</c:v>
                </c:pt>
                <c:pt idx="47">
                  <c:v>219204.2621251581</c:v>
                </c:pt>
                <c:pt idx="48">
                  <c:v>150936.79080940707</c:v>
                </c:pt>
                <c:pt idx="49">
                  <c:v>2572.2479395121886</c:v>
                </c:pt>
                <c:pt idx="50">
                  <c:v>752.3428312826074</c:v>
                </c:pt>
                <c:pt idx="51">
                  <c:v>86527.83503667978</c:v>
                </c:pt>
                <c:pt idx="52">
                  <c:v>136677.10283711462</c:v>
                </c:pt>
                <c:pt idx="53">
                  <c:v>240633.73208100905</c:v>
                </c:pt>
                <c:pt idx="54">
                  <c:v>207754.0177467957</c:v>
                </c:pt>
                <c:pt idx="55">
                  <c:v>134643.12455698912</c:v>
                </c:pt>
                <c:pt idx="56">
                  <c:v>340088.829222421</c:v>
                </c:pt>
                <c:pt idx="57">
                  <c:v>331451.70464780973</c:v>
                </c:pt>
                <c:pt idx="58">
                  <c:v>214350.09579950903</c:v>
                </c:pt>
                <c:pt idx="59">
                  <c:v>157466.1154901707</c:v>
                </c:pt>
                <c:pt idx="60">
                  <c:v>358687.01798832515</c:v>
                </c:pt>
                <c:pt idx="61">
                  <c:v>92773.6614980675</c:v>
                </c:pt>
                <c:pt idx="62">
                  <c:v>447770.12667112116</c:v>
                </c:pt>
                <c:pt idx="63">
                  <c:v>99323.77171993452</c:v>
                </c:pt>
                <c:pt idx="64">
                  <c:v>5549.151097477788</c:v>
                </c:pt>
                <c:pt idx="65">
                  <c:v>209323.1135181521</c:v>
                </c:pt>
              </c:numCache>
            </c:numRef>
          </c:val>
        </c:ser>
        <c:ser>
          <c:idx val="5"/>
          <c:order val="5"/>
          <c:tx>
            <c:strRef>
              <c:f>Sheet1!$G$1</c:f>
              <c:strCache>
                <c:ptCount val="1"/>
                <c:pt idx="0">
                  <c:v>Distribution</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8810724.965431746</c:v>
                </c:pt>
                <c:pt idx="1">
                  <c:v>8272159.618098664</c:v>
                </c:pt>
                <c:pt idx="2">
                  <c:v>10630376.456978919</c:v>
                </c:pt>
                <c:pt idx="3">
                  <c:v>7467164.642558119</c:v>
                </c:pt>
                <c:pt idx="4">
                  <c:v>7773577.331875717</c:v>
                </c:pt>
                <c:pt idx="5">
                  <c:v>9989769.107643213</c:v>
                </c:pt>
                <c:pt idx="6">
                  <c:v>9731241.674712881</c:v>
                </c:pt>
                <c:pt idx="7">
                  <c:v>11016993.720933331</c:v>
                </c:pt>
                <c:pt idx="8">
                  <c:v>8833177.597042914</c:v>
                </c:pt>
                <c:pt idx="9">
                  <c:v>9799840.594852125</c:v>
                </c:pt>
                <c:pt idx="10">
                  <c:v>10935106.336646844</c:v>
                </c:pt>
                <c:pt idx="11">
                  <c:v>7920954.450883902</c:v>
                </c:pt>
                <c:pt idx="12">
                  <c:v>8953360.265107743</c:v>
                </c:pt>
                <c:pt idx="13">
                  <c:v>8207888.474575119</c:v>
                </c:pt>
                <c:pt idx="14">
                  <c:v>11495143.52485859</c:v>
                </c:pt>
                <c:pt idx="15">
                  <c:v>8465937.152273385</c:v>
                </c:pt>
                <c:pt idx="16">
                  <c:v>11671819.611597292</c:v>
                </c:pt>
                <c:pt idx="17">
                  <c:v>10190956.717072057</c:v>
                </c:pt>
                <c:pt idx="18">
                  <c:v>8902590.53306694</c:v>
                </c:pt>
                <c:pt idx="19">
                  <c:v>12952020.599114563</c:v>
                </c:pt>
                <c:pt idx="20">
                  <c:v>9385137.150305998</c:v>
                </c:pt>
                <c:pt idx="21">
                  <c:v>9295687.156947833</c:v>
                </c:pt>
                <c:pt idx="22">
                  <c:v>14274329.85286145</c:v>
                </c:pt>
                <c:pt idx="23">
                  <c:v>9136968.423183965</c:v>
                </c:pt>
                <c:pt idx="24">
                  <c:v>12037679.223543068</c:v>
                </c:pt>
                <c:pt idx="25">
                  <c:v>9219935.459001705</c:v>
                </c:pt>
                <c:pt idx="26">
                  <c:v>8923245.210672187</c:v>
                </c:pt>
                <c:pt idx="27">
                  <c:v>9483684.690801023</c:v>
                </c:pt>
                <c:pt idx="28">
                  <c:v>12489357.927150497</c:v>
                </c:pt>
                <c:pt idx="29">
                  <c:v>12585502.917917442</c:v>
                </c:pt>
                <c:pt idx="30">
                  <c:v>11634682.699188462</c:v>
                </c:pt>
                <c:pt idx="31">
                  <c:v>11966622.029053751</c:v>
                </c:pt>
                <c:pt idx="32">
                  <c:v>10674666.191831216</c:v>
                </c:pt>
                <c:pt idx="33">
                  <c:v>11627627.04499155</c:v>
                </c:pt>
                <c:pt idx="34">
                  <c:v>9898624.015869439</c:v>
                </c:pt>
                <c:pt idx="35">
                  <c:v>11327930.293207522</c:v>
                </c:pt>
                <c:pt idx="36">
                  <c:v>11622723.906275349</c:v>
                </c:pt>
                <c:pt idx="37">
                  <c:v>10377504.745648777</c:v>
                </c:pt>
                <c:pt idx="38">
                  <c:v>10547287.733210824</c:v>
                </c:pt>
                <c:pt idx="39">
                  <c:v>11554107.054320667</c:v>
                </c:pt>
                <c:pt idx="40">
                  <c:v>12926128.296735957</c:v>
                </c:pt>
                <c:pt idx="41">
                  <c:v>10688757.855959082</c:v>
                </c:pt>
                <c:pt idx="42">
                  <c:v>11196853.526271628</c:v>
                </c:pt>
                <c:pt idx="43">
                  <c:v>10531268.912301168</c:v>
                </c:pt>
                <c:pt idx="44">
                  <c:v>10102841.228641013</c:v>
                </c:pt>
                <c:pt idx="45">
                  <c:v>13369304.869952329</c:v>
                </c:pt>
                <c:pt idx="46">
                  <c:v>11422781.577269997</c:v>
                </c:pt>
                <c:pt idx="47">
                  <c:v>11209190.191494353</c:v>
                </c:pt>
                <c:pt idx="48">
                  <c:v>12877834.176979756</c:v>
                </c:pt>
                <c:pt idx="49">
                  <c:v>11744529.151997134</c:v>
                </c:pt>
                <c:pt idx="50">
                  <c:v>11546649.261675961</c:v>
                </c:pt>
                <c:pt idx="51">
                  <c:v>14377087.02195293</c:v>
                </c:pt>
                <c:pt idx="52">
                  <c:v>11716466.594203075</c:v>
                </c:pt>
                <c:pt idx="53">
                  <c:v>12526282.719283665</c:v>
                </c:pt>
                <c:pt idx="54">
                  <c:v>15158415.566714497</c:v>
                </c:pt>
                <c:pt idx="55">
                  <c:v>11234683.29756961</c:v>
                </c:pt>
                <c:pt idx="56">
                  <c:v>15178269.490766505</c:v>
                </c:pt>
                <c:pt idx="57">
                  <c:v>11655414.571275398</c:v>
                </c:pt>
                <c:pt idx="58">
                  <c:v>11647397.341219407</c:v>
                </c:pt>
                <c:pt idx="59">
                  <c:v>13410887.092721613</c:v>
                </c:pt>
                <c:pt idx="60">
                  <c:v>11403325.259108145</c:v>
                </c:pt>
                <c:pt idx="61">
                  <c:v>9998907.391954342</c:v>
                </c:pt>
                <c:pt idx="62">
                  <c:v>15845603.200880252</c:v>
                </c:pt>
                <c:pt idx="63">
                  <c:v>11145035.269232571</c:v>
                </c:pt>
                <c:pt idx="64">
                  <c:v>12645711.99861631</c:v>
                </c:pt>
                <c:pt idx="65">
                  <c:v>12219099.610046089</c:v>
                </c:pt>
              </c:numCache>
            </c:numRef>
          </c:val>
        </c:ser>
        <c:ser>
          <c:idx val="6"/>
          <c:order val="6"/>
          <c:tx>
            <c:strRef>
              <c:f>Sheet1!$H$1</c:f>
              <c:strCache>
                <c:ptCount val="1"/>
                <c:pt idx="0">
                  <c:v>E-com</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1204357.4205606712</c:v>
                </c:pt>
                <c:pt idx="1">
                  <c:v>1036829.2785626142</c:v>
                </c:pt>
                <c:pt idx="2">
                  <c:v>1795954.8135459325</c:v>
                </c:pt>
                <c:pt idx="3">
                  <c:v>1104078.5237740648</c:v>
                </c:pt>
                <c:pt idx="4">
                  <c:v>678674.727565169</c:v>
                </c:pt>
                <c:pt idx="5">
                  <c:v>934240.6842977451</c:v>
                </c:pt>
                <c:pt idx="6">
                  <c:v>334297.20877580857</c:v>
                </c:pt>
                <c:pt idx="7">
                  <c:v>757969.6955381955</c:v>
                </c:pt>
                <c:pt idx="8">
                  <c:v>926431.5036298039</c:v>
                </c:pt>
                <c:pt idx="9">
                  <c:v>1210616.0989591638</c:v>
                </c:pt>
                <c:pt idx="10">
                  <c:v>1881490.4278405635</c:v>
                </c:pt>
                <c:pt idx="11">
                  <c:v>1046592.3948543838</c:v>
                </c:pt>
                <c:pt idx="12">
                  <c:v>998544.4293368136</c:v>
                </c:pt>
                <c:pt idx="13">
                  <c:v>417189.07829195086</c:v>
                </c:pt>
                <c:pt idx="14">
                  <c:v>963360.0513708324</c:v>
                </c:pt>
                <c:pt idx="15">
                  <c:v>647139.8493646336</c:v>
                </c:pt>
                <c:pt idx="16">
                  <c:v>1311229.6802575386</c:v>
                </c:pt>
                <c:pt idx="17">
                  <c:v>1204527.9616631104</c:v>
                </c:pt>
                <c:pt idx="18">
                  <c:v>712243.6592154686</c:v>
                </c:pt>
                <c:pt idx="19">
                  <c:v>744528.5958921148</c:v>
                </c:pt>
                <c:pt idx="20">
                  <c:v>1042648.0413717835</c:v>
                </c:pt>
                <c:pt idx="21">
                  <c:v>1157705.133767172</c:v>
                </c:pt>
                <c:pt idx="22">
                  <c:v>2025316.441551738</c:v>
                </c:pt>
                <c:pt idx="23">
                  <c:v>1213942.3522520568</c:v>
                </c:pt>
                <c:pt idx="24">
                  <c:v>672317.3540229101</c:v>
                </c:pt>
                <c:pt idx="25">
                  <c:v>999472.9140268721</c:v>
                </c:pt>
                <c:pt idx="26">
                  <c:v>1025193.5028252801</c:v>
                </c:pt>
                <c:pt idx="27">
                  <c:v>755443.8317532807</c:v>
                </c:pt>
                <c:pt idx="28">
                  <c:v>656278.6989075505</c:v>
                </c:pt>
                <c:pt idx="29">
                  <c:v>920381.4085138851</c:v>
                </c:pt>
                <c:pt idx="30">
                  <c:v>1180921.7478364164</c:v>
                </c:pt>
                <c:pt idx="31">
                  <c:v>1086109.7291773816</c:v>
                </c:pt>
                <c:pt idx="32">
                  <c:v>1151632.0776186506</c:v>
                </c:pt>
                <c:pt idx="33">
                  <c:v>1107045.7726385554</c:v>
                </c:pt>
                <c:pt idx="34">
                  <c:v>1071248.050018556</c:v>
                </c:pt>
                <c:pt idx="35">
                  <c:v>1230785.526404292</c:v>
                </c:pt>
                <c:pt idx="36">
                  <c:v>1454902.4399248702</c:v>
                </c:pt>
                <c:pt idx="37">
                  <c:v>830808.6811616579</c:v>
                </c:pt>
                <c:pt idx="38">
                  <c:v>1000203.8599061077</c:v>
                </c:pt>
                <c:pt idx="39">
                  <c:v>913336.8512937144</c:v>
                </c:pt>
                <c:pt idx="40">
                  <c:v>639715.7486817318</c:v>
                </c:pt>
                <c:pt idx="41">
                  <c:v>1324996.6269845662</c:v>
                </c:pt>
                <c:pt idx="42">
                  <c:v>1393700.457511847</c:v>
                </c:pt>
                <c:pt idx="43">
                  <c:v>1409711.50318936</c:v>
                </c:pt>
                <c:pt idx="44">
                  <c:v>859195.7503915293</c:v>
                </c:pt>
                <c:pt idx="45">
                  <c:v>781163.1714910304</c:v>
                </c:pt>
                <c:pt idx="46">
                  <c:v>632357.9106242604</c:v>
                </c:pt>
                <c:pt idx="47">
                  <c:v>1709288.2407522649</c:v>
                </c:pt>
                <c:pt idx="48">
                  <c:v>2396075.6649048007</c:v>
                </c:pt>
                <c:pt idx="49">
                  <c:v>1367902.6906598262</c:v>
                </c:pt>
                <c:pt idx="50">
                  <c:v>1392738.049483558</c:v>
                </c:pt>
                <c:pt idx="51">
                  <c:v>1631050.432252546</c:v>
                </c:pt>
                <c:pt idx="52">
                  <c:v>1221397.5470190106</c:v>
                </c:pt>
                <c:pt idx="53">
                  <c:v>505527.8333869609</c:v>
                </c:pt>
                <c:pt idx="54">
                  <c:v>926216.712470835</c:v>
                </c:pt>
                <c:pt idx="55">
                  <c:v>798731.4841774666</c:v>
                </c:pt>
                <c:pt idx="56">
                  <c:v>1396539.9047894226</c:v>
                </c:pt>
                <c:pt idx="57">
                  <c:v>639873.9045009768</c:v>
                </c:pt>
                <c:pt idx="58">
                  <c:v>964370.4869693427</c:v>
                </c:pt>
                <c:pt idx="59">
                  <c:v>906463.008573058</c:v>
                </c:pt>
                <c:pt idx="60">
                  <c:v>832188.6753740076</c:v>
                </c:pt>
                <c:pt idx="61">
                  <c:v>485550.96885626006</c:v>
                </c:pt>
                <c:pt idx="62">
                  <c:v>1234222.0230119466</c:v>
                </c:pt>
                <c:pt idx="63">
                  <c:v>1279787.2631511337</c:v>
                </c:pt>
                <c:pt idx="64">
                  <c:v>1511841.5693436721</c:v>
                </c:pt>
                <c:pt idx="65">
                  <c:v>1474850.7640695206</c:v>
                </c:pt>
              </c:numCache>
            </c:numRef>
          </c:val>
        </c:ser>
        <c:ser>
          <c:idx val="7"/>
          <c:order val="7"/>
          <c:tx>
            <c:strRef>
              <c:f>Sheet1!$I$1</c:f>
              <c:strCache>
                <c:ptCount val="1"/>
                <c:pt idx="0">
                  <c:v>OOH</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413212.7772631238</c:v>
                </c:pt>
                <c:pt idx="1">
                  <c:v>103008.35071254442</c:v>
                </c:pt>
                <c:pt idx="2">
                  <c:v>130023.46237740164</c:v>
                </c:pt>
                <c:pt idx="3">
                  <c:v>50516.94091629241</c:v>
                </c:pt>
                <c:pt idx="4">
                  <c:v>106156.11063179217</c:v>
                </c:pt>
                <c:pt idx="5">
                  <c:v>17772.481629535025</c:v>
                </c:pt>
                <c:pt idx="6">
                  <c:v>29900.518176089285</c:v>
                </c:pt>
                <c:pt idx="7">
                  <c:v>217230.94880580314</c:v>
                </c:pt>
                <c:pt idx="8">
                  <c:v>262662.3301519582</c:v>
                </c:pt>
                <c:pt idx="9">
                  <c:v>281114.69319589715</c:v>
                </c:pt>
                <c:pt idx="10">
                  <c:v>59130.35852434922</c:v>
                </c:pt>
                <c:pt idx="11">
                  <c:v>11608.965759374465</c:v>
                </c:pt>
                <c:pt idx="12">
                  <c:v>362539.56487374083</c:v>
                </c:pt>
                <c:pt idx="13">
                  <c:v>481413.6440756401</c:v>
                </c:pt>
                <c:pt idx="14">
                  <c:v>157976.2076523526</c:v>
                </c:pt>
                <c:pt idx="15">
                  <c:v>243980.89843974225</c:v>
                </c:pt>
                <c:pt idx="16">
                  <c:v>572592.2963732452</c:v>
                </c:pt>
                <c:pt idx="17">
                  <c:v>681011.3973696706</c:v>
                </c:pt>
                <c:pt idx="18">
                  <c:v>295945.0839468389</c:v>
                </c:pt>
                <c:pt idx="19">
                  <c:v>850674.1775561292</c:v>
                </c:pt>
                <c:pt idx="20">
                  <c:v>620824.8784175722</c:v>
                </c:pt>
                <c:pt idx="21">
                  <c:v>116698.76960425611</c:v>
                </c:pt>
                <c:pt idx="22">
                  <c:v>60433.3522197192</c:v>
                </c:pt>
                <c:pt idx="23">
                  <c:v>15412.378769024695</c:v>
                </c:pt>
                <c:pt idx="24">
                  <c:v>25125.76289749244</c:v>
                </c:pt>
                <c:pt idx="25">
                  <c:v>406078.3435702354</c:v>
                </c:pt>
                <c:pt idx="26">
                  <c:v>326496.6731715615</c:v>
                </c:pt>
                <c:pt idx="27">
                  <c:v>418895.5161899744</c:v>
                </c:pt>
                <c:pt idx="28">
                  <c:v>728098.7850188714</c:v>
                </c:pt>
                <c:pt idx="29">
                  <c:v>229464.26909637917</c:v>
                </c:pt>
                <c:pt idx="30">
                  <c:v>15109.114421354605</c:v>
                </c:pt>
                <c:pt idx="31">
                  <c:v>227572.19264375896</c:v>
                </c:pt>
                <c:pt idx="32">
                  <c:v>395930.41501517437</c:v>
                </c:pt>
                <c:pt idx="33">
                  <c:v>43448.04544748156</c:v>
                </c:pt>
                <c:pt idx="34">
                  <c:v>20512.833177203844</c:v>
                </c:pt>
                <c:pt idx="35">
                  <c:v>443191.5571423446</c:v>
                </c:pt>
                <c:pt idx="36">
                  <c:v>314060.3493246696</c:v>
                </c:pt>
                <c:pt idx="37">
                  <c:v>109222.6924614168</c:v>
                </c:pt>
                <c:pt idx="38">
                  <c:v>238171.78738152495</c:v>
                </c:pt>
                <c:pt idx="39">
                  <c:v>388234.55738617183</c:v>
                </c:pt>
                <c:pt idx="40">
                  <c:v>268055.36028209055</c:v>
                </c:pt>
                <c:pt idx="41">
                  <c:v>36741.100644892926</c:v>
                </c:pt>
                <c:pt idx="42">
                  <c:v>301066.82799952675</c:v>
                </c:pt>
                <c:pt idx="43">
                  <c:v>309381.0898043062</c:v>
                </c:pt>
                <c:pt idx="44">
                  <c:v>471649.53741049196</c:v>
                </c:pt>
                <c:pt idx="45">
                  <c:v>153935.0348740551</c:v>
                </c:pt>
                <c:pt idx="46">
                  <c:v>414819.16001326585</c:v>
                </c:pt>
                <c:pt idx="47">
                  <c:v>42159.73081381251</c:v>
                </c:pt>
                <c:pt idx="48">
                  <c:v>38807.63617419297</c:v>
                </c:pt>
                <c:pt idx="49">
                  <c:v>170950.55665346739</c:v>
                </c:pt>
                <c:pt idx="50">
                  <c:v>751563.2422779882</c:v>
                </c:pt>
                <c:pt idx="51">
                  <c:v>391438.1274122239</c:v>
                </c:pt>
                <c:pt idx="52">
                  <c:v>187379.487445552</c:v>
                </c:pt>
                <c:pt idx="53">
                  <c:v>63790.747195685944</c:v>
                </c:pt>
                <c:pt idx="54">
                  <c:v>643616.5313091866</c:v>
                </c:pt>
                <c:pt idx="55">
                  <c:v>318283.0984734037</c:v>
                </c:pt>
                <c:pt idx="56">
                  <c:v>498574.0446971555</c:v>
                </c:pt>
                <c:pt idx="57">
                  <c:v>98281.36867979117</c:v>
                </c:pt>
                <c:pt idx="58">
                  <c:v>20969.691867907488</c:v>
                </c:pt>
                <c:pt idx="59">
                  <c:v>323143.5905556609</c:v>
                </c:pt>
                <c:pt idx="60">
                  <c:v>300464.6631836821</c:v>
                </c:pt>
                <c:pt idx="61">
                  <c:v>505064.10667631146</c:v>
                </c:pt>
                <c:pt idx="62">
                  <c:v>787678.8041054154</c:v>
                </c:pt>
                <c:pt idx="63">
                  <c:v>651664.2117247018</c:v>
                </c:pt>
                <c:pt idx="64">
                  <c:v>229570.5616328342</c:v>
                </c:pt>
                <c:pt idx="65">
                  <c:v>460197.0633014238</c:v>
                </c:pt>
              </c:numCache>
            </c:numRef>
          </c:val>
        </c:ser>
        <c:ser>
          <c:idx val="8"/>
          <c:order val="8"/>
          <c:tx>
            <c:strRef>
              <c:f>Sheet1!$J$1</c:f>
              <c:strCache>
                <c:ptCount val="1"/>
                <c:pt idx="0">
                  <c:v>POS</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1504.4106956206485</c:v>
                </c:pt>
                <c:pt idx="1">
                  <c:v>351.4709623009355</c:v>
                </c:pt>
                <c:pt idx="2">
                  <c:v>1905.079382734317</c:v>
                </c:pt>
                <c:pt idx="3">
                  <c:v>1524.7198557955703</c:v>
                </c:pt>
                <c:pt idx="4">
                  <c:v>3586.3629296622707</c:v>
                </c:pt>
                <c:pt idx="5">
                  <c:v>1921.2855499161287</c:v>
                </c:pt>
                <c:pt idx="6">
                  <c:v>639.6826189018667</c:v>
                </c:pt>
                <c:pt idx="7">
                  <c:v>5590.137823283284</c:v>
                </c:pt>
                <c:pt idx="8">
                  <c:v>1441.597877352861</c:v>
                </c:pt>
                <c:pt idx="9">
                  <c:v>4055.0971611472073</c:v>
                </c:pt>
                <c:pt idx="10">
                  <c:v>1888.7465575204624</c:v>
                </c:pt>
                <c:pt idx="11">
                  <c:v>3489.6878553866045</c:v>
                </c:pt>
                <c:pt idx="12">
                  <c:v>766.9834302702375</c:v>
                </c:pt>
                <c:pt idx="13">
                  <c:v>6.6560509812420845</c:v>
                </c:pt>
                <c:pt idx="14">
                  <c:v>3912.2375821773467</c:v>
                </c:pt>
                <c:pt idx="15">
                  <c:v>3618.8119750854125</c:v>
                </c:pt>
                <c:pt idx="16">
                  <c:v>2796.2625682361086</c:v>
                </c:pt>
                <c:pt idx="17">
                  <c:v>53.691823316759475</c:v>
                </c:pt>
                <c:pt idx="18">
                  <c:v>1258.6374446237564</c:v>
                </c:pt>
                <c:pt idx="19">
                  <c:v>198.90240881105643</c:v>
                </c:pt>
                <c:pt idx="20">
                  <c:v>4980.88263780681</c:v>
                </c:pt>
                <c:pt idx="21">
                  <c:v>3577.305695160627</c:v>
                </c:pt>
                <c:pt idx="22">
                  <c:v>7397.473770972288</c:v>
                </c:pt>
                <c:pt idx="23">
                  <c:v>3262.018983593943</c:v>
                </c:pt>
                <c:pt idx="24">
                  <c:v>1355.5083479723132</c:v>
                </c:pt>
                <c:pt idx="25">
                  <c:v>38.82699840673898</c:v>
                </c:pt>
                <c:pt idx="26">
                  <c:v>3926.402235404954</c:v>
                </c:pt>
                <c:pt idx="27">
                  <c:v>213.69207552086206</c:v>
                </c:pt>
                <c:pt idx="28">
                  <c:v>666.2235959960249</c:v>
                </c:pt>
                <c:pt idx="29">
                  <c:v>2541.741092926422</c:v>
                </c:pt>
                <c:pt idx="30">
                  <c:v>29.045800037940992</c:v>
                </c:pt>
                <c:pt idx="31">
                  <c:v>10.307143088687706</c:v>
                </c:pt>
                <c:pt idx="32">
                  <c:v>1877.169400287453</c:v>
                </c:pt>
                <c:pt idx="33">
                  <c:v>1644.472429584832</c:v>
                </c:pt>
                <c:pt idx="34">
                  <c:v>2760.410408872657</c:v>
                </c:pt>
                <c:pt idx="35">
                  <c:v>3233.4389225055734</c:v>
                </c:pt>
                <c:pt idx="36">
                  <c:v>333.7638551782978</c:v>
                </c:pt>
                <c:pt idx="37">
                  <c:v>813.8382962626597</c:v>
                </c:pt>
                <c:pt idx="38">
                  <c:v>2057.5807022187605</c:v>
                </c:pt>
                <c:pt idx="39">
                  <c:v>198.68129111071053</c:v>
                </c:pt>
                <c:pt idx="40">
                  <c:v>2034.4515113943169</c:v>
                </c:pt>
                <c:pt idx="41">
                  <c:v>2074.211233536559</c:v>
                </c:pt>
                <c:pt idx="42">
                  <c:v>1541.3739616204246</c:v>
                </c:pt>
                <c:pt idx="43">
                  <c:v>400.50212021931173</c:v>
                </c:pt>
                <c:pt idx="44">
                  <c:v>2861.8502364475353</c:v>
                </c:pt>
                <c:pt idx="45">
                  <c:v>2247.2980610497475</c:v>
                </c:pt>
                <c:pt idx="46">
                  <c:v>102.96482300330278</c:v>
                </c:pt>
                <c:pt idx="47">
                  <c:v>4628.438327198927</c:v>
                </c:pt>
                <c:pt idx="48">
                  <c:v>1780.4644883811231</c:v>
                </c:pt>
                <c:pt idx="49">
                  <c:v>1882.9032679577451</c:v>
                </c:pt>
                <c:pt idx="50">
                  <c:v>4723.943672223815</c:v>
                </c:pt>
                <c:pt idx="51">
                  <c:v>3083.872215745516</c:v>
                </c:pt>
                <c:pt idx="52">
                  <c:v>4281.386812167456</c:v>
                </c:pt>
                <c:pt idx="53">
                  <c:v>123.6364323564047</c:v>
                </c:pt>
                <c:pt idx="54">
                  <c:v>3200.612187826518</c:v>
                </c:pt>
                <c:pt idx="55">
                  <c:v>829.2274628419697</c:v>
                </c:pt>
                <c:pt idx="56">
                  <c:v>0.2422950408843743</c:v>
                </c:pt>
                <c:pt idx="57">
                  <c:v>25.8150553042869</c:v>
                </c:pt>
                <c:pt idx="58">
                  <c:v>4027.950951587675</c:v>
                </c:pt>
                <c:pt idx="59">
                  <c:v>4007.620320559017</c:v>
                </c:pt>
                <c:pt idx="60">
                  <c:v>3920.191870631349</c:v>
                </c:pt>
                <c:pt idx="61">
                  <c:v>1816.981625196163</c:v>
                </c:pt>
                <c:pt idx="62">
                  <c:v>3821.3544493400905</c:v>
                </c:pt>
                <c:pt idx="63">
                  <c:v>4817.379635873971</c:v>
                </c:pt>
                <c:pt idx="64">
                  <c:v>2572.7146785286645</c:v>
                </c:pt>
                <c:pt idx="65">
                  <c:v>845.7269259658677</c:v>
                </c:pt>
              </c:numCache>
            </c:numRef>
          </c:val>
        </c:ser>
        <c:ser>
          <c:idx val="9"/>
          <c:order val="9"/>
          <c:tx>
            <c:strRef>
              <c:f>Sheet1!$K$1</c:f>
              <c:strCache>
                <c:ptCount val="1"/>
                <c:pt idx="0">
                  <c:v>PR</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126873.02815769427</c:v>
                </c:pt>
                <c:pt idx="1">
                  <c:v>18494.91254742936</c:v>
                </c:pt>
                <c:pt idx="2">
                  <c:v>3545.6794164302287</c:v>
                </c:pt>
                <c:pt idx="3">
                  <c:v>2545.361443461686</c:v>
                </c:pt>
                <c:pt idx="4">
                  <c:v>9883.833022442506</c:v>
                </c:pt>
                <c:pt idx="5">
                  <c:v>95708.45449862562</c:v>
                </c:pt>
                <c:pt idx="6">
                  <c:v>151425.96069500886</c:v>
                </c:pt>
                <c:pt idx="7">
                  <c:v>136421.9303108052</c:v>
                </c:pt>
                <c:pt idx="8">
                  <c:v>6225.144371992254</c:v>
                </c:pt>
                <c:pt idx="9">
                  <c:v>6043.561766523543</c:v>
                </c:pt>
                <c:pt idx="10">
                  <c:v>2546.424838126773</c:v>
                </c:pt>
                <c:pt idx="11">
                  <c:v>810.1711591247181</c:v>
                </c:pt>
                <c:pt idx="12">
                  <c:v>4299.192491188076</c:v>
                </c:pt>
                <c:pt idx="13">
                  <c:v>3516.362271934705</c:v>
                </c:pt>
                <c:pt idx="14">
                  <c:v>2935.756625300797</c:v>
                </c:pt>
                <c:pt idx="15">
                  <c:v>76321.65064959125</c:v>
                </c:pt>
                <c:pt idx="16">
                  <c:v>164825.2061101331</c:v>
                </c:pt>
                <c:pt idx="17">
                  <c:v>21640.616760702786</c:v>
                </c:pt>
                <c:pt idx="18">
                  <c:v>1471.0415917266594</c:v>
                </c:pt>
                <c:pt idx="19">
                  <c:v>4886.076657322021</c:v>
                </c:pt>
                <c:pt idx="20">
                  <c:v>152384.06364775074</c:v>
                </c:pt>
                <c:pt idx="21">
                  <c:v>19289.3260192753</c:v>
                </c:pt>
                <c:pt idx="22">
                  <c:v>71919.80961502861</c:v>
                </c:pt>
                <c:pt idx="23">
                  <c:v>90601.46467791908</c:v>
                </c:pt>
                <c:pt idx="24">
                  <c:v>158204.26719828026</c:v>
                </c:pt>
                <c:pt idx="25">
                  <c:v>163169.7139955572</c:v>
                </c:pt>
                <c:pt idx="26">
                  <c:v>16191.259807570608</c:v>
                </c:pt>
                <c:pt idx="27">
                  <c:v>3318.3357718188495</c:v>
                </c:pt>
                <c:pt idx="28">
                  <c:v>163736.714260573</c:v>
                </c:pt>
                <c:pt idx="29">
                  <c:v>217069.87561723712</c:v>
                </c:pt>
                <c:pt idx="30">
                  <c:v>133694.6090822388</c:v>
                </c:pt>
                <c:pt idx="31">
                  <c:v>51564.089483980446</c:v>
                </c:pt>
                <c:pt idx="32">
                  <c:v>41053.066989306964</c:v>
                </c:pt>
                <c:pt idx="33">
                  <c:v>101393.77855485576</c:v>
                </c:pt>
                <c:pt idx="34">
                  <c:v>142294.47162598543</c:v>
                </c:pt>
                <c:pt idx="35">
                  <c:v>124322.72280374364</c:v>
                </c:pt>
                <c:pt idx="36">
                  <c:v>62365.99727592069</c:v>
                </c:pt>
                <c:pt idx="37">
                  <c:v>119496.08196604192</c:v>
                </c:pt>
                <c:pt idx="38">
                  <c:v>87223.7016245346</c:v>
                </c:pt>
                <c:pt idx="39">
                  <c:v>60187.63995832256</c:v>
                </c:pt>
                <c:pt idx="40">
                  <c:v>95571.16818997712</c:v>
                </c:pt>
                <c:pt idx="41">
                  <c:v>6158.712020092241</c:v>
                </c:pt>
                <c:pt idx="42">
                  <c:v>2590.155556021522</c:v>
                </c:pt>
                <c:pt idx="43">
                  <c:v>4818.504480787039</c:v>
                </c:pt>
                <c:pt idx="44">
                  <c:v>62219.87634570216</c:v>
                </c:pt>
                <c:pt idx="45">
                  <c:v>7616.499541890667</c:v>
                </c:pt>
                <c:pt idx="46">
                  <c:v>66118.90190990157</c:v>
                </c:pt>
                <c:pt idx="47">
                  <c:v>17695.353111710956</c:v>
                </c:pt>
                <c:pt idx="48">
                  <c:v>1522.06531455625</c:v>
                </c:pt>
                <c:pt idx="49">
                  <c:v>157424.67369574634</c:v>
                </c:pt>
                <c:pt idx="50">
                  <c:v>9486.690185516652</c:v>
                </c:pt>
                <c:pt idx="51">
                  <c:v>217742.8098507413</c:v>
                </c:pt>
                <c:pt idx="52">
                  <c:v>181951.52640357584</c:v>
                </c:pt>
                <c:pt idx="53">
                  <c:v>8409.881812172496</c:v>
                </c:pt>
                <c:pt idx="54">
                  <c:v>880.4419630857859</c:v>
                </c:pt>
                <c:pt idx="55">
                  <c:v>2.187489714614176</c:v>
                </c:pt>
                <c:pt idx="56">
                  <c:v>48382.581082441124</c:v>
                </c:pt>
                <c:pt idx="57">
                  <c:v>73186.89092582045</c:v>
                </c:pt>
                <c:pt idx="58">
                  <c:v>124647.18616299766</c:v>
                </c:pt>
                <c:pt idx="59">
                  <c:v>7070.347949295234</c:v>
                </c:pt>
                <c:pt idx="60">
                  <c:v>4218.937662643392</c:v>
                </c:pt>
                <c:pt idx="61">
                  <c:v>4781.702021300883</c:v>
                </c:pt>
                <c:pt idx="62">
                  <c:v>199764.52641209192</c:v>
                </c:pt>
                <c:pt idx="63">
                  <c:v>11968.72649367091</c:v>
                </c:pt>
                <c:pt idx="64">
                  <c:v>6960.330506860713</c:v>
                </c:pt>
                <c:pt idx="65">
                  <c:v>974.3067573567813</c:v>
                </c:pt>
              </c:numCache>
            </c:numRef>
          </c:val>
        </c:ser>
        <c:ser>
          <c:idx val="10"/>
          <c:order val="10"/>
          <c:tx>
            <c:strRef>
              <c:f>Sheet1!$L$1</c:f>
              <c:strCache>
                <c:ptCount val="1"/>
                <c:pt idx="0">
                  <c:v>Price volatility</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-309523.0176567073</c:v>
                </c:pt>
                <c:pt idx="1">
                  <c:v>-311015.0507272639</c:v>
                </c:pt>
                <c:pt idx="2">
                  <c:v>-364087.4126836905</c:v>
                </c:pt>
                <c:pt idx="3">
                  <c:v>-94533.11277612764</c:v>
                </c:pt>
                <c:pt idx="4">
                  <c:v>-25309.796699009767</c:v>
                </c:pt>
                <c:pt idx="5">
                  <c:v>168987.3985983215</c:v>
                </c:pt>
                <c:pt idx="6">
                  <c:v>245668.95329986085</c:v>
                </c:pt>
                <c:pt idx="7">
                  <c:v>331690.4682738126</c:v>
                </c:pt>
                <c:pt idx="8">
                  <c:v>281864.0683403662</c:v>
                </c:pt>
                <c:pt idx="9">
                  <c:v>191833.28024308567</c:v>
                </c:pt>
                <c:pt idx="10">
                  <c:v>-17753.265596504643</c:v>
                </c:pt>
                <c:pt idx="11">
                  <c:v>-208664.33768216852</c:v>
                </c:pt>
                <c:pt idx="12">
                  <c:v>-341139.38986503315</c:v>
                </c:pt>
                <c:pt idx="13">
                  <c:v>-347423.537656742</c:v>
                </c:pt>
                <c:pt idx="14">
                  <c:v>-376739.31307214167</c:v>
                </c:pt>
                <c:pt idx="15">
                  <c:v>-122857.87782245634</c:v>
                </c:pt>
                <c:pt idx="16">
                  <c:v>60862.030789139324</c:v>
                </c:pt>
                <c:pt idx="17">
                  <c:v>185140.30383859933</c:v>
                </c:pt>
                <c:pt idx="18">
                  <c:v>214849.45986261196</c:v>
                </c:pt>
                <c:pt idx="19">
                  <c:v>453622.0251445671</c:v>
                </c:pt>
                <c:pt idx="20">
                  <c:v>302240.2295254757</c:v>
                </c:pt>
                <c:pt idx="21">
                  <c:v>141431.37094898</c:v>
                </c:pt>
                <c:pt idx="22">
                  <c:v>-29742.631874549497</c:v>
                </c:pt>
                <c:pt idx="23">
                  <c:v>-207151.19636140438</c:v>
                </c:pt>
                <c:pt idx="24">
                  <c:v>-429908.8168702409</c:v>
                </c:pt>
                <c:pt idx="25">
                  <c:v>-352524.773284138</c:v>
                </c:pt>
                <c:pt idx="26">
                  <c:v>-302306.03994910745</c:v>
                </c:pt>
                <c:pt idx="27">
                  <c:v>-147030.55298755795</c:v>
                </c:pt>
                <c:pt idx="28">
                  <c:v>80885.80905103177</c:v>
                </c:pt>
                <c:pt idx="29">
                  <c:v>224776.4168632927</c:v>
                </c:pt>
                <c:pt idx="30">
                  <c:v>303195.9537703827</c:v>
                </c:pt>
                <c:pt idx="31">
                  <c:v>360308.7920358318</c:v>
                </c:pt>
                <c:pt idx="32">
                  <c:v>267618.02529217355</c:v>
                </c:pt>
                <c:pt idx="33">
                  <c:v>214210.83937997496</c:v>
                </c:pt>
                <c:pt idx="34">
                  <c:v>-32224.986294279002</c:v>
                </c:pt>
                <c:pt idx="35">
                  <c:v>-227251.11955569763</c:v>
                </c:pt>
                <c:pt idx="36">
                  <c:v>-463999.70264896634</c:v>
                </c:pt>
                <c:pt idx="37">
                  <c:v>-412679.4011055336</c:v>
                </c:pt>
                <c:pt idx="38">
                  <c:v>-267405.40624372655</c:v>
                </c:pt>
                <c:pt idx="39">
                  <c:v>-178262.8774387473</c:v>
                </c:pt>
                <c:pt idx="40">
                  <c:v>-11624.617956249895</c:v>
                </c:pt>
                <c:pt idx="41">
                  <c:v>162664.8600570452</c:v>
                </c:pt>
                <c:pt idx="42">
                  <c:v>283401.685762989</c:v>
                </c:pt>
                <c:pt idx="43">
                  <c:v>366533.7705942838</c:v>
                </c:pt>
                <c:pt idx="44">
                  <c:v>308172.53949982254</c:v>
                </c:pt>
                <c:pt idx="45">
                  <c:v>205991.63412513628</c:v>
                </c:pt>
                <c:pt idx="46">
                  <c:v>-65846.411155836</c:v>
                </c:pt>
                <c:pt idx="47">
                  <c:v>-231580.27405301295</c:v>
                </c:pt>
                <c:pt idx="48">
                  <c:v>-452167.77128001396</c:v>
                </c:pt>
                <c:pt idx="49">
                  <c:v>-383159.62470472476</c:v>
                </c:pt>
                <c:pt idx="50">
                  <c:v>-300103.4869674363</c:v>
                </c:pt>
                <c:pt idx="51">
                  <c:v>-231205.55241970805</c:v>
                </c:pt>
                <c:pt idx="52">
                  <c:v>83810.83453402313</c:v>
                </c:pt>
                <c:pt idx="53">
                  <c:v>174884.59937561557</c:v>
                </c:pt>
                <c:pt idx="54">
                  <c:v>361828.99799135735</c:v>
                </c:pt>
                <c:pt idx="55">
                  <c:v>396753.65833402873</c:v>
                </c:pt>
                <c:pt idx="56">
                  <c:v>369394.4042405765</c:v>
                </c:pt>
                <c:pt idx="57">
                  <c:v>124997.07521697371</c:v>
                </c:pt>
                <c:pt idx="58">
                  <c:v>-100078.18845800313</c:v>
                </c:pt>
                <c:pt idx="59">
                  <c:v>-315743.17706046446</c:v>
                </c:pt>
                <c:pt idx="60">
                  <c:v>-389106.04921315913</c:v>
                </c:pt>
                <c:pt idx="61">
                  <c:v>-309513.0248382666</c:v>
                </c:pt>
                <c:pt idx="62">
                  <c:v>-342573.24911313475</c:v>
                </c:pt>
                <c:pt idx="63">
                  <c:v>-141765.6833805341</c:v>
                </c:pt>
                <c:pt idx="64">
                  <c:v>25528.362818166985</c:v>
                </c:pt>
                <c:pt idx="65">
                  <c:v>225554.77400893526</c:v>
                </c:pt>
              </c:numCache>
            </c:numRef>
          </c:val>
        </c:ser>
        <c:ser>
          <c:idx val="11"/>
          <c:order val="11"/>
          <c:tx>
            <c:strRef>
              <c:f>Sheet1!$M$1</c:f>
              <c:strCache>
                <c:ptCount val="1"/>
                <c:pt idx="0">
                  <c:v>Relative price</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-229435.58870732706</c:v>
                </c:pt>
                <c:pt idx="1">
                  <c:v>-223862.36819675568</c:v>
                </c:pt>
                <c:pt idx="2">
                  <c:v>-298120.79332055687</c:v>
                </c:pt>
                <c:pt idx="3">
                  <c:v>-220075.3345846973</c:v>
                </c:pt>
                <c:pt idx="4">
                  <c:v>-217928.23003513733</c:v>
                </c:pt>
                <c:pt idx="5">
                  <c:v>-260396.90005799418</c:v>
                </c:pt>
                <c:pt idx="6">
                  <c:v>-224618.89353377876</c:v>
                </c:pt>
                <c:pt idx="7">
                  <c:v>-241693.2102631885</c:v>
                </c:pt>
                <c:pt idx="8">
                  <c:v>-186485.55511211243</c:v>
                </c:pt>
                <c:pt idx="9">
                  <c:v>-206315.8427957572</c:v>
                </c:pt>
                <c:pt idx="10">
                  <c:v>-243750.71579284355</c:v>
                </c:pt>
                <c:pt idx="11">
                  <c:v>-189667.6646196497</c:v>
                </c:pt>
                <c:pt idx="12">
                  <c:v>-240291.49402670964</c:v>
                </c:pt>
                <c:pt idx="13">
                  <c:v>-220068.8833312536</c:v>
                </c:pt>
                <c:pt idx="14">
                  <c:v>-304149.7727853007</c:v>
                </c:pt>
                <c:pt idx="15">
                  <c:v>-230268.97456230898</c:v>
                </c:pt>
                <c:pt idx="16">
                  <c:v>-321639.9509598379</c:v>
                </c:pt>
                <c:pt idx="17">
                  <c:v>-260017.49253632495</c:v>
                </c:pt>
                <c:pt idx="18">
                  <c:v>-207757.48192066446</c:v>
                </c:pt>
                <c:pt idx="19">
                  <c:v>-283141.0552289228</c:v>
                </c:pt>
                <c:pt idx="20">
                  <c:v>-206715.98607412665</c:v>
                </c:pt>
                <c:pt idx="21">
                  <c:v>-196589.56083312156</c:v>
                </c:pt>
                <c:pt idx="22">
                  <c:v>-302888.65514912514</c:v>
                </c:pt>
                <c:pt idx="23">
                  <c:v>-215074.76279902502</c:v>
                </c:pt>
                <c:pt idx="24">
                  <c:v>-291295.8022817588</c:v>
                </c:pt>
                <c:pt idx="25">
                  <c:v>-249272.95219907537</c:v>
                </c:pt>
                <c:pt idx="26">
                  <c:v>-241958.7363067628</c:v>
                </c:pt>
                <c:pt idx="27">
                  <c:v>-248386.47836625946</c:v>
                </c:pt>
                <c:pt idx="28">
                  <c:v>-332800.90737841756</c:v>
                </c:pt>
                <c:pt idx="29">
                  <c:v>-290220.8782691732</c:v>
                </c:pt>
                <c:pt idx="30">
                  <c:v>-263930.94114783936</c:v>
                </c:pt>
                <c:pt idx="31">
                  <c:v>-255023.62333495857</c:v>
                </c:pt>
                <c:pt idx="32">
                  <c:v>-219677.96000544034</c:v>
                </c:pt>
                <c:pt idx="33">
                  <c:v>-242001.6125068658</c:v>
                </c:pt>
                <c:pt idx="34">
                  <c:v>-213323.8805342904</c:v>
                </c:pt>
                <c:pt idx="35">
                  <c:v>-258665.55528180068</c:v>
                </c:pt>
                <c:pt idx="36">
                  <c:v>-305802.2468133705</c:v>
                </c:pt>
                <c:pt idx="37">
                  <c:v>-267904.2964366209</c:v>
                </c:pt>
                <c:pt idx="38">
                  <c:v>-270436.72983880655</c:v>
                </c:pt>
                <c:pt idx="39">
                  <c:v>-295076.9177590813</c:v>
                </c:pt>
                <c:pt idx="40">
                  <c:v>-324500.4590295066</c:v>
                </c:pt>
                <c:pt idx="41">
                  <c:v>-253050.1845370056</c:v>
                </c:pt>
                <c:pt idx="42">
                  <c:v>-263507.4921519743</c:v>
                </c:pt>
                <c:pt idx="43">
                  <c:v>-233755.92004787415</c:v>
                </c:pt>
                <c:pt idx="44">
                  <c:v>-209637.29010889906</c:v>
                </c:pt>
                <c:pt idx="45">
                  <c:v>-261425.5669931299</c:v>
                </c:pt>
                <c:pt idx="46">
                  <c:v>-234152.7220102753</c:v>
                </c:pt>
                <c:pt idx="47">
                  <c:v>-257169.1372834983</c:v>
                </c:pt>
                <c:pt idx="48">
                  <c:v>-326596.76506301586</c:v>
                </c:pt>
                <c:pt idx="49">
                  <c:v>-291632.0956507906</c:v>
                </c:pt>
                <c:pt idx="50">
                  <c:v>-299397.32003877097</c:v>
                </c:pt>
                <c:pt idx="51">
                  <c:v>-375472.84540175716</c:v>
                </c:pt>
                <c:pt idx="52">
                  <c:v>-304740.375349476</c:v>
                </c:pt>
                <c:pt idx="53">
                  <c:v>-275657.00028788956</c:v>
                </c:pt>
                <c:pt idx="54">
                  <c:v>-327351.1362197341</c:v>
                </c:pt>
                <c:pt idx="55">
                  <c:v>-229834.9186421692</c:v>
                </c:pt>
                <c:pt idx="56">
                  <c:v>-298087.21566512476</c:v>
                </c:pt>
                <c:pt idx="57">
                  <c:v>-222352.80582276135</c:v>
                </c:pt>
                <c:pt idx="58">
                  <c:v>-235911.19687642358</c:v>
                </c:pt>
                <c:pt idx="59">
                  <c:v>-286760.73602143244</c:v>
                </c:pt>
                <c:pt idx="60">
                  <c:v>-271605.57437875436</c:v>
                </c:pt>
                <c:pt idx="61">
                  <c:v>-246640.321627811</c:v>
                </c:pt>
                <c:pt idx="62">
                  <c:v>-393340.2436729872</c:v>
                </c:pt>
                <c:pt idx="63">
                  <c:v>-289531.7310991053</c:v>
                </c:pt>
                <c:pt idx="64">
                  <c:v>-320345.43283473054</c:v>
                </c:pt>
                <c:pt idx="65">
                  <c:v>-296279.6975613012</c:v>
                </c:pt>
              </c:numCache>
            </c:numRef>
          </c:val>
        </c:ser>
        <c:ser>
          <c:idx val="12"/>
          <c:order val="12"/>
          <c:tx>
            <c:strRef>
              <c:f>Sheet1!$N$1</c:f>
              <c:strCache>
                <c:ptCount val="1"/>
                <c:pt idx="0">
                  <c:v>Seasonality</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3262518.0956544285</c:v>
                </c:pt>
                <c:pt idx="1">
                  <c:v>3775694.999085757</c:v>
                </c:pt>
                <c:pt idx="2">
                  <c:v>5776483.97868683</c:v>
                </c:pt>
                <c:pt idx="3">
                  <c:v>4357559.962338572</c:v>
                </c:pt>
                <c:pt idx="4">
                  <c:v>4443391.353156363</c:v>
                </c:pt>
                <c:pt idx="5">
                  <c:v>3801866.7984836805</c:v>
                </c:pt>
                <c:pt idx="6">
                  <c:v>2181911.5346736773</c:v>
                </c:pt>
                <c:pt idx="7">
                  <c:v>983398.8896123879</c:v>
                </c:pt>
                <c:pt idx="8">
                  <c:v>131645.97371177145</c:v>
                </c:pt>
                <c:pt idx="9">
                  <c:v>70859.09031047278</c:v>
                </c:pt>
                <c:pt idx="10">
                  <c:v>797115.7064794468</c:v>
                </c:pt>
                <c:pt idx="11">
                  <c:v>1552246.8715199078</c:v>
                </c:pt>
                <c:pt idx="12">
                  <c:v>4056512.7869397686</c:v>
                </c:pt>
                <c:pt idx="13">
                  <c:v>3696794.052435587</c:v>
                </c:pt>
                <c:pt idx="14">
                  <c:v>5919687.061138079</c:v>
                </c:pt>
                <c:pt idx="15">
                  <c:v>4599876.341924647</c:v>
                </c:pt>
                <c:pt idx="16">
                  <c:v>6183167.820437303</c:v>
                </c:pt>
                <c:pt idx="17">
                  <c:v>3687404.518349738</c:v>
                </c:pt>
                <c:pt idx="18">
                  <c:v>1976306.7348674359</c:v>
                </c:pt>
                <c:pt idx="19">
                  <c:v>1207758.2679321764</c:v>
                </c:pt>
                <c:pt idx="20">
                  <c:v>166682.81219102602</c:v>
                </c:pt>
                <c:pt idx="21">
                  <c:v>68452.13294704308</c:v>
                </c:pt>
                <c:pt idx="22">
                  <c:v>1019964.8696694911</c:v>
                </c:pt>
                <c:pt idx="23">
                  <c:v>1766177.3247965393</c:v>
                </c:pt>
                <c:pt idx="24">
                  <c:v>4587392.682780644</c:v>
                </c:pt>
                <c:pt idx="25">
                  <c:v>4390655.2513177125</c:v>
                </c:pt>
                <c:pt idx="26">
                  <c:v>4736515.373763473</c:v>
                </c:pt>
                <c:pt idx="27">
                  <c:v>4938004.5607473785</c:v>
                </c:pt>
                <c:pt idx="28">
                  <c:v>6600483.007481484</c:v>
                </c:pt>
                <c:pt idx="29">
                  <c:v>4072885.7615659013</c:v>
                </c:pt>
                <c:pt idx="30">
                  <c:v>2540278.869237323</c:v>
                </c:pt>
                <c:pt idx="31">
                  <c:v>1107271.353860263</c:v>
                </c:pt>
                <c:pt idx="32">
                  <c:v>157313.24251494458</c:v>
                </c:pt>
                <c:pt idx="33">
                  <c:v>133461.55506581176</c:v>
                </c:pt>
                <c:pt idx="34">
                  <c:v>797249.043084474</c:v>
                </c:pt>
                <c:pt idx="35">
                  <c:v>2151957.6685983236</c:v>
                </c:pt>
                <c:pt idx="36">
                  <c:v>4728916.14472574</c:v>
                </c:pt>
                <c:pt idx="37">
                  <c:v>4694930.493899068</c:v>
                </c:pt>
                <c:pt idx="38">
                  <c:v>5314780.318443635</c:v>
                </c:pt>
                <c:pt idx="39">
                  <c:v>5896858.875932781</c:v>
                </c:pt>
                <c:pt idx="40">
                  <c:v>6608544.737040878</c:v>
                </c:pt>
                <c:pt idx="41">
                  <c:v>3658944.723915699</c:v>
                </c:pt>
                <c:pt idx="42">
                  <c:v>2285432.4768278054</c:v>
                </c:pt>
                <c:pt idx="43">
                  <c:v>834301.3306089336</c:v>
                </c:pt>
                <c:pt idx="44">
                  <c:v>146243.06057626705</c:v>
                </c:pt>
                <c:pt idx="45">
                  <c:v>141331.9455702267</c:v>
                </c:pt>
                <c:pt idx="46">
                  <c:v>855563.6085094598</c:v>
                </c:pt>
                <c:pt idx="47">
                  <c:v>2111680.388017444</c:v>
                </c:pt>
                <c:pt idx="48">
                  <c:v>4729632.7285022745</c:v>
                </c:pt>
                <c:pt idx="49">
                  <c:v>5119918.365827718</c:v>
                </c:pt>
                <c:pt idx="50">
                  <c:v>5854272.4205174325</c:v>
                </c:pt>
                <c:pt idx="51">
                  <c:v>7414476.240628476</c:v>
                </c:pt>
                <c:pt idx="52">
                  <c:v>6223146.900422461</c:v>
                </c:pt>
                <c:pt idx="53">
                  <c:v>3888843.4438878833</c:v>
                </c:pt>
                <c:pt idx="54">
                  <c:v>2940995.2381015224</c:v>
                </c:pt>
                <c:pt idx="55">
                  <c:v>859310.731938825</c:v>
                </c:pt>
                <c:pt idx="56">
                  <c:v>170780.22970033353</c:v>
                </c:pt>
                <c:pt idx="57">
                  <c:v>145855.20948876796</c:v>
                </c:pt>
                <c:pt idx="58">
                  <c:v>879561.7452946259</c:v>
                </c:pt>
                <c:pt idx="59">
                  <c:v>2534075.693147851</c:v>
                </c:pt>
                <c:pt idx="60">
                  <c:v>4354817.00882233</c:v>
                </c:pt>
                <c:pt idx="61">
                  <c:v>4318061.644094647</c:v>
                </c:pt>
                <c:pt idx="62">
                  <c:v>7745150.722483369</c:v>
                </c:pt>
                <c:pt idx="63">
                  <c:v>5700988.630879316</c:v>
                </c:pt>
                <c:pt idx="64">
                  <c:v>6243922.869703501</c:v>
                </c:pt>
                <c:pt idx="65">
                  <c:v>4231814.5399147915</c:v>
                </c:pt>
              </c:numCache>
            </c:numRef>
          </c:val>
        </c:ser>
        <c:ser>
          <c:idx val="13"/>
          <c:order val="13"/>
          <c:tx>
            <c:strRef>
              <c:f>Sheet1!$O$1</c:f>
              <c:strCache>
                <c:ptCount val="1"/>
                <c:pt idx="0">
                  <c:v>TV</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37497.072310393916</c:v>
                </c:pt>
                <c:pt idx="1">
                  <c:v>29805.12537243394</c:v>
                </c:pt>
                <c:pt idx="2">
                  <c:v>42141.48990756058</c:v>
                </c:pt>
                <c:pt idx="3">
                  <c:v>137547.12483879307</c:v>
                </c:pt>
                <c:pt idx="4">
                  <c:v>37832.161047479174</c:v>
                </c:pt>
                <c:pt idx="5">
                  <c:v>315271.1956914412</c:v>
                </c:pt>
                <c:pt idx="6">
                  <c:v>490894.0314734373</c:v>
                </c:pt>
                <c:pt idx="7">
                  <c:v>173605.70786705698</c:v>
                </c:pt>
                <c:pt idx="8">
                  <c:v>34333.105631080994</c:v>
                </c:pt>
                <c:pt idx="9">
                  <c:v>230859.62882608132</c:v>
                </c:pt>
                <c:pt idx="10">
                  <c:v>164508.82899049734</c:v>
                </c:pt>
                <c:pt idx="11">
                  <c:v>66864.05670355265</c:v>
                </c:pt>
                <c:pt idx="12">
                  <c:v>337359.74382167385</c:v>
                </c:pt>
                <c:pt idx="13">
                  <c:v>289576.10652869946</c:v>
                </c:pt>
                <c:pt idx="14">
                  <c:v>264756.7683539135</c:v>
                </c:pt>
                <c:pt idx="15">
                  <c:v>156439.0808045987</c:v>
                </c:pt>
                <c:pt idx="16">
                  <c:v>337539.16734715994</c:v>
                </c:pt>
                <c:pt idx="17">
                  <c:v>500969.50792117557</c:v>
                </c:pt>
                <c:pt idx="18">
                  <c:v>74350.35979071127</c:v>
                </c:pt>
                <c:pt idx="19">
                  <c:v>384675.6002031124</c:v>
                </c:pt>
                <c:pt idx="20">
                  <c:v>265291.7359795616</c:v>
                </c:pt>
                <c:pt idx="21">
                  <c:v>121798.25065812175</c:v>
                </c:pt>
                <c:pt idx="22">
                  <c:v>576172.666984703</c:v>
                </c:pt>
                <c:pt idx="23">
                  <c:v>44203.48763886451</c:v>
                </c:pt>
                <c:pt idx="24">
                  <c:v>54107.754267544406</c:v>
                </c:pt>
                <c:pt idx="25">
                  <c:v>364932.5630100929</c:v>
                </c:pt>
                <c:pt idx="26">
                  <c:v>48114.79224791497</c:v>
                </c:pt>
                <c:pt idx="27">
                  <c:v>144691.42324437838</c:v>
                </c:pt>
                <c:pt idx="28">
                  <c:v>407630.0737723097</c:v>
                </c:pt>
                <c:pt idx="29">
                  <c:v>341438.8721292688</c:v>
                </c:pt>
                <c:pt idx="30">
                  <c:v>272679.6504429502</c:v>
                </c:pt>
                <c:pt idx="31">
                  <c:v>54354.641914986605</c:v>
                </c:pt>
                <c:pt idx="32">
                  <c:v>219803.67207579073</c:v>
                </c:pt>
                <c:pt idx="33">
                  <c:v>153996.0540769873</c:v>
                </c:pt>
                <c:pt idx="34">
                  <c:v>335062.32360897027</c:v>
                </c:pt>
                <c:pt idx="35">
                  <c:v>94819.42541043891</c:v>
                </c:pt>
                <c:pt idx="36">
                  <c:v>345994.0448235932</c:v>
                </c:pt>
                <c:pt idx="37">
                  <c:v>417929.87107683526</c:v>
                </c:pt>
                <c:pt idx="38">
                  <c:v>67532.76005742176</c:v>
                </c:pt>
                <c:pt idx="39">
                  <c:v>522154.4840019881</c:v>
                </c:pt>
                <c:pt idx="40">
                  <c:v>133220.21507935302</c:v>
                </c:pt>
                <c:pt idx="41">
                  <c:v>46795.77825317763</c:v>
                </c:pt>
                <c:pt idx="42">
                  <c:v>491433.9592823398</c:v>
                </c:pt>
                <c:pt idx="43">
                  <c:v>302759.86188033206</c:v>
                </c:pt>
                <c:pt idx="44">
                  <c:v>51534.58714889342</c:v>
                </c:pt>
                <c:pt idx="45">
                  <c:v>270872.17218491813</c:v>
                </c:pt>
                <c:pt idx="46">
                  <c:v>389864.61968724756</c:v>
                </c:pt>
                <c:pt idx="47">
                  <c:v>419640.17361704924</c:v>
                </c:pt>
                <c:pt idx="48">
                  <c:v>440364.37952983764</c:v>
                </c:pt>
                <c:pt idx="49">
                  <c:v>385906.48934393004</c:v>
                </c:pt>
                <c:pt idx="50">
                  <c:v>65685.38305398435</c:v>
                </c:pt>
                <c:pt idx="51">
                  <c:v>342673.97691023385</c:v>
                </c:pt>
                <c:pt idx="52">
                  <c:v>103110.01208494246</c:v>
                </c:pt>
                <c:pt idx="53">
                  <c:v>66373.5294924273</c:v>
                </c:pt>
                <c:pt idx="54">
                  <c:v>77805.23811794756</c:v>
                </c:pt>
                <c:pt idx="55">
                  <c:v>51901.638423550474</c:v>
                </c:pt>
                <c:pt idx="56">
                  <c:v>79595.43169868954</c:v>
                </c:pt>
                <c:pt idx="57">
                  <c:v>59240.76602848634</c:v>
                </c:pt>
                <c:pt idx="58">
                  <c:v>515686.09592892544</c:v>
                </c:pt>
                <c:pt idx="59">
                  <c:v>74968.37864483494</c:v>
                </c:pt>
                <c:pt idx="60">
                  <c:v>53100.62169412504</c:v>
                </c:pt>
                <c:pt idx="61">
                  <c:v>46022.90261934047</c:v>
                </c:pt>
                <c:pt idx="62">
                  <c:v>83897.55141958392</c:v>
                </c:pt>
                <c:pt idx="63">
                  <c:v>55225.24819028383</c:v>
                </c:pt>
                <c:pt idx="64">
                  <c:v>569285.7282218434</c:v>
                </c:pt>
                <c:pt idx="65">
                  <c:v>414625.98573689157</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Sheet1!$A$2:$A$15</c:f>
              <c:strCache>
                <c:ptCount val="14"/>
                <c:pt idx="0">
                  <c:v>Distribution</c:v>
                </c:pt>
                <c:pt idx="1">
                  <c:v>Seasonality</c:v>
                </c:pt>
                <c:pt idx="2">
                  <c:v>Base</c:v>
                </c:pt>
                <c:pt idx="3">
                  <c:v>E-com</c:v>
                </c:pt>
                <c:pt idx="4">
                  <c:v>OOH</c:v>
                </c:pt>
                <c:pt idx="5">
                  <c:v>TV</c:v>
                </c:pt>
                <c:pt idx="6">
                  <c:v>Digital_Video</c:v>
                </c:pt>
                <c:pt idx="7">
                  <c:v>Digital_DA</c:v>
                </c:pt>
                <c:pt idx="8">
                  <c:v>Digital_Perform...</c:v>
                </c:pt>
                <c:pt idx="9">
                  <c:v>Digital_Special...</c:v>
                </c:pt>
                <c:pt idx="10">
                  <c:v>PR</c:v>
                </c:pt>
                <c:pt idx="11">
                  <c:v>POS</c:v>
                </c:pt>
                <c:pt idx="12">
                  <c:v>Price volatilit...</c:v>
                </c:pt>
                <c:pt idx="13">
                  <c:v>Relative price</c:v>
                </c:pt>
              </c:strCache>
            </c:strRef>
          </c:cat>
          <c:val>
            <c:numRef>
              <c:f>Sheet1!$B$2:$B$15</c:f>
              <c:numCache>
                <c:formatCode>General</c:formatCode>
                <c:ptCount val="14"/>
                <c:pt idx="0">
                  <c:v>0.0</c:v>
                </c:pt>
                <c:pt idx="1">
                  <c:v>51.76267135665071</c:v>
                </c:pt>
                <c:pt idx="2">
                  <c:v>74.79358838368285</c:v>
                </c:pt>
                <c:pt idx="3">
                  <c:v>91.5809319847165</c:v>
                </c:pt>
                <c:pt idx="4">
                  <c:v>96.39873021626352</c:v>
                </c:pt>
                <c:pt idx="5">
                  <c:v>98.4722980620091</c:v>
                </c:pt>
                <c:pt idx="6">
                  <c:v>99.33585479085187</c:v>
                </c:pt>
                <c:pt idx="7">
                  <c:v>100.19324220091973</c:v>
                </c:pt>
                <c:pt idx="8">
                  <c:v>100.74078672385585</c:v>
                </c:pt>
                <c:pt idx="9">
                  <c:v>101.27740854343482</c:v>
                </c:pt>
                <c:pt idx="10">
                  <c:v>101.7686880661499</c:v>
                </c:pt>
                <c:pt idx="11">
                  <c:v>101.93026148096958</c:v>
                </c:pt>
                <c:pt idx="12">
                  <c:v>101.28438724887943</c:v>
                </c:pt>
                <c:pt idx="13">
                  <c:v>100.00000000000003</c:v>
                </c:pt>
              </c:numCache>
            </c:numRef>
          </c:val>
        </c:ser>
        <c:ser>
          <c:idx val="1"/>
          <c:order val="1"/>
          <c:tx>
            <c:strRef>
              <c:f>Sheet1!$C$1</c:f>
              <c:strCache>
                <c:ptCount val="1"/>
                <c:pt idx="0">
                  <c:v>value</c:v>
                </c:pt>
              </c:strCache>
            </c:strRef>
          </c:tx>
          <c:dPt>
            <c:idx val="0"/>
            <c:spPr>
              <a:solidFill>
                <a:srgbClr val="FF7ED1"/>
              </a:solidFill>
            </c:spPr>
          </c:dPt>
          <c:dPt>
            <c:idx val="1"/>
            <c:spPr>
              <a:solidFill>
                <a:srgbClr val="A17569"/>
              </a:solidFill>
            </c:spPr>
          </c:dPt>
          <c:dPt>
            <c:idx val="2"/>
            <c:spPr>
              <a:solidFill>
                <a:srgbClr val="D60000"/>
              </a:solidFill>
            </c:spPr>
          </c:dPt>
          <c:dPt>
            <c:idx val="3"/>
            <c:spPr>
              <a:solidFill>
                <a:srgbClr val="6B004F"/>
              </a:solidFill>
            </c:spPr>
          </c:dPt>
          <c:dPt>
            <c:idx val="4"/>
            <c:spPr>
              <a:solidFill>
                <a:srgbClr val="FFA52F"/>
              </a:solidFill>
            </c:spPr>
          </c:dPt>
          <c:dPt>
            <c:idx val="5"/>
            <c:spPr>
              <a:solidFill>
                <a:srgbClr val="BCB6FF"/>
              </a:solidFill>
            </c:spPr>
          </c:dPt>
          <c:dPt>
            <c:idx val="6"/>
            <c:spPr>
              <a:solidFill>
                <a:srgbClr val="97FF00"/>
              </a:solidFill>
            </c:spPr>
          </c:dPt>
          <c:dPt>
            <c:idx val="7"/>
            <c:spPr>
              <a:solidFill>
                <a:srgbClr val="8C3BFF"/>
              </a:solidFill>
            </c:spPr>
          </c:dPt>
          <c:dPt>
            <c:idx val="8"/>
            <c:spPr>
              <a:solidFill>
                <a:srgbClr val="018700"/>
              </a:solidFill>
            </c:spPr>
          </c:dPt>
          <c:dPt>
            <c:idx val="9"/>
            <c:spPr>
              <a:solidFill>
                <a:srgbClr val="00ACC6"/>
              </a:solidFill>
            </c:spPr>
          </c:dPt>
          <c:dPt>
            <c:idx val="10"/>
            <c:spPr>
              <a:solidFill>
                <a:srgbClr val="005659"/>
              </a:solidFill>
            </c:spPr>
          </c:dPt>
          <c:dPt>
            <c:idx val="11"/>
            <c:spPr>
              <a:solidFill>
                <a:srgbClr val="573B00"/>
              </a:solidFill>
            </c:spPr>
          </c:dPt>
          <c:dPt>
            <c:idx val="12"/>
            <c:spPr>
              <a:solidFill>
                <a:srgbClr val="0000DD"/>
              </a:solidFill>
            </c:spPr>
          </c:dPt>
          <c:dPt>
            <c:idx val="13"/>
            <c:spPr>
              <a:solidFill>
                <a:srgbClr val="00FDCF"/>
              </a:solidFill>
            </c:spPr>
          </c:dPt>
          <c:dLbls>
            <c:dLbl>
              <c:idx val="0"/>
              <c:tx>
                <c:rich>
                  <a:bodyPr/>
                  <a:lstStyle/>
                  <a:p>
                    <a:r>
                      <a:t>51.76%</a:t>
                    </a:r>
                  </a:p>
                </c:rich>
              </c:tx>
              <c:dLblPos val="inEnd"/>
              <c:showLegendKey val="0"/>
              <c:showVal val="1"/>
              <c:showCatName val="0"/>
              <c:showSerName val="0"/>
              <c:showPercent val="0"/>
              <c:showBubbleSize val="0"/>
            </c:dLbl>
            <c:dLbl>
              <c:idx val="1"/>
              <c:tx>
                <c:rich>
                  <a:bodyPr/>
                  <a:lstStyle/>
                  <a:p>
                    <a:r>
                      <a:t>23.03%</a:t>
                    </a:r>
                  </a:p>
                </c:rich>
              </c:tx>
              <c:dLblPos val="inEnd"/>
              <c:showLegendKey val="0"/>
              <c:showVal val="1"/>
              <c:showCatName val="0"/>
              <c:showSerName val="0"/>
              <c:showPercent val="0"/>
              <c:showBubbleSize val="0"/>
            </c:dLbl>
            <c:dLbl>
              <c:idx val="2"/>
              <c:tx>
                <c:rich>
                  <a:bodyPr/>
                  <a:lstStyle/>
                  <a:p>
                    <a:r>
                      <a:t>16.79%</a:t>
                    </a:r>
                  </a:p>
                </c:rich>
              </c:tx>
              <c:dLblPos val="inEnd"/>
              <c:showLegendKey val="0"/>
              <c:showVal val="1"/>
              <c:showCatName val="0"/>
              <c:showSerName val="0"/>
              <c:showPercent val="0"/>
              <c:showBubbleSize val="0"/>
            </c:dLbl>
            <c:dLbl>
              <c:idx val="3"/>
              <c:tx>
                <c:rich>
                  <a:bodyPr/>
                  <a:lstStyle/>
                  <a:p>
                    <a:r>
                      <a:t>4.82%</a:t>
                    </a:r>
                  </a:p>
                </c:rich>
              </c:tx>
              <c:dLblPos val="inEnd"/>
              <c:showLegendKey val="0"/>
              <c:showVal val="1"/>
              <c:showCatName val="0"/>
              <c:showSerName val="0"/>
              <c:showPercent val="0"/>
              <c:showBubbleSize val="0"/>
            </c:dLbl>
            <c:dLbl>
              <c:idx val="4"/>
              <c:tx>
                <c:rich>
                  <a:bodyPr/>
                  <a:lstStyle/>
                  <a:p>
                    <a:r>
                      <a:t>2.07%</a:t>
                    </a:r>
                  </a:p>
                </c:rich>
              </c:tx>
              <c:dLblPos val="inEnd"/>
              <c:showLegendKey val="0"/>
              <c:showVal val="1"/>
              <c:showCatName val="0"/>
              <c:showSerName val="0"/>
              <c:showPercent val="0"/>
              <c:showBubbleSize val="0"/>
            </c:dLbl>
            <c:dLbl>
              <c:idx val="5"/>
              <c:tx>
                <c:rich>
                  <a:bodyPr/>
                  <a:lstStyle/>
                  <a:p>
                    <a:r>
                      <a:t>0.86%</a:t>
                    </a:r>
                  </a:p>
                </c:rich>
              </c:tx>
              <c:dLblPos val="inEnd"/>
              <c:showLegendKey val="0"/>
              <c:showVal val="1"/>
              <c:showCatName val="0"/>
              <c:showSerName val="0"/>
              <c:showPercent val="0"/>
              <c:showBubbleSize val="0"/>
            </c:dLbl>
            <c:dLbl>
              <c:idx val="6"/>
              <c:tx>
                <c:rich>
                  <a:bodyPr/>
                  <a:lstStyle/>
                  <a:p>
                    <a:r>
                      <a:t>0.86%</a:t>
                    </a:r>
                  </a:p>
                </c:rich>
              </c:tx>
              <c:dLblPos val="inEnd"/>
              <c:showLegendKey val="0"/>
              <c:showVal val="1"/>
              <c:showCatName val="0"/>
              <c:showSerName val="0"/>
              <c:showPercent val="0"/>
              <c:showBubbleSize val="0"/>
            </c:dLbl>
            <c:dLbl>
              <c:idx val="7"/>
              <c:tx>
                <c:rich>
                  <a:bodyPr/>
                  <a:lstStyle/>
                  <a:p>
                    <a:r>
                      <a:t>0.55%</a:t>
                    </a:r>
                  </a:p>
                </c:rich>
              </c:tx>
              <c:dLblPos val="inEnd"/>
              <c:showLegendKey val="0"/>
              <c:showVal val="1"/>
              <c:showCatName val="0"/>
              <c:showSerName val="0"/>
              <c:showPercent val="0"/>
              <c:showBubbleSize val="0"/>
            </c:dLbl>
            <c:dLbl>
              <c:idx val="8"/>
              <c:tx>
                <c:rich>
                  <a:bodyPr/>
                  <a:lstStyle/>
                  <a:p>
                    <a:r>
                      <a:t>0.54%</a:t>
                    </a:r>
                  </a:p>
                </c:rich>
              </c:tx>
              <c:dLblPos val="inEnd"/>
              <c:showLegendKey val="0"/>
              <c:showVal val="1"/>
              <c:showCatName val="0"/>
              <c:showSerName val="0"/>
              <c:showPercent val="0"/>
              <c:showBubbleSize val="0"/>
            </c:dLbl>
            <c:dLbl>
              <c:idx val="9"/>
              <c:tx>
                <c:rich>
                  <a:bodyPr/>
                  <a:lstStyle/>
                  <a:p>
                    <a:r>
                      <a:t>0.49%</a:t>
                    </a:r>
                  </a:p>
                </c:rich>
              </c:tx>
              <c:dLblPos val="inEnd"/>
              <c:showLegendKey val="0"/>
              <c:showVal val="1"/>
              <c:showCatName val="0"/>
              <c:showSerName val="0"/>
              <c:showPercent val="0"/>
              <c:showBubbleSize val="0"/>
            </c:dLbl>
            <c:dLbl>
              <c:idx val="10"/>
              <c:tx>
                <c:rich>
                  <a:bodyPr/>
                  <a:lstStyle/>
                  <a:p>
                    <a:r>
                      <a:t>0.16%</a:t>
                    </a:r>
                  </a:p>
                </c:rich>
              </c:tx>
              <c:dLblPos val="inEnd"/>
              <c:showLegendKey val="0"/>
              <c:showVal val="1"/>
              <c:showCatName val="0"/>
              <c:showSerName val="0"/>
              <c:showPercent val="0"/>
              <c:showBubbleSize val="0"/>
            </c:dLbl>
            <c:dLbl>
              <c:idx val="11"/>
              <c:tx>
                <c:rich>
                  <a:bodyPr/>
                  <a:lstStyle/>
                  <a:p>
                    <a:r>
                      <a:t>0.01%</a:t>
                    </a:r>
                  </a:p>
                </c:rich>
              </c:tx>
              <c:dLblPos val="inEnd"/>
              <c:showLegendKey val="0"/>
              <c:showVal val="1"/>
              <c:showCatName val="0"/>
              <c:showSerName val="0"/>
              <c:showPercent val="0"/>
              <c:showBubbleSize val="0"/>
            </c:dLbl>
            <c:dLbl>
              <c:idx val="12"/>
              <c:tx>
                <c:rich>
                  <a:bodyPr/>
                  <a:lstStyle/>
                  <a:p>
                    <a:r>
                      <a:t>-0.66%</a:t>
                    </a:r>
                  </a:p>
                </c:rich>
              </c:tx>
              <c:dLblPos val="inEnd"/>
              <c:showLegendKey val="0"/>
              <c:showVal val="1"/>
              <c:showCatName val="0"/>
              <c:showSerName val="0"/>
              <c:showPercent val="0"/>
              <c:showBubbleSize val="0"/>
            </c:dLbl>
            <c:dLbl>
              <c:idx val="13"/>
              <c:tx>
                <c:rich>
                  <a:bodyPr/>
                  <a:lstStyle/>
                  <a:p>
                    <a:r>
                      <a:t>-1.28%</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Sheet1!$A$2:$A$15</c:f>
              <c:strCache>
                <c:ptCount val="14"/>
                <c:pt idx="0">
                  <c:v>Distribution</c:v>
                </c:pt>
                <c:pt idx="1">
                  <c:v>Seasonality</c:v>
                </c:pt>
                <c:pt idx="2">
                  <c:v>Base</c:v>
                </c:pt>
                <c:pt idx="3">
                  <c:v>E-com</c:v>
                </c:pt>
                <c:pt idx="4">
                  <c:v>OOH</c:v>
                </c:pt>
                <c:pt idx="5">
                  <c:v>TV</c:v>
                </c:pt>
                <c:pt idx="6">
                  <c:v>Digital_Video</c:v>
                </c:pt>
                <c:pt idx="7">
                  <c:v>Digital_DA</c:v>
                </c:pt>
                <c:pt idx="8">
                  <c:v>Digital_Perform...</c:v>
                </c:pt>
                <c:pt idx="9">
                  <c:v>Digital_Special...</c:v>
                </c:pt>
                <c:pt idx="10">
                  <c:v>PR</c:v>
                </c:pt>
                <c:pt idx="11">
                  <c:v>POS</c:v>
                </c:pt>
                <c:pt idx="12">
                  <c:v>Price volatilit...</c:v>
                </c:pt>
                <c:pt idx="13">
                  <c:v>Relative price</c:v>
                </c:pt>
              </c:strCache>
            </c:strRef>
          </c:cat>
          <c:val>
            <c:numRef>
              <c:f>Sheet1!$C$2:$C$15</c:f>
              <c:numCache>
                <c:formatCode>General</c:formatCode>
                <c:ptCount val="14"/>
                <c:pt idx="0">
                  <c:v>51.76267135665073</c:v>
                </c:pt>
                <c:pt idx="1">
                  <c:v>23.03091702703213</c:v>
                </c:pt>
                <c:pt idx="2">
                  <c:v>16.78734360103365</c:v>
                </c:pt>
                <c:pt idx="3">
                  <c:v>4.817798231547011</c:v>
                </c:pt>
                <c:pt idx="4">
                  <c:v>2.0735678457456013</c:v>
                </c:pt>
                <c:pt idx="5">
                  <c:v>0.8635567288427487</c:v>
                </c:pt>
                <c:pt idx="6">
                  <c:v>0.8573874100678468</c:v>
                </c:pt>
                <c:pt idx="7">
                  <c:v>0.5475445229361265</c:v>
                </c:pt>
                <c:pt idx="8">
                  <c:v>0.5366218195789686</c:v>
                </c:pt>
                <c:pt idx="9">
                  <c:v>0.4912795227151089</c:v>
                </c:pt>
                <c:pt idx="10">
                  <c:v>0.16157341481968815</c:v>
                </c:pt>
                <c:pt idx="11">
                  <c:v>0.012573193890027801</c:v>
                </c:pt>
                <c:pt idx="12">
                  <c:v>0.6584474259801774</c:v>
                </c:pt>
                <c:pt idx="13">
                  <c:v>1.2843872488794168</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2779300.0</c:v>
                </c:pt>
                <c:pt idx="1">
                  <c:v>2601100.0</c:v>
                </c:pt>
                <c:pt idx="2">
                  <c:v>3345800.0</c:v>
                </c:pt>
                <c:pt idx="3">
                  <c:v>2706300.0</c:v>
                </c:pt>
                <c:pt idx="4">
                  <c:v>2616500.0</c:v>
                </c:pt>
                <c:pt idx="5">
                  <c:v>3047700.0</c:v>
                </c:pt>
                <c:pt idx="6">
                  <c:v>2588500.0</c:v>
                </c:pt>
                <c:pt idx="7">
                  <c:v>2827400.0</c:v>
                </c:pt>
                <c:pt idx="8">
                  <c:v>2185400.0</c:v>
                </c:pt>
                <c:pt idx="9">
                  <c:v>2405200.0</c:v>
                </c:pt>
                <c:pt idx="10">
                  <c:v>2794000.0</c:v>
                </c:pt>
                <c:pt idx="11">
                  <c:v>2027000.0</c:v>
                </c:pt>
                <c:pt idx="12">
                  <c:v>2892000.0</c:v>
                </c:pt>
                <c:pt idx="13">
                  <c:v>2422800.0</c:v>
                </c:pt>
                <c:pt idx="14">
                  <c:v>3782700.0</c:v>
                </c:pt>
                <c:pt idx="15">
                  <c:v>2801800.0</c:v>
                </c:pt>
                <c:pt idx="16">
                  <c:v>4027200.0</c:v>
                </c:pt>
                <c:pt idx="17">
                  <c:v>3069800.0</c:v>
                </c:pt>
                <c:pt idx="18">
                  <c:v>2391400.0</c:v>
                </c:pt>
                <c:pt idx="19">
                  <c:v>3374100.0</c:v>
                </c:pt>
                <c:pt idx="20">
                  <c:v>2373900.0</c:v>
                </c:pt>
                <c:pt idx="21">
                  <c:v>2291000.0</c:v>
                </c:pt>
                <c:pt idx="22">
                  <c:v>3597600.0</c:v>
                </c:pt>
                <c:pt idx="23">
                  <c:v>2426100.0</c:v>
                </c:pt>
                <c:pt idx="24">
                  <c:v>3384700.0</c:v>
                </c:pt>
                <c:pt idx="25">
                  <c:v>3011900.0</c:v>
                </c:pt>
                <c:pt idx="26">
                  <c:v>3031200.0</c:v>
                </c:pt>
                <c:pt idx="27">
                  <c:v>2812400.0</c:v>
                </c:pt>
                <c:pt idx="28">
                  <c:v>4193500.0</c:v>
                </c:pt>
                <c:pt idx="29">
                  <c:v>3654800.0</c:v>
                </c:pt>
                <c:pt idx="30">
                  <c:v>3176200.0</c:v>
                </c:pt>
                <c:pt idx="31">
                  <c:v>2896000.0</c:v>
                </c:pt>
                <c:pt idx="32">
                  <c:v>2638000.0</c:v>
                </c:pt>
                <c:pt idx="33">
                  <c:v>2753900.0</c:v>
                </c:pt>
                <c:pt idx="34">
                  <c:v>2640800.0</c:v>
                </c:pt>
                <c:pt idx="35">
                  <c:v>2988600.0</c:v>
                </c:pt>
                <c:pt idx="36">
                  <c:v>4010000.0</c:v>
                </c:pt>
                <c:pt idx="37">
                  <c:v>3177400.0</c:v>
                </c:pt>
                <c:pt idx="38">
                  <c:v>3378700.0</c:v>
                </c:pt>
                <c:pt idx="39">
                  <c:v>3352300.0</c:v>
                </c:pt>
                <c:pt idx="40">
                  <c:v>3969200.0</c:v>
                </c:pt>
                <c:pt idx="41">
                  <c:v>3001200.0</c:v>
                </c:pt>
                <c:pt idx="42">
                  <c:v>3108800.0</c:v>
                </c:pt>
                <c:pt idx="43">
                  <c:v>2841000.0</c:v>
                </c:pt>
                <c:pt idx="44">
                  <c:v>2406300.0</c:v>
                </c:pt>
                <c:pt idx="45">
                  <c:v>3121200.0</c:v>
                </c:pt>
                <c:pt idx="46">
                  <c:v>2823100.0</c:v>
                </c:pt>
                <c:pt idx="47">
                  <c:v>3176800.0</c:v>
                </c:pt>
                <c:pt idx="48">
                  <c:v>3522600.0</c:v>
                </c:pt>
                <c:pt idx="49">
                  <c:v>3381100.0</c:v>
                </c:pt>
                <c:pt idx="50">
                  <c:v>3700000.0</c:v>
                </c:pt>
                <c:pt idx="51">
                  <c:v>4481100.0</c:v>
                </c:pt>
                <c:pt idx="52">
                  <c:v>3715400.0</c:v>
                </c:pt>
                <c:pt idx="53">
                  <c:v>3374000.0</c:v>
                </c:pt>
                <c:pt idx="54">
                  <c:v>3932000.0</c:v>
                </c:pt>
                <c:pt idx="55">
                  <c:v>2718700.0</c:v>
                </c:pt>
                <c:pt idx="56">
                  <c:v>3622600.0</c:v>
                </c:pt>
                <c:pt idx="57">
                  <c:v>2591600.0</c:v>
                </c:pt>
                <c:pt idx="58">
                  <c:v>2833900.0</c:v>
                </c:pt>
                <c:pt idx="59">
                  <c:v>2756100.0</c:v>
                </c:pt>
                <c:pt idx="60">
                  <c:v>662700.0</c:v>
                </c:pt>
                <c:pt idx="61">
                  <c:v>3374900.0</c:v>
                </c:pt>
                <c:pt idx="62">
                  <c:v>2874500.0</c:v>
                </c:pt>
                <c:pt idx="63">
                  <c:v>4749800.0</c:v>
                </c:pt>
                <c:pt idx="64">
                  <c:v>3741500.0</c:v>
                </c:pt>
                <c:pt idx="65">
                  <c:v>3833800.0</c:v>
                </c:pt>
                <c:pt idx="66">
                  <c:v>3609900.0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2669964.7810550556</c:v>
                </c:pt>
                <c:pt idx="1">
                  <c:v>2597152.375893335</c:v>
                </c:pt>
                <c:pt idx="2">
                  <c:v>3497306.1380323246</c:v>
                </c:pt>
                <c:pt idx="3">
                  <c:v>2588589.643789408</c:v>
                </c:pt>
                <c:pt idx="4">
                  <c:v>2575531.4868312473</c:v>
                </c:pt>
                <c:pt idx="5">
                  <c:v>3081309.0723835565</c:v>
                </c:pt>
                <c:pt idx="6">
                  <c:v>2688444.361578176</c:v>
                </c:pt>
                <c:pt idx="7">
                  <c:v>2852756.4745927565</c:v>
                </c:pt>
                <c:pt idx="8">
                  <c:v>2191849.367103955</c:v>
                </c:pt>
                <c:pt idx="9">
                  <c:v>2424908.753146146</c:v>
                </c:pt>
                <c:pt idx="10">
                  <c:v>2833147.499779797</c:v>
                </c:pt>
                <c:pt idx="11">
                  <c:v>2174377.981208383</c:v>
                </c:pt>
                <c:pt idx="12">
                  <c:v>2782368.9529754613</c:v>
                </c:pt>
                <c:pt idx="13">
                  <c:v>2542425.8226496913</c:v>
                </c:pt>
                <c:pt idx="14">
                  <c:v>3602019.6219524373</c:v>
                </c:pt>
                <c:pt idx="15">
                  <c:v>2754338.94145503</c:v>
                </c:pt>
                <c:pt idx="16">
                  <c:v>3904446.99810638</c:v>
                </c:pt>
                <c:pt idx="17">
                  <c:v>3174199.916761108</c:v>
                </c:pt>
                <c:pt idx="18">
                  <c:v>2476909.326476844</c:v>
                </c:pt>
                <c:pt idx="19">
                  <c:v>3392351.4475223236</c:v>
                </c:pt>
                <c:pt idx="20">
                  <c:v>2448155.8846376603</c:v>
                </c:pt>
                <c:pt idx="21">
                  <c:v>2306086.4541773703</c:v>
                </c:pt>
                <c:pt idx="22">
                  <c:v>3588069.2266968065</c:v>
                </c:pt>
                <c:pt idx="23">
                  <c:v>2495420.5158297145</c:v>
                </c:pt>
                <c:pt idx="24">
                  <c:v>3371029.2807632457</c:v>
                </c:pt>
                <c:pt idx="25">
                  <c:v>2915686.7219771952</c:v>
                </c:pt>
                <c:pt idx="26">
                  <c:v>2849817.911479431</c:v>
                </c:pt>
                <c:pt idx="27">
                  <c:v>2972936.7748389193</c:v>
                </c:pt>
                <c:pt idx="28">
                  <c:v>4030709.883017477</c:v>
                </c:pt>
                <c:pt idx="29">
                  <c:v>3554982.7118109893</c:v>
                </c:pt>
                <c:pt idx="30">
                  <c:v>3211126.7931893948</c:v>
                </c:pt>
                <c:pt idx="31">
                  <c:v>3028160.485975153</c:v>
                </c:pt>
                <c:pt idx="32">
                  <c:v>2622615.04544859</c:v>
                </c:pt>
                <c:pt idx="33">
                  <c:v>2832033.012744694</c:v>
                </c:pt>
                <c:pt idx="34">
                  <c:v>2492937.937477434</c:v>
                </c:pt>
                <c:pt idx="35">
                  <c:v>3038373.05083249</c:v>
                </c:pt>
                <c:pt idx="36">
                  <c:v>3546555.8388804104</c:v>
                </c:pt>
                <c:pt idx="37">
                  <c:v>3159999.0878795325</c:v>
                </c:pt>
                <c:pt idx="38">
                  <c:v>3233282.8239259426</c:v>
                </c:pt>
                <c:pt idx="39">
                  <c:v>3604282.233743339</c:v>
                </c:pt>
                <c:pt idx="40">
                  <c:v>3974966.6040462246</c:v>
                </c:pt>
                <c:pt idx="41">
                  <c:v>3098765.5078304047</c:v>
                </c:pt>
                <c:pt idx="42">
                  <c:v>3174172.5126254964</c:v>
                </c:pt>
                <c:pt idx="43">
                  <c:v>2820409.5283856625</c:v>
                </c:pt>
                <c:pt idx="44">
                  <c:v>2492405.889848296</c:v>
                </c:pt>
                <c:pt idx="45">
                  <c:v>3084095.8619661303</c:v>
                </c:pt>
                <c:pt idx="46">
                  <c:v>2766683.9145257147</c:v>
                </c:pt>
                <c:pt idx="47">
                  <c:v>3027144.5036547165</c:v>
                </c:pt>
                <c:pt idx="48">
                  <c:v>3837225.282623483</c:v>
                </c:pt>
                <c:pt idx="49">
                  <c:v>3471162.986050562</c:v>
                </c:pt>
                <c:pt idx="50">
                  <c:v>3603664.888721298</c:v>
                </c:pt>
                <c:pt idx="51">
                  <c:v>4558799.531416501</c:v>
                </c:pt>
                <c:pt idx="52">
                  <c:v>3705122.6047509215</c:v>
                </c:pt>
                <c:pt idx="53">
                  <c:v>3351466.8414134793</c:v>
                </c:pt>
                <c:pt idx="54">
                  <c:v>3952640.936245406</c:v>
                </c:pt>
                <c:pt idx="55">
                  <c:v>2736529.754907422</c:v>
                </c:pt>
                <c:pt idx="56">
                  <c:v>3553491.862241808</c:v>
                </c:pt>
                <c:pt idx="57">
                  <c:v>2630289.2996801054</c:v>
                </c:pt>
                <c:pt idx="58">
                  <c:v>2785220.337540646</c:v>
                </c:pt>
                <c:pt idx="59">
                  <c:v>2720017.663265818</c:v>
                </c:pt>
                <c:pt idx="60">
                  <c:v>624890.0513801655</c:v>
                </c:pt>
                <c:pt idx="61">
                  <c:v>3199425.71546425</c:v>
                </c:pt>
                <c:pt idx="62">
                  <c:v>2896807.269715093</c:v>
                </c:pt>
                <c:pt idx="63">
                  <c:v>4759500.823547403</c:v>
                </c:pt>
                <c:pt idx="64">
                  <c:v>3511116.8163658585</c:v>
                </c:pt>
                <c:pt idx="65">
                  <c:v>3942225.462932666</c:v>
                </c:pt>
                <c:pt idx="66">
                  <c:v>3646075.539229581</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5711401.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569983561.0</c:v>
                </c:pt>
                <c:pt idx="1">
                  <c:v>579182348.0</c:v>
                </c:pt>
                <c:pt idx="2">
                  <c:v>802143052.0</c:v>
                </c:pt>
                <c:pt idx="3">
                  <c:v>641009939.0</c:v>
                </c:pt>
                <c:pt idx="4">
                  <c:v>607105962.0</c:v>
                </c:pt>
                <c:pt idx="5">
                  <c:v>651288280.0</c:v>
                </c:pt>
                <c:pt idx="6">
                  <c:v>495704356.0</c:v>
                </c:pt>
                <c:pt idx="7">
                  <c:v>501804176.0</c:v>
                </c:pt>
                <c:pt idx="8">
                  <c:v>344129672.0</c:v>
                </c:pt>
                <c:pt idx="9">
                  <c:v>389971241.0</c:v>
                </c:pt>
                <c:pt idx="10">
                  <c:v>473911904.0</c:v>
                </c:pt>
                <c:pt idx="11">
                  <c:v>378376239.0</c:v>
                </c:pt>
                <c:pt idx="12">
                  <c:v>596315842.0</c:v>
                </c:pt>
                <c:pt idx="13">
                  <c:v>557663446.0</c:v>
                </c:pt>
                <c:pt idx="14">
                  <c:v>909266487.0</c:v>
                </c:pt>
                <c:pt idx="15">
                  <c:v>657546026.0</c:v>
                </c:pt>
                <c:pt idx="16">
                  <c:v>928250679.0</c:v>
                </c:pt>
                <c:pt idx="17">
                  <c:v>633085111.0</c:v>
                </c:pt>
                <c:pt idx="18">
                  <c:v>471992831.0</c:v>
                </c:pt>
                <c:pt idx="19">
                  <c:v>572920688.0</c:v>
                </c:pt>
                <c:pt idx="20">
                  <c:v>376288575.0</c:v>
                </c:pt>
                <c:pt idx="21">
                  <c:v>368629696.0</c:v>
                </c:pt>
                <c:pt idx="22">
                  <c:v>607020941.0</c:v>
                </c:pt>
                <c:pt idx="23">
                  <c:v>458973479.0</c:v>
                </c:pt>
                <c:pt idx="24">
                  <c:v>722882366.0</c:v>
                </c:pt>
                <c:pt idx="25">
                  <c:v>697153286.0</c:v>
                </c:pt>
                <c:pt idx="26">
                  <c:v>728196000.0</c:v>
                </c:pt>
                <c:pt idx="27">
                  <c:v>672914403.0</c:v>
                </c:pt>
                <c:pt idx="28">
                  <c:v>951192939.0</c:v>
                </c:pt>
                <c:pt idx="29">
                  <c:v>767017510.0</c:v>
                </c:pt>
                <c:pt idx="30">
                  <c:v>622018126.0</c:v>
                </c:pt>
                <c:pt idx="31">
                  <c:v>516142238.0</c:v>
                </c:pt>
                <c:pt idx="32">
                  <c:v>434639248.0</c:v>
                </c:pt>
                <c:pt idx="33">
                  <c:v>433683920.0</c:v>
                </c:pt>
                <c:pt idx="34">
                  <c:v>453740711.0</c:v>
                </c:pt>
                <c:pt idx="35">
                  <c:v>567194675.0</c:v>
                </c:pt>
                <c:pt idx="36">
                  <c:v>855674694.0</c:v>
                </c:pt>
                <c:pt idx="37">
                  <c:v>738421876.0</c:v>
                </c:pt>
                <c:pt idx="38">
                  <c:v>802614609.0</c:v>
                </c:pt>
                <c:pt idx="39">
                  <c:v>807459522.0</c:v>
                </c:pt>
                <c:pt idx="40">
                  <c:v>899367783.0</c:v>
                </c:pt>
                <c:pt idx="41">
                  <c:v>658319636.0</c:v>
                </c:pt>
                <c:pt idx="42">
                  <c:v>609248860.0</c:v>
                </c:pt>
                <c:pt idx="43">
                  <c:v>503898350.0</c:v>
                </c:pt>
                <c:pt idx="44">
                  <c:v>399573874.0</c:v>
                </c:pt>
                <c:pt idx="45">
                  <c:v>509399601.0</c:v>
                </c:pt>
                <c:pt idx="46">
                  <c:v>495937332.0</c:v>
                </c:pt>
                <c:pt idx="47">
                  <c:v>615291872.0</c:v>
                </c:pt>
                <c:pt idx="48">
                  <c:v>744183207.0</c:v>
                </c:pt>
                <c:pt idx="49">
                  <c:v>784767263.0</c:v>
                </c:pt>
                <c:pt idx="50">
                  <c:v>865036499.0</c:v>
                </c:pt>
                <c:pt idx="51">
                  <c:v>1085555651.0</c:v>
                </c:pt>
                <c:pt idx="52">
                  <c:v>844100598.0</c:v>
                </c:pt>
                <c:pt idx="53">
                  <c:v>715634384.0</c:v>
                </c:pt>
                <c:pt idx="54">
                  <c:v>761499420.0</c:v>
                </c:pt>
                <c:pt idx="55">
                  <c:v>449602545.0</c:v>
                </c:pt>
                <c:pt idx="56">
                  <c:v>582091168.0</c:v>
                </c:pt>
                <c:pt idx="57">
                  <c:v>416515493.0</c:v>
                </c:pt>
                <c:pt idx="58">
                  <c:v>490696552.0</c:v>
                </c:pt>
                <c:pt idx="59">
                  <c:v>536259373.0</c:v>
                </c:pt>
                <c:pt idx="60">
                  <c:v>134938974.0</c:v>
                </c:pt>
                <c:pt idx="61">
                  <c:v>720596469.0</c:v>
                </c:pt>
                <c:pt idx="62">
                  <c:v>645194515.0</c:v>
                </c:pt>
                <c:pt idx="63">
                  <c:v>1103647233.0</c:v>
                </c:pt>
                <c:pt idx="64">
                  <c:v>900749469.0</c:v>
                </c:pt>
                <c:pt idx="65">
                  <c:v>871205981.0</c:v>
                </c:pt>
                <c:pt idx="66">
                  <c:v>751152674.0</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547025065.3845825</c:v>
                </c:pt>
                <c:pt idx="1">
                  <c:v>578018211.2517202</c:v>
                </c:pt>
                <c:pt idx="2">
                  <c:v>839552899.2794559</c:v>
                </c:pt>
                <c:pt idx="3">
                  <c:v>613247232.9068105</c:v>
                </c:pt>
                <c:pt idx="4">
                  <c:v>597992144.8982439</c:v>
                </c:pt>
                <c:pt idx="5">
                  <c:v>658600542.5033646</c:v>
                </c:pt>
                <c:pt idx="6">
                  <c:v>514382225.0754767</c:v>
                </c:pt>
                <c:pt idx="7">
                  <c:v>507333626.4660917</c:v>
                </c:pt>
                <c:pt idx="8">
                  <c:v>345060002.1616</c:v>
                </c:pt>
                <c:pt idx="9">
                  <c:v>393384005.8436271</c:v>
                </c:pt>
                <c:pt idx="10">
                  <c:v>480712026.3507042</c:v>
                </c:pt>
                <c:pt idx="11">
                  <c:v>405255541.46644837</c:v>
                </c:pt>
                <c:pt idx="12">
                  <c:v>574257438.6369573</c:v>
                </c:pt>
                <c:pt idx="13">
                  <c:v>586020962.4931935</c:v>
                </c:pt>
                <c:pt idx="14">
                  <c:v>863178168.3591925</c:v>
                </c:pt>
                <c:pt idx="15">
                  <c:v>645629883.5461993</c:v>
                </c:pt>
                <c:pt idx="16">
                  <c:v>899001011.8625835</c:v>
                </c:pt>
                <c:pt idx="17">
                  <c:v>654739425.9464252</c:v>
                </c:pt>
                <c:pt idx="18">
                  <c:v>488763308.7006677</c:v>
                </c:pt>
                <c:pt idx="19">
                  <c:v>576946797.4215255</c:v>
                </c:pt>
                <c:pt idx="20">
                  <c:v>387449078.31595063</c:v>
                </c:pt>
                <c:pt idx="21">
                  <c:v>371009553.1745652</c:v>
                </c:pt>
                <c:pt idx="22">
                  <c:v>604266519.659664</c:v>
                </c:pt>
                <c:pt idx="23">
                  <c:v>472103744.6219153</c:v>
                </c:pt>
                <c:pt idx="24">
                  <c:v>723138386.2682502</c:v>
                </c:pt>
                <c:pt idx="25">
                  <c:v>674285580.3684447</c:v>
                </c:pt>
                <c:pt idx="26">
                  <c:v>685842079.1786189</c:v>
                </c:pt>
                <c:pt idx="27">
                  <c:v>711061448.151407</c:v>
                </c:pt>
                <c:pt idx="28">
                  <c:v>914517294.6828568</c:v>
                </c:pt>
                <c:pt idx="29">
                  <c:v>747960890.2267418</c:v>
                </c:pt>
                <c:pt idx="30">
                  <c:v>630307462.4449248</c:v>
                </c:pt>
                <c:pt idx="31">
                  <c:v>539745107.7181122</c:v>
                </c:pt>
                <c:pt idx="32">
                  <c:v>432311409.89221525</c:v>
                </c:pt>
                <c:pt idx="33">
                  <c:v>446316199.9486201</c:v>
                </c:pt>
                <c:pt idx="34">
                  <c:v>428461294.5175533</c:v>
                </c:pt>
                <c:pt idx="35">
                  <c:v>575562254.1845891</c:v>
                </c:pt>
                <c:pt idx="36">
                  <c:v>755655134.8979787</c:v>
                </c:pt>
                <c:pt idx="37">
                  <c:v>733466249.5774635</c:v>
                </c:pt>
                <c:pt idx="38">
                  <c:v>765044183.6323869</c:v>
                </c:pt>
                <c:pt idx="39">
                  <c:v>867368431.7888807</c:v>
                </c:pt>
                <c:pt idx="40">
                  <c:v>899614127.2908449</c:v>
                </c:pt>
                <c:pt idx="41">
                  <c:v>679233478.5896535</c:v>
                </c:pt>
                <c:pt idx="42">
                  <c:v>622647397.3660039</c:v>
                </c:pt>
                <c:pt idx="43">
                  <c:v>500683625.1115693</c:v>
                </c:pt>
                <c:pt idx="44">
                  <c:v>414402614.9536065</c:v>
                </c:pt>
                <c:pt idx="45">
                  <c:v>504256811.06021583</c:v>
                </c:pt>
                <c:pt idx="46">
                  <c:v>489574005.33096796</c:v>
                </c:pt>
                <c:pt idx="47">
                  <c:v>586465897.3942175</c:v>
                </c:pt>
                <c:pt idx="48">
                  <c:v>809440019.2910638</c:v>
                </c:pt>
                <c:pt idx="49">
                  <c:v>806028364.1108799</c:v>
                </c:pt>
                <c:pt idx="50">
                  <c:v>841449899.9808319</c:v>
                </c:pt>
                <c:pt idx="51">
                  <c:v>1104339913.2925823</c:v>
                </c:pt>
                <c:pt idx="52">
                  <c:v>841593762.1225094</c:v>
                </c:pt>
                <c:pt idx="53">
                  <c:v>709041311.1628863</c:v>
                </c:pt>
                <c:pt idx="54">
                  <c:v>764806507.2846562</c:v>
                </c:pt>
                <c:pt idx="55">
                  <c:v>452048758.53023946</c:v>
                </c:pt>
                <c:pt idx="56">
                  <c:v>570998808.8801923</c:v>
                </c:pt>
                <c:pt idx="57">
                  <c:v>422990413.3060483</c:v>
                </c:pt>
                <c:pt idx="58">
                  <c:v>482511178.54261696</c:v>
                </c:pt>
                <c:pt idx="59">
                  <c:v>529161211.0577757</c:v>
                </c:pt>
                <c:pt idx="60">
                  <c:v>127240112.2620293</c:v>
                </c:pt>
                <c:pt idx="61">
                  <c:v>683283543.9192016</c:v>
                </c:pt>
                <c:pt idx="62">
                  <c:v>650034336.7685858</c:v>
                </c:pt>
                <c:pt idx="63">
                  <c:v>1106432870.8591638</c:v>
                </c:pt>
                <c:pt idx="64">
                  <c:v>845020607.2147752</c:v>
                </c:pt>
                <c:pt idx="65">
                  <c:v>894849130.2169514</c:v>
                </c:pt>
                <c:pt idx="66">
                  <c:v>757746102.6649153</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1327719445.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Brand_1_Master_A Form_A: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427107.9161863944</c:v>
                </c:pt>
                <c:pt idx="1">
                  <c:v>427107.9161863944</c:v>
                </c:pt>
                <c:pt idx="2">
                  <c:v>533884.895232993</c:v>
                </c:pt>
                <c:pt idx="3">
                  <c:v>427107.9161863944</c:v>
                </c:pt>
                <c:pt idx="4">
                  <c:v>427107.9161863944</c:v>
                </c:pt>
                <c:pt idx="5">
                  <c:v>533884.895232993</c:v>
                </c:pt>
                <c:pt idx="6">
                  <c:v>427107.9161863944</c:v>
                </c:pt>
                <c:pt idx="7">
                  <c:v>533884.895232993</c:v>
                </c:pt>
                <c:pt idx="8">
                  <c:v>427107.9161863944</c:v>
                </c:pt>
                <c:pt idx="9">
                  <c:v>427107.9161863944</c:v>
                </c:pt>
                <c:pt idx="10">
                  <c:v>533884.895232993</c:v>
                </c:pt>
                <c:pt idx="11">
                  <c:v>427107.9161863944</c:v>
                </c:pt>
                <c:pt idx="12">
                  <c:v>427107.9161863944</c:v>
                </c:pt>
                <c:pt idx="13">
                  <c:v>427107.9161863944</c:v>
                </c:pt>
                <c:pt idx="14">
                  <c:v>533884.895232993</c:v>
                </c:pt>
                <c:pt idx="15">
                  <c:v>427107.9161863944</c:v>
                </c:pt>
                <c:pt idx="16">
                  <c:v>533884.895232993</c:v>
                </c:pt>
                <c:pt idx="17">
                  <c:v>427107.9161863944</c:v>
                </c:pt>
                <c:pt idx="18">
                  <c:v>427107.9161863944</c:v>
                </c:pt>
                <c:pt idx="19">
                  <c:v>533884.895232993</c:v>
                </c:pt>
                <c:pt idx="20">
                  <c:v>427107.9161863944</c:v>
                </c:pt>
                <c:pt idx="21">
                  <c:v>427107.9161863944</c:v>
                </c:pt>
                <c:pt idx="22">
                  <c:v>533884.895232993</c:v>
                </c:pt>
                <c:pt idx="23">
                  <c:v>427107.9161863944</c:v>
                </c:pt>
                <c:pt idx="24">
                  <c:v>533884.895232993</c:v>
                </c:pt>
                <c:pt idx="25">
                  <c:v>427107.9161863944</c:v>
                </c:pt>
                <c:pt idx="26">
                  <c:v>427107.9161863944</c:v>
                </c:pt>
                <c:pt idx="27">
                  <c:v>427107.9161863944</c:v>
                </c:pt>
                <c:pt idx="28">
                  <c:v>533884.895232993</c:v>
                </c:pt>
                <c:pt idx="29">
                  <c:v>427107.9161863944</c:v>
                </c:pt>
                <c:pt idx="30">
                  <c:v>427107.9161863944</c:v>
                </c:pt>
                <c:pt idx="31">
                  <c:v>533884.895232993</c:v>
                </c:pt>
                <c:pt idx="32">
                  <c:v>427107.9161863944</c:v>
                </c:pt>
                <c:pt idx="33">
                  <c:v>533884.895232993</c:v>
                </c:pt>
                <c:pt idx="34">
                  <c:v>427107.9161863944</c:v>
                </c:pt>
                <c:pt idx="35">
                  <c:v>427107.9161863944</c:v>
                </c:pt>
                <c:pt idx="36">
                  <c:v>533884.895232993</c:v>
                </c:pt>
                <c:pt idx="37">
                  <c:v>427107.9161863944</c:v>
                </c:pt>
                <c:pt idx="38">
                  <c:v>427107.9161863944</c:v>
                </c:pt>
                <c:pt idx="39">
                  <c:v>427107.9161863944</c:v>
                </c:pt>
                <c:pt idx="40">
                  <c:v>533884.895232993</c:v>
                </c:pt>
                <c:pt idx="41">
                  <c:v>427107.9161863944</c:v>
                </c:pt>
                <c:pt idx="42">
                  <c:v>533884.895232993</c:v>
                </c:pt>
                <c:pt idx="43">
                  <c:v>427107.9161863944</c:v>
                </c:pt>
                <c:pt idx="44">
                  <c:v>427107.9161863944</c:v>
                </c:pt>
                <c:pt idx="45">
                  <c:v>533884.895232993</c:v>
                </c:pt>
                <c:pt idx="46">
                  <c:v>427107.9161863944</c:v>
                </c:pt>
                <c:pt idx="47">
                  <c:v>427107.9161863944</c:v>
                </c:pt>
                <c:pt idx="48">
                  <c:v>533884.895232993</c:v>
                </c:pt>
                <c:pt idx="49">
                  <c:v>427107.9161863944</c:v>
                </c:pt>
                <c:pt idx="50">
                  <c:v>427107.9161863944</c:v>
                </c:pt>
                <c:pt idx="51">
                  <c:v>533884.895232993</c:v>
                </c:pt>
                <c:pt idx="52">
                  <c:v>427107.9161863944</c:v>
                </c:pt>
                <c:pt idx="53">
                  <c:v>427107.9161863944</c:v>
                </c:pt>
                <c:pt idx="54">
                  <c:v>533884.895232993</c:v>
                </c:pt>
                <c:pt idx="55">
                  <c:v>427107.9161863944</c:v>
                </c:pt>
                <c:pt idx="56">
                  <c:v>533884.895232993</c:v>
                </c:pt>
                <c:pt idx="57">
                  <c:v>427107.9161863944</c:v>
                </c:pt>
                <c:pt idx="58">
                  <c:v>427107.9161863944</c:v>
                </c:pt>
                <c:pt idx="59">
                  <c:v>533884.895232993</c:v>
                </c:pt>
                <c:pt idx="60">
                  <c:v>427107.9161863944</c:v>
                </c:pt>
                <c:pt idx="61">
                  <c:v>427107.9161863944</c:v>
                </c:pt>
                <c:pt idx="62">
                  <c:v>533884.895232993</c:v>
                </c:pt>
                <c:pt idx="63">
                  <c:v>427107.9161863944</c:v>
                </c:pt>
                <c:pt idx="64">
                  <c:v>427107.9161863944</c:v>
                </c:pt>
                <c:pt idx="65">
                  <c:v>427107.9161863944</c:v>
                </c:pt>
              </c:numCache>
            </c:numRef>
          </c:val>
        </c:ser>
        <c:ser>
          <c:idx val="1"/>
          <c:order val="1"/>
          <c:tx>
            <c:strRef>
              <c:f>Sheet1!$C$1</c:f>
              <c:strCache>
                <c:ptCount val="1"/>
                <c:pt idx="0">
                  <c:v>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657.1690906392259</c:v>
                </c:pt>
                <c:pt idx="1">
                  <c:v>27130.715309296884</c:v>
                </c:pt>
                <c:pt idx="2">
                  <c:v>19760.576411123333</c:v>
                </c:pt>
                <c:pt idx="3">
                  <c:v>21885.90629955763</c:v>
                </c:pt>
                <c:pt idx="4">
                  <c:v>24904.881565428364</c:v>
                </c:pt>
                <c:pt idx="5">
                  <c:v>601.7386744662346</c:v>
                </c:pt>
                <c:pt idx="6">
                  <c:v>32307.197913072305</c:v>
                </c:pt>
                <c:pt idx="7">
                  <c:v>33316.84003840128</c:v>
                </c:pt>
                <c:pt idx="8">
                  <c:v>13607.684615763388</c:v>
                </c:pt>
                <c:pt idx="9">
                  <c:v>26912.75441784617</c:v>
                </c:pt>
                <c:pt idx="10">
                  <c:v>6813.420689594931</c:v>
                </c:pt>
                <c:pt idx="11">
                  <c:v>9722.727483072289</c:v>
                </c:pt>
                <c:pt idx="12">
                  <c:v>1203.6106989596929</c:v>
                </c:pt>
                <c:pt idx="13">
                  <c:v>484.6938825406156</c:v>
                </c:pt>
                <c:pt idx="14">
                  <c:v>28286.448970024987</c:v>
                </c:pt>
                <c:pt idx="15">
                  <c:v>10422.500034569612</c:v>
                </c:pt>
                <c:pt idx="16">
                  <c:v>44021.08611162368</c:v>
                </c:pt>
                <c:pt idx="17">
                  <c:v>16076.258452733811</c:v>
                </c:pt>
                <c:pt idx="18">
                  <c:v>31951.47203936345</c:v>
                </c:pt>
                <c:pt idx="19">
                  <c:v>16279.088423322364</c:v>
                </c:pt>
                <c:pt idx="20">
                  <c:v>288.5524378209143</c:v>
                </c:pt>
                <c:pt idx="21">
                  <c:v>20398.08911201274</c:v>
                </c:pt>
                <c:pt idx="22">
                  <c:v>30770.93422259028</c:v>
                </c:pt>
                <c:pt idx="23">
                  <c:v>21032.31142567858</c:v>
                </c:pt>
                <c:pt idx="24">
                  <c:v>45600.353007212056</c:v>
                </c:pt>
                <c:pt idx="25">
                  <c:v>34985.9617225416</c:v>
                </c:pt>
                <c:pt idx="26">
                  <c:v>31807.9152857594</c:v>
                </c:pt>
                <c:pt idx="27">
                  <c:v>2381.31565391099</c:v>
                </c:pt>
                <c:pt idx="28">
                  <c:v>29804.836554398014</c:v>
                </c:pt>
                <c:pt idx="29">
                  <c:v>29411.813782611738</c:v>
                </c:pt>
                <c:pt idx="30">
                  <c:v>48436.34880687455</c:v>
                </c:pt>
                <c:pt idx="31">
                  <c:v>2923.985121539639</c:v>
                </c:pt>
                <c:pt idx="32">
                  <c:v>17445.00480642706</c:v>
                </c:pt>
                <c:pt idx="33">
                  <c:v>50673.71497557835</c:v>
                </c:pt>
                <c:pt idx="34">
                  <c:v>22260.86634058948</c:v>
                </c:pt>
                <c:pt idx="35">
                  <c:v>43556.576039097556</c:v>
                </c:pt>
                <c:pt idx="36">
                  <c:v>7675.8625176117575</c:v>
                </c:pt>
                <c:pt idx="37">
                  <c:v>42810.24474862098</c:v>
                </c:pt>
                <c:pt idx="38">
                  <c:v>38330.46549116543</c:v>
                </c:pt>
                <c:pt idx="39">
                  <c:v>43519.5761950801</c:v>
                </c:pt>
                <c:pt idx="40">
                  <c:v>36690.222888648364</c:v>
                </c:pt>
                <c:pt idx="41">
                  <c:v>7433.730649590554</c:v>
                </c:pt>
                <c:pt idx="42">
                  <c:v>260.4573708923206</c:v>
                </c:pt>
                <c:pt idx="43">
                  <c:v>49499.45906799979</c:v>
                </c:pt>
                <c:pt idx="44">
                  <c:v>46674.997956453204</c:v>
                </c:pt>
                <c:pt idx="45">
                  <c:v>27205.174612021932</c:v>
                </c:pt>
                <c:pt idx="46">
                  <c:v>23248.813896853222</c:v>
                </c:pt>
                <c:pt idx="47">
                  <c:v>34002.47188263537</c:v>
                </c:pt>
                <c:pt idx="48">
                  <c:v>591.6683174898794</c:v>
                </c:pt>
                <c:pt idx="49">
                  <c:v>494.4513803649782</c:v>
                </c:pt>
                <c:pt idx="50">
                  <c:v>6251.8914161632965</c:v>
                </c:pt>
                <c:pt idx="51">
                  <c:v>38572.30022681117</c:v>
                </c:pt>
                <c:pt idx="52">
                  <c:v>31883.789479589293</c:v>
                </c:pt>
                <c:pt idx="53">
                  <c:v>37611.9927903938</c:v>
                </c:pt>
                <c:pt idx="54">
                  <c:v>60451.28828285473</c:v>
                </c:pt>
                <c:pt idx="55">
                  <c:v>23974.456514451034</c:v>
                </c:pt>
                <c:pt idx="56">
                  <c:v>1797.4772780392439</c:v>
                </c:pt>
                <c:pt idx="57">
                  <c:v>41531.18355697638</c:v>
                </c:pt>
                <c:pt idx="58">
                  <c:v>4226.266960098651</c:v>
                </c:pt>
                <c:pt idx="59">
                  <c:v>807.7500753404794</c:v>
                </c:pt>
                <c:pt idx="60">
                  <c:v>27928.277102869124</c:v>
                </c:pt>
                <c:pt idx="61">
                  <c:v>13293.15873260949</c:v>
                </c:pt>
                <c:pt idx="62">
                  <c:v>757.9884390178026</c:v>
                </c:pt>
                <c:pt idx="63">
                  <c:v>27084.182595397127</c:v>
                </c:pt>
                <c:pt idx="64">
                  <c:v>29412.690311607137</c:v>
                </c:pt>
                <c:pt idx="65">
                  <c:v>30676.75813301327</c:v>
                </c:pt>
              </c:numCache>
            </c:numRef>
          </c:val>
        </c:ser>
        <c:ser>
          <c:idx val="2"/>
          <c:order val="2"/>
          <c:tx>
            <c:strRef>
              <c:f>Sheet1!$D$1</c:f>
              <c:strCache>
                <c:ptCount val="1"/>
                <c:pt idx="0">
                  <c:v>Digital_Performance</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49984.35732696661</c:v>
                </c:pt>
                <c:pt idx="1">
                  <c:v>31763.669124734406</c:v>
                </c:pt>
                <c:pt idx="2">
                  <c:v>29301.676774538493</c:v>
                </c:pt>
                <c:pt idx="3">
                  <c:v>38876.149798890794</c:v>
                </c:pt>
                <c:pt idx="4">
                  <c:v>16266.693318374972</c:v>
                </c:pt>
                <c:pt idx="5">
                  <c:v>57968.40401925142</c:v>
                </c:pt>
                <c:pt idx="6">
                  <c:v>59222.73720747221</c:v>
                </c:pt>
                <c:pt idx="7">
                  <c:v>41641.95748602949</c:v>
                </c:pt>
                <c:pt idx="8">
                  <c:v>8569.266183953177</c:v>
                </c:pt>
                <c:pt idx="9">
                  <c:v>45535.92942940678</c:v>
                </c:pt>
                <c:pt idx="10">
                  <c:v>22893.880543086456</c:v>
                </c:pt>
                <c:pt idx="11">
                  <c:v>26545.9125404948</c:v>
                </c:pt>
                <c:pt idx="12">
                  <c:v>17680.602823622325</c:v>
                </c:pt>
                <c:pt idx="13">
                  <c:v>50408.80688720396</c:v>
                </c:pt>
                <c:pt idx="14">
                  <c:v>44226.142582453875</c:v>
                </c:pt>
                <c:pt idx="15">
                  <c:v>39563.365983473515</c:v>
                </c:pt>
                <c:pt idx="16">
                  <c:v>42649.795955107234</c:v>
                </c:pt>
                <c:pt idx="17">
                  <c:v>38375.43607698995</c:v>
                </c:pt>
                <c:pt idx="18">
                  <c:v>43682.10038522806</c:v>
                </c:pt>
                <c:pt idx="19">
                  <c:v>58678.21609387708</c:v>
                </c:pt>
                <c:pt idx="20">
                  <c:v>44200.32908420532</c:v>
                </c:pt>
                <c:pt idx="21">
                  <c:v>27332.39721999893</c:v>
                </c:pt>
                <c:pt idx="22">
                  <c:v>1912.6701206557711</c:v>
                </c:pt>
                <c:pt idx="23">
                  <c:v>57102.70953684808</c:v>
                </c:pt>
                <c:pt idx="24">
                  <c:v>2827.6834320121666</c:v>
                </c:pt>
                <c:pt idx="25">
                  <c:v>827.3929540319391</c:v>
                </c:pt>
                <c:pt idx="26">
                  <c:v>823.1788145392195</c:v>
                </c:pt>
                <c:pt idx="27">
                  <c:v>27632.98227831833</c:v>
                </c:pt>
                <c:pt idx="28">
                  <c:v>13088.39952723397</c:v>
                </c:pt>
                <c:pt idx="29">
                  <c:v>1365.5350529255772</c:v>
                </c:pt>
                <c:pt idx="30">
                  <c:v>40222.73643107705</c:v>
                </c:pt>
                <c:pt idx="31">
                  <c:v>52720.833636796306</c:v>
                </c:pt>
                <c:pt idx="32">
                  <c:v>2324.7793289550627</c:v>
                </c:pt>
                <c:pt idx="33">
                  <c:v>35010.56172696415</c:v>
                </c:pt>
                <c:pt idx="34">
                  <c:v>24973.80693887637</c:v>
                </c:pt>
                <c:pt idx="35">
                  <c:v>60026.126916730616</c:v>
                </c:pt>
                <c:pt idx="36">
                  <c:v>51782.58662250189</c:v>
                </c:pt>
                <c:pt idx="37">
                  <c:v>33716.98139117026</c:v>
                </c:pt>
                <c:pt idx="38">
                  <c:v>12761.047876673656</c:v>
                </c:pt>
                <c:pt idx="39">
                  <c:v>540.5831986094587</c:v>
                </c:pt>
                <c:pt idx="40">
                  <c:v>44947.05628697125</c:v>
                </c:pt>
                <c:pt idx="41">
                  <c:v>32323.342545593412</c:v>
                </c:pt>
                <c:pt idx="42">
                  <c:v>2427.3237966612337</c:v>
                </c:pt>
                <c:pt idx="43">
                  <c:v>58783.720066737515</c:v>
                </c:pt>
                <c:pt idx="44">
                  <c:v>27705.877334917757</c:v>
                </c:pt>
                <c:pt idx="45">
                  <c:v>12279.09082455513</c:v>
                </c:pt>
                <c:pt idx="46">
                  <c:v>17618.982337474303</c:v>
                </c:pt>
                <c:pt idx="47">
                  <c:v>14625.840985455525</c:v>
                </c:pt>
                <c:pt idx="48">
                  <c:v>37736.24750507182</c:v>
                </c:pt>
                <c:pt idx="49">
                  <c:v>24511.122721659223</c:v>
                </c:pt>
                <c:pt idx="50">
                  <c:v>21163.00708210459</c:v>
                </c:pt>
                <c:pt idx="51">
                  <c:v>66928.12443361044</c:v>
                </c:pt>
                <c:pt idx="52">
                  <c:v>34465.55054027766</c:v>
                </c:pt>
                <c:pt idx="53">
                  <c:v>60458.90609151211</c:v>
                </c:pt>
                <c:pt idx="54">
                  <c:v>45980.08452927206</c:v>
                </c:pt>
                <c:pt idx="55">
                  <c:v>10801.028838322909</c:v>
                </c:pt>
                <c:pt idx="56">
                  <c:v>34903.68161728936</c:v>
                </c:pt>
                <c:pt idx="57">
                  <c:v>6588.3639746915815</c:v>
                </c:pt>
                <c:pt idx="58">
                  <c:v>9338.177247051937</c:v>
                </c:pt>
                <c:pt idx="59">
                  <c:v>7770.026016466721</c:v>
                </c:pt>
                <c:pt idx="60">
                  <c:v>12679.180539401752</c:v>
                </c:pt>
                <c:pt idx="61">
                  <c:v>23104.230986499017</c:v>
                </c:pt>
                <c:pt idx="62">
                  <c:v>13553.914622902512</c:v>
                </c:pt>
                <c:pt idx="63">
                  <c:v>23437.508152136197</c:v>
                </c:pt>
                <c:pt idx="64">
                  <c:v>34149.3947539455</c:v>
                </c:pt>
                <c:pt idx="65">
                  <c:v>19652.413836934367</c:v>
                </c:pt>
              </c:numCache>
            </c:numRef>
          </c:val>
        </c:ser>
        <c:ser>
          <c:idx val="3"/>
          <c:order val="3"/>
          <c:tx>
            <c:strRef>
              <c:f>Sheet1!$E$1</c:f>
              <c:strCache>
                <c:ptCount val="1"/>
                <c:pt idx="0">
                  <c:v>Digital_Special projects</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486.6127250224406</c:v>
                </c:pt>
                <c:pt idx="1">
                  <c:v>6748.9395566244175</c:v>
                </c:pt>
                <c:pt idx="2">
                  <c:v>11282.414064746286</c:v>
                </c:pt>
                <c:pt idx="3">
                  <c:v>9118.17837158584</c:v>
                </c:pt>
                <c:pt idx="4">
                  <c:v>17105.647606094728</c:v>
                </c:pt>
                <c:pt idx="5">
                  <c:v>917.9671824736306</c:v>
                </c:pt>
                <c:pt idx="6">
                  <c:v>15354.216528128869</c:v>
                </c:pt>
                <c:pt idx="7">
                  <c:v>33196.8363792919</c:v>
                </c:pt>
                <c:pt idx="8">
                  <c:v>15750.105353529205</c:v>
                </c:pt>
                <c:pt idx="9">
                  <c:v>492.1610896497749</c:v>
                </c:pt>
                <c:pt idx="10">
                  <c:v>14115.864252815072</c:v>
                </c:pt>
                <c:pt idx="11">
                  <c:v>9396.446126590741</c:v>
                </c:pt>
                <c:pt idx="12">
                  <c:v>27151.590049781767</c:v>
                </c:pt>
                <c:pt idx="13">
                  <c:v>6699.5687093365195</c:v>
                </c:pt>
                <c:pt idx="14">
                  <c:v>29830.84383137379</c:v>
                </c:pt>
                <c:pt idx="15">
                  <c:v>20074.249668455144</c:v>
                </c:pt>
                <c:pt idx="16">
                  <c:v>21051.175459645212</c:v>
                </c:pt>
                <c:pt idx="17">
                  <c:v>432.53151257080253</c:v>
                </c:pt>
                <c:pt idx="18">
                  <c:v>791.9669356484313</c:v>
                </c:pt>
                <c:pt idx="19">
                  <c:v>34719.5922948743</c:v>
                </c:pt>
                <c:pt idx="20">
                  <c:v>5392.903568451674</c:v>
                </c:pt>
                <c:pt idx="21">
                  <c:v>28213.700992488008</c:v>
                </c:pt>
                <c:pt idx="22">
                  <c:v>24208.265868277085</c:v>
                </c:pt>
                <c:pt idx="23">
                  <c:v>530.7547966088275</c:v>
                </c:pt>
                <c:pt idx="24">
                  <c:v>39214.77191981607</c:v>
                </c:pt>
                <c:pt idx="25">
                  <c:v>3741.3842350137247</c:v>
                </c:pt>
                <c:pt idx="26">
                  <c:v>21498.860687195523</c:v>
                </c:pt>
                <c:pt idx="27">
                  <c:v>17072.651575508586</c:v>
                </c:pt>
                <c:pt idx="28">
                  <c:v>24358.374374435538</c:v>
                </c:pt>
                <c:pt idx="29">
                  <c:v>30618.27298884903</c:v>
                </c:pt>
                <c:pt idx="30">
                  <c:v>42307.071424150636</c:v>
                </c:pt>
                <c:pt idx="31">
                  <c:v>958.340628840217</c:v>
                </c:pt>
                <c:pt idx="32">
                  <c:v>14176.520582575908</c:v>
                </c:pt>
                <c:pt idx="33">
                  <c:v>5549.75262972447</c:v>
                </c:pt>
                <c:pt idx="34">
                  <c:v>63.47435001035984</c:v>
                </c:pt>
                <c:pt idx="35">
                  <c:v>1557.5776773920797</c:v>
                </c:pt>
                <c:pt idx="36">
                  <c:v>861.7082705448545</c:v>
                </c:pt>
                <c:pt idx="37">
                  <c:v>28404.265521925357</c:v>
                </c:pt>
                <c:pt idx="38">
                  <c:v>372.9972613434781</c:v>
                </c:pt>
                <c:pt idx="39">
                  <c:v>3115.617249987917</c:v>
                </c:pt>
                <c:pt idx="40">
                  <c:v>7988.131975681802</c:v>
                </c:pt>
                <c:pt idx="41">
                  <c:v>30699.622234853956</c:v>
                </c:pt>
                <c:pt idx="42">
                  <c:v>28366.746719466595</c:v>
                </c:pt>
                <c:pt idx="43">
                  <c:v>16991.353143060453</c:v>
                </c:pt>
                <c:pt idx="44">
                  <c:v>21077.78760031842</c:v>
                </c:pt>
                <c:pt idx="45">
                  <c:v>38074.77589001625</c:v>
                </c:pt>
                <c:pt idx="46">
                  <c:v>1756.9191291906839</c:v>
                </c:pt>
                <c:pt idx="47">
                  <c:v>34657.7282292326</c:v>
                </c:pt>
                <c:pt idx="48">
                  <c:v>255.33979282376075</c:v>
                </c:pt>
                <c:pt idx="49">
                  <c:v>27662.919806443817</c:v>
                </c:pt>
                <c:pt idx="50">
                  <c:v>30866.13781027546</c:v>
                </c:pt>
                <c:pt idx="51">
                  <c:v>21781.40675421796</c:v>
                </c:pt>
                <c:pt idx="52">
                  <c:v>26323.36554377306</c:v>
                </c:pt>
                <c:pt idx="53">
                  <c:v>642.1928983836102</c:v>
                </c:pt>
                <c:pt idx="54">
                  <c:v>14040.305513389016</c:v>
                </c:pt>
                <c:pt idx="55">
                  <c:v>24519.526592423637</c:v>
                </c:pt>
                <c:pt idx="56">
                  <c:v>17736.70942165153</c:v>
                </c:pt>
                <c:pt idx="57">
                  <c:v>1726.217678763342</c:v>
                </c:pt>
                <c:pt idx="58">
                  <c:v>10427.20834753189</c:v>
                </c:pt>
                <c:pt idx="59">
                  <c:v>32365.31308621133</c:v>
                </c:pt>
                <c:pt idx="60">
                  <c:v>636.0885050803735</c:v>
                </c:pt>
                <c:pt idx="61">
                  <c:v>556.6636387285521</c:v>
                </c:pt>
                <c:pt idx="62">
                  <c:v>15309.088269682494</c:v>
                </c:pt>
                <c:pt idx="63">
                  <c:v>14931.205300415777</c:v>
                </c:pt>
                <c:pt idx="64">
                  <c:v>28218.98506467662</c:v>
                </c:pt>
                <c:pt idx="65">
                  <c:v>56229.415778254865</c:v>
                </c:pt>
              </c:numCache>
            </c:numRef>
          </c:val>
        </c:ser>
        <c:ser>
          <c:idx val="4"/>
          <c:order val="4"/>
          <c:tx>
            <c:strRef>
              <c:f>Sheet1!$F$1</c:f>
              <c:strCache>
                <c:ptCount val="1"/>
                <c:pt idx="0">
                  <c:v>Digital_Video</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6105.119223529734</c:v>
                </c:pt>
                <c:pt idx="1">
                  <c:v>32824.223957770584</c:v>
                </c:pt>
                <c:pt idx="2">
                  <c:v>26074.928934078307</c:v>
                </c:pt>
                <c:pt idx="3">
                  <c:v>25567.65555144615</c:v>
                </c:pt>
                <c:pt idx="4">
                  <c:v>19766.376751723496</c:v>
                </c:pt>
                <c:pt idx="5">
                  <c:v>36570.51488641249</c:v>
                </c:pt>
                <c:pt idx="6">
                  <c:v>22560.085387699113</c:v>
                </c:pt>
                <c:pt idx="7">
                  <c:v>416.36371956671167</c:v>
                </c:pt>
                <c:pt idx="8">
                  <c:v>13042.263944339058</c:v>
                </c:pt>
                <c:pt idx="9">
                  <c:v>194.92253563516746</c:v>
                </c:pt>
                <c:pt idx="10">
                  <c:v>500.9082752104175</c:v>
                </c:pt>
                <c:pt idx="11">
                  <c:v>14117.204446866092</c:v>
                </c:pt>
                <c:pt idx="12">
                  <c:v>79.31220298538689</c:v>
                </c:pt>
                <c:pt idx="13">
                  <c:v>18256.772986381788</c:v>
                </c:pt>
                <c:pt idx="14">
                  <c:v>16745.704771417266</c:v>
                </c:pt>
                <c:pt idx="15">
                  <c:v>9756.920699704837</c:v>
                </c:pt>
                <c:pt idx="16">
                  <c:v>17782.55800295951</c:v>
                </c:pt>
                <c:pt idx="17">
                  <c:v>28002.415463513487</c:v>
                </c:pt>
                <c:pt idx="18">
                  <c:v>10762.464418763586</c:v>
                </c:pt>
                <c:pt idx="19">
                  <c:v>46603.87065096852</c:v>
                </c:pt>
                <c:pt idx="20">
                  <c:v>16621.070180531704</c:v>
                </c:pt>
                <c:pt idx="21">
                  <c:v>14015.545953936402</c:v>
                </c:pt>
                <c:pt idx="22">
                  <c:v>55311.43838291717</c:v>
                </c:pt>
                <c:pt idx="23">
                  <c:v>37799.30380191332</c:v>
                </c:pt>
                <c:pt idx="24">
                  <c:v>5313.546226175509</c:v>
                </c:pt>
                <c:pt idx="25">
                  <c:v>9335.139937431355</c:v>
                </c:pt>
                <c:pt idx="26">
                  <c:v>308.9453760936137</c:v>
                </c:pt>
                <c:pt idx="27">
                  <c:v>28.474319572299862</c:v>
                </c:pt>
                <c:pt idx="28">
                  <c:v>47117.05048671019</c:v>
                </c:pt>
                <c:pt idx="29">
                  <c:v>63002.36444880461</c:v>
                </c:pt>
                <c:pt idx="30">
                  <c:v>51313.75028694444</c:v>
                </c:pt>
                <c:pt idx="31">
                  <c:v>24754.594276483258</c:v>
                </c:pt>
                <c:pt idx="32">
                  <c:v>44749.129914200435</c:v>
                </c:pt>
                <c:pt idx="33">
                  <c:v>13270.448296537084</c:v>
                </c:pt>
                <c:pt idx="34">
                  <c:v>22006.59759090799</c:v>
                </c:pt>
                <c:pt idx="35">
                  <c:v>48469.5116084781</c:v>
                </c:pt>
                <c:pt idx="36">
                  <c:v>44614.76974685816</c:v>
                </c:pt>
                <c:pt idx="37">
                  <c:v>30744.19850299601</c:v>
                </c:pt>
                <c:pt idx="38">
                  <c:v>29980.543126900186</c:v>
                </c:pt>
                <c:pt idx="39">
                  <c:v>48751.572652733885</c:v>
                </c:pt>
                <c:pt idx="40">
                  <c:v>32462.014909716912</c:v>
                </c:pt>
                <c:pt idx="41">
                  <c:v>42659.95012901051</c:v>
                </c:pt>
                <c:pt idx="42">
                  <c:v>29127.26775643245</c:v>
                </c:pt>
                <c:pt idx="43">
                  <c:v>32818.1096254082</c:v>
                </c:pt>
                <c:pt idx="44">
                  <c:v>9386.117045097359</c:v>
                </c:pt>
                <c:pt idx="45">
                  <c:v>25714.80098207352</c:v>
                </c:pt>
                <c:pt idx="46">
                  <c:v>56210.86430588836</c:v>
                </c:pt>
                <c:pt idx="47">
                  <c:v>36534.043687526355</c:v>
                </c:pt>
                <c:pt idx="48">
                  <c:v>25156.131801567844</c:v>
                </c:pt>
                <c:pt idx="49">
                  <c:v>428.70798991869816</c:v>
                </c:pt>
                <c:pt idx="50">
                  <c:v>125.39047188043456</c:v>
                </c:pt>
                <c:pt idx="51">
                  <c:v>14421.30583944663</c:v>
                </c:pt>
                <c:pt idx="52">
                  <c:v>22779.517139519103</c:v>
                </c:pt>
                <c:pt idx="53">
                  <c:v>40105.62201350151</c:v>
                </c:pt>
                <c:pt idx="54">
                  <c:v>34625.669624465954</c:v>
                </c:pt>
                <c:pt idx="55">
                  <c:v>22440.520759498188</c:v>
                </c:pt>
                <c:pt idx="56">
                  <c:v>56681.471537070174</c:v>
                </c:pt>
                <c:pt idx="57">
                  <c:v>55241.950774634955</c:v>
                </c:pt>
                <c:pt idx="58">
                  <c:v>35725.01596658484</c:v>
                </c:pt>
                <c:pt idx="59">
                  <c:v>26244.352581695115</c:v>
                </c:pt>
                <c:pt idx="60">
                  <c:v>59781.16966472086</c:v>
                </c:pt>
                <c:pt idx="61">
                  <c:v>15462.276916344581</c:v>
                </c:pt>
                <c:pt idx="62">
                  <c:v>74628.35444518685</c:v>
                </c:pt>
                <c:pt idx="63">
                  <c:v>16553.96195332242</c:v>
                </c:pt>
                <c:pt idx="64">
                  <c:v>924.858516246298</c:v>
                </c:pt>
                <c:pt idx="65">
                  <c:v>34887.18558635868</c:v>
                </c:pt>
              </c:numCache>
            </c:numRef>
          </c:val>
        </c:ser>
        <c:ser>
          <c:idx val="5"/>
          <c:order val="5"/>
          <c:tx>
            <c:strRef>
              <c:f>Sheet1!$G$1</c:f>
              <c:strCache>
                <c:ptCount val="1"/>
                <c:pt idx="0">
                  <c:v>Distribution</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1468454.1609052909</c:v>
                </c:pt>
                <c:pt idx="1">
                  <c:v>1378693.2696831108</c:v>
                </c:pt>
                <c:pt idx="2">
                  <c:v>1771729.4094964864</c:v>
                </c:pt>
                <c:pt idx="3">
                  <c:v>1244527.4404263531</c:v>
                </c:pt>
                <c:pt idx="4">
                  <c:v>1295596.2219792863</c:v>
                </c:pt>
                <c:pt idx="5">
                  <c:v>1664961.5179405354</c:v>
                </c:pt>
                <c:pt idx="6">
                  <c:v>1621873.612452147</c:v>
                </c:pt>
                <c:pt idx="7">
                  <c:v>1836165.6201555552</c:v>
                </c:pt>
                <c:pt idx="8">
                  <c:v>1472196.266173819</c:v>
                </c:pt>
                <c:pt idx="9">
                  <c:v>1633306.7658086875</c:v>
                </c:pt>
                <c:pt idx="10">
                  <c:v>1822517.722774474</c:v>
                </c:pt>
                <c:pt idx="11">
                  <c:v>1320159.0751473168</c:v>
                </c:pt>
                <c:pt idx="12">
                  <c:v>1492226.7108512907</c:v>
                </c:pt>
                <c:pt idx="13">
                  <c:v>1367981.4124291865</c:v>
                </c:pt>
                <c:pt idx="14">
                  <c:v>1915857.2541430984</c:v>
                </c:pt>
                <c:pt idx="15">
                  <c:v>1410989.5253788976</c:v>
                </c:pt>
                <c:pt idx="16">
                  <c:v>1945303.2685995488</c:v>
                </c:pt>
                <c:pt idx="17">
                  <c:v>1698492.7861786762</c:v>
                </c:pt>
                <c:pt idx="18">
                  <c:v>1483765.0888444898</c:v>
                </c:pt>
                <c:pt idx="19">
                  <c:v>2158670.0998524274</c:v>
                </c:pt>
                <c:pt idx="20">
                  <c:v>1564189.5250509996</c:v>
                </c:pt>
                <c:pt idx="21">
                  <c:v>1549281.192824639</c:v>
                </c:pt>
                <c:pt idx="22">
                  <c:v>2379054.9754769085</c:v>
                </c:pt>
                <c:pt idx="23">
                  <c:v>1522828.0705306607</c:v>
                </c:pt>
                <c:pt idx="24">
                  <c:v>2006279.8705905112</c:v>
                </c:pt>
                <c:pt idx="25">
                  <c:v>1536655.9098336175</c:v>
                </c:pt>
                <c:pt idx="26">
                  <c:v>1487207.535112031</c:v>
                </c:pt>
                <c:pt idx="27">
                  <c:v>1580614.1151335037</c:v>
                </c:pt>
                <c:pt idx="28">
                  <c:v>2081559.6545250828</c:v>
                </c:pt>
                <c:pt idx="29">
                  <c:v>2097583.819652907</c:v>
                </c:pt>
                <c:pt idx="30">
                  <c:v>1939113.7831980768</c:v>
                </c:pt>
                <c:pt idx="31">
                  <c:v>1994437.004842292</c:v>
                </c:pt>
                <c:pt idx="32">
                  <c:v>1779111.0319718695</c:v>
                </c:pt>
                <c:pt idx="33">
                  <c:v>1937937.840831925</c:v>
                </c:pt>
                <c:pt idx="34">
                  <c:v>1649770.6693115733</c:v>
                </c:pt>
                <c:pt idx="35">
                  <c:v>1887988.3822012534</c:v>
                </c:pt>
                <c:pt idx="36">
                  <c:v>1937120.6510458917</c:v>
                </c:pt>
                <c:pt idx="37">
                  <c:v>1729584.124274796</c:v>
                </c:pt>
                <c:pt idx="38">
                  <c:v>1757881.2888684708</c:v>
                </c:pt>
                <c:pt idx="39">
                  <c:v>1925684.5090534445</c:v>
                </c:pt>
                <c:pt idx="40">
                  <c:v>2154354.71612266</c:v>
                </c:pt>
                <c:pt idx="41">
                  <c:v>1781459.642659847</c:v>
                </c:pt>
                <c:pt idx="42">
                  <c:v>1866142.2543786047</c:v>
                </c:pt>
                <c:pt idx="43">
                  <c:v>1755211.4853835278</c:v>
                </c:pt>
                <c:pt idx="44">
                  <c:v>1683806.871440169</c:v>
                </c:pt>
                <c:pt idx="45">
                  <c:v>2228217.478325388</c:v>
                </c:pt>
                <c:pt idx="46">
                  <c:v>1903796.9295449997</c:v>
                </c:pt>
                <c:pt idx="47">
                  <c:v>1868198.365249059</c:v>
                </c:pt>
                <c:pt idx="48">
                  <c:v>2146305.6961632925</c:v>
                </c:pt>
                <c:pt idx="49">
                  <c:v>1957421.5253328558</c:v>
                </c:pt>
                <c:pt idx="50">
                  <c:v>1924441.5436126604</c:v>
                </c:pt>
                <c:pt idx="51">
                  <c:v>2396181.170325489</c:v>
                </c:pt>
                <c:pt idx="52">
                  <c:v>1952744.4323671793</c:v>
                </c:pt>
                <c:pt idx="53">
                  <c:v>2087713.7865472776</c:v>
                </c:pt>
                <c:pt idx="54">
                  <c:v>2526402.594452416</c:v>
                </c:pt>
                <c:pt idx="55">
                  <c:v>1872447.2162616018</c:v>
                </c:pt>
                <c:pt idx="56">
                  <c:v>2529711.5817944175</c:v>
                </c:pt>
                <c:pt idx="57">
                  <c:v>1942569.0952125662</c:v>
                </c:pt>
                <c:pt idx="58">
                  <c:v>1941232.8902032343</c:v>
                </c:pt>
                <c:pt idx="59">
                  <c:v>2235147.8487869357</c:v>
                </c:pt>
                <c:pt idx="60">
                  <c:v>1900554.2098513574</c:v>
                </c:pt>
                <c:pt idx="61">
                  <c:v>1666484.5653257237</c:v>
                </c:pt>
                <c:pt idx="62">
                  <c:v>2640933.8668133756</c:v>
                </c:pt>
                <c:pt idx="63">
                  <c:v>1857505.8782054284</c:v>
                </c:pt>
                <c:pt idx="64">
                  <c:v>2107618.666436052</c:v>
                </c:pt>
                <c:pt idx="65">
                  <c:v>2036516.601674348</c:v>
                </c:pt>
              </c:numCache>
            </c:numRef>
          </c:val>
        </c:ser>
        <c:ser>
          <c:idx val="6"/>
          <c:order val="6"/>
          <c:tx>
            <c:strRef>
              <c:f>Sheet1!$H$1</c:f>
              <c:strCache>
                <c:ptCount val="1"/>
                <c:pt idx="0">
                  <c:v>E-com</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200726.2367601119</c:v>
                </c:pt>
                <c:pt idx="1">
                  <c:v>172804.8797604357</c:v>
                </c:pt>
                <c:pt idx="2">
                  <c:v>299325.8022576554</c:v>
                </c:pt>
                <c:pt idx="3">
                  <c:v>184013.08729567745</c:v>
                </c:pt>
                <c:pt idx="4">
                  <c:v>113112.45459419483</c:v>
                </c:pt>
                <c:pt idx="5">
                  <c:v>155706.78071629084</c:v>
                </c:pt>
                <c:pt idx="6">
                  <c:v>55716.201462634766</c:v>
                </c:pt>
                <c:pt idx="7">
                  <c:v>126328.28258969926</c:v>
                </c:pt>
                <c:pt idx="8">
                  <c:v>154405.25060496732</c:v>
                </c:pt>
                <c:pt idx="9">
                  <c:v>201769.3498265273</c:v>
                </c:pt>
                <c:pt idx="10">
                  <c:v>313581.7379734273</c:v>
                </c:pt>
                <c:pt idx="11">
                  <c:v>174432.06580906396</c:v>
                </c:pt>
                <c:pt idx="12">
                  <c:v>166424.0715561356</c:v>
                </c:pt>
                <c:pt idx="13">
                  <c:v>69531.51304865848</c:v>
                </c:pt>
                <c:pt idx="14">
                  <c:v>160560.00856180539</c:v>
                </c:pt>
                <c:pt idx="15">
                  <c:v>107856.64156077226</c:v>
                </c:pt>
                <c:pt idx="16">
                  <c:v>218538.2800429231</c:v>
                </c:pt>
                <c:pt idx="17">
                  <c:v>200754.6602771851</c:v>
                </c:pt>
                <c:pt idx="18">
                  <c:v>118707.27653591143</c:v>
                </c:pt>
                <c:pt idx="19">
                  <c:v>124088.09931535248</c:v>
                </c:pt>
                <c:pt idx="20">
                  <c:v>173774.67356196392</c:v>
                </c:pt>
                <c:pt idx="21">
                  <c:v>192950.855627862</c:v>
                </c:pt>
                <c:pt idx="22">
                  <c:v>337552.740258623</c:v>
                </c:pt>
                <c:pt idx="23">
                  <c:v>202323.72537534282</c:v>
                </c:pt>
                <c:pt idx="24">
                  <c:v>112052.89233715169</c:v>
                </c:pt>
                <c:pt idx="25">
                  <c:v>166578.8190044787</c:v>
                </c:pt>
                <c:pt idx="26">
                  <c:v>170865.58380421335</c:v>
                </c:pt>
                <c:pt idx="27">
                  <c:v>125907.30529221345</c:v>
                </c:pt>
                <c:pt idx="28">
                  <c:v>109379.78315125842</c:v>
                </c:pt>
                <c:pt idx="29">
                  <c:v>153396.90141898085</c:v>
                </c:pt>
                <c:pt idx="30">
                  <c:v>196820.29130606938</c:v>
                </c:pt>
                <c:pt idx="31">
                  <c:v>181018.28819623025</c:v>
                </c:pt>
                <c:pt idx="32">
                  <c:v>191938.67960310844</c:v>
                </c:pt>
                <c:pt idx="33">
                  <c:v>184507.62877309258</c:v>
                </c:pt>
                <c:pt idx="34">
                  <c:v>178541.34166975933</c:v>
                </c:pt>
                <c:pt idx="35">
                  <c:v>205130.921067382</c:v>
                </c:pt>
                <c:pt idx="36">
                  <c:v>242483.73998747836</c:v>
                </c:pt>
                <c:pt idx="37">
                  <c:v>138468.11352694297</c:v>
                </c:pt>
                <c:pt idx="38">
                  <c:v>166700.64331768462</c:v>
                </c:pt>
                <c:pt idx="39">
                  <c:v>152222.8085489524</c:v>
                </c:pt>
                <c:pt idx="40">
                  <c:v>106619.29144695529</c:v>
                </c:pt>
                <c:pt idx="41">
                  <c:v>220832.77116409436</c:v>
                </c:pt>
                <c:pt idx="42">
                  <c:v>232283.40958530782</c:v>
                </c:pt>
                <c:pt idx="43">
                  <c:v>234951.91719822667</c:v>
                </c:pt>
                <c:pt idx="44">
                  <c:v>143199.29173192155</c:v>
                </c:pt>
                <c:pt idx="45">
                  <c:v>130193.86191517173</c:v>
                </c:pt>
                <c:pt idx="46">
                  <c:v>105392.9851040434</c:v>
                </c:pt>
                <c:pt idx="47">
                  <c:v>284881.3734587108</c:v>
                </c:pt>
                <c:pt idx="48">
                  <c:v>399345.9441508001</c:v>
                </c:pt>
                <c:pt idx="49">
                  <c:v>227983.78177663768</c:v>
                </c:pt>
                <c:pt idx="50">
                  <c:v>232123.00824725966</c:v>
                </c:pt>
                <c:pt idx="51">
                  <c:v>271841.7387087577</c:v>
                </c:pt>
                <c:pt idx="52">
                  <c:v>203566.25783650178</c:v>
                </c:pt>
                <c:pt idx="53">
                  <c:v>84254.63889782681</c:v>
                </c:pt>
                <c:pt idx="54">
                  <c:v>154369.45207847247</c:v>
                </c:pt>
                <c:pt idx="55">
                  <c:v>133121.91402957775</c:v>
                </c:pt>
                <c:pt idx="56">
                  <c:v>232756.65079823713</c:v>
                </c:pt>
                <c:pt idx="57">
                  <c:v>106645.6507501628</c:v>
                </c:pt>
                <c:pt idx="58">
                  <c:v>160728.41449489043</c:v>
                </c:pt>
                <c:pt idx="59">
                  <c:v>151077.16809550964</c:v>
                </c:pt>
                <c:pt idx="60">
                  <c:v>138698.1125623346</c:v>
                </c:pt>
                <c:pt idx="61">
                  <c:v>80925.16147604334</c:v>
                </c:pt>
                <c:pt idx="62">
                  <c:v>205703.6705019911</c:v>
                </c:pt>
                <c:pt idx="63">
                  <c:v>213297.8771918556</c:v>
                </c:pt>
                <c:pt idx="64">
                  <c:v>251973.59489061203</c:v>
                </c:pt>
                <c:pt idx="65">
                  <c:v>245808.46067825344</c:v>
                </c:pt>
              </c:numCache>
            </c:numRef>
          </c:val>
        </c:ser>
        <c:ser>
          <c:idx val="7"/>
          <c:order val="7"/>
          <c:tx>
            <c:strRef>
              <c:f>Sheet1!$I$1</c:f>
              <c:strCache>
                <c:ptCount val="1"/>
                <c:pt idx="0">
                  <c:v>OOH</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68868.79621052062</c:v>
                </c:pt>
                <c:pt idx="1">
                  <c:v>17168.058452090736</c:v>
                </c:pt>
                <c:pt idx="2">
                  <c:v>21670.577062900273</c:v>
                </c:pt>
                <c:pt idx="3">
                  <c:v>8419.490152715402</c:v>
                </c:pt>
                <c:pt idx="4">
                  <c:v>17692.685105298693</c:v>
                </c:pt>
                <c:pt idx="5">
                  <c:v>2962.080271589171</c:v>
                </c:pt>
                <c:pt idx="6">
                  <c:v>4983.419696014881</c:v>
                </c:pt>
                <c:pt idx="7">
                  <c:v>36205.158134300524</c:v>
                </c:pt>
                <c:pt idx="8">
                  <c:v>43777.05502532637</c:v>
                </c:pt>
                <c:pt idx="9">
                  <c:v>46852.448865982864</c:v>
                </c:pt>
                <c:pt idx="10">
                  <c:v>9855.059754058204</c:v>
                </c:pt>
                <c:pt idx="11">
                  <c:v>1934.8276265624108</c:v>
                </c:pt>
                <c:pt idx="12">
                  <c:v>60423.26081229014</c:v>
                </c:pt>
                <c:pt idx="13">
                  <c:v>80235.60734594002</c:v>
                </c:pt>
                <c:pt idx="14">
                  <c:v>26329.36794205877</c:v>
                </c:pt>
                <c:pt idx="15">
                  <c:v>40663.48307329037</c:v>
                </c:pt>
                <c:pt idx="16">
                  <c:v>95432.04939554087</c:v>
                </c:pt>
                <c:pt idx="17">
                  <c:v>113501.89956161176</c:v>
                </c:pt>
                <c:pt idx="18">
                  <c:v>49324.180657806486</c:v>
                </c:pt>
                <c:pt idx="19">
                  <c:v>141779.0295926882</c:v>
                </c:pt>
                <c:pt idx="20">
                  <c:v>103470.81306959537</c:v>
                </c:pt>
                <c:pt idx="21">
                  <c:v>19449.794934042686</c:v>
                </c:pt>
                <c:pt idx="22">
                  <c:v>10072.225369953201</c:v>
                </c:pt>
                <c:pt idx="23">
                  <c:v>2568.729794837449</c:v>
                </c:pt>
                <c:pt idx="24">
                  <c:v>4187.627149582074</c:v>
                </c:pt>
                <c:pt idx="25">
                  <c:v>67679.72392837258</c:v>
                </c:pt>
                <c:pt idx="26">
                  <c:v>54416.11219526025</c:v>
                </c:pt>
                <c:pt idx="27">
                  <c:v>69815.91936499573</c:v>
                </c:pt>
                <c:pt idx="28">
                  <c:v>121349.79750314524</c:v>
                </c:pt>
                <c:pt idx="29">
                  <c:v>38244.04484939653</c:v>
                </c:pt>
                <c:pt idx="30">
                  <c:v>2518.185736892434</c:v>
                </c:pt>
                <c:pt idx="31">
                  <c:v>37928.698773959826</c:v>
                </c:pt>
                <c:pt idx="32">
                  <c:v>65988.40250252906</c:v>
                </c:pt>
                <c:pt idx="33">
                  <c:v>7241.3409079135945</c:v>
                </c:pt>
                <c:pt idx="34">
                  <c:v>3418.8055295339736</c:v>
                </c:pt>
                <c:pt idx="35">
                  <c:v>73865.2595237241</c:v>
                </c:pt>
                <c:pt idx="36">
                  <c:v>52343.39155411159</c:v>
                </c:pt>
                <c:pt idx="37">
                  <c:v>18203.7820769028</c:v>
                </c:pt>
                <c:pt idx="38">
                  <c:v>39695.29789692083</c:v>
                </c:pt>
                <c:pt idx="39">
                  <c:v>64705.75956436197</c:v>
                </c:pt>
                <c:pt idx="40">
                  <c:v>44675.893380348425</c:v>
                </c:pt>
                <c:pt idx="41">
                  <c:v>6123.516774148821</c:v>
                </c:pt>
                <c:pt idx="42">
                  <c:v>50177.80466658779</c:v>
                </c:pt>
                <c:pt idx="43">
                  <c:v>51563.51496738437</c:v>
                </c:pt>
                <c:pt idx="44">
                  <c:v>78608.256235082</c:v>
                </c:pt>
                <c:pt idx="45">
                  <c:v>25655.83914567585</c:v>
                </c:pt>
                <c:pt idx="46">
                  <c:v>69136.52666887765</c:v>
                </c:pt>
                <c:pt idx="47">
                  <c:v>7026.621802302085</c:v>
                </c:pt>
                <c:pt idx="48">
                  <c:v>6467.939362365496</c:v>
                </c:pt>
                <c:pt idx="49">
                  <c:v>28491.759442244565</c:v>
                </c:pt>
                <c:pt idx="50">
                  <c:v>125260.54037966472</c:v>
                </c:pt>
                <c:pt idx="51">
                  <c:v>65239.687902037316</c:v>
                </c:pt>
                <c:pt idx="52">
                  <c:v>31229.914574258666</c:v>
                </c:pt>
                <c:pt idx="53">
                  <c:v>10631.791199280991</c:v>
                </c:pt>
                <c:pt idx="54">
                  <c:v>107269.42188486444</c:v>
                </c:pt>
                <c:pt idx="55">
                  <c:v>53047.18307890062</c:v>
                </c:pt>
                <c:pt idx="56">
                  <c:v>83095.67411619259</c:v>
                </c:pt>
                <c:pt idx="57">
                  <c:v>16380.228113298528</c:v>
                </c:pt>
                <c:pt idx="58">
                  <c:v>3494.9486446512483</c:v>
                </c:pt>
                <c:pt idx="59">
                  <c:v>53857.26509261015</c:v>
                </c:pt>
                <c:pt idx="60">
                  <c:v>50077.44386394702</c:v>
                </c:pt>
                <c:pt idx="61">
                  <c:v>84177.35111271858</c:v>
                </c:pt>
                <c:pt idx="62">
                  <c:v>131279.8006842359</c:v>
                </c:pt>
                <c:pt idx="63">
                  <c:v>108610.70195411697</c:v>
                </c:pt>
                <c:pt idx="64">
                  <c:v>38261.760272139036</c:v>
                </c:pt>
                <c:pt idx="65">
                  <c:v>76699.51055023729</c:v>
                </c:pt>
              </c:numCache>
            </c:numRef>
          </c:val>
        </c:ser>
        <c:ser>
          <c:idx val="8"/>
          <c:order val="8"/>
          <c:tx>
            <c:strRef>
              <c:f>Sheet1!$J$1</c:f>
              <c:strCache>
                <c:ptCount val="1"/>
                <c:pt idx="0">
                  <c:v>POS</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250.73511593677475</c:v>
                </c:pt>
                <c:pt idx="1">
                  <c:v>58.578493716822585</c:v>
                </c:pt>
                <c:pt idx="2">
                  <c:v>317.5132304557195</c:v>
                </c:pt>
                <c:pt idx="3">
                  <c:v>254.11997596592838</c:v>
                </c:pt>
                <c:pt idx="4">
                  <c:v>597.7271549437118</c:v>
                </c:pt>
                <c:pt idx="5">
                  <c:v>320.21425831935477</c:v>
                </c:pt>
                <c:pt idx="6">
                  <c:v>106.61376981697778</c:v>
                </c:pt>
                <c:pt idx="7">
                  <c:v>931.6896372138807</c:v>
                </c:pt>
                <c:pt idx="8">
                  <c:v>240.26631289214347</c:v>
                </c:pt>
                <c:pt idx="9">
                  <c:v>675.8495268578679</c:v>
                </c:pt>
                <c:pt idx="10">
                  <c:v>314.79109292007706</c:v>
                </c:pt>
                <c:pt idx="11">
                  <c:v>581.6146425644341</c:v>
                </c:pt>
                <c:pt idx="12">
                  <c:v>127.83057171170624</c:v>
                </c:pt>
                <c:pt idx="13">
                  <c:v>1.109341830207014</c:v>
                </c:pt>
                <c:pt idx="14">
                  <c:v>652.0395970295577</c:v>
                </c:pt>
                <c:pt idx="15">
                  <c:v>603.1353291809021</c:v>
                </c:pt>
                <c:pt idx="16">
                  <c:v>466.0437613726848</c:v>
                </c:pt>
                <c:pt idx="17">
                  <c:v>8.948637219459911</c:v>
                </c:pt>
                <c:pt idx="18">
                  <c:v>209.77290743729276</c:v>
                </c:pt>
                <c:pt idx="19">
                  <c:v>33.1504014685094</c:v>
                </c:pt>
                <c:pt idx="20">
                  <c:v>830.147106301135</c:v>
                </c:pt>
                <c:pt idx="21">
                  <c:v>596.2176158601044</c:v>
                </c:pt>
                <c:pt idx="22">
                  <c:v>1232.912295162048</c:v>
                </c:pt>
                <c:pt idx="23">
                  <c:v>543.6698305989905</c:v>
                </c:pt>
                <c:pt idx="24">
                  <c:v>225.91805799538557</c:v>
                </c:pt>
                <c:pt idx="25">
                  <c:v>6.471166401123163</c:v>
                </c:pt>
                <c:pt idx="26">
                  <c:v>654.4003725674924</c:v>
                </c:pt>
                <c:pt idx="27">
                  <c:v>35.61534592014368</c:v>
                </c:pt>
                <c:pt idx="28">
                  <c:v>111.03726599933748</c:v>
                </c:pt>
                <c:pt idx="29">
                  <c:v>423.623515487737</c:v>
                </c:pt>
                <c:pt idx="30">
                  <c:v>4.840966672990165</c:v>
                </c:pt>
                <c:pt idx="31">
                  <c:v>1.717857181447951</c:v>
                </c:pt>
                <c:pt idx="32">
                  <c:v>312.86156671457553</c:v>
                </c:pt>
                <c:pt idx="33">
                  <c:v>274.0787382641387</c:v>
                </c:pt>
                <c:pt idx="34">
                  <c:v>460.0684014787762</c:v>
                </c:pt>
                <c:pt idx="35">
                  <c:v>538.9064870842623</c:v>
                </c:pt>
                <c:pt idx="36">
                  <c:v>55.62730919638296</c:v>
                </c:pt>
                <c:pt idx="37">
                  <c:v>135.63971604377662</c:v>
                </c:pt>
                <c:pt idx="38">
                  <c:v>342.9301170364601</c:v>
                </c:pt>
                <c:pt idx="39">
                  <c:v>33.11354851845176</c:v>
                </c:pt>
                <c:pt idx="40">
                  <c:v>339.0752518990528</c:v>
                </c:pt>
                <c:pt idx="41">
                  <c:v>345.70187225609317</c:v>
                </c:pt>
                <c:pt idx="42">
                  <c:v>256.8956602700707</c:v>
                </c:pt>
                <c:pt idx="43">
                  <c:v>66.75035336988529</c:v>
                </c:pt>
                <c:pt idx="44">
                  <c:v>476.97503940792257</c:v>
                </c:pt>
                <c:pt idx="45">
                  <c:v>374.5496768416246</c:v>
                </c:pt>
                <c:pt idx="46">
                  <c:v>17.160803833883797</c:v>
                </c:pt>
                <c:pt idx="47">
                  <c:v>771.4063878664879</c:v>
                </c:pt>
                <c:pt idx="48">
                  <c:v>296.74408139685386</c:v>
                </c:pt>
                <c:pt idx="49">
                  <c:v>313.8172113262909</c:v>
                </c:pt>
                <c:pt idx="50">
                  <c:v>787.3239453706359</c:v>
                </c:pt>
                <c:pt idx="51">
                  <c:v>513.9787026242527</c:v>
                </c:pt>
                <c:pt idx="52">
                  <c:v>713.564468694576</c:v>
                </c:pt>
                <c:pt idx="53">
                  <c:v>20.60607205940078</c:v>
                </c:pt>
                <c:pt idx="54">
                  <c:v>533.4353646377531</c:v>
                </c:pt>
                <c:pt idx="55">
                  <c:v>138.2045771403283</c:v>
                </c:pt>
                <c:pt idx="56">
                  <c:v>0.040382506814062386</c:v>
                </c:pt>
                <c:pt idx="57">
                  <c:v>4.30250921738115</c:v>
                </c:pt>
                <c:pt idx="58">
                  <c:v>671.3251585979458</c:v>
                </c:pt>
                <c:pt idx="59">
                  <c:v>667.9367200931695</c:v>
                </c:pt>
                <c:pt idx="60">
                  <c:v>653.3653117718916</c:v>
                </c:pt>
                <c:pt idx="61">
                  <c:v>302.83027086602715</c:v>
                </c:pt>
                <c:pt idx="62">
                  <c:v>636.8924082233484</c:v>
                </c:pt>
                <c:pt idx="63">
                  <c:v>802.8966059789952</c:v>
                </c:pt>
                <c:pt idx="64">
                  <c:v>428.7857797547774</c:v>
                </c:pt>
                <c:pt idx="65">
                  <c:v>140.95448766097795</c:v>
                </c:pt>
              </c:numCache>
            </c:numRef>
          </c:val>
        </c:ser>
        <c:ser>
          <c:idx val="9"/>
          <c:order val="9"/>
          <c:tx>
            <c:strRef>
              <c:f>Sheet1!$K$1</c:f>
              <c:strCache>
                <c:ptCount val="1"/>
                <c:pt idx="0">
                  <c:v>PR</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21145.504692949045</c:v>
                </c:pt>
                <c:pt idx="1">
                  <c:v>3082.48542457156</c:v>
                </c:pt>
                <c:pt idx="2">
                  <c:v>590.9465694050382</c:v>
                </c:pt>
                <c:pt idx="3">
                  <c:v>424.2269072436144</c:v>
                </c:pt>
                <c:pt idx="4">
                  <c:v>1647.3055037404176</c:v>
                </c:pt>
                <c:pt idx="5">
                  <c:v>15951.409083104272</c:v>
                </c:pt>
                <c:pt idx="6">
                  <c:v>25237.66011583481</c:v>
                </c:pt>
                <c:pt idx="7">
                  <c:v>22736.988385134206</c:v>
                </c:pt>
                <c:pt idx="8">
                  <c:v>1037.524061998709</c:v>
                </c:pt>
                <c:pt idx="9">
                  <c:v>1007.2602944205905</c:v>
                </c:pt>
                <c:pt idx="10">
                  <c:v>424.40413968779546</c:v>
                </c:pt>
                <c:pt idx="11">
                  <c:v>135.02852652078636</c:v>
                </c:pt>
                <c:pt idx="12">
                  <c:v>716.5320818646793</c:v>
                </c:pt>
                <c:pt idx="13">
                  <c:v>586.0603786557841</c:v>
                </c:pt>
                <c:pt idx="14">
                  <c:v>489.2927708834662</c:v>
                </c:pt>
                <c:pt idx="15">
                  <c:v>12720.275108265207</c:v>
                </c:pt>
                <c:pt idx="16">
                  <c:v>27470.867685022182</c:v>
                </c:pt>
                <c:pt idx="17">
                  <c:v>3606.7694601171306</c:v>
                </c:pt>
                <c:pt idx="18">
                  <c:v>245.17359862110987</c:v>
                </c:pt>
                <c:pt idx="19">
                  <c:v>814.3461095536701</c:v>
                </c:pt>
                <c:pt idx="20">
                  <c:v>25397.343941291787</c:v>
                </c:pt>
                <c:pt idx="21">
                  <c:v>3214.887669879217</c:v>
                </c:pt>
                <c:pt idx="22">
                  <c:v>11986.634935838103</c:v>
                </c:pt>
                <c:pt idx="23">
                  <c:v>15100.244112986515</c:v>
                </c:pt>
                <c:pt idx="24">
                  <c:v>26367.37786638004</c:v>
                </c:pt>
                <c:pt idx="25">
                  <c:v>27194.952332592868</c:v>
                </c:pt>
                <c:pt idx="26">
                  <c:v>2698.543301261768</c:v>
                </c:pt>
                <c:pt idx="27">
                  <c:v>553.0559619698082</c:v>
                </c:pt>
                <c:pt idx="28">
                  <c:v>27289.452376762165</c:v>
                </c:pt>
                <c:pt idx="29">
                  <c:v>36178.31260287285</c:v>
                </c:pt>
                <c:pt idx="30">
                  <c:v>22282.4348470398</c:v>
                </c:pt>
                <c:pt idx="31">
                  <c:v>8594.014913996742</c:v>
                </c:pt>
                <c:pt idx="32">
                  <c:v>6842.177831551161</c:v>
                </c:pt>
                <c:pt idx="33">
                  <c:v>16898.963092475962</c:v>
                </c:pt>
                <c:pt idx="34">
                  <c:v>23715.745270997573</c:v>
                </c:pt>
                <c:pt idx="35">
                  <c:v>20720.45380062394</c:v>
                </c:pt>
                <c:pt idx="36">
                  <c:v>10394.332879320114</c:v>
                </c:pt>
                <c:pt idx="37">
                  <c:v>19916.013661006986</c:v>
                </c:pt>
                <c:pt idx="38">
                  <c:v>14537.283604089102</c:v>
                </c:pt>
                <c:pt idx="39">
                  <c:v>10031.273326387094</c:v>
                </c:pt>
                <c:pt idx="40">
                  <c:v>15928.528031662854</c:v>
                </c:pt>
                <c:pt idx="41">
                  <c:v>1026.4520033487067</c:v>
                </c:pt>
                <c:pt idx="42">
                  <c:v>431.6925926702537</c:v>
                </c:pt>
                <c:pt idx="43">
                  <c:v>803.0840801311731</c:v>
                </c:pt>
                <c:pt idx="44">
                  <c:v>10369.97939095036</c:v>
                </c:pt>
                <c:pt idx="45">
                  <c:v>1269.4165903151113</c:v>
                </c:pt>
                <c:pt idx="46">
                  <c:v>11019.816984983594</c:v>
                </c:pt>
                <c:pt idx="47">
                  <c:v>2949.225518618493</c:v>
                </c:pt>
                <c:pt idx="48">
                  <c:v>253.67755242604167</c:v>
                </c:pt>
                <c:pt idx="49">
                  <c:v>26237.445615957724</c:v>
                </c:pt>
                <c:pt idx="50">
                  <c:v>1581.1150309194422</c:v>
                </c:pt>
                <c:pt idx="51">
                  <c:v>36290.46830845688</c:v>
                </c:pt>
                <c:pt idx="52">
                  <c:v>30325.25440059597</c:v>
                </c:pt>
                <c:pt idx="53">
                  <c:v>1401.646968695416</c:v>
                </c:pt>
                <c:pt idx="54">
                  <c:v>146.7403271809643</c:v>
                </c:pt>
                <c:pt idx="55">
                  <c:v>0.3645816191023627</c:v>
                </c:pt>
                <c:pt idx="56">
                  <c:v>8063.763513740188</c:v>
                </c:pt>
                <c:pt idx="57">
                  <c:v>12197.815154303407</c:v>
                </c:pt>
                <c:pt idx="58">
                  <c:v>20774.53102716628</c:v>
                </c:pt>
                <c:pt idx="59">
                  <c:v>1178.391324882539</c:v>
                </c:pt>
                <c:pt idx="60">
                  <c:v>703.1562771072321</c:v>
                </c:pt>
                <c:pt idx="61">
                  <c:v>796.9503368834805</c:v>
                </c:pt>
                <c:pt idx="62">
                  <c:v>33294.08773534866</c:v>
                </c:pt>
                <c:pt idx="63">
                  <c:v>1994.7877489451516</c:v>
                </c:pt>
                <c:pt idx="64">
                  <c:v>1160.0550844767854</c:v>
                </c:pt>
                <c:pt idx="65">
                  <c:v>162.38445955946355</c:v>
                </c:pt>
              </c:numCache>
            </c:numRef>
          </c:val>
        </c:ser>
        <c:ser>
          <c:idx val="10"/>
          <c:order val="10"/>
          <c:tx>
            <c:strRef>
              <c:f>Sheet1!$L$1</c:f>
              <c:strCache>
                <c:ptCount val="1"/>
                <c:pt idx="0">
                  <c:v>Price volatility</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-43065.638163080475</c:v>
                </c:pt>
                <c:pt idx="1">
                  <c:v>-44676.337411480294</c:v>
                </c:pt>
                <c:pt idx="2">
                  <c:v>-57664.38689998201</c:v>
                </c:pt>
                <c:pt idx="3">
                  <c:v>-18956.108823182283</c:v>
                </c:pt>
                <c:pt idx="4">
                  <c:v>-2469.0103381877834</c:v>
                </c:pt>
                <c:pt idx="5">
                  <c:v>23864.69629693435</c:v>
                </c:pt>
                <c:pt idx="6">
                  <c:v>41354.523676294746</c:v>
                </c:pt>
                <c:pt idx="7">
                  <c:v>47069.99600187963</c:v>
                </c:pt>
                <c:pt idx="8">
                  <c:v>44729.88897339399</c:v>
                </c:pt>
                <c:pt idx="9">
                  <c:v>23245.618016402866</c:v>
                </c:pt>
                <c:pt idx="10">
                  <c:v>-3601.333814115521</c:v>
                </c:pt>
                <c:pt idx="11">
                  <c:v>-26526.127333825578</c:v>
                </c:pt>
                <c:pt idx="12">
                  <c:v>-49248.64978177137</c:v>
                </c:pt>
                <c:pt idx="13">
                  <c:v>-54007.42277931819</c:v>
                </c:pt>
                <c:pt idx="14">
                  <c:v>-55769.331267335074</c:v>
                </c:pt>
                <c:pt idx="15">
                  <c:v>-14525.932255061296</c:v>
                </c:pt>
                <c:pt idx="16">
                  <c:v>2959.200149709839</c:v>
                </c:pt>
                <c:pt idx="17">
                  <c:v>34411.74013890545</c:v>
                </c:pt>
                <c:pt idx="18">
                  <c:v>29501.46660636789</c:v>
                </c:pt>
                <c:pt idx="19">
                  <c:v>70443.41486958771</c:v>
                </c:pt>
                <c:pt idx="20">
                  <c:v>48625.959367823714</c:v>
                </c:pt>
                <c:pt idx="21">
                  <c:v>22832.5216428816</c:v>
                </c:pt>
                <c:pt idx="22">
                  <c:v>-5424.973687386709</c:v>
                </c:pt>
                <c:pt idx="23">
                  <c:v>-35869.984278737036</c:v>
                </c:pt>
                <c:pt idx="24">
                  <c:v>-69805.05380251036</c:v>
                </c:pt>
                <c:pt idx="25">
                  <c:v>-53994.98200328004</c:v>
                </c:pt>
                <c:pt idx="26">
                  <c:v>-40727.21409474895</c:v>
                </c:pt>
                <c:pt idx="27">
                  <c:v>-18929.038247501</c:v>
                </c:pt>
                <c:pt idx="28">
                  <c:v>10646.61954913142</c:v>
                </c:pt>
                <c:pt idx="29">
                  <c:v>32889.46480270953</c:v>
                </c:pt>
                <c:pt idx="30">
                  <c:v>42299.60123634444</c:v>
                </c:pt>
                <c:pt idx="31">
                  <c:v>51293.23567558882</c:v>
                </c:pt>
                <c:pt idx="32">
                  <c:v>45435.83542519319</c:v>
                </c:pt>
                <c:pt idx="33">
                  <c:v>37653.26971783845</c:v>
                </c:pt>
                <c:pt idx="34">
                  <c:v>-5028.017259548479</c:v>
                </c:pt>
                <c:pt idx="35">
                  <c:v>-40476.882304965904</c:v>
                </c:pt>
                <c:pt idx="36">
                  <c:v>-69684.04202459879</c:v>
                </c:pt>
                <c:pt idx="37">
                  <c:v>-61047.490335418595</c:v>
                </c:pt>
                <c:pt idx="38">
                  <c:v>-42400.56438206294</c:v>
                </c:pt>
                <c:pt idx="39">
                  <c:v>-27052.404162248502</c:v>
                </c:pt>
                <c:pt idx="40">
                  <c:v>9267.433138147386</c:v>
                </c:pt>
                <c:pt idx="41">
                  <c:v>17039.13668311048</c:v>
                </c:pt>
                <c:pt idx="42">
                  <c:v>41925.273246992016</c:v>
                </c:pt>
                <c:pt idx="43">
                  <c:v>49880.41610420845</c:v>
                </c:pt>
                <c:pt idx="44">
                  <c:v>44958.73189759127</c:v>
                </c:pt>
                <c:pt idx="45">
                  <c:v>34482.88819713688</c:v>
                </c:pt>
                <c:pt idx="46">
                  <c:v>-9734.577234756474</c:v>
                </c:pt>
                <c:pt idx="47">
                  <c:v>-41309.70520806449</c:v>
                </c:pt>
                <c:pt idx="48">
                  <c:v>-65903.46896894425</c:v>
                </c:pt>
                <c:pt idx="49">
                  <c:v>-63160.37087012252</c:v>
                </c:pt>
                <c:pt idx="50">
                  <c:v>-38980.67457043684</c:v>
                </c:pt>
                <c:pt idx="51">
                  <c:v>-36695.12892544894</c:v>
                </c:pt>
                <c:pt idx="52">
                  <c:v>8561.303672405651</c:v>
                </c:pt>
                <c:pt idx="53">
                  <c:v>29774.236967227553</c:v>
                </c:pt>
                <c:pt idx="54">
                  <c:v>56030.95017990241</c:v>
                </c:pt>
                <c:pt idx="55">
                  <c:v>62955.36530603399</c:v>
                </c:pt>
                <c:pt idx="56">
                  <c:v>61306.567315649074</c:v>
                </c:pt>
                <c:pt idx="57">
                  <c:v>22362.85409887564</c:v>
                </c:pt>
                <c:pt idx="58">
                  <c:v>-14089.901624855396</c:v>
                </c:pt>
                <c:pt idx="59">
                  <c:v>-55677.09675993478</c:v>
                </c:pt>
                <c:pt idx="60">
                  <c:v>-59305.25353168137</c:v>
                </c:pt>
                <c:pt idx="61">
                  <c:v>-45975.563458937206</c:v>
                </c:pt>
                <c:pt idx="62">
                  <c:v>-49276.93244261124</c:v>
                </c:pt>
                <c:pt idx="63">
                  <c:v>-27132.718273597027</c:v>
                </c:pt>
                <c:pt idx="64">
                  <c:v>4806.468262717249</c:v>
                </c:pt>
                <c:pt idx="65">
                  <c:v>35315.81553541302</c:v>
                </c:pt>
              </c:numCache>
            </c:numRef>
          </c:val>
        </c:ser>
        <c:ser>
          <c:idx val="11"/>
          <c:order val="11"/>
          <c:tx>
            <c:strRef>
              <c:f>Sheet1!$M$1</c:f>
              <c:strCache>
                <c:ptCount val="1"/>
                <c:pt idx="0">
                  <c:v>Relative price</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-34891.83467140357</c:v>
                </c:pt>
                <c:pt idx="1">
                  <c:v>-33924.790755175076</c:v>
                </c:pt>
                <c:pt idx="2">
                  <c:v>-45436.33968905881</c:v>
                </c:pt>
                <c:pt idx="3">
                  <c:v>-33218.06022765982</c:v>
                </c:pt>
                <c:pt idx="4">
                  <c:v>-32819.193464932214</c:v>
                </c:pt>
                <c:pt idx="5">
                  <c:v>-39286.52822646774</c:v>
                </c:pt>
                <c:pt idx="6">
                  <c:v>-34443.03025659304</c:v>
                </c:pt>
                <c:pt idx="7">
                  <c:v>-36731.41612766641</c:v>
                </c:pt>
                <c:pt idx="8">
                  <c:v>-28402.589165516605</c:v>
                </c:pt>
                <c:pt idx="9">
                  <c:v>-31588.98450478918</c:v>
                </c:pt>
                <c:pt idx="10">
                  <c:v>-37082.42987855082</c:v>
                </c:pt>
                <c:pt idx="11">
                  <c:v>-28621.2867432397</c:v>
                </c:pt>
                <c:pt idx="12">
                  <c:v>-36655.657331191505</c:v>
                </c:pt>
                <c:pt idx="13">
                  <c:v>-33375.98962937956</c:v>
                </c:pt>
                <c:pt idx="14">
                  <c:v>-46510.8965866161</c:v>
                </c:pt>
                <c:pt idx="15">
                  <c:v>-35123.38853391589</c:v>
                </c:pt>
                <c:pt idx="16">
                  <c:v>-49383.033825543505</c:v>
                </c:pt>
                <c:pt idx="17">
                  <c:v>-40427.5486323344</c:v>
                </c:pt>
                <c:pt idx="18">
                  <c:v>-31738.67693537073</c:v>
                </c:pt>
                <c:pt idx="19">
                  <c:v>-43742.957480683355</c:v>
                </c:pt>
                <c:pt idx="20">
                  <c:v>-31852.31887071734</c:v>
                </c:pt>
                <c:pt idx="21">
                  <c:v>-30144.04457669917</c:v>
                </c:pt>
                <c:pt idx="22">
                  <c:v>-47089.556571264955</c:v>
                </c:pt>
                <c:pt idx="23">
                  <c:v>-32917.826068743176</c:v>
                </c:pt>
                <c:pt idx="24">
                  <c:v>-44431.286066429995</c:v>
                </c:pt>
                <c:pt idx="25">
                  <c:v>-38044.221467616735</c:v>
                </c:pt>
                <c:pt idx="26">
                  <c:v>-36786.4345404384</c:v>
                </c:pt>
                <c:pt idx="27">
                  <c:v>-37910.54745730925</c:v>
                </c:pt>
                <c:pt idx="28">
                  <c:v>-51157.86885709556</c:v>
                </c:pt>
                <c:pt idx="29">
                  <c:v>-45176.86517133813</c:v>
                </c:pt>
                <c:pt idx="30">
                  <c:v>-40831.074575624676</c:v>
                </c:pt>
                <c:pt idx="31">
                  <c:v>-38739.92090080274</c:v>
                </c:pt>
                <c:pt idx="32">
                  <c:v>-33790.93552358051</c:v>
                </c:pt>
                <c:pt idx="33">
                  <c:v>-36907.88297774078</c:v>
                </c:pt>
                <c:pt idx="34">
                  <c:v>-32701.101850744486</c:v>
                </c:pt>
                <c:pt idx="35">
                  <c:v>-40115.302751590185</c:v>
                </c:pt>
                <c:pt idx="36">
                  <c:v>-46813.88077353934</c:v>
                </c:pt>
                <c:pt idx="37">
                  <c:v>-41202.38064708106</c:v>
                </c:pt>
                <c:pt idx="38">
                  <c:v>-41583.41316625406</c:v>
                </c:pt>
                <c:pt idx="39">
                  <c:v>-45722.99332501597</c:v>
                </c:pt>
                <c:pt idx="40">
                  <c:v>-50149.13025057661</c:v>
                </c:pt>
                <c:pt idx="41">
                  <c:v>-39148.5338327342</c:v>
                </c:pt>
                <c:pt idx="42">
                  <c:v>-40352.95040907661</c:v>
                </c:pt>
                <c:pt idx="43">
                  <c:v>-36088.648512922024</c:v>
                </c:pt>
                <c:pt idx="44">
                  <c:v>-32035.753894953104</c:v>
                </c:pt>
                <c:pt idx="45">
                  <c:v>-40080.67347568176</c:v>
                </c:pt>
                <c:pt idx="46">
                  <c:v>-36160.43114462447</c:v>
                </c:pt>
                <c:pt idx="47">
                  <c:v>-39728.30017686019</c:v>
                </c:pt>
                <c:pt idx="48">
                  <c:v>-50264.302150669704</c:v>
                </c:pt>
                <c:pt idx="49">
                  <c:v>-44981.85149764152</c:v>
                </c:pt>
                <c:pt idx="50">
                  <c:v>-46226.15279693275</c:v>
                </c:pt>
                <c:pt idx="51">
                  <c:v>-58120.13337962998</c:v>
                </c:pt>
                <c:pt idx="52">
                  <c:v>-46990.3681768244</c:v>
                </c:pt>
                <c:pt idx="53">
                  <c:v>-42586.45500567716</c:v>
                </c:pt>
                <c:pt idx="54">
                  <c:v>-50608.17552169335</c:v>
                </c:pt>
                <c:pt idx="55">
                  <c:v>-35403.48755883558</c:v>
                </c:pt>
                <c:pt idx="56">
                  <c:v>-46307.84997686644</c:v>
                </c:pt>
                <c:pt idx="57">
                  <c:v>-34400.81549712285</c:v>
                </c:pt>
                <c:pt idx="58">
                  <c:v>-36593.43474127201</c:v>
                </c:pt>
                <c:pt idx="59">
                  <c:v>-44126.61533350421</c:v>
                </c:pt>
                <c:pt idx="60">
                  <c:v>-42028.672601703794</c:v>
                </c:pt>
                <c:pt idx="61">
                  <c:v>-37789.98135369422</c:v>
                </c:pt>
                <c:pt idx="62">
                  <c:v>-61208.481554463455</c:v>
                </c:pt>
                <c:pt idx="63">
                  <c:v>-44868.46479626994</c:v>
                </c:pt>
                <c:pt idx="64">
                  <c:v>-50017.91380848725</c:v>
                </c:pt>
                <c:pt idx="65">
                  <c:v>-46248.87699168704</c:v>
                </c:pt>
              </c:numCache>
            </c:numRef>
          </c:val>
        </c:ser>
        <c:ser>
          <c:idx val="12"/>
          <c:order val="12"/>
          <c:tx>
            <c:strRef>
              <c:f>Sheet1!$N$1</c:f>
              <c:strCache>
                <c:ptCount val="1"/>
                <c:pt idx="0">
                  <c:v>Seasonality</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497886.1336004457</c:v>
                </c:pt>
                <c:pt idx="1">
                  <c:v>573403.2472158389</c:v>
                </c:pt>
                <c:pt idx="2">
                  <c:v>879444.5429357225</c:v>
                </c:pt>
                <c:pt idx="3">
                  <c:v>657645.1210679538</c:v>
                </c:pt>
                <c:pt idx="4">
                  <c:v>670716.4206943075</c:v>
                </c:pt>
                <c:pt idx="5">
                  <c:v>574340.1827657472</c:v>
                </c:pt>
                <c:pt idx="6">
                  <c:v>335247.5355270191</c:v>
                </c:pt>
                <c:pt idx="7">
                  <c:v>148658.97831584868</c:v>
                </c:pt>
                <c:pt idx="8">
                  <c:v>20066.284561247096</c:v>
                </c:pt>
                <c:pt idx="9">
                  <c:v>10920.156848776372</c:v>
                </c:pt>
                <c:pt idx="10">
                  <c:v>121510.44057911284</c:v>
                </c:pt>
                <c:pt idx="11">
                  <c:v>234248.56729940925</c:v>
                </c:pt>
                <c:pt idx="12">
                  <c:v>618905.1982831086</c:v>
                </c:pt>
                <c:pt idx="13">
                  <c:v>560253.0894408105</c:v>
                </c:pt>
                <c:pt idx="14">
                  <c:v>903311.723344264</c:v>
                </c:pt>
                <c:pt idx="15">
                  <c:v>698157.0690869037</c:v>
                </c:pt>
                <c:pt idx="16">
                  <c:v>948014.2836442832</c:v>
                </c:pt>
                <c:pt idx="17">
                  <c:v>570361.1854606626</c:v>
                </c:pt>
                <c:pt idx="18">
                  <c:v>300207.3976643975</c:v>
                </c:pt>
                <c:pt idx="19">
                  <c:v>185988.0021320415</c:v>
                </c:pt>
                <c:pt idx="20">
                  <c:v>25893.680623071086</c:v>
                </c:pt>
                <c:pt idx="21">
                  <c:v>10537.670531054291</c:v>
                </c:pt>
                <c:pt idx="22">
                  <c:v>158567.28696075646</c:v>
                </c:pt>
                <c:pt idx="23">
                  <c:v>269903.64284551446</c:v>
                </c:pt>
                <c:pt idx="24">
                  <c:v>700292.7257677657</c:v>
                </c:pt>
                <c:pt idx="25">
                  <c:v>672790.1603122005</c:v>
                </c:pt>
                <c:pt idx="26">
                  <c:v>721923.4369379837</c:v>
                </c:pt>
                <c:pt idx="27">
                  <c:v>754511.7722240258</c:v>
                </c:pt>
                <c:pt idx="28">
                  <c:v>1015339.5056987051</c:v>
                </c:pt>
                <c:pt idx="29">
                  <c:v>633031.0289921759</c:v>
                </c:pt>
                <c:pt idx="30">
                  <c:v>394084.29893132416</c:v>
                </c:pt>
                <c:pt idx="31">
                  <c:v>169325.69073422288</c:v>
                </c:pt>
                <c:pt idx="32">
                  <c:v>24339.69590668693</c:v>
                </c:pt>
                <c:pt idx="33">
                  <c:v>20372.391786296706</c:v>
                </c:pt>
                <c:pt idx="34">
                  <c:v>122504.04439611024</c:v>
                </c:pt>
                <c:pt idx="35">
                  <c:v>334200.3668124785</c:v>
                </c:pt>
                <c:pt idx="36">
                  <c:v>724170.522374775</c:v>
                </c:pt>
                <c:pt idx="37">
                  <c:v>723502.7007424263</c:v>
                </c:pt>
                <c:pt idx="38">
                  <c:v>818300.9277180106</c:v>
                </c:pt>
                <c:pt idx="39">
                  <c:v>914319.1543724681</c:v>
                </c:pt>
                <c:pt idx="40">
                  <c:v>1015755.1064512256</c:v>
                </c:pt>
                <c:pt idx="41">
                  <c:v>563062.9623853605</c:v>
                </c:pt>
                <c:pt idx="42">
                  <c:v>347335.7821473047</c:v>
                </c:pt>
                <c:pt idx="43">
                  <c:v>128360.47374208042</c:v>
                </c:pt>
                <c:pt idx="44">
                  <c:v>22479.74402679716</c:v>
                </c:pt>
                <c:pt idx="45">
                  <c:v>21678.402018803125</c:v>
                </c:pt>
                <c:pt idx="46">
                  <c:v>132294.57132801512</c:v>
                </c:pt>
                <c:pt idx="47">
                  <c:v>327487.4867156653</c:v>
                </c:pt>
                <c:pt idx="48">
                  <c:v>729704.7065278967</c:v>
                </c:pt>
                <c:pt idx="49">
                  <c:v>794334.0127305347</c:v>
                </c:pt>
                <c:pt idx="50">
                  <c:v>908216.2780636438</c:v>
                </c:pt>
                <c:pt idx="51">
                  <c:v>1150847.387802097</c:v>
                </c:pt>
                <c:pt idx="52">
                  <c:v>965227.1047043991</c:v>
                </c:pt>
                <c:pt idx="53">
                  <c:v>603267.7048711984</c:v>
                </c:pt>
                <c:pt idx="54">
                  <c:v>456546.7346103253</c:v>
                </c:pt>
                <c:pt idx="55">
                  <c:v>132729.27266970125</c:v>
                </c:pt>
                <c:pt idx="56">
                  <c:v>26595.29392777258</c:v>
                </c:pt>
                <c:pt idx="57">
                  <c:v>22461.076162596233</c:v>
                </c:pt>
                <c:pt idx="58">
                  <c:v>136229.29701575037</c:v>
                </c:pt>
                <c:pt idx="59">
                  <c:v>389215.7499525449</c:v>
                </c:pt>
                <c:pt idx="60">
                  <c:v>673090.6181169632</c:v>
                </c:pt>
                <c:pt idx="61">
                  <c:v>660691.2257750228</c:v>
                </c:pt>
                <c:pt idx="62">
                  <c:v>1206020.7531549237</c:v>
                </c:pt>
                <c:pt idx="63">
                  <c:v>882586.87551002</c:v>
                </c:pt>
                <c:pt idx="64">
                  <c:v>973299.2464788912</c:v>
                </c:pt>
                <c:pt idx="65">
                  <c:v>660022.6683586916</c:v>
                </c:pt>
              </c:numCache>
            </c:numRef>
          </c:val>
        </c:ser>
        <c:ser>
          <c:idx val="13"/>
          <c:order val="13"/>
          <c:tx>
            <c:strRef>
              <c:f>Sheet1!$O$1</c:f>
              <c:strCache>
                <c:ptCount val="1"/>
                <c:pt idx="0">
                  <c:v>TV</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6249.51205173232</c:v>
                </c:pt>
                <c:pt idx="1">
                  <c:v>4967.520895405657</c:v>
                </c:pt>
                <c:pt idx="2">
                  <c:v>7023.581651260096</c:v>
                </c:pt>
                <c:pt idx="3">
                  <c:v>22924.520806465513</c:v>
                </c:pt>
                <c:pt idx="4">
                  <c:v>6305.360174579862</c:v>
                </c:pt>
                <c:pt idx="5">
                  <c:v>52545.19928190686</c:v>
                </c:pt>
                <c:pt idx="6">
                  <c:v>81815.67191223956</c:v>
                </c:pt>
                <c:pt idx="7">
                  <c:v>28934.284644509495</c:v>
                </c:pt>
                <c:pt idx="8">
                  <c:v>5722.184271846832</c:v>
                </c:pt>
                <c:pt idx="9">
                  <c:v>38476.60480434689</c:v>
                </c:pt>
                <c:pt idx="10">
                  <c:v>27418.13816508289</c:v>
                </c:pt>
                <c:pt idx="11">
                  <c:v>11144.00945059211</c:v>
                </c:pt>
                <c:pt idx="12">
                  <c:v>56226.623970278975</c:v>
                </c:pt>
                <c:pt idx="13">
                  <c:v>48262.6844214499</c:v>
                </c:pt>
                <c:pt idx="14">
                  <c:v>44126.12805898559</c:v>
                </c:pt>
                <c:pt idx="15">
                  <c:v>26073.180134099784</c:v>
                </c:pt>
                <c:pt idx="16">
                  <c:v>56256.52789119332</c:v>
                </c:pt>
                <c:pt idx="17">
                  <c:v>83494.9179868626</c:v>
                </c:pt>
                <c:pt idx="18">
                  <c:v>12391.726631785212</c:v>
                </c:pt>
                <c:pt idx="19">
                  <c:v>64112.60003385207</c:v>
                </c:pt>
                <c:pt idx="20">
                  <c:v>44215.289329926934</c:v>
                </c:pt>
                <c:pt idx="21">
                  <c:v>20299.708443020292</c:v>
                </c:pt>
                <c:pt idx="22">
                  <c:v>96028.77783078383</c:v>
                </c:pt>
                <c:pt idx="23">
                  <c:v>7367.2479398107525</c:v>
                </c:pt>
                <c:pt idx="24">
                  <c:v>9017.959044590734</c:v>
                </c:pt>
                <c:pt idx="25">
                  <c:v>60822.093835015476</c:v>
                </c:pt>
                <c:pt idx="26">
                  <c:v>8019.1320413191615</c:v>
                </c:pt>
                <c:pt idx="27">
                  <c:v>24115.2372073964</c:v>
                </c:pt>
                <c:pt idx="28">
                  <c:v>67938.34562871828</c:v>
                </c:pt>
                <c:pt idx="29">
                  <c:v>56906.47868821147</c:v>
                </c:pt>
                <c:pt idx="30">
                  <c:v>45446.60840715836</c:v>
                </c:pt>
                <c:pt idx="31">
                  <c:v>9059.1069858311</c:v>
                </c:pt>
                <c:pt idx="32">
                  <c:v>36633.94534596512</c:v>
                </c:pt>
                <c:pt idx="33">
                  <c:v>25666.009012831215</c:v>
                </c:pt>
                <c:pt idx="34">
                  <c:v>55843.72060149504</c:v>
                </c:pt>
                <c:pt idx="35">
                  <c:v>15803.237568406485</c:v>
                </c:pt>
                <c:pt idx="36">
                  <c:v>57665.67413726554</c:v>
                </c:pt>
                <c:pt idx="37">
                  <c:v>69654.97851280587</c:v>
                </c:pt>
                <c:pt idx="38">
                  <c:v>11255.460009570295</c:v>
                </c:pt>
                <c:pt idx="39">
                  <c:v>87025.74733366468</c:v>
                </c:pt>
                <c:pt idx="40">
                  <c:v>22203.369179892168</c:v>
                </c:pt>
                <c:pt idx="41">
                  <c:v>7799.296375529605</c:v>
                </c:pt>
                <c:pt idx="42">
                  <c:v>81905.65988038995</c:v>
                </c:pt>
                <c:pt idx="43">
                  <c:v>50459.97698005534</c:v>
                </c:pt>
                <c:pt idx="44">
                  <c:v>8589.097858148903</c:v>
                </c:pt>
                <c:pt idx="45">
                  <c:v>45145.36203081969</c:v>
                </c:pt>
                <c:pt idx="46">
                  <c:v>64977.436614541264</c:v>
                </c:pt>
                <c:pt idx="47">
                  <c:v>69940.02893617487</c:v>
                </c:pt>
                <c:pt idx="48">
                  <c:v>73394.06325497295</c:v>
                </c:pt>
                <c:pt idx="49">
                  <c:v>64317.74822398834</c:v>
                </c:pt>
                <c:pt idx="50">
                  <c:v>10947.563842330725</c:v>
                </c:pt>
                <c:pt idx="51">
                  <c:v>57112.32948503898</c:v>
                </c:pt>
                <c:pt idx="52">
                  <c:v>17185.002014157075</c:v>
                </c:pt>
                <c:pt idx="53">
                  <c:v>11062.254915404552</c:v>
                </c:pt>
                <c:pt idx="54">
                  <c:v>12967.539686324595</c:v>
                </c:pt>
                <c:pt idx="55">
                  <c:v>8650.273070591746</c:v>
                </c:pt>
                <c:pt idx="56">
                  <c:v>13265.905283114924</c:v>
                </c:pt>
                <c:pt idx="57">
                  <c:v>9873.461004747722</c:v>
                </c:pt>
                <c:pt idx="58">
                  <c:v>85947.6826548209</c:v>
                </c:pt>
                <c:pt idx="59">
                  <c:v>12494.729774139158</c:v>
                </c:pt>
                <c:pt idx="60">
                  <c:v>8850.103615687505</c:v>
                </c:pt>
                <c:pt idx="61">
                  <c:v>7670.483769890078</c:v>
                </c:pt>
                <c:pt idx="62">
                  <c:v>13982.925236597319</c:v>
                </c:pt>
                <c:pt idx="63">
                  <c:v>9204.208031713972</c:v>
                </c:pt>
                <c:pt idx="64">
                  <c:v>94880.95470364056</c:v>
                </c:pt>
                <c:pt idx="65">
                  <c:v>69104.3309561486</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Sheet1!$A$2:$A$15</c:f>
              <c:strCache>
                <c:ptCount val="14"/>
                <c:pt idx="0">
                  <c:v>Distribution</c:v>
                </c:pt>
                <c:pt idx="1">
                  <c:v>Seasonality</c:v>
                </c:pt>
                <c:pt idx="2">
                  <c:v>Base</c:v>
                </c:pt>
                <c:pt idx="3">
                  <c:v>E-com</c:v>
                </c:pt>
                <c:pt idx="4">
                  <c:v>OOH</c:v>
                </c:pt>
                <c:pt idx="5">
                  <c:v>TV</c:v>
                </c:pt>
                <c:pt idx="6">
                  <c:v>Digital_Video</c:v>
                </c:pt>
                <c:pt idx="7">
                  <c:v>Digital_DA</c:v>
                </c:pt>
                <c:pt idx="8">
                  <c:v>Digital_Perform...</c:v>
                </c:pt>
                <c:pt idx="9">
                  <c:v>Digital_Special...</c:v>
                </c:pt>
                <c:pt idx="10">
                  <c:v>PR</c:v>
                </c:pt>
                <c:pt idx="11">
                  <c:v>POS</c:v>
                </c:pt>
                <c:pt idx="12">
                  <c:v>Price volatilit...</c:v>
                </c:pt>
                <c:pt idx="13">
                  <c:v>Relative price</c:v>
                </c:pt>
              </c:strCache>
            </c:strRef>
          </c:cat>
          <c:val>
            <c:numRef>
              <c:f>Sheet1!$B$2:$B$15</c:f>
              <c:numCache>
                <c:formatCode>General</c:formatCode>
                <c:ptCount val="14"/>
                <c:pt idx="0">
                  <c:v>0.0</c:v>
                </c:pt>
                <c:pt idx="1">
                  <c:v>55.61161223386597</c:v>
                </c:pt>
                <c:pt idx="2">
                  <c:v>78.63906143225101</c:v>
                </c:pt>
                <c:pt idx="3">
                  <c:v>90.79759498048291</c:v>
                </c:pt>
                <c:pt idx="4">
                  <c:v>95.97363246177439</c:v>
                </c:pt>
                <c:pt idx="5">
                  <c:v>98.20138555016675</c:v>
                </c:pt>
                <c:pt idx="6">
                  <c:v>99.129154165806</c:v>
                </c:pt>
                <c:pt idx="7">
                  <c:v>100.05029472778291</c:v>
                </c:pt>
                <c:pt idx="8">
                  <c:v>100.6385532718696</c:v>
                </c:pt>
                <c:pt idx="9">
                  <c:v>101.21507692809747</c:v>
                </c:pt>
                <c:pt idx="10">
                  <c:v>101.74288674933771</c:v>
                </c:pt>
                <c:pt idx="11">
                  <c:v>101.91647435323752</c:v>
                </c:pt>
                <c:pt idx="12">
                  <c:v>101.28517623515765</c:v>
                </c:pt>
                <c:pt idx="13">
                  <c:v>100.0</c:v>
                </c:pt>
              </c:numCache>
            </c:numRef>
          </c:val>
        </c:ser>
        <c:ser>
          <c:idx val="1"/>
          <c:order val="1"/>
          <c:tx>
            <c:strRef>
              <c:f>Sheet1!$C$1</c:f>
              <c:strCache>
                <c:ptCount val="1"/>
                <c:pt idx="0">
                  <c:v>value</c:v>
                </c:pt>
              </c:strCache>
            </c:strRef>
          </c:tx>
          <c:dPt>
            <c:idx val="0"/>
            <c:spPr>
              <a:solidFill>
                <a:srgbClr val="FF7ED1"/>
              </a:solidFill>
            </c:spPr>
          </c:dPt>
          <c:dPt>
            <c:idx val="1"/>
            <c:spPr>
              <a:solidFill>
                <a:srgbClr val="A17569"/>
              </a:solidFill>
            </c:spPr>
          </c:dPt>
          <c:dPt>
            <c:idx val="2"/>
            <c:spPr>
              <a:solidFill>
                <a:srgbClr val="D60000"/>
              </a:solidFill>
            </c:spPr>
          </c:dPt>
          <c:dPt>
            <c:idx val="3"/>
            <c:spPr>
              <a:solidFill>
                <a:srgbClr val="6B004F"/>
              </a:solidFill>
            </c:spPr>
          </c:dPt>
          <c:dPt>
            <c:idx val="4"/>
            <c:spPr>
              <a:solidFill>
                <a:srgbClr val="FFA52F"/>
              </a:solidFill>
            </c:spPr>
          </c:dPt>
          <c:dPt>
            <c:idx val="5"/>
            <c:spPr>
              <a:solidFill>
                <a:srgbClr val="BCB6FF"/>
              </a:solidFill>
            </c:spPr>
          </c:dPt>
          <c:dPt>
            <c:idx val="6"/>
            <c:spPr>
              <a:solidFill>
                <a:srgbClr val="97FF00"/>
              </a:solidFill>
            </c:spPr>
          </c:dPt>
          <c:dPt>
            <c:idx val="7"/>
            <c:spPr>
              <a:solidFill>
                <a:srgbClr val="8C3BFF"/>
              </a:solidFill>
            </c:spPr>
          </c:dPt>
          <c:dPt>
            <c:idx val="8"/>
            <c:spPr>
              <a:solidFill>
                <a:srgbClr val="018700"/>
              </a:solidFill>
            </c:spPr>
          </c:dPt>
          <c:dPt>
            <c:idx val="9"/>
            <c:spPr>
              <a:solidFill>
                <a:srgbClr val="00ACC6"/>
              </a:solidFill>
            </c:spPr>
          </c:dPt>
          <c:dPt>
            <c:idx val="10"/>
            <c:spPr>
              <a:solidFill>
                <a:srgbClr val="005659"/>
              </a:solidFill>
            </c:spPr>
          </c:dPt>
          <c:dPt>
            <c:idx val="11"/>
            <c:spPr>
              <a:solidFill>
                <a:srgbClr val="573B00"/>
              </a:solidFill>
            </c:spPr>
          </c:dPt>
          <c:dPt>
            <c:idx val="12"/>
            <c:spPr>
              <a:solidFill>
                <a:srgbClr val="0000DD"/>
              </a:solidFill>
            </c:spPr>
          </c:dPt>
          <c:dPt>
            <c:idx val="13"/>
            <c:spPr>
              <a:solidFill>
                <a:srgbClr val="00FDCF"/>
              </a:solidFill>
            </c:spPr>
          </c:dPt>
          <c:dLbls>
            <c:dLbl>
              <c:idx val="0"/>
              <c:tx>
                <c:rich>
                  <a:bodyPr/>
                  <a:lstStyle/>
                  <a:p>
                    <a:r>
                      <a:t>55.61%</a:t>
                    </a:r>
                  </a:p>
                </c:rich>
              </c:tx>
              <c:dLblPos val="inEnd"/>
              <c:showLegendKey val="0"/>
              <c:showVal val="1"/>
              <c:showCatName val="0"/>
              <c:showSerName val="0"/>
              <c:showPercent val="0"/>
              <c:showBubbleSize val="0"/>
            </c:dLbl>
            <c:dLbl>
              <c:idx val="1"/>
              <c:tx>
                <c:rich>
                  <a:bodyPr/>
                  <a:lstStyle/>
                  <a:p>
                    <a:r>
                      <a:t>23.03%</a:t>
                    </a:r>
                  </a:p>
                </c:rich>
              </c:tx>
              <c:dLblPos val="inEnd"/>
              <c:showLegendKey val="0"/>
              <c:showVal val="1"/>
              <c:showCatName val="0"/>
              <c:showSerName val="0"/>
              <c:showPercent val="0"/>
              <c:showBubbleSize val="0"/>
            </c:dLbl>
            <c:dLbl>
              <c:idx val="2"/>
              <c:tx>
                <c:rich>
                  <a:bodyPr/>
                  <a:lstStyle/>
                  <a:p>
                    <a:r>
                      <a:t>12.16%</a:t>
                    </a:r>
                  </a:p>
                </c:rich>
              </c:tx>
              <c:dLblPos val="inEnd"/>
              <c:showLegendKey val="0"/>
              <c:showVal val="1"/>
              <c:showCatName val="0"/>
              <c:showSerName val="0"/>
              <c:showPercent val="0"/>
              <c:showBubbleSize val="0"/>
            </c:dLbl>
            <c:dLbl>
              <c:idx val="3"/>
              <c:tx>
                <c:rich>
                  <a:bodyPr/>
                  <a:lstStyle/>
                  <a:p>
                    <a:r>
                      <a:t>5.18%</a:t>
                    </a:r>
                  </a:p>
                </c:rich>
              </c:tx>
              <c:dLblPos val="inEnd"/>
              <c:showLegendKey val="0"/>
              <c:showVal val="1"/>
              <c:showCatName val="0"/>
              <c:showSerName val="0"/>
              <c:showPercent val="0"/>
              <c:showBubbleSize val="0"/>
            </c:dLbl>
            <c:dLbl>
              <c:idx val="4"/>
              <c:tx>
                <c:rich>
                  <a:bodyPr/>
                  <a:lstStyle/>
                  <a:p>
                    <a:r>
                      <a:t>2.23%</a:t>
                    </a:r>
                  </a:p>
                </c:rich>
              </c:tx>
              <c:dLblPos val="inEnd"/>
              <c:showLegendKey val="0"/>
              <c:showVal val="1"/>
              <c:showCatName val="0"/>
              <c:showSerName val="0"/>
              <c:showPercent val="0"/>
              <c:showBubbleSize val="0"/>
            </c:dLbl>
            <c:dLbl>
              <c:idx val="5"/>
              <c:tx>
                <c:rich>
                  <a:bodyPr/>
                  <a:lstStyle/>
                  <a:p>
                    <a:r>
                      <a:t>0.93%</a:t>
                    </a:r>
                  </a:p>
                </c:rich>
              </c:tx>
              <c:dLblPos val="inEnd"/>
              <c:showLegendKey val="0"/>
              <c:showVal val="1"/>
              <c:showCatName val="0"/>
              <c:showSerName val="0"/>
              <c:showPercent val="0"/>
              <c:showBubbleSize val="0"/>
            </c:dLbl>
            <c:dLbl>
              <c:idx val="6"/>
              <c:tx>
                <c:rich>
                  <a:bodyPr/>
                  <a:lstStyle/>
                  <a:p>
                    <a:r>
                      <a:t>0.92%</a:t>
                    </a:r>
                  </a:p>
                </c:rich>
              </c:tx>
              <c:dLblPos val="inEnd"/>
              <c:showLegendKey val="0"/>
              <c:showVal val="1"/>
              <c:showCatName val="0"/>
              <c:showSerName val="0"/>
              <c:showPercent val="0"/>
              <c:showBubbleSize val="0"/>
            </c:dLbl>
            <c:dLbl>
              <c:idx val="7"/>
              <c:tx>
                <c:rich>
                  <a:bodyPr/>
                  <a:lstStyle/>
                  <a:p>
                    <a:r>
                      <a:t>0.59%</a:t>
                    </a:r>
                  </a:p>
                </c:rich>
              </c:tx>
              <c:dLblPos val="inEnd"/>
              <c:showLegendKey val="0"/>
              <c:showVal val="1"/>
              <c:showCatName val="0"/>
              <c:showSerName val="0"/>
              <c:showPercent val="0"/>
              <c:showBubbleSize val="0"/>
            </c:dLbl>
            <c:dLbl>
              <c:idx val="8"/>
              <c:tx>
                <c:rich>
                  <a:bodyPr/>
                  <a:lstStyle/>
                  <a:p>
                    <a:r>
                      <a:t>0.58%</a:t>
                    </a:r>
                  </a:p>
                </c:rich>
              </c:tx>
              <c:dLblPos val="inEnd"/>
              <c:showLegendKey val="0"/>
              <c:showVal val="1"/>
              <c:showCatName val="0"/>
              <c:showSerName val="0"/>
              <c:showPercent val="0"/>
              <c:showBubbleSize val="0"/>
            </c:dLbl>
            <c:dLbl>
              <c:idx val="9"/>
              <c:tx>
                <c:rich>
                  <a:bodyPr/>
                  <a:lstStyle/>
                  <a:p>
                    <a:r>
                      <a:t>0.53%</a:t>
                    </a:r>
                  </a:p>
                </c:rich>
              </c:tx>
              <c:dLblPos val="inEnd"/>
              <c:showLegendKey val="0"/>
              <c:showVal val="1"/>
              <c:showCatName val="0"/>
              <c:showSerName val="0"/>
              <c:showPercent val="0"/>
              <c:showBubbleSize val="0"/>
            </c:dLbl>
            <c:dLbl>
              <c:idx val="10"/>
              <c:tx>
                <c:rich>
                  <a:bodyPr/>
                  <a:lstStyle/>
                  <a:p>
                    <a:r>
                      <a:t>0.17%</a:t>
                    </a:r>
                  </a:p>
                </c:rich>
              </c:tx>
              <c:dLblPos val="inEnd"/>
              <c:showLegendKey val="0"/>
              <c:showVal val="1"/>
              <c:showCatName val="0"/>
              <c:showSerName val="0"/>
              <c:showPercent val="0"/>
              <c:showBubbleSize val="0"/>
            </c:dLbl>
            <c:dLbl>
              <c:idx val="11"/>
              <c:tx>
                <c:rich>
                  <a:bodyPr/>
                  <a:lstStyle/>
                  <a:p>
                    <a:r>
                      <a:t>0.01%</a:t>
                    </a:r>
                  </a:p>
                </c:rich>
              </c:tx>
              <c:dLblPos val="inEnd"/>
              <c:showLegendKey val="0"/>
              <c:showVal val="1"/>
              <c:showCatName val="0"/>
              <c:showSerName val="0"/>
              <c:showPercent val="0"/>
              <c:showBubbleSize val="0"/>
            </c:dLbl>
            <c:dLbl>
              <c:idx val="12"/>
              <c:tx>
                <c:rich>
                  <a:bodyPr/>
                  <a:lstStyle/>
                  <a:p>
                    <a:r>
                      <a:t>-0.64%</a:t>
                    </a:r>
                  </a:p>
                </c:rich>
              </c:tx>
              <c:dLblPos val="inEnd"/>
              <c:showLegendKey val="0"/>
              <c:showVal val="1"/>
              <c:showCatName val="0"/>
              <c:showSerName val="0"/>
              <c:showPercent val="0"/>
              <c:showBubbleSize val="0"/>
            </c:dLbl>
            <c:dLbl>
              <c:idx val="13"/>
              <c:tx>
                <c:rich>
                  <a:bodyPr/>
                  <a:lstStyle/>
                  <a:p>
                    <a:r>
                      <a:t>-1.29%</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Sheet1!$A$2:$A$15</c:f>
              <c:strCache>
                <c:ptCount val="14"/>
                <c:pt idx="0">
                  <c:v>Distribution</c:v>
                </c:pt>
                <c:pt idx="1">
                  <c:v>Seasonality</c:v>
                </c:pt>
                <c:pt idx="2">
                  <c:v>Base</c:v>
                </c:pt>
                <c:pt idx="3">
                  <c:v>E-com</c:v>
                </c:pt>
                <c:pt idx="4">
                  <c:v>OOH</c:v>
                </c:pt>
                <c:pt idx="5">
                  <c:v>TV</c:v>
                </c:pt>
                <c:pt idx="6">
                  <c:v>Digital_Video</c:v>
                </c:pt>
                <c:pt idx="7">
                  <c:v>Digital_DA</c:v>
                </c:pt>
                <c:pt idx="8">
                  <c:v>Digital_Perform...</c:v>
                </c:pt>
                <c:pt idx="9">
                  <c:v>Digital_Special...</c:v>
                </c:pt>
                <c:pt idx="10">
                  <c:v>PR</c:v>
                </c:pt>
                <c:pt idx="11">
                  <c:v>POS</c:v>
                </c:pt>
                <c:pt idx="12">
                  <c:v>Price volatilit...</c:v>
                </c:pt>
                <c:pt idx="13">
                  <c:v>Relative price</c:v>
                </c:pt>
              </c:strCache>
            </c:strRef>
          </c:cat>
          <c:val>
            <c:numRef>
              <c:f>Sheet1!$C$2:$C$15</c:f>
              <c:numCache>
                <c:formatCode>General</c:formatCode>
                <c:ptCount val="14"/>
                <c:pt idx="0">
                  <c:v>55.61161223386597</c:v>
                </c:pt>
                <c:pt idx="1">
                  <c:v>23.02744919838501</c:v>
                </c:pt>
                <c:pt idx="2">
                  <c:v>12.158533548231906</c:v>
                </c:pt>
                <c:pt idx="3">
                  <c:v>5.176037481291492</c:v>
                </c:pt>
                <c:pt idx="4">
                  <c:v>2.227753088392357</c:v>
                </c:pt>
                <c:pt idx="5">
                  <c:v>0.9277686156392381</c:v>
                </c:pt>
                <c:pt idx="6">
                  <c:v>0.9211405619769174</c:v>
                </c:pt>
                <c:pt idx="7">
                  <c:v>0.5882585440866869</c:v>
                </c:pt>
                <c:pt idx="8">
                  <c:v>0.5765236562278562</c:v>
                </c:pt>
                <c:pt idx="9">
                  <c:v>0.5278098212402454</c:v>
                </c:pt>
                <c:pt idx="10">
                  <c:v>0.17358760389980507</c:v>
                </c:pt>
                <c:pt idx="11">
                  <c:v>0.013508104679060395</c:v>
                </c:pt>
                <c:pt idx="12">
                  <c:v>0.6448062227589245</c:v>
                </c:pt>
                <c:pt idx="13">
                  <c:v>1.285176235157642</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4745700.0</c:v>
                </c:pt>
                <c:pt idx="1">
                  <c:v>4496400.0</c:v>
                </c:pt>
                <c:pt idx="2">
                  <c:v>6078700.0</c:v>
                </c:pt>
                <c:pt idx="3">
                  <c:v>4795700.0</c:v>
                </c:pt>
                <c:pt idx="4">
                  <c:v>4641200.0</c:v>
                </c:pt>
                <c:pt idx="5">
                  <c:v>5345700.0</c:v>
                </c:pt>
                <c:pt idx="6">
                  <c:v>4432900.0</c:v>
                </c:pt>
                <c:pt idx="7">
                  <c:v>4954600.0</c:v>
                </c:pt>
                <c:pt idx="8">
                  <c:v>3909600.0</c:v>
                </c:pt>
                <c:pt idx="9">
                  <c:v>4051100.0</c:v>
                </c:pt>
                <c:pt idx="10">
                  <c:v>4735800.0</c:v>
                </c:pt>
                <c:pt idx="11">
                  <c:v>3819600.0</c:v>
                </c:pt>
                <c:pt idx="12">
                  <c:v>4525800.0</c:v>
                </c:pt>
                <c:pt idx="13">
                  <c:v>4748600.0</c:v>
                </c:pt>
                <c:pt idx="14">
                  <c:v>6129400.0</c:v>
                </c:pt>
                <c:pt idx="15">
                  <c:v>4827300.0</c:v>
                </c:pt>
                <c:pt idx="16">
                  <c:v>6012900.0</c:v>
                </c:pt>
                <c:pt idx="17">
                  <c:v>5302600.0</c:v>
                </c:pt>
                <c:pt idx="18">
                  <c:v>4358500.0</c:v>
                </c:pt>
                <c:pt idx="19">
                  <c:v>5817800.0</c:v>
                </c:pt>
                <c:pt idx="20">
                  <c:v>4075900.0</c:v>
                </c:pt>
                <c:pt idx="21">
                  <c:v>4096100.0</c:v>
                </c:pt>
                <c:pt idx="22">
                  <c:v>5574200.0</c:v>
                </c:pt>
                <c:pt idx="23">
                  <c:v>4174800.0</c:v>
                </c:pt>
                <c:pt idx="24">
                  <c:v>6073900.0</c:v>
                </c:pt>
                <c:pt idx="25">
                  <c:v>4805600.0</c:v>
                </c:pt>
                <c:pt idx="26">
                  <c:v>4708100.0</c:v>
                </c:pt>
                <c:pt idx="27">
                  <c:v>5209200.0</c:v>
                </c:pt>
                <c:pt idx="28">
                  <c:v>6668800.0</c:v>
                </c:pt>
                <c:pt idx="29">
                  <c:v>5344700.0</c:v>
                </c:pt>
                <c:pt idx="30">
                  <c:v>5006300.0</c:v>
                </c:pt>
                <c:pt idx="31">
                  <c:v>5265200.0</c:v>
                </c:pt>
                <c:pt idx="32">
                  <c:v>4333200.0</c:v>
                </c:pt>
                <c:pt idx="33">
                  <c:v>5152400.0</c:v>
                </c:pt>
                <c:pt idx="34">
                  <c:v>4167000.0</c:v>
                </c:pt>
                <c:pt idx="35">
                  <c:v>4409800.0</c:v>
                </c:pt>
                <c:pt idx="36">
                  <c:v>6105400.0</c:v>
                </c:pt>
                <c:pt idx="37">
                  <c:v>5081600.0</c:v>
                </c:pt>
                <c:pt idx="38">
                  <c:v>5433400.0</c:v>
                </c:pt>
                <c:pt idx="39">
                  <c:v>5772500.0</c:v>
                </c:pt>
                <c:pt idx="40">
                  <c:v>6667100.0</c:v>
                </c:pt>
                <c:pt idx="41">
                  <c:v>4999600.0</c:v>
                </c:pt>
                <c:pt idx="42">
                  <c:v>5559100.0</c:v>
                </c:pt>
                <c:pt idx="43">
                  <c:v>4611900.0</c:v>
                </c:pt>
                <c:pt idx="44">
                  <c:v>4100700.0</c:v>
                </c:pt>
                <c:pt idx="45">
                  <c:v>5117300.0</c:v>
                </c:pt>
                <c:pt idx="46">
                  <c:v>4755800.0</c:v>
                </c:pt>
                <c:pt idx="47">
                  <c:v>5079000.0</c:v>
                </c:pt>
                <c:pt idx="48">
                  <c:v>6489100.0</c:v>
                </c:pt>
                <c:pt idx="49">
                  <c:v>5938400.0</c:v>
                </c:pt>
                <c:pt idx="50">
                  <c:v>5854300.0</c:v>
                </c:pt>
                <c:pt idx="51">
                  <c:v>7224200.0</c:v>
                </c:pt>
                <c:pt idx="52">
                  <c:v>5790600.0</c:v>
                </c:pt>
                <c:pt idx="53">
                  <c:v>5576400.0</c:v>
                </c:pt>
                <c:pt idx="54">
                  <c:v>6467700.0</c:v>
                </c:pt>
                <c:pt idx="55">
                  <c:v>4485100.0</c:v>
                </c:pt>
                <c:pt idx="56">
                  <c:v>5365900.0</c:v>
                </c:pt>
                <c:pt idx="57">
                  <c:v>4334900.0</c:v>
                </c:pt>
                <c:pt idx="58">
                  <c:v>4237300.0</c:v>
                </c:pt>
                <c:pt idx="59">
                  <c:v>4402200.0</c:v>
                </c:pt>
                <c:pt idx="60">
                  <c:v>1105400.0</c:v>
                </c:pt>
                <c:pt idx="61">
                  <c:v>5088400.0</c:v>
                </c:pt>
                <c:pt idx="62">
                  <c:v>4801300.0</c:v>
                </c:pt>
                <c:pt idx="63">
                  <c:v>7291000.0</c:v>
                </c:pt>
                <c:pt idx="64">
                  <c:v>5747100.0</c:v>
                </c:pt>
                <c:pt idx="65">
                  <c:v>6269200.0</c:v>
                </c:pt>
                <c:pt idx="66">
                  <c:v>5915300.0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4594524.811711993</c:v>
                </c:pt>
                <c:pt idx="1">
                  <c:v>4604814.430295439</c:v>
                </c:pt>
                <c:pt idx="2">
                  <c:v>6119528.260310161</c:v>
                </c:pt>
                <c:pt idx="3">
                  <c:v>4721533.751994112</c:v>
                </c:pt>
                <c:pt idx="4">
                  <c:v>4734010.398224017</c:v>
                </c:pt>
                <c:pt idx="5">
                  <c:v>5570427.177792061</c:v>
                </c:pt>
                <c:pt idx="6">
                  <c:v>4537180.544924567</c:v>
                </c:pt>
                <c:pt idx="7">
                  <c:v>5026216.460923338</c:v>
                </c:pt>
                <c:pt idx="8">
                  <c:v>3847001.871779663</c:v>
                </c:pt>
                <c:pt idx="9">
                  <c:v>4072495.656279861</c:v>
                </c:pt>
                <c:pt idx="10">
                  <c:v>4924521.177969884</c:v>
                </c:pt>
                <c:pt idx="11">
                  <c:v>3936244.2994880816</c:v>
                </c:pt>
                <c:pt idx="12">
                  <c:v>4790934.62918262</c:v>
                </c:pt>
                <c:pt idx="13">
                  <c:v>4551777.651916352</c:v>
                </c:pt>
                <c:pt idx="14">
                  <c:v>6227793.814656796</c:v>
                </c:pt>
                <c:pt idx="15">
                  <c:v>4873491.633682195</c:v>
                </c:pt>
                <c:pt idx="16">
                  <c:v>6568001.315364155</c:v>
                </c:pt>
                <c:pt idx="17">
                  <c:v>5140375.698951628</c:v>
                </c:pt>
                <c:pt idx="18">
                  <c:v>4346611.207788226</c:v>
                </c:pt>
                <c:pt idx="19">
                  <c:v>5560846.401890125</c:v>
                </c:pt>
                <c:pt idx="20">
                  <c:v>4083627.6139041623</c:v>
                </c:pt>
                <c:pt idx="21">
                  <c:v>3939105.087916756</c:v>
                </c:pt>
                <c:pt idx="22">
                  <c:v>5700640.275190899</c:v>
                </c:pt>
                <c:pt idx="23">
                  <c:v>4279873.352584599</c:v>
                </c:pt>
                <c:pt idx="24">
                  <c:v>5837516.277592159</c:v>
                </c:pt>
                <c:pt idx="25">
                  <c:v>4950460.094610412</c:v>
                </c:pt>
                <c:pt idx="26">
                  <c:v>4940092.087504255</c:v>
                </c:pt>
                <c:pt idx="27">
                  <c:v>5092571.041598717</c:v>
                </c:pt>
                <c:pt idx="28">
                  <c:v>6711906.765556881</c:v>
                </c:pt>
                <c:pt idx="29">
                  <c:v>5526199.889843501</c:v>
                </c:pt>
                <c:pt idx="30">
                  <c:v>5093805.568584751</c:v>
                </c:pt>
                <c:pt idx="31">
                  <c:v>5197182.4193801</c:v>
                </c:pt>
                <c:pt idx="32">
                  <c:v>4266315.506703543</c:v>
                </c:pt>
                <c:pt idx="33">
                  <c:v>4878795.189458703</c:v>
                </c:pt>
                <c:pt idx="34">
                  <c:v>4182503.747486079</c:v>
                </c:pt>
                <c:pt idx="35">
                  <c:v>4816625.680640927</c:v>
                </c:pt>
                <c:pt idx="36">
                  <c:v>5999987.319336337</c:v>
                </c:pt>
                <c:pt idx="37">
                  <c:v>5182445.304164593</c:v>
                </c:pt>
                <c:pt idx="38">
                  <c:v>5350673.020603567</c:v>
                </c:pt>
                <c:pt idx="39">
                  <c:v>5729217.920926734</c:v>
                </c:pt>
                <c:pt idx="40">
                  <c:v>6635950.424052702</c:v>
                </c:pt>
                <c:pt idx="41">
                  <c:v>5086175.53901799</c:v>
                </c:pt>
                <c:pt idx="42">
                  <c:v>5480565.100899883</c:v>
                </c:pt>
                <c:pt idx="43">
                  <c:v>4554569.314858016</c:v>
                </c:pt>
                <c:pt idx="44">
                  <c:v>4157960.1464392478</c:v>
                </c:pt>
                <c:pt idx="45">
                  <c:v>5123880.232561465</c:v>
                </c:pt>
                <c:pt idx="46">
                  <c:v>4448994.838458521</c:v>
                </c:pt>
                <c:pt idx="47">
                  <c:v>4818359.131878852</c:v>
                </c:pt>
                <c:pt idx="48">
                  <c:v>6250715.090844714</c:v>
                </c:pt>
                <c:pt idx="49">
                  <c:v>5517924.378586272</c:v>
                </c:pt>
                <c:pt idx="50">
                  <c:v>5692643.08075543</c:v>
                </c:pt>
                <c:pt idx="51">
                  <c:v>7205711.100284529</c:v>
                </c:pt>
                <c:pt idx="52">
                  <c:v>5881502.270769735</c:v>
                </c:pt>
                <c:pt idx="53">
                  <c:v>5328340.767628564</c:v>
                </c:pt>
                <c:pt idx="54">
                  <c:v>6260826.6435924005</c:v>
                </c:pt>
                <c:pt idx="55">
                  <c:v>4459130.018431091</c:v>
                </c:pt>
                <c:pt idx="56">
                  <c:v>5582878.899262646</c:v>
                </c:pt>
                <c:pt idx="57">
                  <c:v>4277160.146719205</c:v>
                </c:pt>
                <c:pt idx="58">
                  <c:v>4469151.241200974</c:v>
                </c:pt>
                <c:pt idx="59">
                  <c:v>4497460.724401966</c:v>
                </c:pt>
                <c:pt idx="60">
                  <c:v>1097044.6666464196</c:v>
                </c:pt>
                <c:pt idx="61">
                  <c:v>5174618.369888556</c:v>
                </c:pt>
                <c:pt idx="62">
                  <c:v>4924360.547816756</c:v>
                </c:pt>
                <c:pt idx="63">
                  <c:v>7402622.08110125</c:v>
                </c:pt>
                <c:pt idx="64">
                  <c:v>5639592.215313815</c:v>
                </c:pt>
                <c:pt idx="65">
                  <c:v>6080349.729764541</c:v>
                </c:pt>
                <c:pt idx="66">
                  <c:v>5634398.195090464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8883146.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988711153.0</c:v>
                </c:pt>
                <c:pt idx="1">
                  <c:v>996350472.0</c:v>
                </c:pt>
                <c:pt idx="2">
                  <c:v>1446817391.0</c:v>
                </c:pt>
                <c:pt idx="3">
                  <c:v>1118174859.0</c:v>
                </c:pt>
                <c:pt idx="4">
                  <c:v>1061596254.0</c:v>
                </c:pt>
                <c:pt idx="5">
                  <c:v>1135840547.0</c:v>
                </c:pt>
                <c:pt idx="6">
                  <c:v>859546789.0</c:v>
                </c:pt>
                <c:pt idx="7">
                  <c:v>864384827.0</c:v>
                </c:pt>
                <c:pt idx="8">
                  <c:v>620429125.0</c:v>
                </c:pt>
                <c:pt idx="9">
                  <c:v>630153370.0</c:v>
                </c:pt>
                <c:pt idx="10">
                  <c:v>802803137.0</c:v>
                </c:pt>
                <c:pt idx="11">
                  <c:v>734084244.0</c:v>
                </c:pt>
                <c:pt idx="12">
                  <c:v>952335452.0</c:v>
                </c:pt>
                <c:pt idx="13">
                  <c:v>1083366085.0</c:v>
                </c:pt>
                <c:pt idx="14">
                  <c:v>1464312155.0</c:v>
                </c:pt>
                <c:pt idx="15">
                  <c:v>1168265423.0</c:v>
                </c:pt>
                <c:pt idx="16">
                  <c:v>1352511603.0</c:v>
                </c:pt>
                <c:pt idx="17">
                  <c:v>1132439031.0</c:v>
                </c:pt>
                <c:pt idx="18">
                  <c:v>843500440.0</c:v>
                </c:pt>
                <c:pt idx="19">
                  <c:v>1001653048.0</c:v>
                </c:pt>
                <c:pt idx="20">
                  <c:v>684752984.0</c:v>
                </c:pt>
                <c:pt idx="21">
                  <c:v>670282031.0</c:v>
                </c:pt>
                <c:pt idx="22">
                  <c:v>926644193.0</c:v>
                </c:pt>
                <c:pt idx="23">
                  <c:v>781660294.0</c:v>
                </c:pt>
                <c:pt idx="24">
                  <c:v>1291601229.0</c:v>
                </c:pt>
                <c:pt idx="25">
                  <c:v>1084977213.0</c:v>
                </c:pt>
                <c:pt idx="26">
                  <c:v>1151068352.0</c:v>
                </c:pt>
                <c:pt idx="27">
                  <c:v>1260488675.0</c:v>
                </c:pt>
                <c:pt idx="28">
                  <c:v>1496192953.0</c:v>
                </c:pt>
                <c:pt idx="29">
                  <c:v>1145467504.0</c:v>
                </c:pt>
                <c:pt idx="30">
                  <c:v>942912553.0</c:v>
                </c:pt>
                <c:pt idx="31">
                  <c:v>926310919.0</c:v>
                </c:pt>
                <c:pt idx="32">
                  <c:v>717772344.0</c:v>
                </c:pt>
                <c:pt idx="33">
                  <c:v>813754939.0</c:v>
                </c:pt>
                <c:pt idx="34">
                  <c:v>702767136.0</c:v>
                </c:pt>
                <c:pt idx="35">
                  <c:v>823925614.0</c:v>
                </c:pt>
                <c:pt idx="36">
                  <c:v>1306513765.0</c:v>
                </c:pt>
                <c:pt idx="37">
                  <c:v>1182858194.0</c:v>
                </c:pt>
                <c:pt idx="38">
                  <c:v>1261616000.0</c:v>
                </c:pt>
                <c:pt idx="39">
                  <c:v>1389887684.0</c:v>
                </c:pt>
                <c:pt idx="40">
                  <c:v>1585748627.0</c:v>
                </c:pt>
                <c:pt idx="41">
                  <c:v>1080469482.0</c:v>
                </c:pt>
                <c:pt idx="42">
                  <c:v>1097687352.0</c:v>
                </c:pt>
                <c:pt idx="43">
                  <c:v>805487033.0</c:v>
                </c:pt>
                <c:pt idx="44">
                  <c:v>657748807.0</c:v>
                </c:pt>
                <c:pt idx="45">
                  <c:v>840579464.0</c:v>
                </c:pt>
                <c:pt idx="46">
                  <c:v>830579104.0</c:v>
                </c:pt>
                <c:pt idx="47">
                  <c:v>939578678.0</c:v>
                </c:pt>
                <c:pt idx="48">
                  <c:v>1376779449.0</c:v>
                </c:pt>
                <c:pt idx="49">
                  <c:v>1315497768.0</c:v>
                </c:pt>
                <c:pt idx="50">
                  <c:v>1386588975.0</c:v>
                </c:pt>
                <c:pt idx="51">
                  <c:v>1744309779.0</c:v>
                </c:pt>
                <c:pt idx="52">
                  <c:v>1277792081.0</c:v>
                </c:pt>
                <c:pt idx="53">
                  <c:v>1171185761.0</c:v>
                </c:pt>
                <c:pt idx="54">
                  <c:v>1229944050.0</c:v>
                </c:pt>
                <c:pt idx="55">
                  <c:v>743445868.0</c:v>
                </c:pt>
                <c:pt idx="56">
                  <c:v>904172050.0</c:v>
                </c:pt>
                <c:pt idx="57">
                  <c:v>686342401.0</c:v>
                </c:pt>
                <c:pt idx="58">
                  <c:v>736183361.0</c:v>
                </c:pt>
                <c:pt idx="59">
                  <c:v>856144674.0</c:v>
                </c:pt>
                <c:pt idx="60">
                  <c:v>206289748.0</c:v>
                </c:pt>
                <c:pt idx="61">
                  <c:v>1103198714.0</c:v>
                </c:pt>
                <c:pt idx="62">
                  <c:v>1098000026.0</c:v>
                </c:pt>
                <c:pt idx="63">
                  <c:v>1701803863.0</c:v>
                </c:pt>
                <c:pt idx="64">
                  <c:v>1364645502.0</c:v>
                </c:pt>
                <c:pt idx="65">
                  <c:v>1430385293.0</c:v>
                </c:pt>
                <c:pt idx="66">
                  <c:v>1217467853.0</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957644821.7224019</c:v>
                </c:pt>
                <c:pt idx="1">
                  <c:v>1018494309.7138069</c:v>
                </c:pt>
                <c:pt idx="2">
                  <c:v>1456405787.4352322</c:v>
                </c:pt>
                <c:pt idx="3">
                  <c:v>1101752265.9334812</c:v>
                </c:pt>
                <c:pt idx="4">
                  <c:v>1083461195.389488</c:v>
                </c:pt>
                <c:pt idx="5">
                  <c:v>1181442183.5719347</c:v>
                </c:pt>
                <c:pt idx="6">
                  <c:v>886209621.4995329</c:v>
                </c:pt>
                <c:pt idx="7">
                  <c:v>878409915.4495316</c:v>
                </c:pt>
                <c:pt idx="8">
                  <c:v>610130014.2971654</c:v>
                </c:pt>
                <c:pt idx="9">
                  <c:v>634045213.0635113</c:v>
                </c:pt>
                <c:pt idx="10">
                  <c:v>834361898.8280398</c:v>
                </c:pt>
                <c:pt idx="11">
                  <c:v>757161045.9937505</c:v>
                </c:pt>
                <c:pt idx="12">
                  <c:v>1008518894.4363084</c:v>
                </c:pt>
                <c:pt idx="13">
                  <c:v>1038293066.318491</c:v>
                </c:pt>
                <c:pt idx="14">
                  <c:v>1491175522.327665</c:v>
                </c:pt>
                <c:pt idx="15">
                  <c:v>1179681630.926093</c:v>
                </c:pt>
                <c:pt idx="16">
                  <c:v>1477790356.485765</c:v>
                </c:pt>
                <c:pt idx="17">
                  <c:v>1102659223.6977766</c:v>
                </c:pt>
                <c:pt idx="18">
                  <c:v>841206342.3115364</c:v>
                </c:pt>
                <c:pt idx="19">
                  <c:v>955877736.5663128</c:v>
                </c:pt>
                <c:pt idx="20">
                  <c:v>684670151.5809339</c:v>
                </c:pt>
                <c:pt idx="21">
                  <c:v>642717636.4204254</c:v>
                </c:pt>
                <c:pt idx="22">
                  <c:v>949224316.7304703</c:v>
                </c:pt>
                <c:pt idx="23">
                  <c:v>803088807.277739</c:v>
                </c:pt>
                <c:pt idx="24">
                  <c:v>1240692296.2173414</c:v>
                </c:pt>
                <c:pt idx="25">
                  <c:v>1117358584.2477086</c:v>
                </c:pt>
                <c:pt idx="26">
                  <c:v>1209385768.1736217</c:v>
                </c:pt>
                <c:pt idx="27">
                  <c:v>1232540304.393443</c:v>
                </c:pt>
                <c:pt idx="28">
                  <c:v>1506340087.7345662</c:v>
                </c:pt>
                <c:pt idx="29">
                  <c:v>1184674737.768262</c:v>
                </c:pt>
                <c:pt idx="30">
                  <c:v>955342052.99952</c:v>
                </c:pt>
                <c:pt idx="31">
                  <c:v>913634924.2570544</c:v>
                </c:pt>
                <c:pt idx="32">
                  <c:v>706049526.4765532</c:v>
                </c:pt>
                <c:pt idx="33">
                  <c:v>769011854.9406219</c:v>
                </c:pt>
                <c:pt idx="34">
                  <c:v>704568977.1028801</c:v>
                </c:pt>
                <c:pt idx="35">
                  <c:v>899984498.379823</c:v>
                </c:pt>
                <c:pt idx="36">
                  <c:v>1285297639.5667317</c:v>
                </c:pt>
                <c:pt idx="37">
                  <c:v>1206551984.088093</c:v>
                </c:pt>
                <c:pt idx="38">
                  <c:v>1242436874.6661813</c:v>
                </c:pt>
                <c:pt idx="39">
                  <c:v>1376723799.3135793</c:v>
                </c:pt>
                <c:pt idx="40">
                  <c:v>1581274847.0145226</c:v>
                </c:pt>
                <c:pt idx="41">
                  <c:v>1101433223.2990642</c:v>
                </c:pt>
                <c:pt idx="42">
                  <c:v>1084384081.3790586</c:v>
                </c:pt>
                <c:pt idx="43">
                  <c:v>795817285.4742824</c:v>
                </c:pt>
                <c:pt idx="44">
                  <c:v>667322972.8663753</c:v>
                </c:pt>
                <c:pt idx="45">
                  <c:v>839910261.6594112</c:v>
                </c:pt>
                <c:pt idx="46">
                  <c:v>778696446.7333406</c:v>
                </c:pt>
                <c:pt idx="47">
                  <c:v>889598180.591666</c:v>
                </c:pt>
                <c:pt idx="48">
                  <c:v>1324949943.0157928</c:v>
                </c:pt>
                <c:pt idx="49">
                  <c:v>1222061055.18884</c:v>
                </c:pt>
                <c:pt idx="50">
                  <c:v>1348880807.6429994</c:v>
                </c:pt>
                <c:pt idx="51">
                  <c:v>1736897754.8401399</c:v>
                </c:pt>
                <c:pt idx="52">
                  <c:v>1298740920.0829778</c:v>
                </c:pt>
                <c:pt idx="53">
                  <c:v>1117661730.689949</c:v>
                </c:pt>
                <c:pt idx="54">
                  <c:v>1190964645.38701</c:v>
                </c:pt>
                <c:pt idx="55">
                  <c:v>738668779.5685976</c:v>
                </c:pt>
                <c:pt idx="56">
                  <c:v>942293991.5760366</c:v>
                </c:pt>
                <c:pt idx="57">
                  <c:v>677146440.1217413</c:v>
                </c:pt>
                <c:pt idx="58">
                  <c:v>779301642.3660076</c:v>
                </c:pt>
                <c:pt idx="59">
                  <c:v>872892047.891916</c:v>
                </c:pt>
                <c:pt idx="60">
                  <c:v>204730475.6895548</c:v>
                </c:pt>
                <c:pt idx="61">
                  <c:v>1122680106.4802597</c:v>
                </c:pt>
                <c:pt idx="62">
                  <c:v>1126854401.6331134</c:v>
                </c:pt>
                <c:pt idx="63">
                  <c:v>1727054157.9103618</c:v>
                </c:pt>
                <c:pt idx="64">
                  <c:v>1340403312.8879929</c:v>
                </c:pt>
                <c:pt idx="65">
                  <c:v>1387184340.9218078</c:v>
                </c:pt>
                <c:pt idx="66">
                  <c:v>1159024272.7874749</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093171735.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Brand_1_Master_A Form_B: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2056375.1411985913</c:v>
                </c:pt>
                <c:pt idx="1">
                  <c:v>2056375.1411985913</c:v>
                </c:pt>
                <c:pt idx="2">
                  <c:v>2570468.926498239</c:v>
                </c:pt>
                <c:pt idx="3">
                  <c:v>2056375.1411985913</c:v>
                </c:pt>
                <c:pt idx="4">
                  <c:v>2056375.1411985913</c:v>
                </c:pt>
                <c:pt idx="5">
                  <c:v>2570468.926498239</c:v>
                </c:pt>
                <c:pt idx="6">
                  <c:v>2056375.1411985913</c:v>
                </c:pt>
                <c:pt idx="7">
                  <c:v>2570468.926498239</c:v>
                </c:pt>
                <c:pt idx="8">
                  <c:v>2056375.1411985913</c:v>
                </c:pt>
                <c:pt idx="9">
                  <c:v>2056375.1411985913</c:v>
                </c:pt>
                <c:pt idx="10">
                  <c:v>2570468.926498239</c:v>
                </c:pt>
                <c:pt idx="11">
                  <c:v>2056375.1411985913</c:v>
                </c:pt>
                <c:pt idx="12">
                  <c:v>2056375.1411985913</c:v>
                </c:pt>
                <c:pt idx="13">
                  <c:v>2056375.1411985913</c:v>
                </c:pt>
                <c:pt idx="14">
                  <c:v>2570468.926498239</c:v>
                </c:pt>
                <c:pt idx="15">
                  <c:v>2056375.1411985913</c:v>
                </c:pt>
                <c:pt idx="16">
                  <c:v>2570468.926498239</c:v>
                </c:pt>
                <c:pt idx="17">
                  <c:v>2056375.1411985913</c:v>
                </c:pt>
                <c:pt idx="18">
                  <c:v>2056375.1411985913</c:v>
                </c:pt>
                <c:pt idx="19">
                  <c:v>2570468.926498239</c:v>
                </c:pt>
                <c:pt idx="20">
                  <c:v>2056375.1411985913</c:v>
                </c:pt>
                <c:pt idx="21">
                  <c:v>2056375.1411985913</c:v>
                </c:pt>
                <c:pt idx="22">
                  <c:v>2570468.926498239</c:v>
                </c:pt>
                <c:pt idx="23">
                  <c:v>2056375.1411985913</c:v>
                </c:pt>
                <c:pt idx="24">
                  <c:v>2570468.926498239</c:v>
                </c:pt>
                <c:pt idx="25">
                  <c:v>2056375.1411985913</c:v>
                </c:pt>
                <c:pt idx="26">
                  <c:v>2056375.1411985913</c:v>
                </c:pt>
                <c:pt idx="27">
                  <c:v>2056375.1411985913</c:v>
                </c:pt>
                <c:pt idx="28">
                  <c:v>2570468.926498239</c:v>
                </c:pt>
                <c:pt idx="29">
                  <c:v>2056375.1411985913</c:v>
                </c:pt>
                <c:pt idx="30">
                  <c:v>2056375.1411985913</c:v>
                </c:pt>
                <c:pt idx="31">
                  <c:v>2570468.926498239</c:v>
                </c:pt>
                <c:pt idx="32">
                  <c:v>2056375.1411985913</c:v>
                </c:pt>
                <c:pt idx="33">
                  <c:v>2570468.926498239</c:v>
                </c:pt>
                <c:pt idx="34">
                  <c:v>2056375.1411985913</c:v>
                </c:pt>
                <c:pt idx="35">
                  <c:v>2056375.1411985913</c:v>
                </c:pt>
                <c:pt idx="36">
                  <c:v>2570468.926498239</c:v>
                </c:pt>
                <c:pt idx="37">
                  <c:v>2056375.1411985913</c:v>
                </c:pt>
                <c:pt idx="38">
                  <c:v>2056375.1411985913</c:v>
                </c:pt>
                <c:pt idx="39">
                  <c:v>2056375.1411985913</c:v>
                </c:pt>
                <c:pt idx="40">
                  <c:v>2570468.926498239</c:v>
                </c:pt>
                <c:pt idx="41">
                  <c:v>2056375.1411985913</c:v>
                </c:pt>
                <c:pt idx="42">
                  <c:v>2570468.926498239</c:v>
                </c:pt>
                <c:pt idx="43">
                  <c:v>2056375.1411985913</c:v>
                </c:pt>
                <c:pt idx="44">
                  <c:v>2056375.1411985913</c:v>
                </c:pt>
                <c:pt idx="45">
                  <c:v>2570468.926498239</c:v>
                </c:pt>
                <c:pt idx="46">
                  <c:v>2056375.1411985913</c:v>
                </c:pt>
                <c:pt idx="47">
                  <c:v>2056375.1411985913</c:v>
                </c:pt>
                <c:pt idx="48">
                  <c:v>2570468.926498239</c:v>
                </c:pt>
                <c:pt idx="49">
                  <c:v>2056375.1411985913</c:v>
                </c:pt>
                <c:pt idx="50">
                  <c:v>2056375.1411985913</c:v>
                </c:pt>
                <c:pt idx="51">
                  <c:v>2570468.926498239</c:v>
                </c:pt>
                <c:pt idx="52">
                  <c:v>2056375.1411985913</c:v>
                </c:pt>
                <c:pt idx="53">
                  <c:v>2056375.1411985913</c:v>
                </c:pt>
                <c:pt idx="54">
                  <c:v>2570468.926498239</c:v>
                </c:pt>
                <c:pt idx="55">
                  <c:v>2056375.1411985913</c:v>
                </c:pt>
                <c:pt idx="56">
                  <c:v>2570468.926498239</c:v>
                </c:pt>
                <c:pt idx="57">
                  <c:v>2056375.1411985913</c:v>
                </c:pt>
                <c:pt idx="58">
                  <c:v>2056375.1411985913</c:v>
                </c:pt>
                <c:pt idx="59">
                  <c:v>2570468.926498239</c:v>
                </c:pt>
                <c:pt idx="60">
                  <c:v>2056375.1411985913</c:v>
                </c:pt>
                <c:pt idx="61">
                  <c:v>2056375.1411985913</c:v>
                </c:pt>
                <c:pt idx="62">
                  <c:v>2570468.926498239</c:v>
                </c:pt>
                <c:pt idx="63">
                  <c:v>2056375.1411985913</c:v>
                </c:pt>
                <c:pt idx="64">
                  <c:v>2056375.1411985913</c:v>
                </c:pt>
                <c:pt idx="65">
                  <c:v>2056375.1411985913</c:v>
                </c:pt>
              </c:numCache>
            </c:numRef>
          </c:val>
        </c:ser>
        <c:ser>
          <c:idx val="1"/>
          <c:order val="1"/>
          <c:tx>
            <c:strRef>
              <c:f>Sheet1!$C$1</c:f>
              <c:strCache>
                <c:ptCount val="1"/>
                <c:pt idx="0">
                  <c:v>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657.1690906392259</c:v>
                </c:pt>
                <c:pt idx="1">
                  <c:v>27130.715309296884</c:v>
                </c:pt>
                <c:pt idx="2">
                  <c:v>19760.576411123333</c:v>
                </c:pt>
                <c:pt idx="3">
                  <c:v>21885.90629955763</c:v>
                </c:pt>
                <c:pt idx="4">
                  <c:v>24904.881565428364</c:v>
                </c:pt>
                <c:pt idx="5">
                  <c:v>601.7386744662346</c:v>
                </c:pt>
                <c:pt idx="6">
                  <c:v>32307.197913072305</c:v>
                </c:pt>
                <c:pt idx="7">
                  <c:v>33316.84003840128</c:v>
                </c:pt>
                <c:pt idx="8">
                  <c:v>13607.684615763388</c:v>
                </c:pt>
                <c:pt idx="9">
                  <c:v>26912.75441784617</c:v>
                </c:pt>
                <c:pt idx="10">
                  <c:v>6813.420689594931</c:v>
                </c:pt>
                <c:pt idx="11">
                  <c:v>9722.727483072289</c:v>
                </c:pt>
                <c:pt idx="12">
                  <c:v>1203.6106989596929</c:v>
                </c:pt>
                <c:pt idx="13">
                  <c:v>484.6938825406156</c:v>
                </c:pt>
                <c:pt idx="14">
                  <c:v>28286.448970024987</c:v>
                </c:pt>
                <c:pt idx="15">
                  <c:v>10422.500034569612</c:v>
                </c:pt>
                <c:pt idx="16">
                  <c:v>44021.08611162368</c:v>
                </c:pt>
                <c:pt idx="17">
                  <c:v>16076.258452733811</c:v>
                </c:pt>
                <c:pt idx="18">
                  <c:v>31951.47203936345</c:v>
                </c:pt>
                <c:pt idx="19">
                  <c:v>16279.088423322364</c:v>
                </c:pt>
                <c:pt idx="20">
                  <c:v>288.5524378209143</c:v>
                </c:pt>
                <c:pt idx="21">
                  <c:v>20398.08911201274</c:v>
                </c:pt>
                <c:pt idx="22">
                  <c:v>30770.93422259028</c:v>
                </c:pt>
                <c:pt idx="23">
                  <c:v>21032.31142567858</c:v>
                </c:pt>
                <c:pt idx="24">
                  <c:v>45600.353007212056</c:v>
                </c:pt>
                <c:pt idx="25">
                  <c:v>34985.9617225416</c:v>
                </c:pt>
                <c:pt idx="26">
                  <c:v>31807.9152857594</c:v>
                </c:pt>
                <c:pt idx="27">
                  <c:v>2381.31565391099</c:v>
                </c:pt>
                <c:pt idx="28">
                  <c:v>29804.836554398014</c:v>
                </c:pt>
                <c:pt idx="29">
                  <c:v>29411.813782611738</c:v>
                </c:pt>
                <c:pt idx="30">
                  <c:v>48436.34880687455</c:v>
                </c:pt>
                <c:pt idx="31">
                  <c:v>2923.985121539639</c:v>
                </c:pt>
                <c:pt idx="32">
                  <c:v>17445.00480642706</c:v>
                </c:pt>
                <c:pt idx="33">
                  <c:v>50673.71497557835</c:v>
                </c:pt>
                <c:pt idx="34">
                  <c:v>22260.86634058948</c:v>
                </c:pt>
                <c:pt idx="35">
                  <c:v>43556.576039097556</c:v>
                </c:pt>
                <c:pt idx="36">
                  <c:v>7675.8625176117575</c:v>
                </c:pt>
                <c:pt idx="37">
                  <c:v>42810.24474862098</c:v>
                </c:pt>
                <c:pt idx="38">
                  <c:v>38330.46549116543</c:v>
                </c:pt>
                <c:pt idx="39">
                  <c:v>43519.5761950801</c:v>
                </c:pt>
                <c:pt idx="40">
                  <c:v>36690.222888648364</c:v>
                </c:pt>
                <c:pt idx="41">
                  <c:v>7433.730649590554</c:v>
                </c:pt>
                <c:pt idx="42">
                  <c:v>260.4573708923206</c:v>
                </c:pt>
                <c:pt idx="43">
                  <c:v>49499.45906799979</c:v>
                </c:pt>
                <c:pt idx="44">
                  <c:v>46674.997956453204</c:v>
                </c:pt>
                <c:pt idx="45">
                  <c:v>27205.174612021932</c:v>
                </c:pt>
                <c:pt idx="46">
                  <c:v>23248.813896853222</c:v>
                </c:pt>
                <c:pt idx="47">
                  <c:v>34002.47188263537</c:v>
                </c:pt>
                <c:pt idx="48">
                  <c:v>591.6683174898794</c:v>
                </c:pt>
                <c:pt idx="49">
                  <c:v>494.4513803649782</c:v>
                </c:pt>
                <c:pt idx="50">
                  <c:v>6251.8914161632965</c:v>
                </c:pt>
                <c:pt idx="51">
                  <c:v>38572.30022681117</c:v>
                </c:pt>
                <c:pt idx="52">
                  <c:v>31883.789479589293</c:v>
                </c:pt>
                <c:pt idx="53">
                  <c:v>37611.9927903938</c:v>
                </c:pt>
                <c:pt idx="54">
                  <c:v>60451.28828285473</c:v>
                </c:pt>
                <c:pt idx="55">
                  <c:v>23974.456514451034</c:v>
                </c:pt>
                <c:pt idx="56">
                  <c:v>1797.4772780392439</c:v>
                </c:pt>
                <c:pt idx="57">
                  <c:v>41531.18355697638</c:v>
                </c:pt>
                <c:pt idx="58">
                  <c:v>4226.266960098651</c:v>
                </c:pt>
                <c:pt idx="59">
                  <c:v>807.7500753404794</c:v>
                </c:pt>
                <c:pt idx="60">
                  <c:v>27928.277102869124</c:v>
                </c:pt>
                <c:pt idx="61">
                  <c:v>13293.15873260949</c:v>
                </c:pt>
                <c:pt idx="62">
                  <c:v>757.9884390178026</c:v>
                </c:pt>
                <c:pt idx="63">
                  <c:v>27084.182595397127</c:v>
                </c:pt>
                <c:pt idx="64">
                  <c:v>29412.690311607137</c:v>
                </c:pt>
                <c:pt idx="65">
                  <c:v>30676.75813301327</c:v>
                </c:pt>
              </c:numCache>
            </c:numRef>
          </c:val>
        </c:ser>
        <c:ser>
          <c:idx val="2"/>
          <c:order val="2"/>
          <c:tx>
            <c:strRef>
              <c:f>Sheet1!$D$1</c:f>
              <c:strCache>
                <c:ptCount val="1"/>
                <c:pt idx="0">
                  <c:v>Digital_Performance</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49984.35732696661</c:v>
                </c:pt>
                <c:pt idx="1">
                  <c:v>31763.669124734406</c:v>
                </c:pt>
                <c:pt idx="2">
                  <c:v>29301.676774538493</c:v>
                </c:pt>
                <c:pt idx="3">
                  <c:v>38876.149798890794</c:v>
                </c:pt>
                <c:pt idx="4">
                  <c:v>16266.693318374972</c:v>
                </c:pt>
                <c:pt idx="5">
                  <c:v>57968.40401925142</c:v>
                </c:pt>
                <c:pt idx="6">
                  <c:v>59222.73720747221</c:v>
                </c:pt>
                <c:pt idx="7">
                  <c:v>41641.95748602949</c:v>
                </c:pt>
                <c:pt idx="8">
                  <c:v>8569.266183953177</c:v>
                </c:pt>
                <c:pt idx="9">
                  <c:v>45535.92942940678</c:v>
                </c:pt>
                <c:pt idx="10">
                  <c:v>22893.880543086456</c:v>
                </c:pt>
                <c:pt idx="11">
                  <c:v>26545.9125404948</c:v>
                </c:pt>
                <c:pt idx="12">
                  <c:v>17680.602823622325</c:v>
                </c:pt>
                <c:pt idx="13">
                  <c:v>50408.80688720396</c:v>
                </c:pt>
                <c:pt idx="14">
                  <c:v>44226.142582453875</c:v>
                </c:pt>
                <c:pt idx="15">
                  <c:v>39563.365983473515</c:v>
                </c:pt>
                <c:pt idx="16">
                  <c:v>42649.795955107234</c:v>
                </c:pt>
                <c:pt idx="17">
                  <c:v>38375.43607698995</c:v>
                </c:pt>
                <c:pt idx="18">
                  <c:v>43682.10038522806</c:v>
                </c:pt>
                <c:pt idx="19">
                  <c:v>58678.21609387708</c:v>
                </c:pt>
                <c:pt idx="20">
                  <c:v>44200.32908420532</c:v>
                </c:pt>
                <c:pt idx="21">
                  <c:v>27332.39721999893</c:v>
                </c:pt>
                <c:pt idx="22">
                  <c:v>1912.6701206557711</c:v>
                </c:pt>
                <c:pt idx="23">
                  <c:v>57102.70953684808</c:v>
                </c:pt>
                <c:pt idx="24">
                  <c:v>2827.6834320121666</c:v>
                </c:pt>
                <c:pt idx="25">
                  <c:v>827.3929540319391</c:v>
                </c:pt>
                <c:pt idx="26">
                  <c:v>823.1788145392195</c:v>
                </c:pt>
                <c:pt idx="27">
                  <c:v>27632.98227831833</c:v>
                </c:pt>
                <c:pt idx="28">
                  <c:v>13088.39952723397</c:v>
                </c:pt>
                <c:pt idx="29">
                  <c:v>1365.5350529255772</c:v>
                </c:pt>
                <c:pt idx="30">
                  <c:v>40222.73643107705</c:v>
                </c:pt>
                <c:pt idx="31">
                  <c:v>52720.833636796306</c:v>
                </c:pt>
                <c:pt idx="32">
                  <c:v>2324.7793289550627</c:v>
                </c:pt>
                <c:pt idx="33">
                  <c:v>35010.56172696415</c:v>
                </c:pt>
                <c:pt idx="34">
                  <c:v>24973.80693887637</c:v>
                </c:pt>
                <c:pt idx="35">
                  <c:v>60026.126916730616</c:v>
                </c:pt>
                <c:pt idx="36">
                  <c:v>51782.58662250189</c:v>
                </c:pt>
                <c:pt idx="37">
                  <c:v>33716.98139117026</c:v>
                </c:pt>
                <c:pt idx="38">
                  <c:v>12761.047876673656</c:v>
                </c:pt>
                <c:pt idx="39">
                  <c:v>540.5831986094587</c:v>
                </c:pt>
                <c:pt idx="40">
                  <c:v>44947.05628697125</c:v>
                </c:pt>
                <c:pt idx="41">
                  <c:v>32323.342545593412</c:v>
                </c:pt>
                <c:pt idx="42">
                  <c:v>2427.3237966612337</c:v>
                </c:pt>
                <c:pt idx="43">
                  <c:v>58783.720066737515</c:v>
                </c:pt>
                <c:pt idx="44">
                  <c:v>27705.877334917757</c:v>
                </c:pt>
                <c:pt idx="45">
                  <c:v>12279.09082455513</c:v>
                </c:pt>
                <c:pt idx="46">
                  <c:v>17618.982337474303</c:v>
                </c:pt>
                <c:pt idx="47">
                  <c:v>14625.840985455525</c:v>
                </c:pt>
                <c:pt idx="48">
                  <c:v>37736.24750507182</c:v>
                </c:pt>
                <c:pt idx="49">
                  <c:v>24511.122721659223</c:v>
                </c:pt>
                <c:pt idx="50">
                  <c:v>21163.00708210459</c:v>
                </c:pt>
                <c:pt idx="51">
                  <c:v>66928.12443361044</c:v>
                </c:pt>
                <c:pt idx="52">
                  <c:v>34465.55054027766</c:v>
                </c:pt>
                <c:pt idx="53">
                  <c:v>60458.90609151211</c:v>
                </c:pt>
                <c:pt idx="54">
                  <c:v>45980.08452927206</c:v>
                </c:pt>
                <c:pt idx="55">
                  <c:v>10801.028838322909</c:v>
                </c:pt>
                <c:pt idx="56">
                  <c:v>34903.68161728936</c:v>
                </c:pt>
                <c:pt idx="57">
                  <c:v>6588.3639746915815</c:v>
                </c:pt>
                <c:pt idx="58">
                  <c:v>9338.177247051937</c:v>
                </c:pt>
                <c:pt idx="59">
                  <c:v>7770.026016466721</c:v>
                </c:pt>
                <c:pt idx="60">
                  <c:v>12679.180539401752</c:v>
                </c:pt>
                <c:pt idx="61">
                  <c:v>23104.230986499017</c:v>
                </c:pt>
                <c:pt idx="62">
                  <c:v>13553.914622902512</c:v>
                </c:pt>
                <c:pt idx="63">
                  <c:v>23437.508152136197</c:v>
                </c:pt>
                <c:pt idx="64">
                  <c:v>34149.3947539455</c:v>
                </c:pt>
                <c:pt idx="65">
                  <c:v>19652.413836934367</c:v>
                </c:pt>
              </c:numCache>
            </c:numRef>
          </c:val>
        </c:ser>
        <c:ser>
          <c:idx val="3"/>
          <c:order val="3"/>
          <c:tx>
            <c:strRef>
              <c:f>Sheet1!$E$1</c:f>
              <c:strCache>
                <c:ptCount val="1"/>
                <c:pt idx="0">
                  <c:v>Digital_Special projects</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486.6127250224406</c:v>
                </c:pt>
                <c:pt idx="1">
                  <c:v>6748.9395566244175</c:v>
                </c:pt>
                <c:pt idx="2">
                  <c:v>11282.414064746286</c:v>
                </c:pt>
                <c:pt idx="3">
                  <c:v>9118.17837158584</c:v>
                </c:pt>
                <c:pt idx="4">
                  <c:v>17105.647606094728</c:v>
                </c:pt>
                <c:pt idx="5">
                  <c:v>917.9671824736306</c:v>
                </c:pt>
                <c:pt idx="6">
                  <c:v>15354.216528128869</c:v>
                </c:pt>
                <c:pt idx="7">
                  <c:v>33196.8363792919</c:v>
                </c:pt>
                <c:pt idx="8">
                  <c:v>15750.105353529205</c:v>
                </c:pt>
                <c:pt idx="9">
                  <c:v>492.1610896497749</c:v>
                </c:pt>
                <c:pt idx="10">
                  <c:v>14115.864252815072</c:v>
                </c:pt>
                <c:pt idx="11">
                  <c:v>9396.446126590741</c:v>
                </c:pt>
                <c:pt idx="12">
                  <c:v>27151.590049781767</c:v>
                </c:pt>
                <c:pt idx="13">
                  <c:v>6699.5687093365195</c:v>
                </c:pt>
                <c:pt idx="14">
                  <c:v>29830.84383137379</c:v>
                </c:pt>
                <c:pt idx="15">
                  <c:v>20074.249668455144</c:v>
                </c:pt>
                <c:pt idx="16">
                  <c:v>21051.175459645212</c:v>
                </c:pt>
                <c:pt idx="17">
                  <c:v>432.53151257080253</c:v>
                </c:pt>
                <c:pt idx="18">
                  <c:v>791.9669356484313</c:v>
                </c:pt>
                <c:pt idx="19">
                  <c:v>34719.5922948743</c:v>
                </c:pt>
                <c:pt idx="20">
                  <c:v>5392.903568451674</c:v>
                </c:pt>
                <c:pt idx="21">
                  <c:v>28213.700992488008</c:v>
                </c:pt>
                <c:pt idx="22">
                  <c:v>24208.265868277085</c:v>
                </c:pt>
                <c:pt idx="23">
                  <c:v>530.7547966088275</c:v>
                </c:pt>
                <c:pt idx="24">
                  <c:v>39214.77191981607</c:v>
                </c:pt>
                <c:pt idx="25">
                  <c:v>3741.3842350137247</c:v>
                </c:pt>
                <c:pt idx="26">
                  <c:v>21498.860687195523</c:v>
                </c:pt>
                <c:pt idx="27">
                  <c:v>17072.651575508586</c:v>
                </c:pt>
                <c:pt idx="28">
                  <c:v>24358.374374435538</c:v>
                </c:pt>
                <c:pt idx="29">
                  <c:v>30618.27298884903</c:v>
                </c:pt>
                <c:pt idx="30">
                  <c:v>42307.071424150636</c:v>
                </c:pt>
                <c:pt idx="31">
                  <c:v>958.340628840217</c:v>
                </c:pt>
                <c:pt idx="32">
                  <c:v>14176.520582575908</c:v>
                </c:pt>
                <c:pt idx="33">
                  <c:v>5549.75262972447</c:v>
                </c:pt>
                <c:pt idx="34">
                  <c:v>63.47435001035984</c:v>
                </c:pt>
                <c:pt idx="35">
                  <c:v>1557.5776773920797</c:v>
                </c:pt>
                <c:pt idx="36">
                  <c:v>861.7082705448545</c:v>
                </c:pt>
                <c:pt idx="37">
                  <c:v>28404.265521925357</c:v>
                </c:pt>
                <c:pt idx="38">
                  <c:v>372.9972613434781</c:v>
                </c:pt>
                <c:pt idx="39">
                  <c:v>3115.617249987917</c:v>
                </c:pt>
                <c:pt idx="40">
                  <c:v>7988.131975681802</c:v>
                </c:pt>
                <c:pt idx="41">
                  <c:v>30699.622234853956</c:v>
                </c:pt>
                <c:pt idx="42">
                  <c:v>28366.746719466595</c:v>
                </c:pt>
                <c:pt idx="43">
                  <c:v>16991.353143060453</c:v>
                </c:pt>
                <c:pt idx="44">
                  <c:v>21077.78760031842</c:v>
                </c:pt>
                <c:pt idx="45">
                  <c:v>38074.77589001625</c:v>
                </c:pt>
                <c:pt idx="46">
                  <c:v>1756.9191291906839</c:v>
                </c:pt>
                <c:pt idx="47">
                  <c:v>34657.7282292326</c:v>
                </c:pt>
                <c:pt idx="48">
                  <c:v>255.33979282376075</c:v>
                </c:pt>
                <c:pt idx="49">
                  <c:v>27662.919806443817</c:v>
                </c:pt>
                <c:pt idx="50">
                  <c:v>30866.13781027546</c:v>
                </c:pt>
                <c:pt idx="51">
                  <c:v>21781.40675421796</c:v>
                </c:pt>
                <c:pt idx="52">
                  <c:v>26323.36554377306</c:v>
                </c:pt>
                <c:pt idx="53">
                  <c:v>642.1928983836102</c:v>
                </c:pt>
                <c:pt idx="54">
                  <c:v>14040.305513389016</c:v>
                </c:pt>
                <c:pt idx="55">
                  <c:v>24519.526592423637</c:v>
                </c:pt>
                <c:pt idx="56">
                  <c:v>17736.70942165153</c:v>
                </c:pt>
                <c:pt idx="57">
                  <c:v>1726.217678763342</c:v>
                </c:pt>
                <c:pt idx="58">
                  <c:v>10427.20834753189</c:v>
                </c:pt>
                <c:pt idx="59">
                  <c:v>32365.31308621133</c:v>
                </c:pt>
                <c:pt idx="60">
                  <c:v>636.0885050803735</c:v>
                </c:pt>
                <c:pt idx="61">
                  <c:v>556.6636387285521</c:v>
                </c:pt>
                <c:pt idx="62">
                  <c:v>15309.088269682494</c:v>
                </c:pt>
                <c:pt idx="63">
                  <c:v>14931.205300415777</c:v>
                </c:pt>
                <c:pt idx="64">
                  <c:v>28218.98506467662</c:v>
                </c:pt>
                <c:pt idx="65">
                  <c:v>56229.415778254865</c:v>
                </c:pt>
              </c:numCache>
            </c:numRef>
          </c:val>
        </c:ser>
        <c:ser>
          <c:idx val="4"/>
          <c:order val="4"/>
          <c:tx>
            <c:strRef>
              <c:f>Sheet1!$F$1</c:f>
              <c:strCache>
                <c:ptCount val="1"/>
                <c:pt idx="0">
                  <c:v>Digital_Video</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6105.119223529734</c:v>
                </c:pt>
                <c:pt idx="1">
                  <c:v>32824.223957770584</c:v>
                </c:pt>
                <c:pt idx="2">
                  <c:v>26074.928934078307</c:v>
                </c:pt>
                <c:pt idx="3">
                  <c:v>25567.65555144615</c:v>
                </c:pt>
                <c:pt idx="4">
                  <c:v>19766.376751723496</c:v>
                </c:pt>
                <c:pt idx="5">
                  <c:v>36570.51488641249</c:v>
                </c:pt>
                <c:pt idx="6">
                  <c:v>22560.085387699113</c:v>
                </c:pt>
                <c:pt idx="7">
                  <c:v>416.36371956671167</c:v>
                </c:pt>
                <c:pt idx="8">
                  <c:v>13042.263944339058</c:v>
                </c:pt>
                <c:pt idx="9">
                  <c:v>194.92253563516746</c:v>
                </c:pt>
                <c:pt idx="10">
                  <c:v>500.9082752104175</c:v>
                </c:pt>
                <c:pt idx="11">
                  <c:v>14117.204446866092</c:v>
                </c:pt>
                <c:pt idx="12">
                  <c:v>79.31220298538689</c:v>
                </c:pt>
                <c:pt idx="13">
                  <c:v>18256.772986381788</c:v>
                </c:pt>
                <c:pt idx="14">
                  <c:v>16745.704771417266</c:v>
                </c:pt>
                <c:pt idx="15">
                  <c:v>9756.920699704837</c:v>
                </c:pt>
                <c:pt idx="16">
                  <c:v>17782.55800295951</c:v>
                </c:pt>
                <c:pt idx="17">
                  <c:v>28002.415463513487</c:v>
                </c:pt>
                <c:pt idx="18">
                  <c:v>10762.464418763586</c:v>
                </c:pt>
                <c:pt idx="19">
                  <c:v>46603.87065096852</c:v>
                </c:pt>
                <c:pt idx="20">
                  <c:v>16621.070180531704</c:v>
                </c:pt>
                <c:pt idx="21">
                  <c:v>14015.545953936402</c:v>
                </c:pt>
                <c:pt idx="22">
                  <c:v>55311.43838291717</c:v>
                </c:pt>
                <c:pt idx="23">
                  <c:v>37799.30380191332</c:v>
                </c:pt>
                <c:pt idx="24">
                  <c:v>5313.546226175509</c:v>
                </c:pt>
                <c:pt idx="25">
                  <c:v>9335.139937431355</c:v>
                </c:pt>
                <c:pt idx="26">
                  <c:v>308.9453760936137</c:v>
                </c:pt>
                <c:pt idx="27">
                  <c:v>28.474319572299862</c:v>
                </c:pt>
                <c:pt idx="28">
                  <c:v>47117.05048671019</c:v>
                </c:pt>
                <c:pt idx="29">
                  <c:v>63002.36444880461</c:v>
                </c:pt>
                <c:pt idx="30">
                  <c:v>51313.75028694444</c:v>
                </c:pt>
                <c:pt idx="31">
                  <c:v>24754.594276483258</c:v>
                </c:pt>
                <c:pt idx="32">
                  <c:v>44749.129914200435</c:v>
                </c:pt>
                <c:pt idx="33">
                  <c:v>13270.448296537084</c:v>
                </c:pt>
                <c:pt idx="34">
                  <c:v>22006.59759090799</c:v>
                </c:pt>
                <c:pt idx="35">
                  <c:v>48469.5116084781</c:v>
                </c:pt>
                <c:pt idx="36">
                  <c:v>44614.76974685816</c:v>
                </c:pt>
                <c:pt idx="37">
                  <c:v>30744.19850299601</c:v>
                </c:pt>
                <c:pt idx="38">
                  <c:v>29980.543126900186</c:v>
                </c:pt>
                <c:pt idx="39">
                  <c:v>48751.572652733885</c:v>
                </c:pt>
                <c:pt idx="40">
                  <c:v>32462.014909716912</c:v>
                </c:pt>
                <c:pt idx="41">
                  <c:v>42659.95012901051</c:v>
                </c:pt>
                <c:pt idx="42">
                  <c:v>29127.26775643245</c:v>
                </c:pt>
                <c:pt idx="43">
                  <c:v>32818.1096254082</c:v>
                </c:pt>
                <c:pt idx="44">
                  <c:v>9386.117045097359</c:v>
                </c:pt>
                <c:pt idx="45">
                  <c:v>25714.80098207352</c:v>
                </c:pt>
                <c:pt idx="46">
                  <c:v>56210.86430588836</c:v>
                </c:pt>
                <c:pt idx="47">
                  <c:v>36534.043687526355</c:v>
                </c:pt>
                <c:pt idx="48">
                  <c:v>25156.131801567844</c:v>
                </c:pt>
                <c:pt idx="49">
                  <c:v>428.70798991869816</c:v>
                </c:pt>
                <c:pt idx="50">
                  <c:v>125.39047188043456</c:v>
                </c:pt>
                <c:pt idx="51">
                  <c:v>14421.30583944663</c:v>
                </c:pt>
                <c:pt idx="52">
                  <c:v>22779.517139519103</c:v>
                </c:pt>
                <c:pt idx="53">
                  <c:v>40105.62201350151</c:v>
                </c:pt>
                <c:pt idx="54">
                  <c:v>34625.669624465954</c:v>
                </c:pt>
                <c:pt idx="55">
                  <c:v>22440.520759498188</c:v>
                </c:pt>
                <c:pt idx="56">
                  <c:v>56681.471537070174</c:v>
                </c:pt>
                <c:pt idx="57">
                  <c:v>55241.950774634955</c:v>
                </c:pt>
                <c:pt idx="58">
                  <c:v>35725.01596658484</c:v>
                </c:pt>
                <c:pt idx="59">
                  <c:v>26244.352581695115</c:v>
                </c:pt>
                <c:pt idx="60">
                  <c:v>59781.16966472086</c:v>
                </c:pt>
                <c:pt idx="61">
                  <c:v>15462.276916344581</c:v>
                </c:pt>
                <c:pt idx="62">
                  <c:v>74628.35444518685</c:v>
                </c:pt>
                <c:pt idx="63">
                  <c:v>16553.96195332242</c:v>
                </c:pt>
                <c:pt idx="64">
                  <c:v>924.858516246298</c:v>
                </c:pt>
                <c:pt idx="65">
                  <c:v>34887.18558635868</c:v>
                </c:pt>
              </c:numCache>
            </c:numRef>
          </c:val>
        </c:ser>
        <c:ser>
          <c:idx val="5"/>
          <c:order val="5"/>
          <c:tx>
            <c:strRef>
              <c:f>Sheet1!$G$1</c:f>
              <c:strCache>
                <c:ptCount val="1"/>
                <c:pt idx="0">
                  <c:v>Distribution</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1468454.1609052909</c:v>
                </c:pt>
                <c:pt idx="1">
                  <c:v>1378693.2696831108</c:v>
                </c:pt>
                <c:pt idx="2">
                  <c:v>1771729.4094964864</c:v>
                </c:pt>
                <c:pt idx="3">
                  <c:v>1244527.4404263531</c:v>
                </c:pt>
                <c:pt idx="4">
                  <c:v>1295596.2219792863</c:v>
                </c:pt>
                <c:pt idx="5">
                  <c:v>1664961.5179405354</c:v>
                </c:pt>
                <c:pt idx="6">
                  <c:v>1621873.612452147</c:v>
                </c:pt>
                <c:pt idx="7">
                  <c:v>1836165.6201555552</c:v>
                </c:pt>
                <c:pt idx="8">
                  <c:v>1472196.266173819</c:v>
                </c:pt>
                <c:pt idx="9">
                  <c:v>1633306.7658086875</c:v>
                </c:pt>
                <c:pt idx="10">
                  <c:v>1822517.722774474</c:v>
                </c:pt>
                <c:pt idx="11">
                  <c:v>1320159.0751473168</c:v>
                </c:pt>
                <c:pt idx="12">
                  <c:v>1492226.7108512907</c:v>
                </c:pt>
                <c:pt idx="13">
                  <c:v>1367981.4124291865</c:v>
                </c:pt>
                <c:pt idx="14">
                  <c:v>1915857.2541430984</c:v>
                </c:pt>
                <c:pt idx="15">
                  <c:v>1410989.5253788976</c:v>
                </c:pt>
                <c:pt idx="16">
                  <c:v>1945303.2685995488</c:v>
                </c:pt>
                <c:pt idx="17">
                  <c:v>1698492.7861786762</c:v>
                </c:pt>
                <c:pt idx="18">
                  <c:v>1483765.0888444898</c:v>
                </c:pt>
                <c:pt idx="19">
                  <c:v>2158670.0998524274</c:v>
                </c:pt>
                <c:pt idx="20">
                  <c:v>1564189.5250509996</c:v>
                </c:pt>
                <c:pt idx="21">
                  <c:v>1549281.192824639</c:v>
                </c:pt>
                <c:pt idx="22">
                  <c:v>2379054.9754769085</c:v>
                </c:pt>
                <c:pt idx="23">
                  <c:v>1522828.0705306607</c:v>
                </c:pt>
                <c:pt idx="24">
                  <c:v>2006279.8705905112</c:v>
                </c:pt>
                <c:pt idx="25">
                  <c:v>1536655.9098336175</c:v>
                </c:pt>
                <c:pt idx="26">
                  <c:v>1487207.535112031</c:v>
                </c:pt>
                <c:pt idx="27">
                  <c:v>1580614.1151335037</c:v>
                </c:pt>
                <c:pt idx="28">
                  <c:v>2081559.6545250828</c:v>
                </c:pt>
                <c:pt idx="29">
                  <c:v>2097583.819652907</c:v>
                </c:pt>
                <c:pt idx="30">
                  <c:v>1939113.7831980768</c:v>
                </c:pt>
                <c:pt idx="31">
                  <c:v>1994437.004842292</c:v>
                </c:pt>
                <c:pt idx="32">
                  <c:v>1779111.0319718695</c:v>
                </c:pt>
                <c:pt idx="33">
                  <c:v>1937937.840831925</c:v>
                </c:pt>
                <c:pt idx="34">
                  <c:v>1649770.6693115733</c:v>
                </c:pt>
                <c:pt idx="35">
                  <c:v>1887988.3822012534</c:v>
                </c:pt>
                <c:pt idx="36">
                  <c:v>1937120.6510458917</c:v>
                </c:pt>
                <c:pt idx="37">
                  <c:v>1729584.124274796</c:v>
                </c:pt>
                <c:pt idx="38">
                  <c:v>1757881.2888684708</c:v>
                </c:pt>
                <c:pt idx="39">
                  <c:v>1925684.5090534445</c:v>
                </c:pt>
                <c:pt idx="40">
                  <c:v>2154354.71612266</c:v>
                </c:pt>
                <c:pt idx="41">
                  <c:v>1781459.642659847</c:v>
                </c:pt>
                <c:pt idx="42">
                  <c:v>1866142.2543786047</c:v>
                </c:pt>
                <c:pt idx="43">
                  <c:v>1755211.4853835278</c:v>
                </c:pt>
                <c:pt idx="44">
                  <c:v>1683806.871440169</c:v>
                </c:pt>
                <c:pt idx="45">
                  <c:v>2228217.478325388</c:v>
                </c:pt>
                <c:pt idx="46">
                  <c:v>1903796.9295449997</c:v>
                </c:pt>
                <c:pt idx="47">
                  <c:v>1868198.365249059</c:v>
                </c:pt>
                <c:pt idx="48">
                  <c:v>2146305.6961632925</c:v>
                </c:pt>
                <c:pt idx="49">
                  <c:v>1957421.5253328558</c:v>
                </c:pt>
                <c:pt idx="50">
                  <c:v>1924441.5436126604</c:v>
                </c:pt>
                <c:pt idx="51">
                  <c:v>2396181.170325489</c:v>
                </c:pt>
                <c:pt idx="52">
                  <c:v>1952744.4323671793</c:v>
                </c:pt>
                <c:pt idx="53">
                  <c:v>2087713.7865472776</c:v>
                </c:pt>
                <c:pt idx="54">
                  <c:v>2526402.594452416</c:v>
                </c:pt>
                <c:pt idx="55">
                  <c:v>1872447.2162616018</c:v>
                </c:pt>
                <c:pt idx="56">
                  <c:v>2529711.5817944175</c:v>
                </c:pt>
                <c:pt idx="57">
                  <c:v>1942569.0952125662</c:v>
                </c:pt>
                <c:pt idx="58">
                  <c:v>1941232.8902032343</c:v>
                </c:pt>
                <c:pt idx="59">
                  <c:v>2235147.8487869357</c:v>
                </c:pt>
                <c:pt idx="60">
                  <c:v>1900554.2098513574</c:v>
                </c:pt>
                <c:pt idx="61">
                  <c:v>1666484.5653257237</c:v>
                </c:pt>
                <c:pt idx="62">
                  <c:v>2640933.8668133756</c:v>
                </c:pt>
                <c:pt idx="63">
                  <c:v>1857505.8782054284</c:v>
                </c:pt>
                <c:pt idx="64">
                  <c:v>2107618.666436052</c:v>
                </c:pt>
                <c:pt idx="65">
                  <c:v>2036516.601674348</c:v>
                </c:pt>
              </c:numCache>
            </c:numRef>
          </c:val>
        </c:ser>
        <c:ser>
          <c:idx val="6"/>
          <c:order val="6"/>
          <c:tx>
            <c:strRef>
              <c:f>Sheet1!$H$1</c:f>
              <c:strCache>
                <c:ptCount val="1"/>
                <c:pt idx="0">
                  <c:v>E-com</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200726.2367601119</c:v>
                </c:pt>
                <c:pt idx="1">
                  <c:v>172804.8797604357</c:v>
                </c:pt>
                <c:pt idx="2">
                  <c:v>299325.8022576554</c:v>
                </c:pt>
                <c:pt idx="3">
                  <c:v>184013.08729567745</c:v>
                </c:pt>
                <c:pt idx="4">
                  <c:v>113112.45459419483</c:v>
                </c:pt>
                <c:pt idx="5">
                  <c:v>155706.78071629084</c:v>
                </c:pt>
                <c:pt idx="6">
                  <c:v>55716.201462634766</c:v>
                </c:pt>
                <c:pt idx="7">
                  <c:v>126328.28258969926</c:v>
                </c:pt>
                <c:pt idx="8">
                  <c:v>154405.25060496732</c:v>
                </c:pt>
                <c:pt idx="9">
                  <c:v>201769.3498265273</c:v>
                </c:pt>
                <c:pt idx="10">
                  <c:v>313581.7379734273</c:v>
                </c:pt>
                <c:pt idx="11">
                  <c:v>174432.06580906396</c:v>
                </c:pt>
                <c:pt idx="12">
                  <c:v>166424.0715561356</c:v>
                </c:pt>
                <c:pt idx="13">
                  <c:v>69531.51304865848</c:v>
                </c:pt>
                <c:pt idx="14">
                  <c:v>160560.00856180539</c:v>
                </c:pt>
                <c:pt idx="15">
                  <c:v>107856.64156077226</c:v>
                </c:pt>
                <c:pt idx="16">
                  <c:v>218538.2800429231</c:v>
                </c:pt>
                <c:pt idx="17">
                  <c:v>200754.6602771851</c:v>
                </c:pt>
                <c:pt idx="18">
                  <c:v>118707.27653591143</c:v>
                </c:pt>
                <c:pt idx="19">
                  <c:v>124088.09931535248</c:v>
                </c:pt>
                <c:pt idx="20">
                  <c:v>173774.67356196392</c:v>
                </c:pt>
                <c:pt idx="21">
                  <c:v>192950.855627862</c:v>
                </c:pt>
                <c:pt idx="22">
                  <c:v>337552.740258623</c:v>
                </c:pt>
                <c:pt idx="23">
                  <c:v>202323.72537534282</c:v>
                </c:pt>
                <c:pt idx="24">
                  <c:v>112052.89233715169</c:v>
                </c:pt>
                <c:pt idx="25">
                  <c:v>166578.8190044787</c:v>
                </c:pt>
                <c:pt idx="26">
                  <c:v>170865.58380421335</c:v>
                </c:pt>
                <c:pt idx="27">
                  <c:v>125907.30529221345</c:v>
                </c:pt>
                <c:pt idx="28">
                  <c:v>109379.78315125842</c:v>
                </c:pt>
                <c:pt idx="29">
                  <c:v>153396.90141898085</c:v>
                </c:pt>
                <c:pt idx="30">
                  <c:v>196820.29130606938</c:v>
                </c:pt>
                <c:pt idx="31">
                  <c:v>181018.28819623025</c:v>
                </c:pt>
                <c:pt idx="32">
                  <c:v>191938.67960310844</c:v>
                </c:pt>
                <c:pt idx="33">
                  <c:v>184507.62877309258</c:v>
                </c:pt>
                <c:pt idx="34">
                  <c:v>178541.34166975933</c:v>
                </c:pt>
                <c:pt idx="35">
                  <c:v>205130.921067382</c:v>
                </c:pt>
                <c:pt idx="36">
                  <c:v>242483.73998747836</c:v>
                </c:pt>
                <c:pt idx="37">
                  <c:v>138468.11352694297</c:v>
                </c:pt>
                <c:pt idx="38">
                  <c:v>166700.64331768462</c:v>
                </c:pt>
                <c:pt idx="39">
                  <c:v>152222.8085489524</c:v>
                </c:pt>
                <c:pt idx="40">
                  <c:v>106619.29144695529</c:v>
                </c:pt>
                <c:pt idx="41">
                  <c:v>220832.77116409436</c:v>
                </c:pt>
                <c:pt idx="42">
                  <c:v>232283.40958530782</c:v>
                </c:pt>
                <c:pt idx="43">
                  <c:v>234951.91719822667</c:v>
                </c:pt>
                <c:pt idx="44">
                  <c:v>143199.29173192155</c:v>
                </c:pt>
                <c:pt idx="45">
                  <c:v>130193.86191517173</c:v>
                </c:pt>
                <c:pt idx="46">
                  <c:v>105392.9851040434</c:v>
                </c:pt>
                <c:pt idx="47">
                  <c:v>284881.3734587108</c:v>
                </c:pt>
                <c:pt idx="48">
                  <c:v>399345.9441508001</c:v>
                </c:pt>
                <c:pt idx="49">
                  <c:v>227983.78177663768</c:v>
                </c:pt>
                <c:pt idx="50">
                  <c:v>232123.00824725966</c:v>
                </c:pt>
                <c:pt idx="51">
                  <c:v>271841.7387087577</c:v>
                </c:pt>
                <c:pt idx="52">
                  <c:v>203566.25783650178</c:v>
                </c:pt>
                <c:pt idx="53">
                  <c:v>84254.63889782681</c:v>
                </c:pt>
                <c:pt idx="54">
                  <c:v>154369.45207847247</c:v>
                </c:pt>
                <c:pt idx="55">
                  <c:v>133121.91402957775</c:v>
                </c:pt>
                <c:pt idx="56">
                  <c:v>232756.65079823713</c:v>
                </c:pt>
                <c:pt idx="57">
                  <c:v>106645.6507501628</c:v>
                </c:pt>
                <c:pt idx="58">
                  <c:v>160728.41449489043</c:v>
                </c:pt>
                <c:pt idx="59">
                  <c:v>151077.16809550964</c:v>
                </c:pt>
                <c:pt idx="60">
                  <c:v>138698.1125623346</c:v>
                </c:pt>
                <c:pt idx="61">
                  <c:v>80925.16147604334</c:v>
                </c:pt>
                <c:pt idx="62">
                  <c:v>205703.6705019911</c:v>
                </c:pt>
                <c:pt idx="63">
                  <c:v>213297.8771918556</c:v>
                </c:pt>
                <c:pt idx="64">
                  <c:v>251973.59489061203</c:v>
                </c:pt>
                <c:pt idx="65">
                  <c:v>245808.46067825344</c:v>
                </c:pt>
              </c:numCache>
            </c:numRef>
          </c:val>
        </c:ser>
        <c:ser>
          <c:idx val="7"/>
          <c:order val="7"/>
          <c:tx>
            <c:strRef>
              <c:f>Sheet1!$I$1</c:f>
              <c:strCache>
                <c:ptCount val="1"/>
                <c:pt idx="0">
                  <c:v>OOH</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68868.79621052062</c:v>
                </c:pt>
                <c:pt idx="1">
                  <c:v>17168.058452090736</c:v>
                </c:pt>
                <c:pt idx="2">
                  <c:v>21670.577062900273</c:v>
                </c:pt>
                <c:pt idx="3">
                  <c:v>8419.490152715402</c:v>
                </c:pt>
                <c:pt idx="4">
                  <c:v>17692.685105298693</c:v>
                </c:pt>
                <c:pt idx="5">
                  <c:v>2962.080271589171</c:v>
                </c:pt>
                <c:pt idx="6">
                  <c:v>4983.419696014881</c:v>
                </c:pt>
                <c:pt idx="7">
                  <c:v>36205.158134300524</c:v>
                </c:pt>
                <c:pt idx="8">
                  <c:v>43777.05502532637</c:v>
                </c:pt>
                <c:pt idx="9">
                  <c:v>46852.448865982864</c:v>
                </c:pt>
                <c:pt idx="10">
                  <c:v>9855.059754058204</c:v>
                </c:pt>
                <c:pt idx="11">
                  <c:v>1934.8276265624108</c:v>
                </c:pt>
                <c:pt idx="12">
                  <c:v>60423.26081229014</c:v>
                </c:pt>
                <c:pt idx="13">
                  <c:v>80235.60734594002</c:v>
                </c:pt>
                <c:pt idx="14">
                  <c:v>26329.36794205877</c:v>
                </c:pt>
                <c:pt idx="15">
                  <c:v>40663.48307329037</c:v>
                </c:pt>
                <c:pt idx="16">
                  <c:v>95432.04939554087</c:v>
                </c:pt>
                <c:pt idx="17">
                  <c:v>113501.89956161176</c:v>
                </c:pt>
                <c:pt idx="18">
                  <c:v>49324.180657806486</c:v>
                </c:pt>
                <c:pt idx="19">
                  <c:v>141779.0295926882</c:v>
                </c:pt>
                <c:pt idx="20">
                  <c:v>103470.81306959537</c:v>
                </c:pt>
                <c:pt idx="21">
                  <c:v>19449.794934042686</c:v>
                </c:pt>
                <c:pt idx="22">
                  <c:v>10072.225369953201</c:v>
                </c:pt>
                <c:pt idx="23">
                  <c:v>2568.729794837449</c:v>
                </c:pt>
                <c:pt idx="24">
                  <c:v>4187.627149582074</c:v>
                </c:pt>
                <c:pt idx="25">
                  <c:v>67679.72392837258</c:v>
                </c:pt>
                <c:pt idx="26">
                  <c:v>54416.11219526025</c:v>
                </c:pt>
                <c:pt idx="27">
                  <c:v>69815.91936499573</c:v>
                </c:pt>
                <c:pt idx="28">
                  <c:v>121349.79750314524</c:v>
                </c:pt>
                <c:pt idx="29">
                  <c:v>38244.04484939653</c:v>
                </c:pt>
                <c:pt idx="30">
                  <c:v>2518.185736892434</c:v>
                </c:pt>
                <c:pt idx="31">
                  <c:v>37928.698773959826</c:v>
                </c:pt>
                <c:pt idx="32">
                  <c:v>65988.40250252906</c:v>
                </c:pt>
                <c:pt idx="33">
                  <c:v>7241.3409079135945</c:v>
                </c:pt>
                <c:pt idx="34">
                  <c:v>3418.8055295339736</c:v>
                </c:pt>
                <c:pt idx="35">
                  <c:v>73865.2595237241</c:v>
                </c:pt>
                <c:pt idx="36">
                  <c:v>52343.39155411159</c:v>
                </c:pt>
                <c:pt idx="37">
                  <c:v>18203.7820769028</c:v>
                </c:pt>
                <c:pt idx="38">
                  <c:v>39695.29789692083</c:v>
                </c:pt>
                <c:pt idx="39">
                  <c:v>64705.75956436197</c:v>
                </c:pt>
                <c:pt idx="40">
                  <c:v>44675.893380348425</c:v>
                </c:pt>
                <c:pt idx="41">
                  <c:v>6123.516774148821</c:v>
                </c:pt>
                <c:pt idx="42">
                  <c:v>50177.80466658779</c:v>
                </c:pt>
                <c:pt idx="43">
                  <c:v>51563.51496738437</c:v>
                </c:pt>
                <c:pt idx="44">
                  <c:v>78608.256235082</c:v>
                </c:pt>
                <c:pt idx="45">
                  <c:v>25655.83914567585</c:v>
                </c:pt>
                <c:pt idx="46">
                  <c:v>69136.52666887765</c:v>
                </c:pt>
                <c:pt idx="47">
                  <c:v>7026.621802302085</c:v>
                </c:pt>
                <c:pt idx="48">
                  <c:v>6467.939362365496</c:v>
                </c:pt>
                <c:pt idx="49">
                  <c:v>28491.759442244565</c:v>
                </c:pt>
                <c:pt idx="50">
                  <c:v>125260.54037966472</c:v>
                </c:pt>
                <c:pt idx="51">
                  <c:v>65239.687902037316</c:v>
                </c:pt>
                <c:pt idx="52">
                  <c:v>31229.914574258666</c:v>
                </c:pt>
                <c:pt idx="53">
                  <c:v>10631.791199280991</c:v>
                </c:pt>
                <c:pt idx="54">
                  <c:v>107269.42188486444</c:v>
                </c:pt>
                <c:pt idx="55">
                  <c:v>53047.18307890062</c:v>
                </c:pt>
                <c:pt idx="56">
                  <c:v>83095.67411619259</c:v>
                </c:pt>
                <c:pt idx="57">
                  <c:v>16380.228113298528</c:v>
                </c:pt>
                <c:pt idx="58">
                  <c:v>3494.9486446512483</c:v>
                </c:pt>
                <c:pt idx="59">
                  <c:v>53857.26509261015</c:v>
                </c:pt>
                <c:pt idx="60">
                  <c:v>50077.44386394702</c:v>
                </c:pt>
                <c:pt idx="61">
                  <c:v>84177.35111271858</c:v>
                </c:pt>
                <c:pt idx="62">
                  <c:v>131279.8006842359</c:v>
                </c:pt>
                <c:pt idx="63">
                  <c:v>108610.70195411697</c:v>
                </c:pt>
                <c:pt idx="64">
                  <c:v>38261.760272139036</c:v>
                </c:pt>
                <c:pt idx="65">
                  <c:v>76699.51055023729</c:v>
                </c:pt>
              </c:numCache>
            </c:numRef>
          </c:val>
        </c:ser>
        <c:ser>
          <c:idx val="8"/>
          <c:order val="8"/>
          <c:tx>
            <c:strRef>
              <c:f>Sheet1!$J$1</c:f>
              <c:strCache>
                <c:ptCount val="1"/>
                <c:pt idx="0">
                  <c:v>POS</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250.73511593677475</c:v>
                </c:pt>
                <c:pt idx="1">
                  <c:v>58.578493716822585</c:v>
                </c:pt>
                <c:pt idx="2">
                  <c:v>317.5132304557195</c:v>
                </c:pt>
                <c:pt idx="3">
                  <c:v>254.11997596592838</c:v>
                </c:pt>
                <c:pt idx="4">
                  <c:v>597.7271549437118</c:v>
                </c:pt>
                <c:pt idx="5">
                  <c:v>320.21425831935477</c:v>
                </c:pt>
                <c:pt idx="6">
                  <c:v>106.61376981697778</c:v>
                </c:pt>
                <c:pt idx="7">
                  <c:v>931.6896372138807</c:v>
                </c:pt>
                <c:pt idx="8">
                  <c:v>240.26631289214347</c:v>
                </c:pt>
                <c:pt idx="9">
                  <c:v>675.8495268578679</c:v>
                </c:pt>
                <c:pt idx="10">
                  <c:v>314.79109292007706</c:v>
                </c:pt>
                <c:pt idx="11">
                  <c:v>581.6146425644341</c:v>
                </c:pt>
                <c:pt idx="12">
                  <c:v>127.83057171170624</c:v>
                </c:pt>
                <c:pt idx="13">
                  <c:v>1.109341830207014</c:v>
                </c:pt>
                <c:pt idx="14">
                  <c:v>652.0395970295577</c:v>
                </c:pt>
                <c:pt idx="15">
                  <c:v>603.1353291809021</c:v>
                </c:pt>
                <c:pt idx="16">
                  <c:v>466.0437613726848</c:v>
                </c:pt>
                <c:pt idx="17">
                  <c:v>8.948637219459911</c:v>
                </c:pt>
                <c:pt idx="18">
                  <c:v>209.77290743729276</c:v>
                </c:pt>
                <c:pt idx="19">
                  <c:v>33.1504014685094</c:v>
                </c:pt>
                <c:pt idx="20">
                  <c:v>830.147106301135</c:v>
                </c:pt>
                <c:pt idx="21">
                  <c:v>596.2176158601044</c:v>
                </c:pt>
                <c:pt idx="22">
                  <c:v>1232.912295162048</c:v>
                </c:pt>
                <c:pt idx="23">
                  <c:v>543.6698305989905</c:v>
                </c:pt>
                <c:pt idx="24">
                  <c:v>225.91805799538557</c:v>
                </c:pt>
                <c:pt idx="25">
                  <c:v>6.471166401123163</c:v>
                </c:pt>
                <c:pt idx="26">
                  <c:v>654.4003725674924</c:v>
                </c:pt>
                <c:pt idx="27">
                  <c:v>35.61534592014368</c:v>
                </c:pt>
                <c:pt idx="28">
                  <c:v>111.03726599933748</c:v>
                </c:pt>
                <c:pt idx="29">
                  <c:v>423.623515487737</c:v>
                </c:pt>
                <c:pt idx="30">
                  <c:v>4.840966672990165</c:v>
                </c:pt>
                <c:pt idx="31">
                  <c:v>1.717857181447951</c:v>
                </c:pt>
                <c:pt idx="32">
                  <c:v>312.86156671457553</c:v>
                </c:pt>
                <c:pt idx="33">
                  <c:v>274.0787382641387</c:v>
                </c:pt>
                <c:pt idx="34">
                  <c:v>460.0684014787762</c:v>
                </c:pt>
                <c:pt idx="35">
                  <c:v>538.9064870842623</c:v>
                </c:pt>
                <c:pt idx="36">
                  <c:v>55.62730919638296</c:v>
                </c:pt>
                <c:pt idx="37">
                  <c:v>135.63971604377662</c:v>
                </c:pt>
                <c:pt idx="38">
                  <c:v>342.9301170364601</c:v>
                </c:pt>
                <c:pt idx="39">
                  <c:v>33.11354851845176</c:v>
                </c:pt>
                <c:pt idx="40">
                  <c:v>339.0752518990528</c:v>
                </c:pt>
                <c:pt idx="41">
                  <c:v>345.70187225609317</c:v>
                </c:pt>
                <c:pt idx="42">
                  <c:v>256.8956602700707</c:v>
                </c:pt>
                <c:pt idx="43">
                  <c:v>66.75035336988529</c:v>
                </c:pt>
                <c:pt idx="44">
                  <c:v>476.97503940792257</c:v>
                </c:pt>
                <c:pt idx="45">
                  <c:v>374.5496768416246</c:v>
                </c:pt>
                <c:pt idx="46">
                  <c:v>17.160803833883797</c:v>
                </c:pt>
                <c:pt idx="47">
                  <c:v>771.4063878664879</c:v>
                </c:pt>
                <c:pt idx="48">
                  <c:v>296.74408139685386</c:v>
                </c:pt>
                <c:pt idx="49">
                  <c:v>313.8172113262909</c:v>
                </c:pt>
                <c:pt idx="50">
                  <c:v>787.3239453706359</c:v>
                </c:pt>
                <c:pt idx="51">
                  <c:v>513.9787026242527</c:v>
                </c:pt>
                <c:pt idx="52">
                  <c:v>713.564468694576</c:v>
                </c:pt>
                <c:pt idx="53">
                  <c:v>20.60607205940078</c:v>
                </c:pt>
                <c:pt idx="54">
                  <c:v>533.4353646377531</c:v>
                </c:pt>
                <c:pt idx="55">
                  <c:v>138.2045771403283</c:v>
                </c:pt>
                <c:pt idx="56">
                  <c:v>0.040382506814062386</c:v>
                </c:pt>
                <c:pt idx="57">
                  <c:v>4.30250921738115</c:v>
                </c:pt>
                <c:pt idx="58">
                  <c:v>671.3251585979458</c:v>
                </c:pt>
                <c:pt idx="59">
                  <c:v>667.9367200931695</c:v>
                </c:pt>
                <c:pt idx="60">
                  <c:v>653.3653117718916</c:v>
                </c:pt>
                <c:pt idx="61">
                  <c:v>302.83027086602715</c:v>
                </c:pt>
                <c:pt idx="62">
                  <c:v>636.8924082233484</c:v>
                </c:pt>
                <c:pt idx="63">
                  <c:v>802.8966059789952</c:v>
                </c:pt>
                <c:pt idx="64">
                  <c:v>428.7857797547774</c:v>
                </c:pt>
                <c:pt idx="65">
                  <c:v>140.95448766097795</c:v>
                </c:pt>
              </c:numCache>
            </c:numRef>
          </c:val>
        </c:ser>
        <c:ser>
          <c:idx val="9"/>
          <c:order val="9"/>
          <c:tx>
            <c:strRef>
              <c:f>Sheet1!$K$1</c:f>
              <c:strCache>
                <c:ptCount val="1"/>
                <c:pt idx="0">
                  <c:v>PR</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21145.504692949045</c:v>
                </c:pt>
                <c:pt idx="1">
                  <c:v>3082.48542457156</c:v>
                </c:pt>
                <c:pt idx="2">
                  <c:v>590.9465694050382</c:v>
                </c:pt>
                <c:pt idx="3">
                  <c:v>424.2269072436144</c:v>
                </c:pt>
                <c:pt idx="4">
                  <c:v>1647.3055037404176</c:v>
                </c:pt>
                <c:pt idx="5">
                  <c:v>15951.409083104272</c:v>
                </c:pt>
                <c:pt idx="6">
                  <c:v>25237.66011583481</c:v>
                </c:pt>
                <c:pt idx="7">
                  <c:v>22736.988385134206</c:v>
                </c:pt>
                <c:pt idx="8">
                  <c:v>1037.524061998709</c:v>
                </c:pt>
                <c:pt idx="9">
                  <c:v>1007.2602944205905</c:v>
                </c:pt>
                <c:pt idx="10">
                  <c:v>424.40413968779546</c:v>
                </c:pt>
                <c:pt idx="11">
                  <c:v>135.02852652078636</c:v>
                </c:pt>
                <c:pt idx="12">
                  <c:v>716.5320818646793</c:v>
                </c:pt>
                <c:pt idx="13">
                  <c:v>586.0603786557841</c:v>
                </c:pt>
                <c:pt idx="14">
                  <c:v>489.2927708834662</c:v>
                </c:pt>
                <c:pt idx="15">
                  <c:v>12720.275108265207</c:v>
                </c:pt>
                <c:pt idx="16">
                  <c:v>27470.867685022182</c:v>
                </c:pt>
                <c:pt idx="17">
                  <c:v>3606.7694601171306</c:v>
                </c:pt>
                <c:pt idx="18">
                  <c:v>245.17359862110987</c:v>
                </c:pt>
                <c:pt idx="19">
                  <c:v>814.3461095536701</c:v>
                </c:pt>
                <c:pt idx="20">
                  <c:v>25397.343941291787</c:v>
                </c:pt>
                <c:pt idx="21">
                  <c:v>3214.887669879217</c:v>
                </c:pt>
                <c:pt idx="22">
                  <c:v>11986.634935838103</c:v>
                </c:pt>
                <c:pt idx="23">
                  <c:v>15100.244112986515</c:v>
                </c:pt>
                <c:pt idx="24">
                  <c:v>26367.37786638004</c:v>
                </c:pt>
                <c:pt idx="25">
                  <c:v>27194.952332592868</c:v>
                </c:pt>
                <c:pt idx="26">
                  <c:v>2698.543301261768</c:v>
                </c:pt>
                <c:pt idx="27">
                  <c:v>553.0559619698082</c:v>
                </c:pt>
                <c:pt idx="28">
                  <c:v>27289.452376762165</c:v>
                </c:pt>
                <c:pt idx="29">
                  <c:v>36178.31260287285</c:v>
                </c:pt>
                <c:pt idx="30">
                  <c:v>22282.4348470398</c:v>
                </c:pt>
                <c:pt idx="31">
                  <c:v>8594.014913996742</c:v>
                </c:pt>
                <c:pt idx="32">
                  <c:v>6842.177831551161</c:v>
                </c:pt>
                <c:pt idx="33">
                  <c:v>16898.963092475962</c:v>
                </c:pt>
                <c:pt idx="34">
                  <c:v>23715.745270997573</c:v>
                </c:pt>
                <c:pt idx="35">
                  <c:v>20720.45380062394</c:v>
                </c:pt>
                <c:pt idx="36">
                  <c:v>10394.332879320114</c:v>
                </c:pt>
                <c:pt idx="37">
                  <c:v>19916.013661006986</c:v>
                </c:pt>
                <c:pt idx="38">
                  <c:v>14537.283604089102</c:v>
                </c:pt>
                <c:pt idx="39">
                  <c:v>10031.273326387094</c:v>
                </c:pt>
                <c:pt idx="40">
                  <c:v>15928.528031662854</c:v>
                </c:pt>
                <c:pt idx="41">
                  <c:v>1026.4520033487067</c:v>
                </c:pt>
                <c:pt idx="42">
                  <c:v>431.6925926702537</c:v>
                </c:pt>
                <c:pt idx="43">
                  <c:v>803.0840801311731</c:v>
                </c:pt>
                <c:pt idx="44">
                  <c:v>10369.97939095036</c:v>
                </c:pt>
                <c:pt idx="45">
                  <c:v>1269.4165903151113</c:v>
                </c:pt>
                <c:pt idx="46">
                  <c:v>11019.816984983594</c:v>
                </c:pt>
                <c:pt idx="47">
                  <c:v>2949.225518618493</c:v>
                </c:pt>
                <c:pt idx="48">
                  <c:v>253.67755242604167</c:v>
                </c:pt>
                <c:pt idx="49">
                  <c:v>26237.445615957724</c:v>
                </c:pt>
                <c:pt idx="50">
                  <c:v>1581.1150309194422</c:v>
                </c:pt>
                <c:pt idx="51">
                  <c:v>36290.46830845688</c:v>
                </c:pt>
                <c:pt idx="52">
                  <c:v>30325.25440059597</c:v>
                </c:pt>
                <c:pt idx="53">
                  <c:v>1401.646968695416</c:v>
                </c:pt>
                <c:pt idx="54">
                  <c:v>146.7403271809643</c:v>
                </c:pt>
                <c:pt idx="55">
                  <c:v>0.3645816191023627</c:v>
                </c:pt>
                <c:pt idx="56">
                  <c:v>8063.763513740188</c:v>
                </c:pt>
                <c:pt idx="57">
                  <c:v>12197.815154303407</c:v>
                </c:pt>
                <c:pt idx="58">
                  <c:v>20774.53102716628</c:v>
                </c:pt>
                <c:pt idx="59">
                  <c:v>1178.391324882539</c:v>
                </c:pt>
                <c:pt idx="60">
                  <c:v>703.1562771072321</c:v>
                </c:pt>
                <c:pt idx="61">
                  <c:v>796.9503368834805</c:v>
                </c:pt>
                <c:pt idx="62">
                  <c:v>33294.08773534866</c:v>
                </c:pt>
                <c:pt idx="63">
                  <c:v>1994.7877489451516</c:v>
                </c:pt>
                <c:pt idx="64">
                  <c:v>1160.0550844767854</c:v>
                </c:pt>
                <c:pt idx="65">
                  <c:v>162.38445955946355</c:v>
                </c:pt>
              </c:numCache>
            </c:numRef>
          </c:val>
        </c:ser>
        <c:ser>
          <c:idx val="10"/>
          <c:order val="10"/>
          <c:tx>
            <c:strRef>
              <c:f>Sheet1!$L$1</c:f>
              <c:strCache>
                <c:ptCount val="1"/>
                <c:pt idx="0">
                  <c:v>Price volatility</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-84222.40768135292</c:v>
                </c:pt>
                <c:pt idx="1">
                  <c:v>-80852.65691653013</c:v>
                </c:pt>
                <c:pt idx="2">
                  <c:v>-95409.34071869472</c:v>
                </c:pt>
                <c:pt idx="3">
                  <c:v>-28353.87840206626</c:v>
                </c:pt>
                <c:pt idx="4">
                  <c:v>-138.30132261686595</c:v>
                </c:pt>
                <c:pt idx="5">
                  <c:v>42929.73681380076</c:v>
                </c:pt>
                <c:pt idx="6">
                  <c:v>57986.03298750982</c:v>
                </c:pt>
                <c:pt idx="7">
                  <c:v>91693.36304826119</c:v>
                </c:pt>
                <c:pt idx="8">
                  <c:v>77141.8959248976</c:v>
                </c:pt>
                <c:pt idx="9">
                  <c:v>56101.4253782969</c:v>
                </c:pt>
                <c:pt idx="10">
                  <c:v>-11070.538012449884</c:v>
                </c:pt>
                <c:pt idx="11">
                  <c:v>-63534.33052046031</c:v>
                </c:pt>
                <c:pt idx="12">
                  <c:v>-94705.46022433249</c:v>
                </c:pt>
                <c:pt idx="13">
                  <c:v>-88847.15580636443</c:v>
                </c:pt>
                <c:pt idx="14">
                  <c:v>-90597.89757231128</c:v>
                </c:pt>
                <c:pt idx="15">
                  <c:v>-38419.34439688537</c:v>
                </c:pt>
                <c:pt idx="16">
                  <c:v>20773.853201046943</c:v>
                </c:pt>
                <c:pt idx="17">
                  <c:v>40524.11380360158</c:v>
                </c:pt>
                <c:pt idx="18">
                  <c:v>64771.19230056346</c:v>
                </c:pt>
                <c:pt idx="19">
                  <c:v>109828.71536448543</c:v>
                </c:pt>
                <c:pt idx="20">
                  <c:v>60996.055156064795</c:v>
                </c:pt>
                <c:pt idx="21">
                  <c:v>40681.96635302943</c:v>
                </c:pt>
                <c:pt idx="22">
                  <c:v>7843.137681836397</c:v>
                </c:pt>
                <c:pt idx="23">
                  <c:v>-50428.04639503319</c:v>
                </c:pt>
                <c:pt idx="24">
                  <c:v>-114573.72119923725</c:v>
                </c:pt>
                <c:pt idx="25">
                  <c:v>-87104.96928777336</c:v>
                </c:pt>
                <c:pt idx="26">
                  <c:v>-84976.94212039441</c:v>
                </c:pt>
                <c:pt idx="27">
                  <c:v>-41832.26989983932</c:v>
                </c:pt>
                <c:pt idx="28">
                  <c:v>23542.987386306828</c:v>
                </c:pt>
                <c:pt idx="29">
                  <c:v>43014.95268971013</c:v>
                </c:pt>
                <c:pt idx="30">
                  <c:v>89781.37135449075</c:v>
                </c:pt>
                <c:pt idx="31">
                  <c:v>91862.9598910521</c:v>
                </c:pt>
                <c:pt idx="32">
                  <c:v>66464.99566266754</c:v>
                </c:pt>
                <c:pt idx="33">
                  <c:v>59865.70257548912</c:v>
                </c:pt>
                <c:pt idx="34">
                  <c:v>-4481.861297467993</c:v>
                </c:pt>
                <c:pt idx="35">
                  <c:v>-61019.16970695311</c:v>
                </c:pt>
                <c:pt idx="36">
                  <c:v>-125150.34960127724</c:v>
                </c:pt>
                <c:pt idx="37">
                  <c:v>-106699.65081939688</c:v>
                </c:pt>
                <c:pt idx="38">
                  <c:v>-59764.818369615015</c:v>
                </c:pt>
                <c:pt idx="39">
                  <c:v>-44739.92498263161</c:v>
                </c:pt>
                <c:pt idx="40">
                  <c:v>-16457.529808972256</c:v>
                </c:pt>
                <c:pt idx="41">
                  <c:v>40947.95541906359</c:v>
                </c:pt>
                <c:pt idx="42">
                  <c:v>75461.01007519089</c:v>
                </c:pt>
                <c:pt idx="43">
                  <c:v>93215.22484537991</c:v>
                </c:pt>
                <c:pt idx="44">
                  <c:v>87956.82775785837</c:v>
                </c:pt>
                <c:pt idx="45">
                  <c:v>49608.13430117001</c:v>
                </c:pt>
                <c:pt idx="46">
                  <c:v>-16381.371430659518</c:v>
                </c:pt>
                <c:pt idx="47">
                  <c:v>-48725.2883609191</c:v>
                </c:pt>
                <c:pt idx="48">
                  <c:v>-119074.66736106921</c:v>
                </c:pt>
                <c:pt idx="49">
                  <c:v>-84070.67483288494</c:v>
                </c:pt>
                <c:pt idx="50">
                  <c:v>-84136.01628420621</c:v>
                </c:pt>
                <c:pt idx="51">
                  <c:v>-61606.99232728358</c:v>
                </c:pt>
                <c:pt idx="52">
                  <c:v>23741.127738835403</c:v>
                </c:pt>
                <c:pt idx="53">
                  <c:v>45227.86148433785</c:v>
                </c:pt>
                <c:pt idx="54">
                  <c:v>92032.98664410076</c:v>
                </c:pt>
                <c:pt idx="55">
                  <c:v>95747.98250006502</c:v>
                </c:pt>
                <c:pt idx="56">
                  <c:v>65702.44234388098</c:v>
                </c:pt>
                <c:pt idx="57">
                  <c:v>46547.44406217216</c:v>
                </c:pt>
                <c:pt idx="58">
                  <c:v>-19418.876109897028</c:v>
                </c:pt>
                <c:pt idx="59">
                  <c:v>-74861.18548491699</c:v>
                </c:pt>
                <c:pt idx="60">
                  <c:v>-103320.72321507988</c:v>
                </c:pt>
                <c:pt idx="61">
                  <c:v>-86728.83534510955</c:v>
                </c:pt>
                <c:pt idx="62">
                  <c:v>-78280.7205966893</c:v>
                </c:pt>
                <c:pt idx="63">
                  <c:v>-33662.14603096182</c:v>
                </c:pt>
                <c:pt idx="64">
                  <c:v>7065.393950328956</c:v>
                </c:pt>
                <c:pt idx="65">
                  <c:v>60417.84176338461</c:v>
                </c:pt>
              </c:numCache>
            </c:numRef>
          </c:val>
        </c:ser>
        <c:ser>
          <c:idx val="11"/>
          <c:order val="11"/>
          <c:tx>
            <c:strRef>
              <c:f>Sheet1!$M$1</c:f>
              <c:strCache>
                <c:ptCount val="1"/>
                <c:pt idx="0">
                  <c:v>Relative price</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-60413.39182521304</c:v>
                </c:pt>
                <c:pt idx="1">
                  <c:v>-60340.151415118446</c:v>
                </c:pt>
                <c:pt idx="2">
                  <c:v>-79460.17624933878</c:v>
                </c:pt>
                <c:pt idx="3">
                  <c:v>-60641.44560901405</c:v>
                </c:pt>
                <c:pt idx="4">
                  <c:v>-60638.50265856508</c:v>
                </c:pt>
                <c:pt idx="5">
                  <c:v>-71385.79488027585</c:v>
                </c:pt>
                <c:pt idx="6">
                  <c:v>-58269.51170261872</c:v>
                </c:pt>
                <c:pt idx="7">
                  <c:v>-64741.25824706892</c:v>
                </c:pt>
                <c:pt idx="8">
                  <c:v>-49803.218453502384</c:v>
                </c:pt>
                <c:pt idx="9">
                  <c:v>-53117.69752113337</c:v>
                </c:pt>
                <c:pt idx="10">
                  <c:v>-64724.62292523128</c:v>
                </c:pt>
                <c:pt idx="11">
                  <c:v>-52040.85452889436</c:v>
                </c:pt>
                <c:pt idx="12">
                  <c:v>-63154.21213494031</c:v>
                </c:pt>
                <c:pt idx="13">
                  <c:v>-59438.161902768756</c:v>
                </c:pt>
                <c:pt idx="14">
                  <c:v>-79899.05023411091</c:v>
                </c:pt>
                <c:pt idx="15">
                  <c:v>-61844.21693493127</c:v>
                </c:pt>
                <c:pt idx="16">
                  <c:v>-83025.58183268923</c:v>
                </c:pt>
                <c:pt idx="17">
                  <c:v>-65110.22624163498</c:v>
                </c:pt>
                <c:pt idx="18">
                  <c:v>-55394.924743952666</c:v>
                </c:pt>
                <c:pt idx="19">
                  <c:v>-71665.17686619402</c:v>
                </c:pt>
                <c:pt idx="20">
                  <c:v>-52892.83017867718</c:v>
                </c:pt>
                <c:pt idx="21">
                  <c:v>-51210.63395485276</c:v>
                </c:pt>
                <c:pt idx="22">
                  <c:v>-74433.18005430642</c:v>
                </c:pt>
                <c:pt idx="23">
                  <c:v>-56201.01644955196</c:v>
                </c:pt>
                <c:pt idx="24">
                  <c:v>-76985.53244878016</c:v>
                </c:pt>
                <c:pt idx="25">
                  <c:v>-64930.09858840116</c:v>
                </c:pt>
                <c:pt idx="26">
                  <c:v>-64191.384493885635</c:v>
                </c:pt>
                <c:pt idx="27">
                  <c:v>-65139.98181517758</c:v>
                </c:pt>
                <c:pt idx="28">
                  <c:v>-85244.88642139712</c:v>
                </c:pt>
                <c:pt idx="29">
                  <c:v>-69976.53649337451</c:v>
                </c:pt>
                <c:pt idx="30">
                  <c:v>-64806.57217938071</c:v>
                </c:pt>
                <c:pt idx="31">
                  <c:v>-66792.5334121555</c:v>
                </c:pt>
                <c:pt idx="32">
                  <c:v>-55273.05241407423</c:v>
                </c:pt>
                <c:pt idx="33">
                  <c:v>-63796.43469664518</c:v>
                </c:pt>
                <c:pt idx="34">
                  <c:v>-55002.50908009654</c:v>
                </c:pt>
                <c:pt idx="35">
                  <c:v>-63614.474793154586</c:v>
                </c:pt>
                <c:pt idx="36">
                  <c:v>-79433.02473873582</c:v>
                </c:pt>
                <c:pt idx="37">
                  <c:v>-67873.24091653673</c:v>
                </c:pt>
                <c:pt idx="38">
                  <c:v>-68757.81650499224</c:v>
                </c:pt>
                <c:pt idx="39">
                  <c:v>-72866.71809124196</c:v>
                </c:pt>
                <c:pt idx="40">
                  <c:v>-83442.51850804433</c:v>
                </c:pt>
                <c:pt idx="41">
                  <c:v>-63570.95537888206</c:v>
                </c:pt>
                <c:pt idx="42">
                  <c:v>-68947.08779177959</c:v>
                </c:pt>
                <c:pt idx="43">
                  <c:v>-57940.895177826445</c:v>
                </c:pt>
                <c:pt idx="44">
                  <c:v>-53665.8630141251</c:v>
                </c:pt>
                <c:pt idx="45">
                  <c:v>-66860.08211173955</c:v>
                </c:pt>
                <c:pt idx="46">
                  <c:v>-58327.89865953534</c:v>
                </c:pt>
                <c:pt idx="47">
                  <c:v>-63392.17805185904</c:v>
                </c:pt>
                <c:pt idx="48">
                  <c:v>-82388.20904784882</c:v>
                </c:pt>
                <c:pt idx="49">
                  <c:v>-72079.39203766409</c:v>
                </c:pt>
                <c:pt idx="50">
                  <c:v>-74021.47305294636</c:v>
                </c:pt>
                <c:pt idx="51">
                  <c:v>-92400.8082677559</c:v>
                </c:pt>
                <c:pt idx="52">
                  <c:v>-75146.20290463463</c:v>
                </c:pt>
                <c:pt idx="53">
                  <c:v>-68151.03004716904</c:v>
                </c:pt>
                <c:pt idx="54">
                  <c:v>-80706.95150855162</c:v>
                </c:pt>
                <c:pt idx="55">
                  <c:v>-57973.81804246535</c:v>
                </c:pt>
                <c:pt idx="56">
                  <c:v>-72732.68636556738</c:v>
                </c:pt>
                <c:pt idx="57">
                  <c:v>-55805.81876889616</c:v>
                </c:pt>
                <c:pt idx="58">
                  <c:v>-58532.61522237402</c:v>
                </c:pt>
                <c:pt idx="59">
                  <c:v>-73384.96916166962</c:v>
                </c:pt>
                <c:pt idx="60">
                  <c:v>-68080.74679753826</c:v>
                </c:pt>
                <c:pt idx="61">
                  <c:v>-64252.66840435285</c:v>
                </c:pt>
                <c:pt idx="62">
                  <c:v>-95187.54300452823</c:v>
                </c:pt>
                <c:pt idx="63">
                  <c:v>-71792.49209486454</c:v>
                </c:pt>
                <c:pt idx="64">
                  <c:v>-76952.77497571087</c:v>
                </c:pt>
                <c:pt idx="65">
                  <c:v>-71458.86296804767</c:v>
                </c:pt>
              </c:numCache>
            </c:numRef>
          </c:val>
        </c:ser>
        <c:ser>
          <c:idx val="12"/>
          <c:order val="12"/>
          <c:tx>
            <c:strRef>
              <c:f>Sheet1!$N$1</c:f>
              <c:strCache>
                <c:ptCount val="1"/>
                <c:pt idx="0">
                  <c:v>Seasonality</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859857.265917267</c:v>
                </c:pt>
                <c:pt idx="1">
                  <c:v>1014389.7567707387</c:v>
                </c:pt>
                <c:pt idx="2">
                  <c:v>1536851.4243273064</c:v>
                </c:pt>
                <c:pt idx="3">
                  <c:v>1198143.1592206992</c:v>
                </c:pt>
                <c:pt idx="4">
                  <c:v>1225416.707252942</c:v>
                </c:pt>
                <c:pt idx="5">
                  <c:v>1039908.4830459475</c:v>
                </c:pt>
                <c:pt idx="6">
                  <c:v>561911.4659960251</c:v>
                </c:pt>
                <c:pt idx="7">
                  <c:v>268921.40845420526</c:v>
                </c:pt>
                <c:pt idx="8">
                  <c:v>34940.18656124108</c:v>
                </c:pt>
                <c:pt idx="9">
                  <c:v>17912.74062474462</c:v>
                </c:pt>
                <c:pt idx="10">
                  <c:v>211411.4847489688</c:v>
                </c:pt>
                <c:pt idx="11">
                  <c:v>427275.4315392005</c:v>
                </c:pt>
                <c:pt idx="12">
                  <c:v>1070159.0147243806</c:v>
                </c:pt>
                <c:pt idx="13">
                  <c:v>1001239.5989957105</c:v>
                </c:pt>
                <c:pt idx="14">
                  <c:v>1560718.6047358478</c:v>
                </c:pt>
                <c:pt idx="15">
                  <c:v>1238656.776844711</c:v>
                </c:pt>
                <c:pt idx="16">
                  <c:v>1590812.4645926212</c:v>
                </c:pt>
                <c:pt idx="17">
                  <c:v>925840.0465835893</c:v>
                </c:pt>
                <c:pt idx="18">
                  <c:v>529028.5760779689</c:v>
                </c:pt>
                <c:pt idx="19">
                  <c:v>306435.8441252102</c:v>
                </c:pt>
                <c:pt idx="20">
                  <c:v>40768.60039709518</c:v>
                </c:pt>
                <c:pt idx="21">
                  <c:v>17506.22392624862</c:v>
                </c:pt>
                <c:pt idx="22">
                  <c:v>248629.81630342067</c:v>
                </c:pt>
                <c:pt idx="23">
                  <c:v>462930.50708530576</c:v>
                </c:pt>
                <c:pt idx="24">
                  <c:v>1207518.6051105098</c:v>
                </c:pt>
                <c:pt idx="25">
                  <c:v>1138292.1723384978</c:v>
                </c:pt>
                <c:pt idx="26">
                  <c:v>1254585.0659297025</c:v>
                </c:pt>
                <c:pt idx="27">
                  <c:v>1295011.4799818334</c:v>
                </c:pt>
                <c:pt idx="28">
                  <c:v>1681143.0066999895</c:v>
                </c:pt>
                <c:pt idx="29">
                  <c:v>989655.1654475264</c:v>
                </c:pt>
                <c:pt idx="30">
                  <c:v>623989.576800094</c:v>
                </c:pt>
                <c:pt idx="31">
                  <c:v>289246.4811698136</c:v>
                </c:pt>
                <c:pt idx="32">
                  <c:v>39225.88880246106</c:v>
                </c:pt>
                <c:pt idx="33">
                  <c:v>35226.65609631293</c:v>
                </c:pt>
                <c:pt idx="34">
                  <c:v>204557.88065983064</c:v>
                </c:pt>
                <c:pt idx="35">
                  <c:v>527227.2310522702</c:v>
                </c:pt>
                <c:pt idx="36">
                  <c:v>1229103.4231073312</c:v>
                </c:pt>
                <c:pt idx="37">
                  <c:v>1189004.712768724</c:v>
                </c:pt>
                <c:pt idx="38">
                  <c:v>1350962.5567097294</c:v>
                </c:pt>
                <c:pt idx="39">
                  <c:v>1454818.8621302755</c:v>
                </c:pt>
                <c:pt idx="40">
                  <c:v>1699173.2463970443</c:v>
                </c:pt>
                <c:pt idx="41">
                  <c:v>921719.3713709444</c:v>
                </c:pt>
                <c:pt idx="42">
                  <c:v>612202.7397109485</c:v>
                </c:pt>
                <c:pt idx="43">
                  <c:v>211770.47312596955</c:v>
                </c:pt>
                <c:pt idx="44">
                  <c:v>37398.78886445676</c:v>
                </c:pt>
                <c:pt idx="45">
                  <c:v>36532.90388091619</c:v>
                </c:pt>
                <c:pt idx="46">
                  <c:v>214152.53195943878</c:v>
                </c:pt>
                <c:pt idx="47">
                  <c:v>520514.3509554565</c:v>
                </c:pt>
                <c:pt idx="48">
                  <c:v>1191905.5887731859</c:v>
                </c:pt>
                <c:pt idx="49">
                  <c:v>1259836.0247568323</c:v>
                </c:pt>
                <c:pt idx="50">
                  <c:v>1440877.9070553624</c:v>
                </c:pt>
                <c:pt idx="51">
                  <c:v>1820367.4636948404</c:v>
                </c:pt>
                <c:pt idx="52">
                  <c:v>1525315.5563723966</c:v>
                </c:pt>
                <c:pt idx="53">
                  <c:v>960985.3565984677</c:v>
                </c:pt>
                <c:pt idx="54">
                  <c:v>722245.1502147329</c:v>
                </c:pt>
                <c:pt idx="55">
                  <c:v>215840.02447077286</c:v>
                </c:pt>
                <c:pt idx="56">
                  <c:v>41427.26104383397</c:v>
                </c:pt>
                <c:pt idx="57">
                  <c:v>37285.11149797514</c:v>
                </c:pt>
                <c:pt idx="58">
                  <c:v>218161.13063002515</c:v>
                </c:pt>
                <c:pt idx="59">
                  <c:v>650671.8376428487</c:v>
                </c:pt>
                <c:pt idx="60">
                  <c:v>1089083.5914083046</c:v>
                </c:pt>
                <c:pt idx="61">
                  <c:v>1126193.2378013202</c:v>
                </c:pt>
                <c:pt idx="62">
                  <c:v>1875540.8290476669</c:v>
                </c:pt>
                <c:pt idx="63">
                  <c:v>1415248.5045017386</c:v>
                </c:pt>
                <c:pt idx="64">
                  <c:v>1506832.223778181</c:v>
                </c:pt>
                <c:pt idx="65">
                  <c:v>1019186.0589557677</c:v>
                </c:pt>
              </c:numCache>
            </c:numRef>
          </c:val>
        </c:ser>
        <c:ser>
          <c:idx val="13"/>
          <c:order val="13"/>
          <c:tx>
            <c:strRef>
              <c:f>Sheet1!$O$1</c:f>
              <c:strCache>
                <c:ptCount val="1"/>
                <c:pt idx="0">
                  <c:v>TV</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6249.51205173232</c:v>
                </c:pt>
                <c:pt idx="1">
                  <c:v>4967.520895405657</c:v>
                </c:pt>
                <c:pt idx="2">
                  <c:v>7023.581651260096</c:v>
                </c:pt>
                <c:pt idx="3">
                  <c:v>22924.520806465513</c:v>
                </c:pt>
                <c:pt idx="4">
                  <c:v>6305.360174579862</c:v>
                </c:pt>
                <c:pt idx="5">
                  <c:v>52545.19928190686</c:v>
                </c:pt>
                <c:pt idx="6">
                  <c:v>81815.67191223956</c:v>
                </c:pt>
                <c:pt idx="7">
                  <c:v>28934.284644509495</c:v>
                </c:pt>
                <c:pt idx="8">
                  <c:v>5722.184271846832</c:v>
                </c:pt>
                <c:pt idx="9">
                  <c:v>38476.60480434689</c:v>
                </c:pt>
                <c:pt idx="10">
                  <c:v>27418.13816508289</c:v>
                </c:pt>
                <c:pt idx="11">
                  <c:v>11144.00945059211</c:v>
                </c:pt>
                <c:pt idx="12">
                  <c:v>56226.623970278975</c:v>
                </c:pt>
                <c:pt idx="13">
                  <c:v>48262.6844214499</c:v>
                </c:pt>
                <c:pt idx="14">
                  <c:v>44126.12805898559</c:v>
                </c:pt>
                <c:pt idx="15">
                  <c:v>26073.180134099784</c:v>
                </c:pt>
                <c:pt idx="16">
                  <c:v>56256.52789119332</c:v>
                </c:pt>
                <c:pt idx="17">
                  <c:v>83494.9179868626</c:v>
                </c:pt>
                <c:pt idx="18">
                  <c:v>12391.726631785212</c:v>
                </c:pt>
                <c:pt idx="19">
                  <c:v>64112.60003385207</c:v>
                </c:pt>
                <c:pt idx="20">
                  <c:v>44215.289329926934</c:v>
                </c:pt>
                <c:pt idx="21">
                  <c:v>20299.708443020292</c:v>
                </c:pt>
                <c:pt idx="22">
                  <c:v>96028.77783078383</c:v>
                </c:pt>
                <c:pt idx="23">
                  <c:v>7367.2479398107525</c:v>
                </c:pt>
                <c:pt idx="24">
                  <c:v>9017.959044590734</c:v>
                </c:pt>
                <c:pt idx="25">
                  <c:v>60822.093835015476</c:v>
                </c:pt>
                <c:pt idx="26">
                  <c:v>8019.1320413191615</c:v>
                </c:pt>
                <c:pt idx="27">
                  <c:v>24115.2372073964</c:v>
                </c:pt>
                <c:pt idx="28">
                  <c:v>67938.34562871828</c:v>
                </c:pt>
                <c:pt idx="29">
                  <c:v>56906.47868821147</c:v>
                </c:pt>
                <c:pt idx="30">
                  <c:v>45446.60840715836</c:v>
                </c:pt>
                <c:pt idx="31">
                  <c:v>9059.1069858311</c:v>
                </c:pt>
                <c:pt idx="32">
                  <c:v>36633.94534596512</c:v>
                </c:pt>
                <c:pt idx="33">
                  <c:v>25666.009012831215</c:v>
                </c:pt>
                <c:pt idx="34">
                  <c:v>55843.72060149504</c:v>
                </c:pt>
                <c:pt idx="35">
                  <c:v>15803.237568406485</c:v>
                </c:pt>
                <c:pt idx="36">
                  <c:v>57665.67413726554</c:v>
                </c:pt>
                <c:pt idx="37">
                  <c:v>69654.97851280587</c:v>
                </c:pt>
                <c:pt idx="38">
                  <c:v>11255.460009570295</c:v>
                </c:pt>
                <c:pt idx="39">
                  <c:v>87025.74733366468</c:v>
                </c:pt>
                <c:pt idx="40">
                  <c:v>22203.369179892168</c:v>
                </c:pt>
                <c:pt idx="41">
                  <c:v>7799.296375529605</c:v>
                </c:pt>
                <c:pt idx="42">
                  <c:v>81905.65988038995</c:v>
                </c:pt>
                <c:pt idx="43">
                  <c:v>50459.97698005534</c:v>
                </c:pt>
                <c:pt idx="44">
                  <c:v>8589.097858148903</c:v>
                </c:pt>
                <c:pt idx="45">
                  <c:v>45145.36203081969</c:v>
                </c:pt>
                <c:pt idx="46">
                  <c:v>64977.436614541264</c:v>
                </c:pt>
                <c:pt idx="47">
                  <c:v>69940.02893617487</c:v>
                </c:pt>
                <c:pt idx="48">
                  <c:v>73394.06325497295</c:v>
                </c:pt>
                <c:pt idx="49">
                  <c:v>64317.74822398834</c:v>
                </c:pt>
                <c:pt idx="50">
                  <c:v>10947.563842330725</c:v>
                </c:pt>
                <c:pt idx="51">
                  <c:v>57112.32948503898</c:v>
                </c:pt>
                <c:pt idx="52">
                  <c:v>17185.002014157075</c:v>
                </c:pt>
                <c:pt idx="53">
                  <c:v>11062.254915404552</c:v>
                </c:pt>
                <c:pt idx="54">
                  <c:v>12967.539686324595</c:v>
                </c:pt>
                <c:pt idx="55">
                  <c:v>8650.273070591746</c:v>
                </c:pt>
                <c:pt idx="56">
                  <c:v>13265.905283114924</c:v>
                </c:pt>
                <c:pt idx="57">
                  <c:v>9873.461004747722</c:v>
                </c:pt>
                <c:pt idx="58">
                  <c:v>85947.6826548209</c:v>
                </c:pt>
                <c:pt idx="59">
                  <c:v>12494.729774139158</c:v>
                </c:pt>
                <c:pt idx="60">
                  <c:v>8850.103615687505</c:v>
                </c:pt>
                <c:pt idx="61">
                  <c:v>7670.483769890078</c:v>
                </c:pt>
                <c:pt idx="62">
                  <c:v>13982.925236597319</c:v>
                </c:pt>
                <c:pt idx="63">
                  <c:v>9204.208031713972</c:v>
                </c:pt>
                <c:pt idx="64">
                  <c:v>94880.95470364056</c:v>
                </c:pt>
                <c:pt idx="65">
                  <c:v>69104.3309561486</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Sheet1!$A$2:$A$15</c:f>
              <c:strCache>
                <c:ptCount val="14"/>
                <c:pt idx="0">
                  <c:v>Base</c:v>
                </c:pt>
                <c:pt idx="1">
                  <c:v>Distribution</c:v>
                </c:pt>
                <c:pt idx="2">
                  <c:v>Seasonality</c:v>
                </c:pt>
                <c:pt idx="3">
                  <c:v>E-com</c:v>
                </c:pt>
                <c:pt idx="4">
                  <c:v>OOH</c:v>
                </c:pt>
                <c:pt idx="5">
                  <c:v>TV</c:v>
                </c:pt>
                <c:pt idx="6">
                  <c:v>Digital_Video</c:v>
                </c:pt>
                <c:pt idx="7">
                  <c:v>Digital_DA</c:v>
                </c:pt>
                <c:pt idx="8">
                  <c:v>Digital_Perform...</c:v>
                </c:pt>
                <c:pt idx="9">
                  <c:v>Digital_Special...</c:v>
                </c:pt>
                <c:pt idx="10">
                  <c:v>PR</c:v>
                </c:pt>
                <c:pt idx="11">
                  <c:v>POS</c:v>
                </c:pt>
                <c:pt idx="12">
                  <c:v>Price volatilit...</c:v>
                </c:pt>
                <c:pt idx="13">
                  <c:v>Relative price</c:v>
                </c:pt>
              </c:strCache>
            </c:strRef>
          </c:cat>
          <c:val>
            <c:numRef>
              <c:f>Sheet1!$B$2:$B$15</c:f>
              <c:numCache>
                <c:formatCode>General</c:formatCode>
                <c:ptCount val="14"/>
                <c:pt idx="0">
                  <c:v>0.0</c:v>
                </c:pt>
                <c:pt idx="1">
                  <c:v>36.87275171038175</c:v>
                </c:pt>
                <c:pt idx="2">
                  <c:v>71.901539886334</c:v>
                </c:pt>
                <c:pt idx="3">
                  <c:v>94.94519954099079</c:v>
                </c:pt>
                <c:pt idx="4">
                  <c:v>98.20549560578525</c:v>
                </c:pt>
                <c:pt idx="5">
                  <c:v>99.6087185642108</c:v>
                </c:pt>
                <c:pt idx="6">
                  <c:v>100.19310389324703</c:v>
                </c:pt>
                <c:pt idx="7">
                  <c:v>100.7733143264579</c:v>
                </c:pt>
                <c:pt idx="8">
                  <c:v>101.1438481611335</c:v>
                </c:pt>
                <c:pt idx="9">
                  <c:v>101.50699039386546</c:v>
                </c:pt>
                <c:pt idx="10">
                  <c:v>101.83944862844534</c:v>
                </c:pt>
                <c:pt idx="11">
                  <c:v>101.94878844368765</c:v>
                </c:pt>
                <c:pt idx="12">
                  <c:v>101.28450150423399</c:v>
                </c:pt>
                <c:pt idx="13">
                  <c:v>100.00000000000003</c:v>
                </c:pt>
              </c:numCache>
            </c:numRef>
          </c:val>
        </c:ser>
        <c:ser>
          <c:idx val="1"/>
          <c:order val="1"/>
          <c:tx>
            <c:strRef>
              <c:f>Sheet1!$C$1</c:f>
              <c:strCache>
                <c:ptCount val="1"/>
                <c:pt idx="0">
                  <c:v>value</c:v>
                </c:pt>
              </c:strCache>
            </c:strRef>
          </c:tx>
          <c:dPt>
            <c:idx val="0"/>
            <c:spPr>
              <a:solidFill>
                <a:srgbClr val="D60000"/>
              </a:solidFill>
            </c:spPr>
          </c:dPt>
          <c:dPt>
            <c:idx val="1"/>
            <c:spPr>
              <a:solidFill>
                <a:srgbClr val="FF7ED1"/>
              </a:solidFill>
            </c:spPr>
          </c:dPt>
          <c:dPt>
            <c:idx val="2"/>
            <c:spPr>
              <a:solidFill>
                <a:srgbClr val="A17569"/>
              </a:solidFill>
            </c:spPr>
          </c:dPt>
          <c:dPt>
            <c:idx val="3"/>
            <c:spPr>
              <a:solidFill>
                <a:srgbClr val="6B004F"/>
              </a:solidFill>
            </c:spPr>
          </c:dPt>
          <c:dPt>
            <c:idx val="4"/>
            <c:spPr>
              <a:solidFill>
                <a:srgbClr val="FFA52F"/>
              </a:solidFill>
            </c:spPr>
          </c:dPt>
          <c:dPt>
            <c:idx val="5"/>
            <c:spPr>
              <a:solidFill>
                <a:srgbClr val="BCB6FF"/>
              </a:solidFill>
            </c:spPr>
          </c:dPt>
          <c:dPt>
            <c:idx val="6"/>
            <c:spPr>
              <a:solidFill>
                <a:srgbClr val="97FF00"/>
              </a:solidFill>
            </c:spPr>
          </c:dPt>
          <c:dPt>
            <c:idx val="7"/>
            <c:spPr>
              <a:solidFill>
                <a:srgbClr val="8C3BFF"/>
              </a:solidFill>
            </c:spPr>
          </c:dPt>
          <c:dPt>
            <c:idx val="8"/>
            <c:spPr>
              <a:solidFill>
                <a:srgbClr val="018700"/>
              </a:solidFill>
            </c:spPr>
          </c:dPt>
          <c:dPt>
            <c:idx val="9"/>
            <c:spPr>
              <a:solidFill>
                <a:srgbClr val="00ACC6"/>
              </a:solidFill>
            </c:spPr>
          </c:dPt>
          <c:dPt>
            <c:idx val="10"/>
            <c:spPr>
              <a:solidFill>
                <a:srgbClr val="005659"/>
              </a:solidFill>
            </c:spPr>
          </c:dPt>
          <c:dPt>
            <c:idx val="11"/>
            <c:spPr>
              <a:solidFill>
                <a:srgbClr val="573B00"/>
              </a:solidFill>
            </c:spPr>
          </c:dPt>
          <c:dPt>
            <c:idx val="12"/>
            <c:spPr>
              <a:solidFill>
                <a:srgbClr val="0000DD"/>
              </a:solidFill>
            </c:spPr>
          </c:dPt>
          <c:dPt>
            <c:idx val="13"/>
            <c:spPr>
              <a:solidFill>
                <a:srgbClr val="00FDCF"/>
              </a:solidFill>
            </c:spPr>
          </c:dPt>
          <c:dLbls>
            <c:dLbl>
              <c:idx val="0"/>
              <c:tx>
                <c:rich>
                  <a:bodyPr/>
                  <a:lstStyle/>
                  <a:p>
                    <a:r>
                      <a:t>36.87%</a:t>
                    </a:r>
                  </a:p>
                </c:rich>
              </c:tx>
              <c:dLblPos val="inEnd"/>
              <c:showLegendKey val="0"/>
              <c:showVal val="1"/>
              <c:showCatName val="0"/>
              <c:showSerName val="0"/>
              <c:showPercent val="0"/>
              <c:showBubbleSize val="0"/>
            </c:dLbl>
            <c:dLbl>
              <c:idx val="1"/>
              <c:tx>
                <c:rich>
                  <a:bodyPr/>
                  <a:lstStyle/>
                  <a:p>
                    <a:r>
                      <a:t>35.03%</a:t>
                    </a:r>
                  </a:p>
                </c:rich>
              </c:tx>
              <c:dLblPos val="inEnd"/>
              <c:showLegendKey val="0"/>
              <c:showVal val="1"/>
              <c:showCatName val="0"/>
              <c:showSerName val="0"/>
              <c:showPercent val="0"/>
              <c:showBubbleSize val="0"/>
            </c:dLbl>
            <c:dLbl>
              <c:idx val="2"/>
              <c:tx>
                <c:rich>
                  <a:bodyPr/>
                  <a:lstStyle/>
                  <a:p>
                    <a:r>
                      <a:t>23.04%</a:t>
                    </a:r>
                  </a:p>
                </c:rich>
              </c:tx>
              <c:dLblPos val="inEnd"/>
              <c:showLegendKey val="0"/>
              <c:showVal val="1"/>
              <c:showCatName val="0"/>
              <c:showSerName val="0"/>
              <c:showPercent val="0"/>
              <c:showBubbleSize val="0"/>
            </c:dLbl>
            <c:dLbl>
              <c:idx val="3"/>
              <c:tx>
                <c:rich>
                  <a:bodyPr/>
                  <a:lstStyle/>
                  <a:p>
                    <a:r>
                      <a:t>3.26%</a:t>
                    </a:r>
                  </a:p>
                </c:rich>
              </c:tx>
              <c:dLblPos val="inEnd"/>
              <c:showLegendKey val="0"/>
              <c:showVal val="1"/>
              <c:showCatName val="0"/>
              <c:showSerName val="0"/>
              <c:showPercent val="0"/>
              <c:showBubbleSize val="0"/>
            </c:dLbl>
            <c:dLbl>
              <c:idx val="4"/>
              <c:tx>
                <c:rich>
                  <a:bodyPr/>
                  <a:lstStyle/>
                  <a:p>
                    <a:r>
                      <a:t>1.4%</a:t>
                    </a:r>
                  </a:p>
                </c:rich>
              </c:tx>
              <c:dLblPos val="inEnd"/>
              <c:showLegendKey val="0"/>
              <c:showVal val="1"/>
              <c:showCatName val="0"/>
              <c:showSerName val="0"/>
              <c:showPercent val="0"/>
              <c:showBubbleSize val="0"/>
            </c:dLbl>
            <c:dLbl>
              <c:idx val="5"/>
              <c:tx>
                <c:rich>
                  <a:bodyPr/>
                  <a:lstStyle/>
                  <a:p>
                    <a:r>
                      <a:t>0.58%</a:t>
                    </a:r>
                  </a:p>
                </c:rich>
              </c:tx>
              <c:dLblPos val="inEnd"/>
              <c:showLegendKey val="0"/>
              <c:showVal val="1"/>
              <c:showCatName val="0"/>
              <c:showSerName val="0"/>
              <c:showPercent val="0"/>
              <c:showBubbleSize val="0"/>
            </c:dLbl>
            <c:dLbl>
              <c:idx val="6"/>
              <c:tx>
                <c:rich>
                  <a:bodyPr/>
                  <a:lstStyle/>
                  <a:p>
                    <a:r>
                      <a:t>0.58%</a:t>
                    </a:r>
                  </a:p>
                </c:rich>
              </c:tx>
              <c:dLblPos val="inEnd"/>
              <c:showLegendKey val="0"/>
              <c:showVal val="1"/>
              <c:showCatName val="0"/>
              <c:showSerName val="0"/>
              <c:showPercent val="0"/>
              <c:showBubbleSize val="0"/>
            </c:dLbl>
            <c:dLbl>
              <c:idx val="7"/>
              <c:tx>
                <c:rich>
                  <a:bodyPr/>
                  <a:lstStyle/>
                  <a:p>
                    <a:r>
                      <a:t>0.37%</a:t>
                    </a:r>
                  </a:p>
                </c:rich>
              </c:tx>
              <c:dLblPos val="inEnd"/>
              <c:showLegendKey val="0"/>
              <c:showVal val="1"/>
              <c:showCatName val="0"/>
              <c:showSerName val="0"/>
              <c:showPercent val="0"/>
              <c:showBubbleSize val="0"/>
            </c:dLbl>
            <c:dLbl>
              <c:idx val="8"/>
              <c:tx>
                <c:rich>
                  <a:bodyPr/>
                  <a:lstStyle/>
                  <a:p>
                    <a:r>
                      <a:t>0.36%</a:t>
                    </a:r>
                  </a:p>
                </c:rich>
              </c:tx>
              <c:dLblPos val="inEnd"/>
              <c:showLegendKey val="0"/>
              <c:showVal val="1"/>
              <c:showCatName val="0"/>
              <c:showSerName val="0"/>
              <c:showPercent val="0"/>
              <c:showBubbleSize val="0"/>
            </c:dLbl>
            <c:dLbl>
              <c:idx val="9"/>
              <c:tx>
                <c:rich>
                  <a:bodyPr/>
                  <a:lstStyle/>
                  <a:p>
                    <a:r>
                      <a:t>0.33%</a:t>
                    </a:r>
                  </a:p>
                </c:rich>
              </c:tx>
              <c:dLblPos val="inEnd"/>
              <c:showLegendKey val="0"/>
              <c:showVal val="1"/>
              <c:showCatName val="0"/>
              <c:showSerName val="0"/>
              <c:showPercent val="0"/>
              <c:showBubbleSize val="0"/>
            </c:dLbl>
            <c:dLbl>
              <c:idx val="10"/>
              <c:tx>
                <c:rich>
                  <a:bodyPr/>
                  <a:lstStyle/>
                  <a:p>
                    <a:r>
                      <a:t>0.11%</a:t>
                    </a:r>
                  </a:p>
                </c:rich>
              </c:tx>
              <c:dLblPos val="inEnd"/>
              <c:showLegendKey val="0"/>
              <c:showVal val="1"/>
              <c:showCatName val="0"/>
              <c:showSerName val="0"/>
              <c:showPercent val="0"/>
              <c:showBubbleSize val="0"/>
            </c:dLbl>
            <c:dLbl>
              <c:idx val="11"/>
              <c:tx>
                <c:rich>
                  <a:bodyPr/>
                  <a:lstStyle/>
                  <a:p>
                    <a:r>
                      <a:t>0.01%</a:t>
                    </a:r>
                  </a:p>
                </c:rich>
              </c:tx>
              <c:dLblPos val="inEnd"/>
              <c:showLegendKey val="0"/>
              <c:showVal val="1"/>
              <c:showCatName val="0"/>
              <c:showSerName val="0"/>
              <c:showPercent val="0"/>
              <c:showBubbleSize val="0"/>
            </c:dLbl>
            <c:dLbl>
              <c:idx val="12"/>
              <c:tx>
                <c:rich>
                  <a:bodyPr/>
                  <a:lstStyle/>
                  <a:p>
                    <a:r>
                      <a:t>-0.67%</a:t>
                    </a:r>
                  </a:p>
                </c:rich>
              </c:tx>
              <c:dLblPos val="inEnd"/>
              <c:showLegendKey val="0"/>
              <c:showVal val="1"/>
              <c:showCatName val="0"/>
              <c:showSerName val="0"/>
              <c:showPercent val="0"/>
              <c:showBubbleSize val="0"/>
            </c:dLbl>
            <c:dLbl>
              <c:idx val="13"/>
              <c:tx>
                <c:rich>
                  <a:bodyPr/>
                  <a:lstStyle/>
                  <a:p>
                    <a:r>
                      <a:t>-1.28%</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Sheet1!$A$2:$A$15</c:f>
              <c:strCache>
                <c:ptCount val="14"/>
                <c:pt idx="0">
                  <c:v>Base</c:v>
                </c:pt>
                <c:pt idx="1">
                  <c:v>Distribution</c:v>
                </c:pt>
                <c:pt idx="2">
                  <c:v>Seasonality</c:v>
                </c:pt>
                <c:pt idx="3">
                  <c:v>E-com</c:v>
                </c:pt>
                <c:pt idx="4">
                  <c:v>OOH</c:v>
                </c:pt>
                <c:pt idx="5">
                  <c:v>TV</c:v>
                </c:pt>
                <c:pt idx="6">
                  <c:v>Digital_Video</c:v>
                </c:pt>
                <c:pt idx="7">
                  <c:v>Digital_DA</c:v>
                </c:pt>
                <c:pt idx="8">
                  <c:v>Digital_Perform...</c:v>
                </c:pt>
                <c:pt idx="9">
                  <c:v>Digital_Special...</c:v>
                </c:pt>
                <c:pt idx="10">
                  <c:v>PR</c:v>
                </c:pt>
                <c:pt idx="11">
                  <c:v>POS</c:v>
                </c:pt>
                <c:pt idx="12">
                  <c:v>Price volatilit...</c:v>
                </c:pt>
                <c:pt idx="13">
                  <c:v>Relative price</c:v>
                </c:pt>
              </c:strCache>
            </c:strRef>
          </c:cat>
          <c:val>
            <c:numRef>
              <c:f>Sheet1!$C$2:$C$15</c:f>
              <c:numCache>
                <c:formatCode>General</c:formatCode>
                <c:ptCount val="14"/>
                <c:pt idx="0">
                  <c:v>36.87275171038174</c:v>
                </c:pt>
                <c:pt idx="1">
                  <c:v>35.02878817595226</c:v>
                </c:pt>
                <c:pt idx="2">
                  <c:v>23.043659654656768</c:v>
                </c:pt>
                <c:pt idx="3">
                  <c:v>3.260296064794468</c:v>
                </c:pt>
                <c:pt idx="4">
                  <c:v>1.4032229584255391</c:v>
                </c:pt>
                <c:pt idx="5">
                  <c:v>0.5843853290362361</c:v>
                </c:pt>
                <c:pt idx="6">
                  <c:v>0.5802104332108838</c:v>
                </c:pt>
                <c:pt idx="7">
                  <c:v>0.3705338346755957</c:v>
                </c:pt>
                <c:pt idx="8">
                  <c:v>0.3631422327319784</c:v>
                </c:pt>
                <c:pt idx="9">
                  <c:v>0.3324582345798772</c:v>
                </c:pt>
                <c:pt idx="10">
                  <c:v>0.10933981524230074</c:v>
                </c:pt>
                <c:pt idx="11">
                  <c:v>0.008508520405262534</c:v>
                </c:pt>
                <c:pt idx="12">
                  <c:v>0.6727954598589291</c:v>
                </c:pt>
                <c:pt idx="13">
                  <c:v>1.2845015042339603</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2497200.0</c:v>
                </c:pt>
                <c:pt idx="1">
                  <c:v>2523900.0</c:v>
                </c:pt>
                <c:pt idx="2">
                  <c:v>3251200.0</c:v>
                </c:pt>
                <c:pt idx="3">
                  <c:v>2375000.0</c:v>
                </c:pt>
                <c:pt idx="4">
                  <c:v>2439800.0</c:v>
                </c:pt>
                <c:pt idx="5">
                  <c:v>2717700.0</c:v>
                </c:pt>
                <c:pt idx="6">
                  <c:v>2756100.0</c:v>
                </c:pt>
                <c:pt idx="7">
                  <c:v>2606400.0</c:v>
                </c:pt>
                <c:pt idx="8">
                  <c:v>2078000.0</c:v>
                </c:pt>
                <c:pt idx="9">
                  <c:v>2241400.0</c:v>
                </c:pt>
                <c:pt idx="10">
                  <c:v>2520100.0</c:v>
                </c:pt>
                <c:pt idx="11">
                  <c:v>1961200.0</c:v>
                </c:pt>
                <c:pt idx="12">
                  <c:v>2572200.0</c:v>
                </c:pt>
                <c:pt idx="13">
                  <c:v>2379300.0</c:v>
                </c:pt>
                <c:pt idx="14">
                  <c:v>3365800.0</c:v>
                </c:pt>
                <c:pt idx="15">
                  <c:v>2506400.0</c:v>
                </c:pt>
                <c:pt idx="16">
                  <c:v>3725400.0</c:v>
                </c:pt>
                <c:pt idx="17">
                  <c:v>3107100.0</c:v>
                </c:pt>
                <c:pt idx="18">
                  <c:v>2429300.0</c:v>
                </c:pt>
                <c:pt idx="19">
                  <c:v>3339400.0</c:v>
                </c:pt>
                <c:pt idx="20">
                  <c:v>2378800.0</c:v>
                </c:pt>
                <c:pt idx="21">
                  <c:v>2146700.0</c:v>
                </c:pt>
                <c:pt idx="22">
                  <c:v>3495400.0</c:v>
                </c:pt>
                <c:pt idx="23">
                  <c:v>2413500.0</c:v>
                </c:pt>
                <c:pt idx="24">
                  <c:v>3226800.0</c:v>
                </c:pt>
                <c:pt idx="25">
                  <c:v>2876500.0</c:v>
                </c:pt>
                <c:pt idx="26">
                  <c:v>2846300.0</c:v>
                </c:pt>
                <c:pt idx="27">
                  <c:v>2737200.0</c:v>
                </c:pt>
                <c:pt idx="28">
                  <c:v>3749200.0</c:v>
                </c:pt>
                <c:pt idx="29">
                  <c:v>3452100.0</c:v>
                </c:pt>
                <c:pt idx="30">
                  <c:v>3133400.0</c:v>
                </c:pt>
                <c:pt idx="31">
                  <c:v>2998200.0</c:v>
                </c:pt>
                <c:pt idx="32">
                  <c:v>2397600.0</c:v>
                </c:pt>
                <c:pt idx="33">
                  <c:v>2809800.0</c:v>
                </c:pt>
                <c:pt idx="34">
                  <c:v>2460600.0</c:v>
                </c:pt>
                <c:pt idx="35">
                  <c:v>3111500.0</c:v>
                </c:pt>
                <c:pt idx="36">
                  <c:v>3179800.0</c:v>
                </c:pt>
                <c:pt idx="37">
                  <c:v>3107900.0</c:v>
                </c:pt>
                <c:pt idx="38">
                  <c:v>3108600.0</c:v>
                </c:pt>
                <c:pt idx="39">
                  <c:v>3438500.0</c:v>
                </c:pt>
                <c:pt idx="40">
                  <c:v>3732100.0</c:v>
                </c:pt>
                <c:pt idx="41">
                  <c:v>3089200.0</c:v>
                </c:pt>
                <c:pt idx="42">
                  <c:v>2818400.0</c:v>
                </c:pt>
                <c:pt idx="43">
                  <c:v>2909000.0</c:v>
                </c:pt>
                <c:pt idx="44">
                  <c:v>2684000.0</c:v>
                </c:pt>
                <c:pt idx="45">
                  <c:v>2904400.0</c:v>
                </c:pt>
                <c:pt idx="46">
                  <c:v>2679800.0</c:v>
                </c:pt>
                <c:pt idx="47">
                  <c:v>2888800.0</c:v>
                </c:pt>
                <c:pt idx="48">
                  <c:v>3592600.0</c:v>
                </c:pt>
                <c:pt idx="49">
                  <c:v>3494500.0</c:v>
                </c:pt>
                <c:pt idx="50">
                  <c:v>3372200.0</c:v>
                </c:pt>
                <c:pt idx="51">
                  <c:v>4582900.0</c:v>
                </c:pt>
                <c:pt idx="52">
                  <c:v>3449500.0</c:v>
                </c:pt>
                <c:pt idx="53">
                  <c:v>3045400.0</c:v>
                </c:pt>
                <c:pt idx="54">
                  <c:v>3747100.0</c:v>
                </c:pt>
                <c:pt idx="55">
                  <c:v>2507700.0</c:v>
                </c:pt>
                <c:pt idx="56">
                  <c:v>3463100.0</c:v>
                </c:pt>
                <c:pt idx="57">
                  <c:v>2395100.0</c:v>
                </c:pt>
                <c:pt idx="58">
                  <c:v>2748300.0</c:v>
                </c:pt>
                <c:pt idx="59">
                  <c:v>2442100.0</c:v>
                </c:pt>
                <c:pt idx="60">
                  <c:v>625800.0</c:v>
                </c:pt>
                <c:pt idx="61">
                  <c:v>2963900.0</c:v>
                </c:pt>
                <c:pt idx="62">
                  <c:v>2690800.0</c:v>
                </c:pt>
                <c:pt idx="63">
                  <c:v>4434600.0</c:v>
                </c:pt>
                <c:pt idx="64">
                  <c:v>3363100.0</c:v>
                </c:pt>
                <c:pt idx="65">
                  <c:v>3806700.0</c:v>
                </c:pt>
                <c:pt idx="66">
                  <c:v>3411500.0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2537458.2534467303</c:v>
                </c:pt>
                <c:pt idx="1">
                  <c:v>2453444.0822882447</c:v>
                </c:pt>
                <c:pt idx="2">
                  <c:v>3321303.3641244643</c:v>
                </c:pt>
                <c:pt idx="3">
                  <c:v>2455410.9924669326</c:v>
                </c:pt>
                <c:pt idx="4">
                  <c:v>2425249.04492343</c:v>
                </c:pt>
                <c:pt idx="5">
                  <c:v>2912656.2756423927</c:v>
                </c:pt>
                <c:pt idx="6">
                  <c:v>2562238.873669514</c:v>
                </c:pt>
                <c:pt idx="7">
                  <c:v>2709671.697984404</c:v>
                </c:pt>
                <c:pt idx="8">
                  <c:v>2072966.4771143761</c:v>
                </c:pt>
                <c:pt idx="9">
                  <c:v>2320089.683414719</c:v>
                </c:pt>
                <c:pt idx="10">
                  <c:v>2700285.427059025</c:v>
                </c:pt>
                <c:pt idx="11">
                  <c:v>2051902.7612935824</c:v>
                </c:pt>
                <c:pt idx="12">
                  <c:v>2635438.7412598063</c:v>
                </c:pt>
                <c:pt idx="13">
                  <c:v>2404873.8679543254</c:v>
                </c:pt>
                <c:pt idx="14">
                  <c:v>3421484.48693178</c:v>
                </c:pt>
                <c:pt idx="15">
                  <c:v>2606269.2124336576</c:v>
                </c:pt>
                <c:pt idx="16">
                  <c:v>3728562.8574094544</c:v>
                </c:pt>
                <c:pt idx="17">
                  <c:v>3029377.910337514</c:v>
                </c:pt>
                <c:pt idx="18">
                  <c:v>2350000.9185242187</c:v>
                </c:pt>
                <c:pt idx="19">
                  <c:v>3236779.159538175</c:v>
                </c:pt>
                <c:pt idx="20">
                  <c:v>2343969.416259487</c:v>
                </c:pt>
                <c:pt idx="21">
                  <c:v>2204382.4406077443</c:v>
                </c:pt>
                <c:pt idx="22">
                  <c:v>3449548.296308378</c:v>
                </c:pt>
                <c:pt idx="23">
                  <c:v>2380040.761788342</c:v>
                </c:pt>
                <c:pt idx="24">
                  <c:v>3198831.152829779</c:v>
                </c:pt>
                <c:pt idx="25">
                  <c:v>2770743.2073539123</c:v>
                </c:pt>
                <c:pt idx="26">
                  <c:v>2704996.5302107516</c:v>
                </c:pt>
                <c:pt idx="27">
                  <c:v>2826356.2004998</c:v>
                </c:pt>
                <c:pt idx="28">
                  <c:v>3853173.6716965158</c:v>
                </c:pt>
                <c:pt idx="29">
                  <c:v>3428233.9084882895</c:v>
                </c:pt>
                <c:pt idx="30">
                  <c:v>3087479.1846357817</c:v>
                </c:pt>
                <c:pt idx="31">
                  <c:v>2885547.163737791</c:v>
                </c:pt>
                <c:pt idx="32">
                  <c:v>2500684.4402935468</c:v>
                </c:pt>
                <c:pt idx="33">
                  <c:v>2688140.6683156993</c:v>
                </c:pt>
                <c:pt idx="34">
                  <c:v>2378506.8577928664</c:v>
                </c:pt>
                <c:pt idx="35">
                  <c:v>2927066.523428401</c:v>
                </c:pt>
                <c:pt idx="36">
                  <c:v>3380035.1511084065</c:v>
                </c:pt>
                <c:pt idx="37">
                  <c:v>3016195.773611818</c:v>
                </c:pt>
                <c:pt idx="38">
                  <c:v>3086852.022232586</c:v>
                </c:pt>
                <c:pt idx="39">
                  <c:v>3458153.1282880283</c:v>
                </c:pt>
                <c:pt idx="40">
                  <c:v>3776858.3122562324</c:v>
                </c:pt>
                <c:pt idx="41">
                  <c:v>2976341.805094438</c:v>
                </c:pt>
                <c:pt idx="42">
                  <c:v>3016960.9256360102</c:v>
                </c:pt>
                <c:pt idx="43">
                  <c:v>2714831.009230392</c:v>
                </c:pt>
                <c:pt idx="44">
                  <c:v>2378879.247264531</c:v>
                </c:pt>
                <c:pt idx="45">
                  <c:v>2938150.22140823</c:v>
                </c:pt>
                <c:pt idx="46">
                  <c:v>2653533.4828606155</c:v>
                </c:pt>
                <c:pt idx="47">
                  <c:v>2914953.2987835137</c:v>
                </c:pt>
                <c:pt idx="48">
                  <c:v>3673908.848571488</c:v>
                </c:pt>
                <c:pt idx="49">
                  <c:v>3338091.461131762</c:v>
                </c:pt>
                <c:pt idx="50">
                  <c:v>3452213.023927029</c:v>
                </c:pt>
                <c:pt idx="51">
                  <c:v>4375717.745827211</c:v>
                </c:pt>
                <c:pt idx="52">
                  <c:v>3561877.798573436</c:v>
                </c:pt>
                <c:pt idx="53">
                  <c:v>3213979.6199436416</c:v>
                </c:pt>
                <c:pt idx="54">
                  <c:v>3795984.8613138213</c:v>
                </c:pt>
                <c:pt idx="55">
                  <c:v>2615304.119408613</c:v>
                </c:pt>
                <c:pt idx="56">
                  <c:v>3415457.4145828276</c:v>
                </c:pt>
                <c:pt idx="57">
                  <c:v>2518496.164159697</c:v>
                </c:pt>
                <c:pt idx="58">
                  <c:v>2671289.0820064764</c:v>
                </c:pt>
                <c:pt idx="59">
                  <c:v>2600013.4887713096</c:v>
                </c:pt>
                <c:pt idx="60">
                  <c:v>597296.7614730551</c:v>
                </c:pt>
                <c:pt idx="61">
                  <c:v>3061120.2419309053</c:v>
                </c:pt>
                <c:pt idx="62">
                  <c:v>2756586.3522104076</c:v>
                </c:pt>
                <c:pt idx="63">
                  <c:v>4567925.908417386</c:v>
                </c:pt>
                <c:pt idx="64">
                  <c:v>3376701.0878935293</c:v>
                </c:pt>
                <c:pt idx="65">
                  <c:v>3793576.6988877878</c:v>
                </c:pt>
                <c:pt idx="66">
                  <c:v>3506589.90196783</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5499480.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509524758.0</c:v>
                </c:pt>
                <c:pt idx="1">
                  <c:v>574000394.0</c:v>
                </c:pt>
                <c:pt idx="2">
                  <c:v>782851302.0</c:v>
                </c:pt>
                <c:pt idx="3">
                  <c:v>541205372.0</c:v>
                </c:pt>
                <c:pt idx="4">
                  <c:v>574159439.0</c:v>
                </c:pt>
                <c:pt idx="5">
                  <c:v>577808433.0</c:v>
                </c:pt>
                <c:pt idx="6">
                  <c:v>522772475.0</c:v>
                </c:pt>
                <c:pt idx="7">
                  <c:v>455978172.0</c:v>
                </c:pt>
                <c:pt idx="8">
                  <c:v>337627681.0</c:v>
                </c:pt>
                <c:pt idx="9">
                  <c:v>352915867.0</c:v>
                </c:pt>
                <c:pt idx="10">
                  <c:v>408580963.0</c:v>
                </c:pt>
                <c:pt idx="11">
                  <c:v>362133244.0</c:v>
                </c:pt>
                <c:pt idx="12">
                  <c:v>540591920.0</c:v>
                </c:pt>
                <c:pt idx="13">
                  <c:v>542829611.0</c:v>
                </c:pt>
                <c:pt idx="14">
                  <c:v>805176056.0</c:v>
                </c:pt>
                <c:pt idx="15">
                  <c:v>595543587.0</c:v>
                </c:pt>
                <c:pt idx="16">
                  <c:v>848942356.0</c:v>
                </c:pt>
                <c:pt idx="17">
                  <c:v>662611260.0</c:v>
                </c:pt>
                <c:pt idx="18">
                  <c:v>487342121.0</c:v>
                </c:pt>
                <c:pt idx="19">
                  <c:v>594909637.0</c:v>
                </c:pt>
                <c:pt idx="20">
                  <c:v>372956257.0</c:v>
                </c:pt>
                <c:pt idx="21">
                  <c:v>337243841.0</c:v>
                </c:pt>
                <c:pt idx="22">
                  <c:v>585776469.0</c:v>
                </c:pt>
                <c:pt idx="23">
                  <c:v>441886931.0</c:v>
                </c:pt>
                <c:pt idx="24">
                  <c:v>692949386.0</c:v>
                </c:pt>
                <c:pt idx="25">
                  <c:v>676311181.0</c:v>
                </c:pt>
                <c:pt idx="26">
                  <c:v>686385676.0</c:v>
                </c:pt>
                <c:pt idx="27">
                  <c:v>658373280.0</c:v>
                </c:pt>
                <c:pt idx="28">
                  <c:v>849484596.0</c:v>
                </c:pt>
                <c:pt idx="29">
                  <c:v>708500395.0</c:v>
                </c:pt>
                <c:pt idx="30">
                  <c:v>603760950.0</c:v>
                </c:pt>
                <c:pt idx="31">
                  <c:v>518289113.0</c:v>
                </c:pt>
                <c:pt idx="32">
                  <c:v>402923249.0</c:v>
                </c:pt>
                <c:pt idx="33">
                  <c:v>445445389.0</c:v>
                </c:pt>
                <c:pt idx="34">
                  <c:v>417096832.0</c:v>
                </c:pt>
                <c:pt idx="35">
                  <c:v>569920562.0</c:v>
                </c:pt>
                <c:pt idx="36">
                  <c:v>664346833.0</c:v>
                </c:pt>
                <c:pt idx="37">
                  <c:v>723848433.0</c:v>
                </c:pt>
                <c:pt idx="38">
                  <c:v>731563029.0</c:v>
                </c:pt>
                <c:pt idx="39">
                  <c:v>819992591.0</c:v>
                </c:pt>
                <c:pt idx="40">
                  <c:v>874494382.0</c:v>
                </c:pt>
                <c:pt idx="41">
                  <c:v>655909140.0</c:v>
                </c:pt>
                <c:pt idx="42">
                  <c:v>554579703.0</c:v>
                </c:pt>
                <c:pt idx="43">
                  <c:v>497696426.0</c:v>
                </c:pt>
                <c:pt idx="44">
                  <c:v>443553628.0</c:v>
                </c:pt>
                <c:pt idx="45">
                  <c:v>482521268.0</c:v>
                </c:pt>
                <c:pt idx="46">
                  <c:v>470835968.0</c:v>
                </c:pt>
                <c:pt idx="47">
                  <c:v>541750964.0</c:v>
                </c:pt>
                <c:pt idx="48">
                  <c:v>754633066.0</c:v>
                </c:pt>
                <c:pt idx="49">
                  <c:v>790388791.0</c:v>
                </c:pt>
                <c:pt idx="50">
                  <c:v>792381854.0</c:v>
                </c:pt>
                <c:pt idx="51">
                  <c:v>1106227617.0</c:v>
                </c:pt>
                <c:pt idx="52">
                  <c:v>767898597.0</c:v>
                </c:pt>
                <c:pt idx="53">
                  <c:v>640901079.0</c:v>
                </c:pt>
                <c:pt idx="54">
                  <c:v>719244412.0</c:v>
                </c:pt>
                <c:pt idx="55">
                  <c:v>418614565.0</c:v>
                </c:pt>
                <c:pt idx="56">
                  <c:v>553592503.0</c:v>
                </c:pt>
                <c:pt idx="57">
                  <c:v>385521384.0</c:v>
                </c:pt>
                <c:pt idx="58">
                  <c:v>475791083.0</c:v>
                </c:pt>
                <c:pt idx="59">
                  <c:v>473759577.0</c:v>
                </c:pt>
                <c:pt idx="60">
                  <c:v>118664196.0</c:v>
                </c:pt>
                <c:pt idx="61">
                  <c:v>634753595.0</c:v>
                </c:pt>
                <c:pt idx="62">
                  <c:v>607215112.0</c:v>
                </c:pt>
                <c:pt idx="63">
                  <c:v>1058778716.0</c:v>
                </c:pt>
                <c:pt idx="64">
                  <c:v>794591351.0</c:v>
                </c:pt>
                <c:pt idx="65">
                  <c:v>878914231.0</c:v>
                </c:pt>
                <c:pt idx="66">
                  <c:v>726293928.0</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518831777.4529779</c:v>
                </c:pt>
                <c:pt idx="1">
                  <c:v>557791015.6100996</c:v>
                </c:pt>
                <c:pt idx="2">
                  <c:v>799433370.3950388</c:v>
                </c:pt>
                <c:pt idx="3">
                  <c:v>559692645.5550336</c:v>
                </c:pt>
                <c:pt idx="4">
                  <c:v>570778621.0427972</c:v>
                </c:pt>
                <c:pt idx="5">
                  <c:v>621220453.1572535</c:v>
                </c:pt>
                <c:pt idx="6">
                  <c:v>485546558.8376926</c:v>
                </c:pt>
                <c:pt idx="7">
                  <c:v>474014326.7697211</c:v>
                </c:pt>
                <c:pt idx="8">
                  <c:v>336878801.6032473</c:v>
                </c:pt>
                <c:pt idx="9">
                  <c:v>365727462.5016428</c:v>
                </c:pt>
                <c:pt idx="10">
                  <c:v>438763320.3002557</c:v>
                </c:pt>
                <c:pt idx="11">
                  <c:v>379138576.6428938</c:v>
                </c:pt>
                <c:pt idx="12">
                  <c:v>553054363.5908628</c:v>
                </c:pt>
                <c:pt idx="13">
                  <c:v>548854890.2375984</c:v>
                </c:pt>
                <c:pt idx="14">
                  <c:v>820369168.8932545</c:v>
                </c:pt>
                <c:pt idx="15">
                  <c:v>618367352.0012739</c:v>
                </c:pt>
                <c:pt idx="16">
                  <c:v>849729663.2277051</c:v>
                </c:pt>
                <c:pt idx="17">
                  <c:v>647065705.6230879</c:v>
                </c:pt>
                <c:pt idx="18">
                  <c:v>471571543.0828925</c:v>
                </c:pt>
                <c:pt idx="19">
                  <c:v>576120421.212185</c:v>
                </c:pt>
                <c:pt idx="20">
                  <c:v>368159196.46247196</c:v>
                </c:pt>
                <c:pt idx="21">
                  <c:v>346274315.9927074</c:v>
                </c:pt>
                <c:pt idx="22">
                  <c:v>577865196.9557531</c:v>
                </c:pt>
                <c:pt idx="23">
                  <c:v>436099059.4926609</c:v>
                </c:pt>
                <c:pt idx="24">
                  <c:v>685442918.5206591</c:v>
                </c:pt>
                <c:pt idx="25">
                  <c:v>651760541.2918513</c:v>
                </c:pt>
                <c:pt idx="26">
                  <c:v>653330659.9910991</c:v>
                </c:pt>
                <c:pt idx="27">
                  <c:v>680452314.1536803</c:v>
                </c:pt>
                <c:pt idx="28">
                  <c:v>871674612.3789307</c:v>
                </c:pt>
                <c:pt idx="29">
                  <c:v>703995284.5873158</c:v>
                </c:pt>
                <c:pt idx="30">
                  <c:v>596343056.699163</c:v>
                </c:pt>
                <c:pt idx="31">
                  <c:v>498793916.5658417</c:v>
                </c:pt>
                <c:pt idx="32">
                  <c:v>420083415.32323945</c:v>
                </c:pt>
                <c:pt idx="33">
                  <c:v>426102413.69700205</c:v>
                </c:pt>
                <c:pt idx="34">
                  <c:v>404280673.0149431</c:v>
                </c:pt>
                <c:pt idx="35">
                  <c:v>536065876.9931495</c:v>
                </c:pt>
                <c:pt idx="36">
                  <c:v>706692381.9741572</c:v>
                </c:pt>
                <c:pt idx="37">
                  <c:v>701629561.020201</c:v>
                </c:pt>
                <c:pt idx="38">
                  <c:v>727105406.5507421</c:v>
                </c:pt>
                <c:pt idx="39">
                  <c:v>824525229.3495392</c:v>
                </c:pt>
                <c:pt idx="40">
                  <c:v>885887725.6321031</c:v>
                </c:pt>
                <c:pt idx="41">
                  <c:v>632582314.412632</c:v>
                </c:pt>
                <c:pt idx="42">
                  <c:v>595435401.4935262</c:v>
                </c:pt>
                <c:pt idx="43">
                  <c:v>464510373.0807824</c:v>
                </c:pt>
                <c:pt idx="44">
                  <c:v>392867779.727972</c:v>
                </c:pt>
                <c:pt idx="45">
                  <c:v>488549156.5672999</c:v>
                </c:pt>
                <c:pt idx="46">
                  <c:v>465591571.3233894</c:v>
                </c:pt>
                <c:pt idx="47">
                  <c:v>546941009.8453591</c:v>
                </c:pt>
                <c:pt idx="48">
                  <c:v>771512090.1284287</c:v>
                </c:pt>
                <c:pt idx="49">
                  <c:v>756104951.4532465</c:v>
                </c:pt>
                <c:pt idx="50">
                  <c:v>811427759.0333892</c:v>
                </c:pt>
                <c:pt idx="51">
                  <c:v>1056258973.9262263</c:v>
                </c:pt>
                <c:pt idx="52">
                  <c:v>792558865.5973989</c:v>
                </c:pt>
                <c:pt idx="53">
                  <c:v>678041434.1882311</c:v>
                </c:pt>
                <c:pt idx="54">
                  <c:v>729762855.9695096</c:v>
                </c:pt>
                <c:pt idx="55">
                  <c:v>436757386.1218264</c:v>
                </c:pt>
                <c:pt idx="56">
                  <c:v>545738214.7526218</c:v>
                </c:pt>
                <c:pt idx="57">
                  <c:v>405476375.94004583</c:v>
                </c:pt>
                <c:pt idx="58">
                  <c:v>462032192.3555195</c:v>
                </c:pt>
                <c:pt idx="59">
                  <c:v>503401720.65466297</c:v>
                </c:pt>
                <c:pt idx="60">
                  <c:v>113259411.91052072</c:v>
                </c:pt>
                <c:pt idx="61">
                  <c:v>657037026.8603047</c:v>
                </c:pt>
                <c:pt idx="62">
                  <c:v>621680551.3449157</c:v>
                </c:pt>
                <c:pt idx="63">
                  <c:v>1089357655.9397945</c:v>
                </c:pt>
                <c:pt idx="64">
                  <c:v>799723806.4365116</c:v>
                </c:pt>
                <c:pt idx="65">
                  <c:v>875374196.2580775</c:v>
                </c:pt>
                <c:pt idx="66">
                  <c:v>747077053.7078418</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1327473140.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Brand_1_Master_A Form_C: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316494.6888468888</c:v>
                </c:pt>
                <c:pt idx="1">
                  <c:v>316494.6888468888</c:v>
                </c:pt>
                <c:pt idx="2">
                  <c:v>395618.36105861096</c:v>
                </c:pt>
                <c:pt idx="3">
                  <c:v>316494.6888468888</c:v>
                </c:pt>
                <c:pt idx="4">
                  <c:v>316494.6888468888</c:v>
                </c:pt>
                <c:pt idx="5">
                  <c:v>395618.36105861096</c:v>
                </c:pt>
                <c:pt idx="6">
                  <c:v>316494.6888468888</c:v>
                </c:pt>
                <c:pt idx="7">
                  <c:v>395618.36105861096</c:v>
                </c:pt>
                <c:pt idx="8">
                  <c:v>316494.6888468888</c:v>
                </c:pt>
                <c:pt idx="9">
                  <c:v>316494.6888468888</c:v>
                </c:pt>
                <c:pt idx="10">
                  <c:v>395618.36105861096</c:v>
                </c:pt>
                <c:pt idx="11">
                  <c:v>316494.6888468888</c:v>
                </c:pt>
                <c:pt idx="12">
                  <c:v>316494.6888468888</c:v>
                </c:pt>
                <c:pt idx="13">
                  <c:v>316494.6888468888</c:v>
                </c:pt>
                <c:pt idx="14">
                  <c:v>395618.36105861096</c:v>
                </c:pt>
                <c:pt idx="15">
                  <c:v>316494.6888468888</c:v>
                </c:pt>
                <c:pt idx="16">
                  <c:v>395618.36105861096</c:v>
                </c:pt>
                <c:pt idx="17">
                  <c:v>316494.6888468888</c:v>
                </c:pt>
                <c:pt idx="18">
                  <c:v>316494.6888468888</c:v>
                </c:pt>
                <c:pt idx="19">
                  <c:v>395618.36105861096</c:v>
                </c:pt>
                <c:pt idx="20">
                  <c:v>316494.6888468888</c:v>
                </c:pt>
                <c:pt idx="21">
                  <c:v>316494.6888468888</c:v>
                </c:pt>
                <c:pt idx="22">
                  <c:v>395618.36105861096</c:v>
                </c:pt>
                <c:pt idx="23">
                  <c:v>316494.6888468888</c:v>
                </c:pt>
                <c:pt idx="24">
                  <c:v>395618.36105861096</c:v>
                </c:pt>
                <c:pt idx="25">
                  <c:v>316494.6888468888</c:v>
                </c:pt>
                <c:pt idx="26">
                  <c:v>316494.6888468888</c:v>
                </c:pt>
                <c:pt idx="27">
                  <c:v>316494.6888468888</c:v>
                </c:pt>
                <c:pt idx="28">
                  <c:v>395618.36105861096</c:v>
                </c:pt>
                <c:pt idx="29">
                  <c:v>316494.6888468888</c:v>
                </c:pt>
                <c:pt idx="30">
                  <c:v>316494.6888468888</c:v>
                </c:pt>
                <c:pt idx="31">
                  <c:v>395618.36105861096</c:v>
                </c:pt>
                <c:pt idx="32">
                  <c:v>316494.6888468888</c:v>
                </c:pt>
                <c:pt idx="33">
                  <c:v>395618.36105861096</c:v>
                </c:pt>
                <c:pt idx="34">
                  <c:v>316494.6888468888</c:v>
                </c:pt>
                <c:pt idx="35">
                  <c:v>316494.6888468888</c:v>
                </c:pt>
                <c:pt idx="36">
                  <c:v>395618.36105861096</c:v>
                </c:pt>
                <c:pt idx="37">
                  <c:v>316494.6888468888</c:v>
                </c:pt>
                <c:pt idx="38">
                  <c:v>316494.6888468888</c:v>
                </c:pt>
                <c:pt idx="39">
                  <c:v>316494.6888468888</c:v>
                </c:pt>
                <c:pt idx="40">
                  <c:v>395618.36105861096</c:v>
                </c:pt>
                <c:pt idx="41">
                  <c:v>316494.6888468888</c:v>
                </c:pt>
                <c:pt idx="42">
                  <c:v>395618.36105861096</c:v>
                </c:pt>
                <c:pt idx="43">
                  <c:v>316494.6888468888</c:v>
                </c:pt>
                <c:pt idx="44">
                  <c:v>316494.6888468888</c:v>
                </c:pt>
                <c:pt idx="45">
                  <c:v>395618.36105861096</c:v>
                </c:pt>
                <c:pt idx="46">
                  <c:v>316494.6888468888</c:v>
                </c:pt>
                <c:pt idx="47">
                  <c:v>316494.6888468888</c:v>
                </c:pt>
                <c:pt idx="48">
                  <c:v>395618.36105861096</c:v>
                </c:pt>
                <c:pt idx="49">
                  <c:v>316494.6888468888</c:v>
                </c:pt>
                <c:pt idx="50">
                  <c:v>316494.6888468888</c:v>
                </c:pt>
                <c:pt idx="51">
                  <c:v>395618.36105861096</c:v>
                </c:pt>
                <c:pt idx="52">
                  <c:v>316494.6888468888</c:v>
                </c:pt>
                <c:pt idx="53">
                  <c:v>316494.6888468888</c:v>
                </c:pt>
                <c:pt idx="54">
                  <c:v>395618.36105861096</c:v>
                </c:pt>
                <c:pt idx="55">
                  <c:v>316494.6888468888</c:v>
                </c:pt>
                <c:pt idx="56">
                  <c:v>395618.36105861096</c:v>
                </c:pt>
                <c:pt idx="57">
                  <c:v>316494.6888468888</c:v>
                </c:pt>
                <c:pt idx="58">
                  <c:v>316494.6888468888</c:v>
                </c:pt>
                <c:pt idx="59">
                  <c:v>395618.36105861096</c:v>
                </c:pt>
                <c:pt idx="60">
                  <c:v>316494.6888468888</c:v>
                </c:pt>
                <c:pt idx="61">
                  <c:v>316494.6888468888</c:v>
                </c:pt>
                <c:pt idx="62">
                  <c:v>395618.36105861096</c:v>
                </c:pt>
                <c:pt idx="63">
                  <c:v>316494.6888468888</c:v>
                </c:pt>
                <c:pt idx="64">
                  <c:v>316494.6888468888</c:v>
                </c:pt>
                <c:pt idx="65">
                  <c:v>316494.6888468888</c:v>
                </c:pt>
              </c:numCache>
            </c:numRef>
          </c:val>
        </c:ser>
        <c:ser>
          <c:idx val="1"/>
          <c:order val="1"/>
          <c:tx>
            <c:strRef>
              <c:f>Sheet1!$C$1</c:f>
              <c:strCache>
                <c:ptCount val="1"/>
                <c:pt idx="0">
                  <c:v>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657.1690906392259</c:v>
                </c:pt>
                <c:pt idx="1">
                  <c:v>27130.715309296884</c:v>
                </c:pt>
                <c:pt idx="2">
                  <c:v>19760.576411123333</c:v>
                </c:pt>
                <c:pt idx="3">
                  <c:v>21885.90629955763</c:v>
                </c:pt>
                <c:pt idx="4">
                  <c:v>24904.881565428364</c:v>
                </c:pt>
                <c:pt idx="5">
                  <c:v>601.7386744662346</c:v>
                </c:pt>
                <c:pt idx="6">
                  <c:v>32307.197913072305</c:v>
                </c:pt>
                <c:pt idx="7">
                  <c:v>33316.84003840128</c:v>
                </c:pt>
                <c:pt idx="8">
                  <c:v>13607.684615763388</c:v>
                </c:pt>
                <c:pt idx="9">
                  <c:v>26912.75441784617</c:v>
                </c:pt>
                <c:pt idx="10">
                  <c:v>6813.420689594931</c:v>
                </c:pt>
                <c:pt idx="11">
                  <c:v>9722.727483072289</c:v>
                </c:pt>
                <c:pt idx="12">
                  <c:v>1203.6106989596929</c:v>
                </c:pt>
                <c:pt idx="13">
                  <c:v>484.6938825406156</c:v>
                </c:pt>
                <c:pt idx="14">
                  <c:v>28286.448970024987</c:v>
                </c:pt>
                <c:pt idx="15">
                  <c:v>10422.500034569612</c:v>
                </c:pt>
                <c:pt idx="16">
                  <c:v>44021.08611162368</c:v>
                </c:pt>
                <c:pt idx="17">
                  <c:v>16076.258452733811</c:v>
                </c:pt>
                <c:pt idx="18">
                  <c:v>31951.47203936345</c:v>
                </c:pt>
                <c:pt idx="19">
                  <c:v>16279.088423322364</c:v>
                </c:pt>
                <c:pt idx="20">
                  <c:v>288.5524378209143</c:v>
                </c:pt>
                <c:pt idx="21">
                  <c:v>20398.08911201274</c:v>
                </c:pt>
                <c:pt idx="22">
                  <c:v>30770.93422259028</c:v>
                </c:pt>
                <c:pt idx="23">
                  <c:v>21032.31142567858</c:v>
                </c:pt>
                <c:pt idx="24">
                  <c:v>45600.353007212056</c:v>
                </c:pt>
                <c:pt idx="25">
                  <c:v>34985.9617225416</c:v>
                </c:pt>
                <c:pt idx="26">
                  <c:v>31807.9152857594</c:v>
                </c:pt>
                <c:pt idx="27">
                  <c:v>2381.31565391099</c:v>
                </c:pt>
                <c:pt idx="28">
                  <c:v>29804.836554398014</c:v>
                </c:pt>
                <c:pt idx="29">
                  <c:v>29411.813782611738</c:v>
                </c:pt>
                <c:pt idx="30">
                  <c:v>48436.34880687455</c:v>
                </c:pt>
                <c:pt idx="31">
                  <c:v>2923.985121539639</c:v>
                </c:pt>
                <c:pt idx="32">
                  <c:v>17445.00480642706</c:v>
                </c:pt>
                <c:pt idx="33">
                  <c:v>50673.71497557835</c:v>
                </c:pt>
                <c:pt idx="34">
                  <c:v>22260.86634058948</c:v>
                </c:pt>
                <c:pt idx="35">
                  <c:v>43556.576039097556</c:v>
                </c:pt>
                <c:pt idx="36">
                  <c:v>7675.8625176117575</c:v>
                </c:pt>
                <c:pt idx="37">
                  <c:v>42810.24474862098</c:v>
                </c:pt>
                <c:pt idx="38">
                  <c:v>38330.46549116543</c:v>
                </c:pt>
                <c:pt idx="39">
                  <c:v>43519.5761950801</c:v>
                </c:pt>
                <c:pt idx="40">
                  <c:v>36690.222888648364</c:v>
                </c:pt>
                <c:pt idx="41">
                  <c:v>7433.730649590554</c:v>
                </c:pt>
                <c:pt idx="42">
                  <c:v>260.4573708923206</c:v>
                </c:pt>
                <c:pt idx="43">
                  <c:v>49499.45906799979</c:v>
                </c:pt>
                <c:pt idx="44">
                  <c:v>46674.997956453204</c:v>
                </c:pt>
                <c:pt idx="45">
                  <c:v>27205.174612021932</c:v>
                </c:pt>
                <c:pt idx="46">
                  <c:v>23248.813896853222</c:v>
                </c:pt>
                <c:pt idx="47">
                  <c:v>34002.47188263537</c:v>
                </c:pt>
                <c:pt idx="48">
                  <c:v>591.6683174898794</c:v>
                </c:pt>
                <c:pt idx="49">
                  <c:v>494.4513803649782</c:v>
                </c:pt>
                <c:pt idx="50">
                  <c:v>6251.8914161632965</c:v>
                </c:pt>
                <c:pt idx="51">
                  <c:v>38572.30022681117</c:v>
                </c:pt>
                <c:pt idx="52">
                  <c:v>31883.789479589293</c:v>
                </c:pt>
                <c:pt idx="53">
                  <c:v>37611.9927903938</c:v>
                </c:pt>
                <c:pt idx="54">
                  <c:v>60451.28828285473</c:v>
                </c:pt>
                <c:pt idx="55">
                  <c:v>23974.456514451034</c:v>
                </c:pt>
                <c:pt idx="56">
                  <c:v>1797.4772780392439</c:v>
                </c:pt>
                <c:pt idx="57">
                  <c:v>41531.18355697638</c:v>
                </c:pt>
                <c:pt idx="58">
                  <c:v>4226.266960098651</c:v>
                </c:pt>
                <c:pt idx="59">
                  <c:v>807.7500753404794</c:v>
                </c:pt>
                <c:pt idx="60">
                  <c:v>27928.277102869124</c:v>
                </c:pt>
                <c:pt idx="61">
                  <c:v>13293.15873260949</c:v>
                </c:pt>
                <c:pt idx="62">
                  <c:v>757.9884390178026</c:v>
                </c:pt>
                <c:pt idx="63">
                  <c:v>27084.182595397127</c:v>
                </c:pt>
                <c:pt idx="64">
                  <c:v>29412.690311607137</c:v>
                </c:pt>
                <c:pt idx="65">
                  <c:v>30676.75813301327</c:v>
                </c:pt>
              </c:numCache>
            </c:numRef>
          </c:val>
        </c:ser>
        <c:ser>
          <c:idx val="2"/>
          <c:order val="2"/>
          <c:tx>
            <c:strRef>
              <c:f>Sheet1!$D$1</c:f>
              <c:strCache>
                <c:ptCount val="1"/>
                <c:pt idx="0">
                  <c:v>Digital_Performance</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49984.35732696661</c:v>
                </c:pt>
                <c:pt idx="1">
                  <c:v>31763.669124734406</c:v>
                </c:pt>
                <c:pt idx="2">
                  <c:v>29301.676774538493</c:v>
                </c:pt>
                <c:pt idx="3">
                  <c:v>38876.149798890794</c:v>
                </c:pt>
                <c:pt idx="4">
                  <c:v>16266.693318374972</c:v>
                </c:pt>
                <c:pt idx="5">
                  <c:v>57968.40401925142</c:v>
                </c:pt>
                <c:pt idx="6">
                  <c:v>59222.73720747221</c:v>
                </c:pt>
                <c:pt idx="7">
                  <c:v>41641.95748602949</c:v>
                </c:pt>
                <c:pt idx="8">
                  <c:v>8569.266183953177</c:v>
                </c:pt>
                <c:pt idx="9">
                  <c:v>45535.92942940678</c:v>
                </c:pt>
                <c:pt idx="10">
                  <c:v>22893.880543086456</c:v>
                </c:pt>
                <c:pt idx="11">
                  <c:v>26545.9125404948</c:v>
                </c:pt>
                <c:pt idx="12">
                  <c:v>17680.602823622325</c:v>
                </c:pt>
                <c:pt idx="13">
                  <c:v>50408.80688720396</c:v>
                </c:pt>
                <c:pt idx="14">
                  <c:v>44226.142582453875</c:v>
                </c:pt>
                <c:pt idx="15">
                  <c:v>39563.365983473515</c:v>
                </c:pt>
                <c:pt idx="16">
                  <c:v>42649.795955107234</c:v>
                </c:pt>
                <c:pt idx="17">
                  <c:v>38375.43607698995</c:v>
                </c:pt>
                <c:pt idx="18">
                  <c:v>43682.10038522806</c:v>
                </c:pt>
                <c:pt idx="19">
                  <c:v>58678.21609387708</c:v>
                </c:pt>
                <c:pt idx="20">
                  <c:v>44200.32908420532</c:v>
                </c:pt>
                <c:pt idx="21">
                  <c:v>27332.39721999893</c:v>
                </c:pt>
                <c:pt idx="22">
                  <c:v>1912.6701206557711</c:v>
                </c:pt>
                <c:pt idx="23">
                  <c:v>57102.70953684808</c:v>
                </c:pt>
                <c:pt idx="24">
                  <c:v>2827.6834320121666</c:v>
                </c:pt>
                <c:pt idx="25">
                  <c:v>827.3929540319391</c:v>
                </c:pt>
                <c:pt idx="26">
                  <c:v>823.1788145392195</c:v>
                </c:pt>
                <c:pt idx="27">
                  <c:v>27632.98227831833</c:v>
                </c:pt>
                <c:pt idx="28">
                  <c:v>13088.39952723397</c:v>
                </c:pt>
                <c:pt idx="29">
                  <c:v>1365.5350529255772</c:v>
                </c:pt>
                <c:pt idx="30">
                  <c:v>40222.73643107705</c:v>
                </c:pt>
                <c:pt idx="31">
                  <c:v>52720.833636796306</c:v>
                </c:pt>
                <c:pt idx="32">
                  <c:v>2324.7793289550627</c:v>
                </c:pt>
                <c:pt idx="33">
                  <c:v>35010.56172696415</c:v>
                </c:pt>
                <c:pt idx="34">
                  <c:v>24973.80693887637</c:v>
                </c:pt>
                <c:pt idx="35">
                  <c:v>60026.126916730616</c:v>
                </c:pt>
                <c:pt idx="36">
                  <c:v>51782.58662250189</c:v>
                </c:pt>
                <c:pt idx="37">
                  <c:v>33716.98139117026</c:v>
                </c:pt>
                <c:pt idx="38">
                  <c:v>12761.047876673656</c:v>
                </c:pt>
                <c:pt idx="39">
                  <c:v>540.5831986094587</c:v>
                </c:pt>
                <c:pt idx="40">
                  <c:v>44947.05628697125</c:v>
                </c:pt>
                <c:pt idx="41">
                  <c:v>32323.342545593412</c:v>
                </c:pt>
                <c:pt idx="42">
                  <c:v>2427.3237966612337</c:v>
                </c:pt>
                <c:pt idx="43">
                  <c:v>58783.720066737515</c:v>
                </c:pt>
                <c:pt idx="44">
                  <c:v>27705.877334917757</c:v>
                </c:pt>
                <c:pt idx="45">
                  <c:v>12279.09082455513</c:v>
                </c:pt>
                <c:pt idx="46">
                  <c:v>17618.982337474303</c:v>
                </c:pt>
                <c:pt idx="47">
                  <c:v>14625.840985455525</c:v>
                </c:pt>
                <c:pt idx="48">
                  <c:v>37736.24750507182</c:v>
                </c:pt>
                <c:pt idx="49">
                  <c:v>24511.122721659223</c:v>
                </c:pt>
                <c:pt idx="50">
                  <c:v>21163.00708210459</c:v>
                </c:pt>
                <c:pt idx="51">
                  <c:v>66928.12443361044</c:v>
                </c:pt>
                <c:pt idx="52">
                  <c:v>34465.55054027766</c:v>
                </c:pt>
                <c:pt idx="53">
                  <c:v>60458.90609151211</c:v>
                </c:pt>
                <c:pt idx="54">
                  <c:v>45980.08452927206</c:v>
                </c:pt>
                <c:pt idx="55">
                  <c:v>10801.028838322909</c:v>
                </c:pt>
                <c:pt idx="56">
                  <c:v>34903.68161728936</c:v>
                </c:pt>
                <c:pt idx="57">
                  <c:v>6588.3639746915815</c:v>
                </c:pt>
                <c:pt idx="58">
                  <c:v>9338.177247051937</c:v>
                </c:pt>
                <c:pt idx="59">
                  <c:v>7770.026016466721</c:v>
                </c:pt>
                <c:pt idx="60">
                  <c:v>12679.180539401752</c:v>
                </c:pt>
                <c:pt idx="61">
                  <c:v>23104.230986499017</c:v>
                </c:pt>
                <c:pt idx="62">
                  <c:v>13553.914622902512</c:v>
                </c:pt>
                <c:pt idx="63">
                  <c:v>23437.508152136197</c:v>
                </c:pt>
                <c:pt idx="64">
                  <c:v>34149.3947539455</c:v>
                </c:pt>
                <c:pt idx="65">
                  <c:v>19652.413836934367</c:v>
                </c:pt>
              </c:numCache>
            </c:numRef>
          </c:val>
        </c:ser>
        <c:ser>
          <c:idx val="3"/>
          <c:order val="3"/>
          <c:tx>
            <c:strRef>
              <c:f>Sheet1!$E$1</c:f>
              <c:strCache>
                <c:ptCount val="1"/>
                <c:pt idx="0">
                  <c:v>Digital_Special projects</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486.6127250224406</c:v>
                </c:pt>
                <c:pt idx="1">
                  <c:v>6748.9395566244175</c:v>
                </c:pt>
                <c:pt idx="2">
                  <c:v>11282.414064746286</c:v>
                </c:pt>
                <c:pt idx="3">
                  <c:v>9118.17837158584</c:v>
                </c:pt>
                <c:pt idx="4">
                  <c:v>17105.647606094728</c:v>
                </c:pt>
                <c:pt idx="5">
                  <c:v>917.9671824736306</c:v>
                </c:pt>
                <c:pt idx="6">
                  <c:v>15354.216528128869</c:v>
                </c:pt>
                <c:pt idx="7">
                  <c:v>33196.8363792919</c:v>
                </c:pt>
                <c:pt idx="8">
                  <c:v>15750.105353529205</c:v>
                </c:pt>
                <c:pt idx="9">
                  <c:v>492.1610896497749</c:v>
                </c:pt>
                <c:pt idx="10">
                  <c:v>14115.864252815072</c:v>
                </c:pt>
                <c:pt idx="11">
                  <c:v>9396.446126590741</c:v>
                </c:pt>
                <c:pt idx="12">
                  <c:v>27151.590049781767</c:v>
                </c:pt>
                <c:pt idx="13">
                  <c:v>6699.5687093365195</c:v>
                </c:pt>
                <c:pt idx="14">
                  <c:v>29830.84383137379</c:v>
                </c:pt>
                <c:pt idx="15">
                  <c:v>20074.249668455144</c:v>
                </c:pt>
                <c:pt idx="16">
                  <c:v>21051.175459645212</c:v>
                </c:pt>
                <c:pt idx="17">
                  <c:v>432.53151257080253</c:v>
                </c:pt>
                <c:pt idx="18">
                  <c:v>791.9669356484313</c:v>
                </c:pt>
                <c:pt idx="19">
                  <c:v>34719.5922948743</c:v>
                </c:pt>
                <c:pt idx="20">
                  <c:v>5392.903568451674</c:v>
                </c:pt>
                <c:pt idx="21">
                  <c:v>28213.700992488008</c:v>
                </c:pt>
                <c:pt idx="22">
                  <c:v>24208.265868277085</c:v>
                </c:pt>
                <c:pt idx="23">
                  <c:v>530.7547966088275</c:v>
                </c:pt>
                <c:pt idx="24">
                  <c:v>39214.77191981607</c:v>
                </c:pt>
                <c:pt idx="25">
                  <c:v>3741.3842350137247</c:v>
                </c:pt>
                <c:pt idx="26">
                  <c:v>21498.860687195523</c:v>
                </c:pt>
                <c:pt idx="27">
                  <c:v>17072.651575508586</c:v>
                </c:pt>
                <c:pt idx="28">
                  <c:v>24358.374374435538</c:v>
                </c:pt>
                <c:pt idx="29">
                  <c:v>30618.27298884903</c:v>
                </c:pt>
                <c:pt idx="30">
                  <c:v>42307.071424150636</c:v>
                </c:pt>
                <c:pt idx="31">
                  <c:v>958.340628840217</c:v>
                </c:pt>
                <c:pt idx="32">
                  <c:v>14176.520582575908</c:v>
                </c:pt>
                <c:pt idx="33">
                  <c:v>5549.75262972447</c:v>
                </c:pt>
                <c:pt idx="34">
                  <c:v>63.47435001035984</c:v>
                </c:pt>
                <c:pt idx="35">
                  <c:v>1557.5776773920797</c:v>
                </c:pt>
                <c:pt idx="36">
                  <c:v>861.7082705448545</c:v>
                </c:pt>
                <c:pt idx="37">
                  <c:v>28404.265521925357</c:v>
                </c:pt>
                <c:pt idx="38">
                  <c:v>372.9972613434781</c:v>
                </c:pt>
                <c:pt idx="39">
                  <c:v>3115.617249987917</c:v>
                </c:pt>
                <c:pt idx="40">
                  <c:v>7988.131975681802</c:v>
                </c:pt>
                <c:pt idx="41">
                  <c:v>30699.622234853956</c:v>
                </c:pt>
                <c:pt idx="42">
                  <c:v>28366.746719466595</c:v>
                </c:pt>
                <c:pt idx="43">
                  <c:v>16991.353143060453</c:v>
                </c:pt>
                <c:pt idx="44">
                  <c:v>21077.78760031842</c:v>
                </c:pt>
                <c:pt idx="45">
                  <c:v>38074.77589001625</c:v>
                </c:pt>
                <c:pt idx="46">
                  <c:v>1756.9191291906839</c:v>
                </c:pt>
                <c:pt idx="47">
                  <c:v>34657.7282292326</c:v>
                </c:pt>
                <c:pt idx="48">
                  <c:v>255.33979282376075</c:v>
                </c:pt>
                <c:pt idx="49">
                  <c:v>27662.919806443817</c:v>
                </c:pt>
                <c:pt idx="50">
                  <c:v>30866.13781027546</c:v>
                </c:pt>
                <c:pt idx="51">
                  <c:v>21781.40675421796</c:v>
                </c:pt>
                <c:pt idx="52">
                  <c:v>26323.36554377306</c:v>
                </c:pt>
                <c:pt idx="53">
                  <c:v>642.1928983836102</c:v>
                </c:pt>
                <c:pt idx="54">
                  <c:v>14040.305513389016</c:v>
                </c:pt>
                <c:pt idx="55">
                  <c:v>24519.526592423637</c:v>
                </c:pt>
                <c:pt idx="56">
                  <c:v>17736.70942165153</c:v>
                </c:pt>
                <c:pt idx="57">
                  <c:v>1726.217678763342</c:v>
                </c:pt>
                <c:pt idx="58">
                  <c:v>10427.20834753189</c:v>
                </c:pt>
                <c:pt idx="59">
                  <c:v>32365.31308621133</c:v>
                </c:pt>
                <c:pt idx="60">
                  <c:v>636.0885050803735</c:v>
                </c:pt>
                <c:pt idx="61">
                  <c:v>556.6636387285521</c:v>
                </c:pt>
                <c:pt idx="62">
                  <c:v>15309.088269682494</c:v>
                </c:pt>
                <c:pt idx="63">
                  <c:v>14931.205300415777</c:v>
                </c:pt>
                <c:pt idx="64">
                  <c:v>28218.98506467662</c:v>
                </c:pt>
                <c:pt idx="65">
                  <c:v>56229.415778254865</c:v>
                </c:pt>
              </c:numCache>
            </c:numRef>
          </c:val>
        </c:ser>
        <c:ser>
          <c:idx val="4"/>
          <c:order val="4"/>
          <c:tx>
            <c:strRef>
              <c:f>Sheet1!$F$1</c:f>
              <c:strCache>
                <c:ptCount val="1"/>
                <c:pt idx="0">
                  <c:v>Digital_Video</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6105.119223529734</c:v>
                </c:pt>
                <c:pt idx="1">
                  <c:v>32824.223957770584</c:v>
                </c:pt>
                <c:pt idx="2">
                  <c:v>26074.928934078307</c:v>
                </c:pt>
                <c:pt idx="3">
                  <c:v>25567.65555144615</c:v>
                </c:pt>
                <c:pt idx="4">
                  <c:v>19766.376751723496</c:v>
                </c:pt>
                <c:pt idx="5">
                  <c:v>36570.51488641249</c:v>
                </c:pt>
                <c:pt idx="6">
                  <c:v>22560.085387699113</c:v>
                </c:pt>
                <c:pt idx="7">
                  <c:v>416.36371956671167</c:v>
                </c:pt>
                <c:pt idx="8">
                  <c:v>13042.263944339058</c:v>
                </c:pt>
                <c:pt idx="9">
                  <c:v>194.92253563516746</c:v>
                </c:pt>
                <c:pt idx="10">
                  <c:v>500.9082752104175</c:v>
                </c:pt>
                <c:pt idx="11">
                  <c:v>14117.204446866092</c:v>
                </c:pt>
                <c:pt idx="12">
                  <c:v>79.31220298538689</c:v>
                </c:pt>
                <c:pt idx="13">
                  <c:v>18256.772986381788</c:v>
                </c:pt>
                <c:pt idx="14">
                  <c:v>16745.704771417266</c:v>
                </c:pt>
                <c:pt idx="15">
                  <c:v>9756.920699704837</c:v>
                </c:pt>
                <c:pt idx="16">
                  <c:v>17782.55800295951</c:v>
                </c:pt>
                <c:pt idx="17">
                  <c:v>28002.415463513487</c:v>
                </c:pt>
                <c:pt idx="18">
                  <c:v>10762.464418763586</c:v>
                </c:pt>
                <c:pt idx="19">
                  <c:v>46603.87065096852</c:v>
                </c:pt>
                <c:pt idx="20">
                  <c:v>16621.070180531704</c:v>
                </c:pt>
                <c:pt idx="21">
                  <c:v>14015.545953936402</c:v>
                </c:pt>
                <c:pt idx="22">
                  <c:v>55311.43838291717</c:v>
                </c:pt>
                <c:pt idx="23">
                  <c:v>37799.30380191332</c:v>
                </c:pt>
                <c:pt idx="24">
                  <c:v>5313.546226175509</c:v>
                </c:pt>
                <c:pt idx="25">
                  <c:v>9335.139937431355</c:v>
                </c:pt>
                <c:pt idx="26">
                  <c:v>308.9453760936137</c:v>
                </c:pt>
                <c:pt idx="27">
                  <c:v>28.474319572299862</c:v>
                </c:pt>
                <c:pt idx="28">
                  <c:v>47117.05048671019</c:v>
                </c:pt>
                <c:pt idx="29">
                  <c:v>63002.36444880461</c:v>
                </c:pt>
                <c:pt idx="30">
                  <c:v>51313.75028694444</c:v>
                </c:pt>
                <c:pt idx="31">
                  <c:v>24754.594276483258</c:v>
                </c:pt>
                <c:pt idx="32">
                  <c:v>44749.129914200435</c:v>
                </c:pt>
                <c:pt idx="33">
                  <c:v>13270.448296537084</c:v>
                </c:pt>
                <c:pt idx="34">
                  <c:v>22006.59759090799</c:v>
                </c:pt>
                <c:pt idx="35">
                  <c:v>48469.5116084781</c:v>
                </c:pt>
                <c:pt idx="36">
                  <c:v>44614.76974685816</c:v>
                </c:pt>
                <c:pt idx="37">
                  <c:v>30744.19850299601</c:v>
                </c:pt>
                <c:pt idx="38">
                  <c:v>29980.543126900186</c:v>
                </c:pt>
                <c:pt idx="39">
                  <c:v>48751.572652733885</c:v>
                </c:pt>
                <c:pt idx="40">
                  <c:v>32462.014909716912</c:v>
                </c:pt>
                <c:pt idx="41">
                  <c:v>42659.95012901051</c:v>
                </c:pt>
                <c:pt idx="42">
                  <c:v>29127.26775643245</c:v>
                </c:pt>
                <c:pt idx="43">
                  <c:v>32818.1096254082</c:v>
                </c:pt>
                <c:pt idx="44">
                  <c:v>9386.117045097359</c:v>
                </c:pt>
                <c:pt idx="45">
                  <c:v>25714.80098207352</c:v>
                </c:pt>
                <c:pt idx="46">
                  <c:v>56210.86430588836</c:v>
                </c:pt>
                <c:pt idx="47">
                  <c:v>36534.043687526355</c:v>
                </c:pt>
                <c:pt idx="48">
                  <c:v>25156.131801567844</c:v>
                </c:pt>
                <c:pt idx="49">
                  <c:v>428.70798991869816</c:v>
                </c:pt>
                <c:pt idx="50">
                  <c:v>125.39047188043456</c:v>
                </c:pt>
                <c:pt idx="51">
                  <c:v>14421.30583944663</c:v>
                </c:pt>
                <c:pt idx="52">
                  <c:v>22779.517139519103</c:v>
                </c:pt>
                <c:pt idx="53">
                  <c:v>40105.62201350151</c:v>
                </c:pt>
                <c:pt idx="54">
                  <c:v>34625.669624465954</c:v>
                </c:pt>
                <c:pt idx="55">
                  <c:v>22440.520759498188</c:v>
                </c:pt>
                <c:pt idx="56">
                  <c:v>56681.471537070174</c:v>
                </c:pt>
                <c:pt idx="57">
                  <c:v>55241.950774634955</c:v>
                </c:pt>
                <c:pt idx="58">
                  <c:v>35725.01596658484</c:v>
                </c:pt>
                <c:pt idx="59">
                  <c:v>26244.352581695115</c:v>
                </c:pt>
                <c:pt idx="60">
                  <c:v>59781.16966472086</c:v>
                </c:pt>
                <c:pt idx="61">
                  <c:v>15462.276916344581</c:v>
                </c:pt>
                <c:pt idx="62">
                  <c:v>74628.35444518685</c:v>
                </c:pt>
                <c:pt idx="63">
                  <c:v>16553.96195332242</c:v>
                </c:pt>
                <c:pt idx="64">
                  <c:v>924.858516246298</c:v>
                </c:pt>
                <c:pt idx="65">
                  <c:v>34887.18558635868</c:v>
                </c:pt>
              </c:numCache>
            </c:numRef>
          </c:val>
        </c:ser>
        <c:ser>
          <c:idx val="5"/>
          <c:order val="5"/>
          <c:tx>
            <c:strRef>
              <c:f>Sheet1!$G$1</c:f>
              <c:strCache>
                <c:ptCount val="1"/>
                <c:pt idx="0">
                  <c:v>Distribution</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1468454.1609052909</c:v>
                </c:pt>
                <c:pt idx="1">
                  <c:v>1378693.2696831108</c:v>
                </c:pt>
                <c:pt idx="2">
                  <c:v>1771729.4094964864</c:v>
                </c:pt>
                <c:pt idx="3">
                  <c:v>1244527.4404263531</c:v>
                </c:pt>
                <c:pt idx="4">
                  <c:v>1295596.2219792863</c:v>
                </c:pt>
                <c:pt idx="5">
                  <c:v>1664961.5179405354</c:v>
                </c:pt>
                <c:pt idx="6">
                  <c:v>1621873.612452147</c:v>
                </c:pt>
                <c:pt idx="7">
                  <c:v>1836165.6201555552</c:v>
                </c:pt>
                <c:pt idx="8">
                  <c:v>1472196.266173819</c:v>
                </c:pt>
                <c:pt idx="9">
                  <c:v>1633306.7658086875</c:v>
                </c:pt>
                <c:pt idx="10">
                  <c:v>1822517.722774474</c:v>
                </c:pt>
                <c:pt idx="11">
                  <c:v>1320159.0751473168</c:v>
                </c:pt>
                <c:pt idx="12">
                  <c:v>1492226.7108512907</c:v>
                </c:pt>
                <c:pt idx="13">
                  <c:v>1367981.4124291865</c:v>
                </c:pt>
                <c:pt idx="14">
                  <c:v>1915857.2541430984</c:v>
                </c:pt>
                <c:pt idx="15">
                  <c:v>1410989.5253788976</c:v>
                </c:pt>
                <c:pt idx="16">
                  <c:v>1945303.2685995488</c:v>
                </c:pt>
                <c:pt idx="17">
                  <c:v>1698492.7861786762</c:v>
                </c:pt>
                <c:pt idx="18">
                  <c:v>1483765.0888444898</c:v>
                </c:pt>
                <c:pt idx="19">
                  <c:v>2158670.0998524274</c:v>
                </c:pt>
                <c:pt idx="20">
                  <c:v>1564189.5250509996</c:v>
                </c:pt>
                <c:pt idx="21">
                  <c:v>1549281.192824639</c:v>
                </c:pt>
                <c:pt idx="22">
                  <c:v>2379054.9754769085</c:v>
                </c:pt>
                <c:pt idx="23">
                  <c:v>1522828.0705306607</c:v>
                </c:pt>
                <c:pt idx="24">
                  <c:v>2006279.8705905112</c:v>
                </c:pt>
                <c:pt idx="25">
                  <c:v>1536655.9098336175</c:v>
                </c:pt>
                <c:pt idx="26">
                  <c:v>1487207.535112031</c:v>
                </c:pt>
                <c:pt idx="27">
                  <c:v>1580614.1151335037</c:v>
                </c:pt>
                <c:pt idx="28">
                  <c:v>2081559.6545250828</c:v>
                </c:pt>
                <c:pt idx="29">
                  <c:v>2097583.819652907</c:v>
                </c:pt>
                <c:pt idx="30">
                  <c:v>1939113.7831980768</c:v>
                </c:pt>
                <c:pt idx="31">
                  <c:v>1994437.004842292</c:v>
                </c:pt>
                <c:pt idx="32">
                  <c:v>1779111.0319718695</c:v>
                </c:pt>
                <c:pt idx="33">
                  <c:v>1937937.840831925</c:v>
                </c:pt>
                <c:pt idx="34">
                  <c:v>1649770.6693115733</c:v>
                </c:pt>
                <c:pt idx="35">
                  <c:v>1887988.3822012534</c:v>
                </c:pt>
                <c:pt idx="36">
                  <c:v>1937120.6510458917</c:v>
                </c:pt>
                <c:pt idx="37">
                  <c:v>1729584.124274796</c:v>
                </c:pt>
                <c:pt idx="38">
                  <c:v>1757881.2888684708</c:v>
                </c:pt>
                <c:pt idx="39">
                  <c:v>1925684.5090534445</c:v>
                </c:pt>
                <c:pt idx="40">
                  <c:v>2154354.71612266</c:v>
                </c:pt>
                <c:pt idx="41">
                  <c:v>1781459.642659847</c:v>
                </c:pt>
                <c:pt idx="42">
                  <c:v>1866142.2543786047</c:v>
                </c:pt>
                <c:pt idx="43">
                  <c:v>1755211.4853835278</c:v>
                </c:pt>
                <c:pt idx="44">
                  <c:v>1683806.871440169</c:v>
                </c:pt>
                <c:pt idx="45">
                  <c:v>2228217.478325388</c:v>
                </c:pt>
                <c:pt idx="46">
                  <c:v>1903796.9295449997</c:v>
                </c:pt>
                <c:pt idx="47">
                  <c:v>1868198.365249059</c:v>
                </c:pt>
                <c:pt idx="48">
                  <c:v>2146305.6961632925</c:v>
                </c:pt>
                <c:pt idx="49">
                  <c:v>1957421.5253328558</c:v>
                </c:pt>
                <c:pt idx="50">
                  <c:v>1924441.5436126604</c:v>
                </c:pt>
                <c:pt idx="51">
                  <c:v>2396181.170325489</c:v>
                </c:pt>
                <c:pt idx="52">
                  <c:v>1952744.4323671793</c:v>
                </c:pt>
                <c:pt idx="53">
                  <c:v>2087713.7865472776</c:v>
                </c:pt>
                <c:pt idx="54">
                  <c:v>2526402.594452416</c:v>
                </c:pt>
                <c:pt idx="55">
                  <c:v>1872447.2162616018</c:v>
                </c:pt>
                <c:pt idx="56">
                  <c:v>2529711.5817944175</c:v>
                </c:pt>
                <c:pt idx="57">
                  <c:v>1942569.0952125662</c:v>
                </c:pt>
                <c:pt idx="58">
                  <c:v>1941232.8902032343</c:v>
                </c:pt>
                <c:pt idx="59">
                  <c:v>2235147.8487869357</c:v>
                </c:pt>
                <c:pt idx="60">
                  <c:v>1900554.2098513574</c:v>
                </c:pt>
                <c:pt idx="61">
                  <c:v>1666484.5653257237</c:v>
                </c:pt>
                <c:pt idx="62">
                  <c:v>2640933.8668133756</c:v>
                </c:pt>
                <c:pt idx="63">
                  <c:v>1857505.8782054284</c:v>
                </c:pt>
                <c:pt idx="64">
                  <c:v>2107618.666436052</c:v>
                </c:pt>
                <c:pt idx="65">
                  <c:v>2036516.601674348</c:v>
                </c:pt>
              </c:numCache>
            </c:numRef>
          </c:val>
        </c:ser>
        <c:ser>
          <c:idx val="6"/>
          <c:order val="6"/>
          <c:tx>
            <c:strRef>
              <c:f>Sheet1!$H$1</c:f>
              <c:strCache>
                <c:ptCount val="1"/>
                <c:pt idx="0">
                  <c:v>E-com</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200726.2367601119</c:v>
                </c:pt>
                <c:pt idx="1">
                  <c:v>172804.8797604357</c:v>
                </c:pt>
                <c:pt idx="2">
                  <c:v>299325.8022576554</c:v>
                </c:pt>
                <c:pt idx="3">
                  <c:v>184013.08729567745</c:v>
                </c:pt>
                <c:pt idx="4">
                  <c:v>113112.45459419483</c:v>
                </c:pt>
                <c:pt idx="5">
                  <c:v>155706.78071629084</c:v>
                </c:pt>
                <c:pt idx="6">
                  <c:v>55716.201462634766</c:v>
                </c:pt>
                <c:pt idx="7">
                  <c:v>126328.28258969926</c:v>
                </c:pt>
                <c:pt idx="8">
                  <c:v>154405.25060496732</c:v>
                </c:pt>
                <c:pt idx="9">
                  <c:v>201769.3498265273</c:v>
                </c:pt>
                <c:pt idx="10">
                  <c:v>313581.7379734273</c:v>
                </c:pt>
                <c:pt idx="11">
                  <c:v>174432.06580906396</c:v>
                </c:pt>
                <c:pt idx="12">
                  <c:v>166424.0715561356</c:v>
                </c:pt>
                <c:pt idx="13">
                  <c:v>69531.51304865848</c:v>
                </c:pt>
                <c:pt idx="14">
                  <c:v>160560.00856180539</c:v>
                </c:pt>
                <c:pt idx="15">
                  <c:v>107856.64156077226</c:v>
                </c:pt>
                <c:pt idx="16">
                  <c:v>218538.2800429231</c:v>
                </c:pt>
                <c:pt idx="17">
                  <c:v>200754.6602771851</c:v>
                </c:pt>
                <c:pt idx="18">
                  <c:v>118707.27653591143</c:v>
                </c:pt>
                <c:pt idx="19">
                  <c:v>124088.09931535248</c:v>
                </c:pt>
                <c:pt idx="20">
                  <c:v>173774.67356196392</c:v>
                </c:pt>
                <c:pt idx="21">
                  <c:v>192950.855627862</c:v>
                </c:pt>
                <c:pt idx="22">
                  <c:v>337552.740258623</c:v>
                </c:pt>
                <c:pt idx="23">
                  <c:v>202323.72537534282</c:v>
                </c:pt>
                <c:pt idx="24">
                  <c:v>112052.89233715169</c:v>
                </c:pt>
                <c:pt idx="25">
                  <c:v>166578.8190044787</c:v>
                </c:pt>
                <c:pt idx="26">
                  <c:v>170865.58380421335</c:v>
                </c:pt>
                <c:pt idx="27">
                  <c:v>125907.30529221345</c:v>
                </c:pt>
                <c:pt idx="28">
                  <c:v>109379.78315125842</c:v>
                </c:pt>
                <c:pt idx="29">
                  <c:v>153396.90141898085</c:v>
                </c:pt>
                <c:pt idx="30">
                  <c:v>196820.29130606938</c:v>
                </c:pt>
                <c:pt idx="31">
                  <c:v>181018.28819623025</c:v>
                </c:pt>
                <c:pt idx="32">
                  <c:v>191938.67960310844</c:v>
                </c:pt>
                <c:pt idx="33">
                  <c:v>184507.62877309258</c:v>
                </c:pt>
                <c:pt idx="34">
                  <c:v>178541.34166975933</c:v>
                </c:pt>
                <c:pt idx="35">
                  <c:v>205130.921067382</c:v>
                </c:pt>
                <c:pt idx="36">
                  <c:v>242483.73998747836</c:v>
                </c:pt>
                <c:pt idx="37">
                  <c:v>138468.11352694297</c:v>
                </c:pt>
                <c:pt idx="38">
                  <c:v>166700.64331768462</c:v>
                </c:pt>
                <c:pt idx="39">
                  <c:v>152222.8085489524</c:v>
                </c:pt>
                <c:pt idx="40">
                  <c:v>106619.29144695529</c:v>
                </c:pt>
                <c:pt idx="41">
                  <c:v>220832.77116409436</c:v>
                </c:pt>
                <c:pt idx="42">
                  <c:v>232283.40958530782</c:v>
                </c:pt>
                <c:pt idx="43">
                  <c:v>234951.91719822667</c:v>
                </c:pt>
                <c:pt idx="44">
                  <c:v>143199.29173192155</c:v>
                </c:pt>
                <c:pt idx="45">
                  <c:v>130193.86191517173</c:v>
                </c:pt>
                <c:pt idx="46">
                  <c:v>105392.9851040434</c:v>
                </c:pt>
                <c:pt idx="47">
                  <c:v>284881.3734587108</c:v>
                </c:pt>
                <c:pt idx="48">
                  <c:v>399345.9441508001</c:v>
                </c:pt>
                <c:pt idx="49">
                  <c:v>227983.78177663768</c:v>
                </c:pt>
                <c:pt idx="50">
                  <c:v>232123.00824725966</c:v>
                </c:pt>
                <c:pt idx="51">
                  <c:v>271841.7387087577</c:v>
                </c:pt>
                <c:pt idx="52">
                  <c:v>203566.25783650178</c:v>
                </c:pt>
                <c:pt idx="53">
                  <c:v>84254.63889782681</c:v>
                </c:pt>
                <c:pt idx="54">
                  <c:v>154369.45207847247</c:v>
                </c:pt>
                <c:pt idx="55">
                  <c:v>133121.91402957775</c:v>
                </c:pt>
                <c:pt idx="56">
                  <c:v>232756.65079823713</c:v>
                </c:pt>
                <c:pt idx="57">
                  <c:v>106645.6507501628</c:v>
                </c:pt>
                <c:pt idx="58">
                  <c:v>160728.41449489043</c:v>
                </c:pt>
                <c:pt idx="59">
                  <c:v>151077.16809550964</c:v>
                </c:pt>
                <c:pt idx="60">
                  <c:v>138698.1125623346</c:v>
                </c:pt>
                <c:pt idx="61">
                  <c:v>80925.16147604334</c:v>
                </c:pt>
                <c:pt idx="62">
                  <c:v>205703.6705019911</c:v>
                </c:pt>
                <c:pt idx="63">
                  <c:v>213297.8771918556</c:v>
                </c:pt>
                <c:pt idx="64">
                  <c:v>251973.59489061203</c:v>
                </c:pt>
                <c:pt idx="65">
                  <c:v>245808.46067825344</c:v>
                </c:pt>
              </c:numCache>
            </c:numRef>
          </c:val>
        </c:ser>
        <c:ser>
          <c:idx val="7"/>
          <c:order val="7"/>
          <c:tx>
            <c:strRef>
              <c:f>Sheet1!$I$1</c:f>
              <c:strCache>
                <c:ptCount val="1"/>
                <c:pt idx="0">
                  <c:v>OOH</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68868.79621052062</c:v>
                </c:pt>
                <c:pt idx="1">
                  <c:v>17168.058452090736</c:v>
                </c:pt>
                <c:pt idx="2">
                  <c:v>21670.577062900273</c:v>
                </c:pt>
                <c:pt idx="3">
                  <c:v>8419.490152715402</c:v>
                </c:pt>
                <c:pt idx="4">
                  <c:v>17692.685105298693</c:v>
                </c:pt>
                <c:pt idx="5">
                  <c:v>2962.080271589171</c:v>
                </c:pt>
                <c:pt idx="6">
                  <c:v>4983.419696014881</c:v>
                </c:pt>
                <c:pt idx="7">
                  <c:v>36205.158134300524</c:v>
                </c:pt>
                <c:pt idx="8">
                  <c:v>43777.05502532637</c:v>
                </c:pt>
                <c:pt idx="9">
                  <c:v>46852.448865982864</c:v>
                </c:pt>
                <c:pt idx="10">
                  <c:v>9855.059754058204</c:v>
                </c:pt>
                <c:pt idx="11">
                  <c:v>1934.8276265624108</c:v>
                </c:pt>
                <c:pt idx="12">
                  <c:v>60423.26081229014</c:v>
                </c:pt>
                <c:pt idx="13">
                  <c:v>80235.60734594002</c:v>
                </c:pt>
                <c:pt idx="14">
                  <c:v>26329.36794205877</c:v>
                </c:pt>
                <c:pt idx="15">
                  <c:v>40663.48307329037</c:v>
                </c:pt>
                <c:pt idx="16">
                  <c:v>95432.04939554087</c:v>
                </c:pt>
                <c:pt idx="17">
                  <c:v>113501.89956161176</c:v>
                </c:pt>
                <c:pt idx="18">
                  <c:v>49324.180657806486</c:v>
                </c:pt>
                <c:pt idx="19">
                  <c:v>141779.0295926882</c:v>
                </c:pt>
                <c:pt idx="20">
                  <c:v>103470.81306959537</c:v>
                </c:pt>
                <c:pt idx="21">
                  <c:v>19449.794934042686</c:v>
                </c:pt>
                <c:pt idx="22">
                  <c:v>10072.225369953201</c:v>
                </c:pt>
                <c:pt idx="23">
                  <c:v>2568.729794837449</c:v>
                </c:pt>
                <c:pt idx="24">
                  <c:v>4187.627149582074</c:v>
                </c:pt>
                <c:pt idx="25">
                  <c:v>67679.72392837258</c:v>
                </c:pt>
                <c:pt idx="26">
                  <c:v>54416.11219526025</c:v>
                </c:pt>
                <c:pt idx="27">
                  <c:v>69815.91936499573</c:v>
                </c:pt>
                <c:pt idx="28">
                  <c:v>121349.79750314524</c:v>
                </c:pt>
                <c:pt idx="29">
                  <c:v>38244.04484939653</c:v>
                </c:pt>
                <c:pt idx="30">
                  <c:v>2518.185736892434</c:v>
                </c:pt>
                <c:pt idx="31">
                  <c:v>37928.698773959826</c:v>
                </c:pt>
                <c:pt idx="32">
                  <c:v>65988.40250252906</c:v>
                </c:pt>
                <c:pt idx="33">
                  <c:v>7241.3409079135945</c:v>
                </c:pt>
                <c:pt idx="34">
                  <c:v>3418.8055295339736</c:v>
                </c:pt>
                <c:pt idx="35">
                  <c:v>73865.2595237241</c:v>
                </c:pt>
                <c:pt idx="36">
                  <c:v>52343.39155411159</c:v>
                </c:pt>
                <c:pt idx="37">
                  <c:v>18203.7820769028</c:v>
                </c:pt>
                <c:pt idx="38">
                  <c:v>39695.29789692083</c:v>
                </c:pt>
                <c:pt idx="39">
                  <c:v>64705.75956436197</c:v>
                </c:pt>
                <c:pt idx="40">
                  <c:v>44675.893380348425</c:v>
                </c:pt>
                <c:pt idx="41">
                  <c:v>6123.516774148821</c:v>
                </c:pt>
                <c:pt idx="42">
                  <c:v>50177.80466658779</c:v>
                </c:pt>
                <c:pt idx="43">
                  <c:v>51563.51496738437</c:v>
                </c:pt>
                <c:pt idx="44">
                  <c:v>78608.256235082</c:v>
                </c:pt>
                <c:pt idx="45">
                  <c:v>25655.83914567585</c:v>
                </c:pt>
                <c:pt idx="46">
                  <c:v>69136.52666887765</c:v>
                </c:pt>
                <c:pt idx="47">
                  <c:v>7026.621802302085</c:v>
                </c:pt>
                <c:pt idx="48">
                  <c:v>6467.939362365496</c:v>
                </c:pt>
                <c:pt idx="49">
                  <c:v>28491.759442244565</c:v>
                </c:pt>
                <c:pt idx="50">
                  <c:v>125260.54037966472</c:v>
                </c:pt>
                <c:pt idx="51">
                  <c:v>65239.687902037316</c:v>
                </c:pt>
                <c:pt idx="52">
                  <c:v>31229.914574258666</c:v>
                </c:pt>
                <c:pt idx="53">
                  <c:v>10631.791199280991</c:v>
                </c:pt>
                <c:pt idx="54">
                  <c:v>107269.42188486444</c:v>
                </c:pt>
                <c:pt idx="55">
                  <c:v>53047.18307890062</c:v>
                </c:pt>
                <c:pt idx="56">
                  <c:v>83095.67411619259</c:v>
                </c:pt>
                <c:pt idx="57">
                  <c:v>16380.228113298528</c:v>
                </c:pt>
                <c:pt idx="58">
                  <c:v>3494.9486446512483</c:v>
                </c:pt>
                <c:pt idx="59">
                  <c:v>53857.26509261015</c:v>
                </c:pt>
                <c:pt idx="60">
                  <c:v>50077.44386394702</c:v>
                </c:pt>
                <c:pt idx="61">
                  <c:v>84177.35111271858</c:v>
                </c:pt>
                <c:pt idx="62">
                  <c:v>131279.8006842359</c:v>
                </c:pt>
                <c:pt idx="63">
                  <c:v>108610.70195411697</c:v>
                </c:pt>
                <c:pt idx="64">
                  <c:v>38261.760272139036</c:v>
                </c:pt>
                <c:pt idx="65">
                  <c:v>76699.51055023729</c:v>
                </c:pt>
              </c:numCache>
            </c:numRef>
          </c:val>
        </c:ser>
        <c:ser>
          <c:idx val="8"/>
          <c:order val="8"/>
          <c:tx>
            <c:strRef>
              <c:f>Sheet1!$J$1</c:f>
              <c:strCache>
                <c:ptCount val="1"/>
                <c:pt idx="0">
                  <c:v>POS</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250.73511593677475</c:v>
                </c:pt>
                <c:pt idx="1">
                  <c:v>58.578493716822585</c:v>
                </c:pt>
                <c:pt idx="2">
                  <c:v>317.5132304557195</c:v>
                </c:pt>
                <c:pt idx="3">
                  <c:v>254.11997596592838</c:v>
                </c:pt>
                <c:pt idx="4">
                  <c:v>597.7271549437118</c:v>
                </c:pt>
                <c:pt idx="5">
                  <c:v>320.21425831935477</c:v>
                </c:pt>
                <c:pt idx="6">
                  <c:v>106.61376981697778</c:v>
                </c:pt>
                <c:pt idx="7">
                  <c:v>931.6896372138807</c:v>
                </c:pt>
                <c:pt idx="8">
                  <c:v>240.26631289214347</c:v>
                </c:pt>
                <c:pt idx="9">
                  <c:v>675.8495268578679</c:v>
                </c:pt>
                <c:pt idx="10">
                  <c:v>314.79109292007706</c:v>
                </c:pt>
                <c:pt idx="11">
                  <c:v>581.6146425644341</c:v>
                </c:pt>
                <c:pt idx="12">
                  <c:v>127.83057171170624</c:v>
                </c:pt>
                <c:pt idx="13">
                  <c:v>1.109341830207014</c:v>
                </c:pt>
                <c:pt idx="14">
                  <c:v>652.0395970295577</c:v>
                </c:pt>
                <c:pt idx="15">
                  <c:v>603.1353291809021</c:v>
                </c:pt>
                <c:pt idx="16">
                  <c:v>466.0437613726848</c:v>
                </c:pt>
                <c:pt idx="17">
                  <c:v>8.948637219459911</c:v>
                </c:pt>
                <c:pt idx="18">
                  <c:v>209.77290743729276</c:v>
                </c:pt>
                <c:pt idx="19">
                  <c:v>33.1504014685094</c:v>
                </c:pt>
                <c:pt idx="20">
                  <c:v>830.147106301135</c:v>
                </c:pt>
                <c:pt idx="21">
                  <c:v>596.2176158601044</c:v>
                </c:pt>
                <c:pt idx="22">
                  <c:v>1232.912295162048</c:v>
                </c:pt>
                <c:pt idx="23">
                  <c:v>543.6698305989905</c:v>
                </c:pt>
                <c:pt idx="24">
                  <c:v>225.91805799538557</c:v>
                </c:pt>
                <c:pt idx="25">
                  <c:v>6.471166401123163</c:v>
                </c:pt>
                <c:pt idx="26">
                  <c:v>654.4003725674924</c:v>
                </c:pt>
                <c:pt idx="27">
                  <c:v>35.61534592014368</c:v>
                </c:pt>
                <c:pt idx="28">
                  <c:v>111.03726599933748</c:v>
                </c:pt>
                <c:pt idx="29">
                  <c:v>423.623515487737</c:v>
                </c:pt>
                <c:pt idx="30">
                  <c:v>4.840966672990165</c:v>
                </c:pt>
                <c:pt idx="31">
                  <c:v>1.717857181447951</c:v>
                </c:pt>
                <c:pt idx="32">
                  <c:v>312.86156671457553</c:v>
                </c:pt>
                <c:pt idx="33">
                  <c:v>274.0787382641387</c:v>
                </c:pt>
                <c:pt idx="34">
                  <c:v>460.0684014787762</c:v>
                </c:pt>
                <c:pt idx="35">
                  <c:v>538.9064870842623</c:v>
                </c:pt>
                <c:pt idx="36">
                  <c:v>55.62730919638296</c:v>
                </c:pt>
                <c:pt idx="37">
                  <c:v>135.63971604377662</c:v>
                </c:pt>
                <c:pt idx="38">
                  <c:v>342.9301170364601</c:v>
                </c:pt>
                <c:pt idx="39">
                  <c:v>33.11354851845176</c:v>
                </c:pt>
                <c:pt idx="40">
                  <c:v>339.0752518990528</c:v>
                </c:pt>
                <c:pt idx="41">
                  <c:v>345.70187225609317</c:v>
                </c:pt>
                <c:pt idx="42">
                  <c:v>256.8956602700707</c:v>
                </c:pt>
                <c:pt idx="43">
                  <c:v>66.75035336988529</c:v>
                </c:pt>
                <c:pt idx="44">
                  <c:v>476.97503940792257</c:v>
                </c:pt>
                <c:pt idx="45">
                  <c:v>374.5496768416246</c:v>
                </c:pt>
                <c:pt idx="46">
                  <c:v>17.160803833883797</c:v>
                </c:pt>
                <c:pt idx="47">
                  <c:v>771.4063878664879</c:v>
                </c:pt>
                <c:pt idx="48">
                  <c:v>296.74408139685386</c:v>
                </c:pt>
                <c:pt idx="49">
                  <c:v>313.8172113262909</c:v>
                </c:pt>
                <c:pt idx="50">
                  <c:v>787.3239453706359</c:v>
                </c:pt>
                <c:pt idx="51">
                  <c:v>513.9787026242527</c:v>
                </c:pt>
                <c:pt idx="52">
                  <c:v>713.564468694576</c:v>
                </c:pt>
                <c:pt idx="53">
                  <c:v>20.60607205940078</c:v>
                </c:pt>
                <c:pt idx="54">
                  <c:v>533.4353646377531</c:v>
                </c:pt>
                <c:pt idx="55">
                  <c:v>138.2045771403283</c:v>
                </c:pt>
                <c:pt idx="56">
                  <c:v>0.040382506814062386</c:v>
                </c:pt>
                <c:pt idx="57">
                  <c:v>4.30250921738115</c:v>
                </c:pt>
                <c:pt idx="58">
                  <c:v>671.3251585979458</c:v>
                </c:pt>
                <c:pt idx="59">
                  <c:v>667.9367200931695</c:v>
                </c:pt>
                <c:pt idx="60">
                  <c:v>653.3653117718916</c:v>
                </c:pt>
                <c:pt idx="61">
                  <c:v>302.83027086602715</c:v>
                </c:pt>
                <c:pt idx="62">
                  <c:v>636.8924082233484</c:v>
                </c:pt>
                <c:pt idx="63">
                  <c:v>802.8966059789952</c:v>
                </c:pt>
                <c:pt idx="64">
                  <c:v>428.7857797547774</c:v>
                </c:pt>
                <c:pt idx="65">
                  <c:v>140.95448766097795</c:v>
                </c:pt>
              </c:numCache>
            </c:numRef>
          </c:val>
        </c:ser>
        <c:ser>
          <c:idx val="9"/>
          <c:order val="9"/>
          <c:tx>
            <c:strRef>
              <c:f>Sheet1!$K$1</c:f>
              <c:strCache>
                <c:ptCount val="1"/>
                <c:pt idx="0">
                  <c:v>PR</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21145.504692949045</c:v>
                </c:pt>
                <c:pt idx="1">
                  <c:v>3082.48542457156</c:v>
                </c:pt>
                <c:pt idx="2">
                  <c:v>590.9465694050382</c:v>
                </c:pt>
                <c:pt idx="3">
                  <c:v>424.2269072436144</c:v>
                </c:pt>
                <c:pt idx="4">
                  <c:v>1647.3055037404176</c:v>
                </c:pt>
                <c:pt idx="5">
                  <c:v>15951.409083104272</c:v>
                </c:pt>
                <c:pt idx="6">
                  <c:v>25237.66011583481</c:v>
                </c:pt>
                <c:pt idx="7">
                  <c:v>22736.988385134206</c:v>
                </c:pt>
                <c:pt idx="8">
                  <c:v>1037.524061998709</c:v>
                </c:pt>
                <c:pt idx="9">
                  <c:v>1007.2602944205905</c:v>
                </c:pt>
                <c:pt idx="10">
                  <c:v>424.40413968779546</c:v>
                </c:pt>
                <c:pt idx="11">
                  <c:v>135.02852652078636</c:v>
                </c:pt>
                <c:pt idx="12">
                  <c:v>716.5320818646793</c:v>
                </c:pt>
                <c:pt idx="13">
                  <c:v>586.0603786557841</c:v>
                </c:pt>
                <c:pt idx="14">
                  <c:v>489.2927708834662</c:v>
                </c:pt>
                <c:pt idx="15">
                  <c:v>12720.275108265207</c:v>
                </c:pt>
                <c:pt idx="16">
                  <c:v>27470.867685022182</c:v>
                </c:pt>
                <c:pt idx="17">
                  <c:v>3606.7694601171306</c:v>
                </c:pt>
                <c:pt idx="18">
                  <c:v>245.17359862110987</c:v>
                </c:pt>
                <c:pt idx="19">
                  <c:v>814.3461095536701</c:v>
                </c:pt>
                <c:pt idx="20">
                  <c:v>25397.343941291787</c:v>
                </c:pt>
                <c:pt idx="21">
                  <c:v>3214.887669879217</c:v>
                </c:pt>
                <c:pt idx="22">
                  <c:v>11986.634935838103</c:v>
                </c:pt>
                <c:pt idx="23">
                  <c:v>15100.244112986515</c:v>
                </c:pt>
                <c:pt idx="24">
                  <c:v>26367.37786638004</c:v>
                </c:pt>
                <c:pt idx="25">
                  <c:v>27194.952332592868</c:v>
                </c:pt>
                <c:pt idx="26">
                  <c:v>2698.543301261768</c:v>
                </c:pt>
                <c:pt idx="27">
                  <c:v>553.0559619698082</c:v>
                </c:pt>
                <c:pt idx="28">
                  <c:v>27289.452376762165</c:v>
                </c:pt>
                <c:pt idx="29">
                  <c:v>36178.31260287285</c:v>
                </c:pt>
                <c:pt idx="30">
                  <c:v>22282.4348470398</c:v>
                </c:pt>
                <c:pt idx="31">
                  <c:v>8594.014913996742</c:v>
                </c:pt>
                <c:pt idx="32">
                  <c:v>6842.177831551161</c:v>
                </c:pt>
                <c:pt idx="33">
                  <c:v>16898.963092475962</c:v>
                </c:pt>
                <c:pt idx="34">
                  <c:v>23715.745270997573</c:v>
                </c:pt>
                <c:pt idx="35">
                  <c:v>20720.45380062394</c:v>
                </c:pt>
                <c:pt idx="36">
                  <c:v>10394.332879320114</c:v>
                </c:pt>
                <c:pt idx="37">
                  <c:v>19916.013661006986</c:v>
                </c:pt>
                <c:pt idx="38">
                  <c:v>14537.283604089102</c:v>
                </c:pt>
                <c:pt idx="39">
                  <c:v>10031.273326387094</c:v>
                </c:pt>
                <c:pt idx="40">
                  <c:v>15928.528031662854</c:v>
                </c:pt>
                <c:pt idx="41">
                  <c:v>1026.4520033487067</c:v>
                </c:pt>
                <c:pt idx="42">
                  <c:v>431.6925926702537</c:v>
                </c:pt>
                <c:pt idx="43">
                  <c:v>803.0840801311731</c:v>
                </c:pt>
                <c:pt idx="44">
                  <c:v>10369.97939095036</c:v>
                </c:pt>
                <c:pt idx="45">
                  <c:v>1269.4165903151113</c:v>
                </c:pt>
                <c:pt idx="46">
                  <c:v>11019.816984983594</c:v>
                </c:pt>
                <c:pt idx="47">
                  <c:v>2949.225518618493</c:v>
                </c:pt>
                <c:pt idx="48">
                  <c:v>253.67755242604167</c:v>
                </c:pt>
                <c:pt idx="49">
                  <c:v>26237.445615957724</c:v>
                </c:pt>
                <c:pt idx="50">
                  <c:v>1581.1150309194422</c:v>
                </c:pt>
                <c:pt idx="51">
                  <c:v>36290.46830845688</c:v>
                </c:pt>
                <c:pt idx="52">
                  <c:v>30325.25440059597</c:v>
                </c:pt>
                <c:pt idx="53">
                  <c:v>1401.646968695416</c:v>
                </c:pt>
                <c:pt idx="54">
                  <c:v>146.7403271809643</c:v>
                </c:pt>
                <c:pt idx="55">
                  <c:v>0.3645816191023627</c:v>
                </c:pt>
                <c:pt idx="56">
                  <c:v>8063.763513740188</c:v>
                </c:pt>
                <c:pt idx="57">
                  <c:v>12197.815154303407</c:v>
                </c:pt>
                <c:pt idx="58">
                  <c:v>20774.53102716628</c:v>
                </c:pt>
                <c:pt idx="59">
                  <c:v>1178.391324882539</c:v>
                </c:pt>
                <c:pt idx="60">
                  <c:v>703.1562771072321</c:v>
                </c:pt>
                <c:pt idx="61">
                  <c:v>796.9503368834805</c:v>
                </c:pt>
                <c:pt idx="62">
                  <c:v>33294.08773534866</c:v>
                </c:pt>
                <c:pt idx="63">
                  <c:v>1994.7877489451516</c:v>
                </c:pt>
                <c:pt idx="64">
                  <c:v>1160.0550844767854</c:v>
                </c:pt>
                <c:pt idx="65">
                  <c:v>162.38445955946355</c:v>
                </c:pt>
              </c:numCache>
            </c:numRef>
          </c:val>
        </c:ser>
        <c:ser>
          <c:idx val="10"/>
          <c:order val="10"/>
          <c:tx>
            <c:strRef>
              <c:f>Sheet1!$L$1</c:f>
              <c:strCache>
                <c:ptCount val="1"/>
                <c:pt idx="0">
                  <c:v>Price volatility</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-41928.820147205886</c:v>
                </c:pt>
                <c:pt idx="1">
                  <c:v>-49532.051001140564</c:v>
                </c:pt>
                <c:pt idx="2">
                  <c:v>-53242.58229996045</c:v>
                </c:pt>
                <c:pt idx="3">
                  <c:v>-6886.234833046343</c:v>
                </c:pt>
                <c:pt idx="4">
                  <c:v>-5565.777432390109</c:v>
                </c:pt>
                <c:pt idx="5">
                  <c:v>23028.086339131074</c:v>
                </c:pt>
                <c:pt idx="6">
                  <c:v>39713.14215268596</c:v>
                </c:pt>
                <c:pt idx="7">
                  <c:v>48570.71682369342</c:v>
                </c:pt>
                <c:pt idx="8">
                  <c:v>35975.16732794407</c:v>
                </c:pt>
                <c:pt idx="9">
                  <c:v>28185.21653897128</c:v>
                </c:pt>
                <c:pt idx="10">
                  <c:v>6161.474802132611</c:v>
                </c:pt>
                <c:pt idx="11">
                  <c:v>-26751.85175489465</c:v>
                </c:pt>
                <c:pt idx="12">
                  <c:v>-56550.00245992131</c:v>
                </c:pt>
                <c:pt idx="13">
                  <c:v>-52635.591337225414</c:v>
                </c:pt>
                <c:pt idx="14">
                  <c:v>-55575.67310463033</c:v>
                </c:pt>
                <c:pt idx="15">
                  <c:v>-17179.099107336035</c:v>
                </c:pt>
                <c:pt idx="16">
                  <c:v>5864.617971768754</c:v>
                </c:pt>
                <c:pt idx="17">
                  <c:v>24229.498609740982</c:v>
                </c:pt>
                <c:pt idx="18">
                  <c:v>26945.56635539907</c:v>
                </c:pt>
                <c:pt idx="19">
                  <c:v>59147.030984937</c:v>
                </c:pt>
                <c:pt idx="20">
                  <c:v>54375.11744908879</c:v>
                </c:pt>
                <c:pt idx="21">
                  <c:v>30786.20917889823</c:v>
                </c:pt>
                <c:pt idx="22">
                  <c:v>-1457.5637795910939</c:v>
                </c:pt>
                <c:pt idx="23">
                  <c:v>-28998.289095022457</c:v>
                </c:pt>
                <c:pt idx="24">
                  <c:v>-71307.21209539479</c:v>
                </c:pt>
                <c:pt idx="25">
                  <c:v>-58399.96497988801</c:v>
                </c:pt>
                <c:pt idx="26">
                  <c:v>-40544.360666931</c:v>
                </c:pt>
                <c:pt idx="27">
                  <c:v>-20122.341266329742</c:v>
                </c:pt>
                <c:pt idx="28">
                  <c:v>13241.075912933591</c:v>
                </c:pt>
                <c:pt idx="29">
                  <c:v>38191.53931363158</c:v>
                </c:pt>
                <c:pt idx="30">
                  <c:v>43149.4695996728</c:v>
                </c:pt>
                <c:pt idx="31">
                  <c:v>53527.34739919206</c:v>
                </c:pt>
                <c:pt idx="32">
                  <c:v>33806.18757178715</c:v>
                </c:pt>
                <c:pt idx="33">
                  <c:v>31247.04973785856</c:v>
                </c:pt>
                <c:pt idx="34">
                  <c:v>-4646.549847285731</c:v>
                </c:pt>
                <c:pt idx="35">
                  <c:v>-29578.326122012335</c:v>
                </c:pt>
                <c:pt idx="36">
                  <c:v>-65665.2113111031</c:v>
                </c:pt>
                <c:pt idx="37">
                  <c:v>-64136.741468224165</c:v>
                </c:pt>
                <c:pt idx="38">
                  <c:v>-43620.87020108338</c:v>
                </c:pt>
                <c:pt idx="39">
                  <c:v>-27366.447749285722</c:v>
                </c:pt>
                <c:pt idx="40">
                  <c:v>-5118.073947336943</c:v>
                </c:pt>
                <c:pt idx="41">
                  <c:v>25888.984229565427</c:v>
                </c:pt>
                <c:pt idx="42">
                  <c:v>39093.60916010487</c:v>
                </c:pt>
                <c:pt idx="43">
                  <c:v>59014.429016419905</c:v>
                </c:pt>
                <c:pt idx="44">
                  <c:v>41782.2541707232</c:v>
                </c:pt>
                <c:pt idx="45">
                  <c:v>25985.280337013155</c:v>
                </c:pt>
                <c:pt idx="46">
                  <c:v>-8072.951514997998</c:v>
                </c:pt>
                <c:pt idx="47">
                  <c:v>-31246.179369901896</c:v>
                </c:pt>
                <c:pt idx="48">
                  <c:v>-61702.86815833951</c:v>
                </c:pt>
                <c:pt idx="49">
                  <c:v>-55506.12058865679</c:v>
                </c:pt>
                <c:pt idx="50">
                  <c:v>-45203.97659093323</c:v>
                </c:pt>
                <c:pt idx="51">
                  <c:v>-38060.37460010359</c:v>
                </c:pt>
                <c:pt idx="52">
                  <c:v>11441.996321841842</c:v>
                </c:pt>
                <c:pt idx="53">
                  <c:v>26058.259054970425</c:v>
                </c:pt>
                <c:pt idx="54">
                  <c:v>53851.44501318014</c:v>
                </c:pt>
                <c:pt idx="55">
                  <c:v>56625.40138138471</c:v>
                </c:pt>
                <c:pt idx="56">
                  <c:v>60781.087444314966</c:v>
                </c:pt>
                <c:pt idx="57">
                  <c:v>20744.21750342819</c:v>
                </c:pt>
                <c:pt idx="58">
                  <c:v>-13345.574546965108</c:v>
                </c:pt>
                <c:pt idx="59">
                  <c:v>-49188.17454398445</c:v>
                </c:pt>
                <c:pt idx="60">
                  <c:v>-60421.68442085261</c:v>
                </c:pt>
                <c:pt idx="61">
                  <c:v>-45739.013482788956</c:v>
                </c:pt>
                <c:pt idx="62">
                  <c:v>-59500.77010695471</c:v>
                </c:pt>
                <c:pt idx="63">
                  <c:v>-17259.738946924586</c:v>
                </c:pt>
                <c:pt idx="64">
                  <c:v>1849.3239704683342</c:v>
                </c:pt>
                <c:pt idx="65">
                  <c:v>29516.432610364136</c:v>
                </c:pt>
              </c:numCache>
            </c:numRef>
          </c:val>
        </c:ser>
        <c:ser>
          <c:idx val="11"/>
          <c:order val="11"/>
          <c:tx>
            <c:strRef>
              <c:f>Sheet1!$M$1</c:f>
              <c:strCache>
                <c:ptCount val="1"/>
                <c:pt idx="0">
                  <c:v>Relative price</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-33347.22725448767</c:v>
                </c:pt>
                <c:pt idx="1">
                  <c:v>-32224.953415977405</c:v>
                </c:pt>
                <c:pt idx="2">
                  <c:v>-42962.11271090851</c:v>
                </c:pt>
                <c:pt idx="3">
                  <c:v>-31420.45108954919</c:v>
                </c:pt>
                <c:pt idx="4">
                  <c:v>-30930.818623819105</c:v>
                </c:pt>
                <c:pt idx="5">
                  <c:v>-37168.61296255466</c:v>
                </c:pt>
                <c:pt idx="6">
                  <c:v>-32959.3854745199</c:v>
                </c:pt>
                <c:pt idx="7">
                  <c:v>-34925.615149720616</c:v>
                </c:pt>
                <c:pt idx="8">
                  <c:v>-26879.507188138174</c:v>
                </c:pt>
                <c:pt idx="9">
                  <c:v>-30262.308706249492</c:v>
                </c:pt>
                <c:pt idx="10">
                  <c:v>-35416.23114318904</c:v>
                </c:pt>
                <c:pt idx="11">
                  <c:v>-27152.691503047292</c:v>
                </c:pt>
                <c:pt idx="12">
                  <c:v>-35035.03721023918</c:v>
                </c:pt>
                <c:pt idx="13">
                  <c:v>-31747.358412210004</c:v>
                </c:pt>
                <c:pt idx="14">
                  <c:v>-44340.884283946514</c:v>
                </c:pt>
                <c:pt idx="15">
                  <c:v>-33231.44334232961</c:v>
                </c:pt>
                <c:pt idx="16">
                  <c:v>-47266.84325475797</c:v>
                </c:pt>
                <c:pt idx="17">
                  <c:v>-38431.60074421234</c:v>
                </c:pt>
                <c:pt idx="18">
                  <c:v>-29882.28996649881</c:v>
                </c:pt>
                <c:pt idx="19">
                  <c:v>-41244.37560942261</c:v>
                </c:pt>
                <c:pt idx="20">
                  <c:v>-30172.5652258934</c:v>
                </c:pt>
                <c:pt idx="21">
                  <c:v>-28717.432546977278</c:v>
                </c:pt>
                <c:pt idx="22">
                  <c:v>-45216.34217235638</c:v>
                </c:pt>
                <c:pt idx="23">
                  <c:v>-31451.18455990643</c:v>
                </c:pt>
                <c:pt idx="24">
                  <c:v>-42424.448192754935</c:v>
                </c:pt>
                <c:pt idx="25">
                  <c:v>-36365.94405854732</c:v>
                </c:pt>
                <c:pt idx="26">
                  <c:v>-35014.29999033745</c:v>
                </c:pt>
                <c:pt idx="27">
                  <c:v>-35989.3114169153</c:v>
                </c:pt>
                <c:pt idx="28">
                  <c:v>-48712.889503406375</c:v>
                </c:pt>
                <c:pt idx="29">
                  <c:v>-43685.710800072666</c:v>
                </c:pt>
                <c:pt idx="30">
                  <c:v>-39479.75135403357</c:v>
                </c:pt>
                <c:pt idx="31">
                  <c:v>-37225.09221776552</c:v>
                </c:pt>
                <c:pt idx="32">
                  <c:v>-32443.452325004855</c:v>
                </c:pt>
                <c:pt idx="33">
                  <c:v>-35129.968837471235</c:v>
                </c:pt>
                <c:pt idx="34">
                  <c:v>-31267.511427976082</c:v>
                </c:pt>
                <c:pt idx="35">
                  <c:v>-38602.2956047086</c:v>
                </c:pt>
                <c:pt idx="36">
                  <c:v>-44806.265264999965</c:v>
                </c:pt>
                <c:pt idx="37">
                  <c:v>-39699.63472624561</c:v>
                </c:pt>
                <c:pt idx="38">
                  <c:v>-40017.539793990974</c:v>
                </c:pt>
                <c:pt idx="39">
                  <c:v>-44229.54783260532</c:v>
                </c:pt>
                <c:pt idx="40">
                  <c:v>-47595.72063052314</c:v>
                </c:pt>
                <c:pt idx="41">
                  <c:v>-37537.57945187828</c:v>
                </c:pt>
                <c:pt idx="42">
                  <c:v>-38240.69348423847</c:v>
                </c:pt>
                <c:pt idx="43">
                  <c:v>-34701.177712979654</c:v>
                </c:pt>
                <c:pt idx="44">
                  <c:v>-30771.582152339586</c:v>
                </c:pt>
                <c:pt idx="45">
                  <c:v>-38247.460648070635</c:v>
                </c:pt>
                <c:pt idx="46">
                  <c:v>-34666.14370017497</c:v>
                </c:pt>
                <c:pt idx="47">
                  <c:v>-38264.94015230186</c:v>
                </c:pt>
                <c:pt idx="48">
                  <c:v>-48135.33943383627</c:v>
                </c:pt>
                <c:pt idx="49">
                  <c:v>-43490.817642163594</c:v>
                </c:pt>
                <c:pt idx="50">
                  <c:v>-44678.34632410599</c:v>
                </c:pt>
                <c:pt idx="51">
                  <c:v>-56115.48611627094</c:v>
                </c:pt>
                <c:pt idx="52">
                  <c:v>-45508.51957248114</c:v>
                </c:pt>
                <c:pt idx="53">
                  <c:v>-41083.20142641009</c:v>
                </c:pt>
                <c:pt idx="54">
                  <c:v>-48796.343435933726</c:v>
                </c:pt>
                <c:pt idx="55">
                  <c:v>-33884.244715877125</c:v>
                </c:pt>
                <c:pt idx="56">
                  <c:v>-44509.69288108939</c:v>
                </c:pt>
                <c:pt idx="57">
                  <c:v>-32948.08256200172</c:v>
                </c:pt>
                <c:pt idx="58">
                  <c:v>-35129.9896740268</c:v>
                </c:pt>
                <c:pt idx="59">
                  <c:v>-42195.8488340136</c:v>
                </c:pt>
                <c:pt idx="60">
                  <c:v>-40362.14397413736</c:v>
                </c:pt>
                <c:pt idx="61">
                  <c:v>-36030.63977878372</c:v>
                </c:pt>
                <c:pt idx="62">
                  <c:v>-58838.3718421432</c:v>
                </c:pt>
                <c:pt idx="63">
                  <c:v>-42873.42903229778</c:v>
                </c:pt>
                <c:pt idx="64">
                  <c:v>-47839.68257816488</c:v>
                </c:pt>
                <c:pt idx="65">
                  <c:v>-44110.25607806324</c:v>
                </c:pt>
              </c:numCache>
            </c:numRef>
          </c:val>
        </c:ser>
        <c:ser>
          <c:idx val="12"/>
          <c:order val="12"/>
          <c:tx>
            <c:strRef>
              <c:f>Sheet1!$N$1</c:f>
              <c:strCache>
                <c:ptCount val="1"/>
                <c:pt idx="0">
                  <c:v>Seasonality</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473311.40789883526</c:v>
                </c:pt>
                <c:pt idx="1">
                  <c:v>543464.0572007166</c:v>
                </c:pt>
                <c:pt idx="2">
                  <c:v>834812.2716240729</c:v>
                </c:pt>
                <c:pt idx="3">
                  <c:v>621212.2139567377</c:v>
                </c:pt>
                <c:pt idx="4">
                  <c:v>632255.5983790848</c:v>
                </c:pt>
                <c:pt idx="5">
                  <c:v>542672.6148928555</c:v>
                </c:pt>
                <c:pt idx="6">
                  <c:v>319813.0116993986</c:v>
                </c:pt>
                <c:pt idx="7">
                  <c:v>140534.21408211847</c:v>
                </c:pt>
                <c:pt idx="8">
                  <c:v>19028.26157924605</c:v>
                </c:pt>
                <c:pt idx="9">
                  <c:v>10448.040135747608</c:v>
                </c:pt>
                <c:pt idx="10">
                  <c:v>115485.89468111316</c:v>
                </c:pt>
                <c:pt idx="11">
                  <c:v>221143.70390499086</c:v>
                </c:pt>
                <c:pt idx="12">
                  <c:v>588268.9464641571</c:v>
                </c:pt>
                <c:pt idx="13">
                  <c:v>530313.8994256882</c:v>
                </c:pt>
                <c:pt idx="14">
                  <c:v>858679.4520326145</c:v>
                </c:pt>
                <c:pt idx="15">
                  <c:v>661461.7890657255</c:v>
                </c:pt>
                <c:pt idx="16">
                  <c:v>905375.0687288957</c:v>
                </c:pt>
                <c:pt idx="17">
                  <c:v>544338.700017616</c:v>
                </c:pt>
                <c:pt idx="18">
                  <c:v>284611.7303333746</c:v>
                </c:pt>
                <c:pt idx="19">
                  <c:v>177480.05033566488</c:v>
                </c:pt>
                <c:pt idx="20">
                  <c:v>24891.527858314497</c:v>
                </c:pt>
                <c:pt idx="21">
                  <c:v>10066.584735195524</c:v>
                </c:pt>
                <c:pt idx="22">
                  <c:v>152472.2664400059</c:v>
                </c:pt>
                <c:pt idx="23">
                  <c:v>256798.77945109608</c:v>
                </c:pt>
                <c:pt idx="24">
                  <c:v>665856.4524278905</c:v>
                </c:pt>
                <c:pt idx="25">
                  <c:v>641186.5785959619</c:v>
                </c:pt>
                <c:pt idx="26">
                  <c:v>685760.2950308903</c:v>
                </c:pt>
                <c:pt idx="27">
                  <c:v>717816.4922028474</c:v>
                </c:pt>
                <c:pt idx="28">
                  <c:v>971030.3928346343</c:v>
                </c:pt>
                <c:pt idx="29">
                  <c:v>610102.2241267939</c:v>
                </c:pt>
                <c:pt idx="30">
                  <c:v>378848.72613229754</c:v>
                </c:pt>
                <c:pt idx="31">
                  <c:v>161229.9622646027</c:v>
                </c:pt>
                <c:pt idx="32">
                  <c:v>23304.48274598001</c:v>
                </c:pt>
                <c:pt idx="33">
                  <c:v>19374.887371394638</c:v>
                </c:pt>
                <c:pt idx="34">
                  <c:v>116871.13421601747</c:v>
                </c:pt>
                <c:pt idx="35">
                  <c:v>321095.50341806014</c:v>
                </c:pt>
                <c:pt idx="36">
                  <c:v>689889.922555118</c:v>
                </c:pt>
                <c:pt idx="37">
                  <c:v>691899.119026188</c:v>
                </c:pt>
                <c:pt idx="38">
                  <c:v>782137.7858109174</c:v>
                </c:pt>
                <c:pt idx="39">
                  <c:v>877623.8743512899</c:v>
                </c:pt>
                <c:pt idx="40">
                  <c:v>967745.4463010461</c:v>
                </c:pt>
                <c:pt idx="41">
                  <c:v>540791.6850615889</c:v>
                </c:pt>
                <c:pt idx="42">
                  <c:v>329110.1364942496</c:v>
                </c:pt>
                <c:pt idx="43">
                  <c:v>122873.69821416188</c:v>
                </c:pt>
                <c:pt idx="44">
                  <c:v>21478.634766792482</c:v>
                </c:pt>
                <c:pt idx="45">
                  <c:v>20663.690667797262</c:v>
                </c:pt>
                <c:pt idx="46">
                  <c:v>126601.45383821346</c:v>
                </c:pt>
                <c:pt idx="47">
                  <c:v>314382.62332124694</c:v>
                </c:pt>
                <c:pt idx="48">
                  <c:v>698325.2431228462</c:v>
                </c:pt>
                <c:pt idx="49">
                  <c:v>762730.4310142961</c:v>
                </c:pt>
                <c:pt idx="50">
                  <c:v>872053.1361565504</c:v>
                </c:pt>
                <c:pt idx="51">
                  <c:v>1105392.734798485</c:v>
                </c:pt>
                <c:pt idx="52">
                  <c:v>928232.9846126403</c:v>
                </c:pt>
                <c:pt idx="53">
                  <c:v>578606.4350738567</c:v>
                </c:pt>
                <c:pt idx="54">
                  <c:v>438524.86693408556</c:v>
                </c:pt>
                <c:pt idx="55">
                  <c:v>126927.58559208966</c:v>
                </c:pt>
                <c:pt idx="56">
                  <c:v>25554.70321873155</c:v>
                </c:pt>
                <c:pt idx="57">
                  <c:v>21447.071642019757</c:v>
                </c:pt>
                <c:pt idx="58">
                  <c:v>130703.49667595084</c:v>
                </c:pt>
                <c:pt idx="59">
                  <c:v>371465.1310098674</c:v>
                </c:pt>
                <c:pt idx="60">
                  <c:v>644848.2741847285</c:v>
                </c:pt>
                <c:pt idx="61">
                  <c:v>629087.6440587845</c:v>
                </c:pt>
                <c:pt idx="62">
                  <c:v>1160566.1001513116</c:v>
                </c:pt>
                <c:pt idx="63">
                  <c:v>846916.3592865522</c:v>
                </c:pt>
                <c:pt idx="64">
                  <c:v>936042.6228354453</c:v>
                </c:pt>
                <c:pt idx="65">
                  <c:v>634811.0204478716</c:v>
                </c:pt>
              </c:numCache>
            </c:numRef>
          </c:val>
        </c:ser>
        <c:ser>
          <c:idx val="13"/>
          <c:order val="13"/>
          <c:tx>
            <c:strRef>
              <c:f>Sheet1!$O$1</c:f>
              <c:strCache>
                <c:ptCount val="1"/>
                <c:pt idx="0">
                  <c:v>TV</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6249.51205173232</c:v>
                </c:pt>
                <c:pt idx="1">
                  <c:v>4967.520895405657</c:v>
                </c:pt>
                <c:pt idx="2">
                  <c:v>7023.581651260096</c:v>
                </c:pt>
                <c:pt idx="3">
                  <c:v>22924.520806465513</c:v>
                </c:pt>
                <c:pt idx="4">
                  <c:v>6305.360174579862</c:v>
                </c:pt>
                <c:pt idx="5">
                  <c:v>52545.19928190686</c:v>
                </c:pt>
                <c:pt idx="6">
                  <c:v>81815.67191223956</c:v>
                </c:pt>
                <c:pt idx="7">
                  <c:v>28934.284644509495</c:v>
                </c:pt>
                <c:pt idx="8">
                  <c:v>5722.184271846832</c:v>
                </c:pt>
                <c:pt idx="9">
                  <c:v>38476.60480434689</c:v>
                </c:pt>
                <c:pt idx="10">
                  <c:v>27418.13816508289</c:v>
                </c:pt>
                <c:pt idx="11">
                  <c:v>11144.00945059211</c:v>
                </c:pt>
                <c:pt idx="12">
                  <c:v>56226.623970278975</c:v>
                </c:pt>
                <c:pt idx="13">
                  <c:v>48262.6844214499</c:v>
                </c:pt>
                <c:pt idx="14">
                  <c:v>44126.12805898559</c:v>
                </c:pt>
                <c:pt idx="15">
                  <c:v>26073.180134099784</c:v>
                </c:pt>
                <c:pt idx="16">
                  <c:v>56256.52789119332</c:v>
                </c:pt>
                <c:pt idx="17">
                  <c:v>83494.9179868626</c:v>
                </c:pt>
                <c:pt idx="18">
                  <c:v>12391.726631785212</c:v>
                </c:pt>
                <c:pt idx="19">
                  <c:v>64112.60003385207</c:v>
                </c:pt>
                <c:pt idx="20">
                  <c:v>44215.289329926934</c:v>
                </c:pt>
                <c:pt idx="21">
                  <c:v>20299.708443020292</c:v>
                </c:pt>
                <c:pt idx="22">
                  <c:v>96028.77783078383</c:v>
                </c:pt>
                <c:pt idx="23">
                  <c:v>7367.2479398107525</c:v>
                </c:pt>
                <c:pt idx="24">
                  <c:v>9017.959044590734</c:v>
                </c:pt>
                <c:pt idx="25">
                  <c:v>60822.093835015476</c:v>
                </c:pt>
                <c:pt idx="26">
                  <c:v>8019.1320413191615</c:v>
                </c:pt>
                <c:pt idx="27">
                  <c:v>24115.2372073964</c:v>
                </c:pt>
                <c:pt idx="28">
                  <c:v>67938.34562871828</c:v>
                </c:pt>
                <c:pt idx="29">
                  <c:v>56906.47868821147</c:v>
                </c:pt>
                <c:pt idx="30">
                  <c:v>45446.60840715836</c:v>
                </c:pt>
                <c:pt idx="31">
                  <c:v>9059.1069858311</c:v>
                </c:pt>
                <c:pt idx="32">
                  <c:v>36633.94534596512</c:v>
                </c:pt>
                <c:pt idx="33">
                  <c:v>25666.009012831215</c:v>
                </c:pt>
                <c:pt idx="34">
                  <c:v>55843.72060149504</c:v>
                </c:pt>
                <c:pt idx="35">
                  <c:v>15803.237568406485</c:v>
                </c:pt>
                <c:pt idx="36">
                  <c:v>57665.67413726554</c:v>
                </c:pt>
                <c:pt idx="37">
                  <c:v>69654.97851280587</c:v>
                </c:pt>
                <c:pt idx="38">
                  <c:v>11255.460009570295</c:v>
                </c:pt>
                <c:pt idx="39">
                  <c:v>87025.74733366468</c:v>
                </c:pt>
                <c:pt idx="40">
                  <c:v>22203.369179892168</c:v>
                </c:pt>
                <c:pt idx="41">
                  <c:v>7799.296375529605</c:v>
                </c:pt>
                <c:pt idx="42">
                  <c:v>81905.65988038995</c:v>
                </c:pt>
                <c:pt idx="43">
                  <c:v>50459.97698005534</c:v>
                </c:pt>
                <c:pt idx="44">
                  <c:v>8589.097858148903</c:v>
                </c:pt>
                <c:pt idx="45">
                  <c:v>45145.36203081969</c:v>
                </c:pt>
                <c:pt idx="46">
                  <c:v>64977.436614541264</c:v>
                </c:pt>
                <c:pt idx="47">
                  <c:v>69940.02893617487</c:v>
                </c:pt>
                <c:pt idx="48">
                  <c:v>73394.06325497295</c:v>
                </c:pt>
                <c:pt idx="49">
                  <c:v>64317.74822398834</c:v>
                </c:pt>
                <c:pt idx="50">
                  <c:v>10947.563842330725</c:v>
                </c:pt>
                <c:pt idx="51">
                  <c:v>57112.32948503898</c:v>
                </c:pt>
                <c:pt idx="52">
                  <c:v>17185.002014157075</c:v>
                </c:pt>
                <c:pt idx="53">
                  <c:v>11062.254915404552</c:v>
                </c:pt>
                <c:pt idx="54">
                  <c:v>12967.539686324595</c:v>
                </c:pt>
                <c:pt idx="55">
                  <c:v>8650.273070591746</c:v>
                </c:pt>
                <c:pt idx="56">
                  <c:v>13265.905283114924</c:v>
                </c:pt>
                <c:pt idx="57">
                  <c:v>9873.461004747722</c:v>
                </c:pt>
                <c:pt idx="58">
                  <c:v>85947.6826548209</c:v>
                </c:pt>
                <c:pt idx="59">
                  <c:v>12494.729774139158</c:v>
                </c:pt>
                <c:pt idx="60">
                  <c:v>8850.103615687505</c:v>
                </c:pt>
                <c:pt idx="61">
                  <c:v>7670.483769890078</c:v>
                </c:pt>
                <c:pt idx="62">
                  <c:v>13982.925236597319</c:v>
                </c:pt>
                <c:pt idx="63">
                  <c:v>9204.208031713972</c:v>
                </c:pt>
                <c:pt idx="64">
                  <c:v>94880.95470364056</c:v>
                </c:pt>
                <c:pt idx="65">
                  <c:v>69104.3309561486</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Sheet1!$A$2:$A$15</c:f>
              <c:strCache>
                <c:ptCount val="14"/>
                <c:pt idx="0">
                  <c:v>Distribution</c:v>
                </c:pt>
                <c:pt idx="1">
                  <c:v>Seasonality</c:v>
                </c:pt>
                <c:pt idx="2">
                  <c:v>Base</c:v>
                </c:pt>
                <c:pt idx="3">
                  <c:v>E-com</c:v>
                </c:pt>
                <c:pt idx="4">
                  <c:v>OOH</c:v>
                </c:pt>
                <c:pt idx="5">
                  <c:v>TV</c:v>
                </c:pt>
                <c:pt idx="6">
                  <c:v>Digital_Video</c:v>
                </c:pt>
                <c:pt idx="7">
                  <c:v>Digital_DA</c:v>
                </c:pt>
                <c:pt idx="8">
                  <c:v>Digital_Perform...</c:v>
                </c:pt>
                <c:pt idx="9">
                  <c:v>Digital_Special...</c:v>
                </c:pt>
                <c:pt idx="10">
                  <c:v>PR</c:v>
                </c:pt>
                <c:pt idx="11">
                  <c:v>POS</c:v>
                </c:pt>
                <c:pt idx="12">
                  <c:v>Price volatilit...</c:v>
                </c:pt>
                <c:pt idx="13">
                  <c:v>Relative price</c:v>
                </c:pt>
              </c:strCache>
            </c:strRef>
          </c:cat>
          <c:val>
            <c:numRef>
              <c:f>Sheet1!$B$2:$B$15</c:f>
              <c:numCache>
                <c:formatCode>General</c:formatCode>
                <c:ptCount val="14"/>
                <c:pt idx="0">
                  <c:v>0.0</c:v>
                </c:pt>
                <c:pt idx="1">
                  <c:v>57.968492236951974</c:v>
                </c:pt>
                <c:pt idx="2">
                  <c:v>81.00598530231534</c:v>
                </c:pt>
                <c:pt idx="3">
                  <c:v>90.39751901068952</c:v>
                </c:pt>
                <c:pt idx="4">
                  <c:v>95.79292253343972</c:v>
                </c:pt>
                <c:pt idx="5">
                  <c:v>98.11509019632355</c:v>
                </c:pt>
                <c:pt idx="6">
                  <c:v>99.08217864481524</c:v>
                </c:pt>
                <c:pt idx="7">
                  <c:v>100.04235813559404</c:v>
                </c:pt>
                <c:pt idx="8">
                  <c:v>100.65554771015277</c:v>
                </c:pt>
                <c:pt idx="9">
                  <c:v>101.25650505967036</c:v>
                </c:pt>
                <c:pt idx="10">
                  <c:v>101.80668402942375</c:v>
                </c:pt>
                <c:pt idx="11">
                  <c:v>101.98762846287731</c:v>
                </c:pt>
                <c:pt idx="12">
                  <c:v>101.28215796240106</c:v>
                </c:pt>
                <c:pt idx="13">
                  <c:v>100.0</c:v>
                </c:pt>
              </c:numCache>
            </c:numRef>
          </c:val>
        </c:ser>
        <c:ser>
          <c:idx val="1"/>
          <c:order val="1"/>
          <c:tx>
            <c:strRef>
              <c:f>Sheet1!$C$1</c:f>
              <c:strCache>
                <c:ptCount val="1"/>
                <c:pt idx="0">
                  <c:v>value</c:v>
                </c:pt>
              </c:strCache>
            </c:strRef>
          </c:tx>
          <c:dPt>
            <c:idx val="0"/>
            <c:spPr>
              <a:solidFill>
                <a:srgbClr val="FF7ED1"/>
              </a:solidFill>
            </c:spPr>
          </c:dPt>
          <c:dPt>
            <c:idx val="1"/>
            <c:spPr>
              <a:solidFill>
                <a:srgbClr val="A17569"/>
              </a:solidFill>
            </c:spPr>
          </c:dPt>
          <c:dPt>
            <c:idx val="2"/>
            <c:spPr>
              <a:solidFill>
                <a:srgbClr val="D60000"/>
              </a:solidFill>
            </c:spPr>
          </c:dPt>
          <c:dPt>
            <c:idx val="3"/>
            <c:spPr>
              <a:solidFill>
                <a:srgbClr val="6B004F"/>
              </a:solidFill>
            </c:spPr>
          </c:dPt>
          <c:dPt>
            <c:idx val="4"/>
            <c:spPr>
              <a:solidFill>
                <a:srgbClr val="FFA52F"/>
              </a:solidFill>
            </c:spPr>
          </c:dPt>
          <c:dPt>
            <c:idx val="5"/>
            <c:spPr>
              <a:solidFill>
                <a:srgbClr val="BCB6FF"/>
              </a:solidFill>
            </c:spPr>
          </c:dPt>
          <c:dPt>
            <c:idx val="6"/>
            <c:spPr>
              <a:solidFill>
                <a:srgbClr val="97FF00"/>
              </a:solidFill>
            </c:spPr>
          </c:dPt>
          <c:dPt>
            <c:idx val="7"/>
            <c:spPr>
              <a:solidFill>
                <a:srgbClr val="8C3BFF"/>
              </a:solidFill>
            </c:spPr>
          </c:dPt>
          <c:dPt>
            <c:idx val="8"/>
            <c:spPr>
              <a:solidFill>
                <a:srgbClr val="018700"/>
              </a:solidFill>
            </c:spPr>
          </c:dPt>
          <c:dPt>
            <c:idx val="9"/>
            <c:spPr>
              <a:solidFill>
                <a:srgbClr val="00ACC6"/>
              </a:solidFill>
            </c:spPr>
          </c:dPt>
          <c:dPt>
            <c:idx val="10"/>
            <c:spPr>
              <a:solidFill>
                <a:srgbClr val="005659"/>
              </a:solidFill>
            </c:spPr>
          </c:dPt>
          <c:dPt>
            <c:idx val="11"/>
            <c:spPr>
              <a:solidFill>
                <a:srgbClr val="573B00"/>
              </a:solidFill>
            </c:spPr>
          </c:dPt>
          <c:dPt>
            <c:idx val="12"/>
            <c:spPr>
              <a:solidFill>
                <a:srgbClr val="0000DD"/>
              </a:solidFill>
            </c:spPr>
          </c:dPt>
          <c:dPt>
            <c:idx val="13"/>
            <c:spPr>
              <a:solidFill>
                <a:srgbClr val="00FDCF"/>
              </a:solidFill>
            </c:spPr>
          </c:dPt>
          <c:dLbls>
            <c:dLbl>
              <c:idx val="0"/>
              <c:tx>
                <c:rich>
                  <a:bodyPr/>
                  <a:lstStyle/>
                  <a:p>
                    <a:r>
                      <a:t>57.97%</a:t>
                    </a:r>
                  </a:p>
                </c:rich>
              </c:tx>
              <c:dLblPos val="inEnd"/>
              <c:showLegendKey val="0"/>
              <c:showVal val="1"/>
              <c:showCatName val="0"/>
              <c:showSerName val="0"/>
              <c:showPercent val="0"/>
              <c:showBubbleSize val="0"/>
            </c:dLbl>
            <c:dLbl>
              <c:idx val="1"/>
              <c:tx>
                <c:rich>
                  <a:bodyPr/>
                  <a:lstStyle/>
                  <a:p>
                    <a:r>
                      <a:t>23.04%</a:t>
                    </a:r>
                  </a:p>
                </c:rich>
              </c:tx>
              <c:dLblPos val="inEnd"/>
              <c:showLegendKey val="0"/>
              <c:showVal val="1"/>
              <c:showCatName val="0"/>
              <c:showSerName val="0"/>
              <c:showPercent val="0"/>
              <c:showBubbleSize val="0"/>
            </c:dLbl>
            <c:dLbl>
              <c:idx val="2"/>
              <c:tx>
                <c:rich>
                  <a:bodyPr/>
                  <a:lstStyle/>
                  <a:p>
                    <a:r>
                      <a:t>9.39%</a:t>
                    </a:r>
                  </a:p>
                </c:rich>
              </c:tx>
              <c:dLblPos val="inEnd"/>
              <c:showLegendKey val="0"/>
              <c:showVal val="1"/>
              <c:showCatName val="0"/>
              <c:showSerName val="0"/>
              <c:showPercent val="0"/>
              <c:showBubbleSize val="0"/>
            </c:dLbl>
            <c:dLbl>
              <c:idx val="3"/>
              <c:tx>
                <c:rich>
                  <a:bodyPr/>
                  <a:lstStyle/>
                  <a:p>
                    <a:r>
                      <a:t>5.4%</a:t>
                    </a:r>
                  </a:p>
                </c:rich>
              </c:tx>
              <c:dLblPos val="inEnd"/>
              <c:showLegendKey val="0"/>
              <c:showVal val="1"/>
              <c:showCatName val="0"/>
              <c:showSerName val="0"/>
              <c:showPercent val="0"/>
              <c:showBubbleSize val="0"/>
            </c:dLbl>
            <c:dLbl>
              <c:idx val="4"/>
              <c:tx>
                <c:rich>
                  <a:bodyPr/>
                  <a:lstStyle/>
                  <a:p>
                    <a:r>
                      <a:t>2.32%</a:t>
                    </a:r>
                  </a:p>
                </c:rich>
              </c:tx>
              <c:dLblPos val="inEnd"/>
              <c:showLegendKey val="0"/>
              <c:showVal val="1"/>
              <c:showCatName val="0"/>
              <c:showSerName val="0"/>
              <c:showPercent val="0"/>
              <c:showBubbleSize val="0"/>
            </c:dLbl>
            <c:dLbl>
              <c:idx val="5"/>
              <c:tx>
                <c:rich>
                  <a:bodyPr/>
                  <a:lstStyle/>
                  <a:p>
                    <a:r>
                      <a:t>0.97%</a:t>
                    </a:r>
                  </a:p>
                </c:rich>
              </c:tx>
              <c:dLblPos val="inEnd"/>
              <c:showLegendKey val="0"/>
              <c:showVal val="1"/>
              <c:showCatName val="0"/>
              <c:showSerName val="0"/>
              <c:showPercent val="0"/>
              <c:showBubbleSize val="0"/>
            </c:dLbl>
            <c:dLbl>
              <c:idx val="6"/>
              <c:tx>
                <c:rich>
                  <a:bodyPr/>
                  <a:lstStyle/>
                  <a:p>
                    <a:r>
                      <a:t>0.96%</a:t>
                    </a:r>
                  </a:p>
                </c:rich>
              </c:tx>
              <c:dLblPos val="inEnd"/>
              <c:showLegendKey val="0"/>
              <c:showVal val="1"/>
              <c:showCatName val="0"/>
              <c:showSerName val="0"/>
              <c:showPercent val="0"/>
              <c:showBubbleSize val="0"/>
            </c:dLbl>
            <c:dLbl>
              <c:idx val="7"/>
              <c:tx>
                <c:rich>
                  <a:bodyPr/>
                  <a:lstStyle/>
                  <a:p>
                    <a:r>
                      <a:t>0.61%</a:t>
                    </a:r>
                  </a:p>
                </c:rich>
              </c:tx>
              <c:dLblPos val="inEnd"/>
              <c:showLegendKey val="0"/>
              <c:showVal val="1"/>
              <c:showCatName val="0"/>
              <c:showSerName val="0"/>
              <c:showPercent val="0"/>
              <c:showBubbleSize val="0"/>
            </c:dLbl>
            <c:dLbl>
              <c:idx val="8"/>
              <c:tx>
                <c:rich>
                  <a:bodyPr/>
                  <a:lstStyle/>
                  <a:p>
                    <a:r>
                      <a:t>0.6%</a:t>
                    </a:r>
                  </a:p>
                </c:rich>
              </c:tx>
              <c:dLblPos val="inEnd"/>
              <c:showLegendKey val="0"/>
              <c:showVal val="1"/>
              <c:showCatName val="0"/>
              <c:showSerName val="0"/>
              <c:showPercent val="0"/>
              <c:showBubbleSize val="0"/>
            </c:dLbl>
            <c:dLbl>
              <c:idx val="9"/>
              <c:tx>
                <c:rich>
                  <a:bodyPr/>
                  <a:lstStyle/>
                  <a:p>
                    <a:r>
                      <a:t>0.55%</a:t>
                    </a:r>
                  </a:p>
                </c:rich>
              </c:tx>
              <c:dLblPos val="inEnd"/>
              <c:showLegendKey val="0"/>
              <c:showVal val="1"/>
              <c:showCatName val="0"/>
              <c:showSerName val="0"/>
              <c:showPercent val="0"/>
              <c:showBubbleSize val="0"/>
            </c:dLbl>
            <c:dLbl>
              <c:idx val="10"/>
              <c:tx>
                <c:rich>
                  <a:bodyPr/>
                  <a:lstStyle/>
                  <a:p>
                    <a:r>
                      <a:t>0.18%</a:t>
                    </a:r>
                  </a:p>
                </c:rich>
              </c:tx>
              <c:dLblPos val="inEnd"/>
              <c:showLegendKey val="0"/>
              <c:showVal val="1"/>
              <c:showCatName val="0"/>
              <c:showSerName val="0"/>
              <c:showPercent val="0"/>
              <c:showBubbleSize val="0"/>
            </c:dLbl>
            <c:dLbl>
              <c:idx val="11"/>
              <c:tx>
                <c:rich>
                  <a:bodyPr/>
                  <a:lstStyle/>
                  <a:p>
                    <a:r>
                      <a:t>0.01%</a:t>
                    </a:r>
                  </a:p>
                </c:rich>
              </c:tx>
              <c:dLblPos val="inEnd"/>
              <c:showLegendKey val="0"/>
              <c:showVal val="1"/>
              <c:showCatName val="0"/>
              <c:showSerName val="0"/>
              <c:showPercent val="0"/>
              <c:showBubbleSize val="0"/>
            </c:dLbl>
            <c:dLbl>
              <c:idx val="12"/>
              <c:tx>
                <c:rich>
                  <a:bodyPr/>
                  <a:lstStyle/>
                  <a:p>
                    <a:r>
                      <a:t>-0.72%</a:t>
                    </a:r>
                  </a:p>
                </c:rich>
              </c:tx>
              <c:dLblPos val="inEnd"/>
              <c:showLegendKey val="0"/>
              <c:showVal val="1"/>
              <c:showCatName val="0"/>
              <c:showSerName val="0"/>
              <c:showPercent val="0"/>
              <c:showBubbleSize val="0"/>
            </c:dLbl>
            <c:dLbl>
              <c:idx val="13"/>
              <c:tx>
                <c:rich>
                  <a:bodyPr/>
                  <a:lstStyle/>
                  <a:p>
                    <a:r>
                      <a:t>-1.28%</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Sheet1!$A$2:$A$15</c:f>
              <c:strCache>
                <c:ptCount val="14"/>
                <c:pt idx="0">
                  <c:v>Distribution</c:v>
                </c:pt>
                <c:pt idx="1">
                  <c:v>Seasonality</c:v>
                </c:pt>
                <c:pt idx="2">
                  <c:v>Base</c:v>
                </c:pt>
                <c:pt idx="3">
                  <c:v>E-com</c:v>
                </c:pt>
                <c:pt idx="4">
                  <c:v>OOH</c:v>
                </c:pt>
                <c:pt idx="5">
                  <c:v>TV</c:v>
                </c:pt>
                <c:pt idx="6">
                  <c:v>Digital_Video</c:v>
                </c:pt>
                <c:pt idx="7">
                  <c:v>Digital_DA</c:v>
                </c:pt>
                <c:pt idx="8">
                  <c:v>Digital_Perform...</c:v>
                </c:pt>
                <c:pt idx="9">
                  <c:v>Digital_Special...</c:v>
                </c:pt>
                <c:pt idx="10">
                  <c:v>PR</c:v>
                </c:pt>
                <c:pt idx="11">
                  <c:v>POS</c:v>
                </c:pt>
                <c:pt idx="12">
                  <c:v>Price volatilit...</c:v>
                </c:pt>
                <c:pt idx="13">
                  <c:v>Relative price</c:v>
                </c:pt>
              </c:strCache>
            </c:strRef>
          </c:cat>
          <c:val>
            <c:numRef>
              <c:f>Sheet1!$C$2:$C$15</c:f>
              <c:numCache>
                <c:formatCode>General</c:formatCode>
                <c:ptCount val="14"/>
                <c:pt idx="0">
                  <c:v>57.968492236951974</c:v>
                </c:pt>
                <c:pt idx="1">
                  <c:v>23.037493065363375</c:v>
                </c:pt>
                <c:pt idx="2">
                  <c:v>9.39153370837419</c:v>
                </c:pt>
                <c:pt idx="3">
                  <c:v>5.395403522750195</c:v>
                </c:pt>
                <c:pt idx="4">
                  <c:v>2.322167662883826</c:v>
                </c:pt>
                <c:pt idx="5">
                  <c:v>0.9670884484916887</c:v>
                </c:pt>
                <c:pt idx="6">
                  <c:v>0.9601794907787821</c:v>
                </c:pt>
                <c:pt idx="7">
                  <c:v>0.613189574558738</c:v>
                </c:pt>
                <c:pt idx="8">
                  <c:v>0.6009573495175823</c:v>
                </c:pt>
                <c:pt idx="9">
                  <c:v>0.550178969753368</c:v>
                </c:pt>
                <c:pt idx="10">
                  <c:v>0.18094443345357802</c:v>
                </c:pt>
                <c:pt idx="11">
                  <c:v>0.014080592699436149</c:v>
                </c:pt>
                <c:pt idx="12">
                  <c:v>0.7195510931756947</c:v>
                </c:pt>
                <c:pt idx="13">
                  <c:v>1.282157962401051</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2500400.0</c:v>
                </c:pt>
                <c:pt idx="1">
                  <c:v>2564200.0</c:v>
                </c:pt>
                <c:pt idx="2">
                  <c:v>3405600.0</c:v>
                </c:pt>
                <c:pt idx="3">
                  <c:v>2492900.0</c:v>
                </c:pt>
                <c:pt idx="4">
                  <c:v>2442300.0</c:v>
                </c:pt>
                <c:pt idx="5">
                  <c:v>2981300.0</c:v>
                </c:pt>
                <c:pt idx="6">
                  <c:v>2675800.0</c:v>
                </c:pt>
                <c:pt idx="7">
                  <c:v>2826400.0</c:v>
                </c:pt>
                <c:pt idx="8">
                  <c:v>2070800.0</c:v>
                </c:pt>
                <c:pt idx="9">
                  <c:v>2389700.0</c:v>
                </c:pt>
                <c:pt idx="10">
                  <c:v>2778100.0</c:v>
                </c:pt>
                <c:pt idx="11">
                  <c:v>1955600.0</c:v>
                </c:pt>
                <c:pt idx="12">
                  <c:v>2778700.0</c:v>
                </c:pt>
                <c:pt idx="13">
                  <c:v>2468600.0</c:v>
                </c:pt>
                <c:pt idx="14">
                  <c:v>3649700.0</c:v>
                </c:pt>
                <c:pt idx="15">
                  <c:v>2658600.0</c:v>
                </c:pt>
                <c:pt idx="16">
                  <c:v>3614400.0</c:v>
                </c:pt>
                <c:pt idx="17">
                  <c:v>2927400.0</c:v>
                </c:pt>
                <c:pt idx="18">
                  <c:v>2357400.0</c:v>
                </c:pt>
                <c:pt idx="19">
                  <c:v>3219700.0</c:v>
                </c:pt>
                <c:pt idx="20">
                  <c:v>2228200.0</c:v>
                </c:pt>
                <c:pt idx="21">
                  <c:v>2091200.0</c:v>
                </c:pt>
                <c:pt idx="22">
                  <c:v>3637300.0</c:v>
                </c:pt>
                <c:pt idx="23">
                  <c:v>2448400.0</c:v>
                </c:pt>
                <c:pt idx="24">
                  <c:v>3465700.0</c:v>
                </c:pt>
                <c:pt idx="25">
                  <c:v>2640000.0</c:v>
                </c:pt>
                <c:pt idx="26">
                  <c:v>2758400.0</c:v>
                </c:pt>
                <c:pt idx="27">
                  <c:v>2878900.0</c:v>
                </c:pt>
                <c:pt idx="28">
                  <c:v>3659500.0</c:v>
                </c:pt>
                <c:pt idx="29">
                  <c:v>3500200.0</c:v>
                </c:pt>
                <c:pt idx="30">
                  <c:v>3149100.0</c:v>
                </c:pt>
                <c:pt idx="31">
                  <c:v>2845400.0</c:v>
                </c:pt>
                <c:pt idx="32">
                  <c:v>2682900.0</c:v>
                </c:pt>
                <c:pt idx="33">
                  <c:v>2743400.0</c:v>
                </c:pt>
                <c:pt idx="34">
                  <c:v>2403900.0</c:v>
                </c:pt>
                <c:pt idx="35">
                  <c:v>2669900.0</c:v>
                </c:pt>
                <c:pt idx="36">
                  <c:v>3484200.0</c:v>
                </c:pt>
                <c:pt idx="37">
                  <c:v>3068600.0</c:v>
                </c:pt>
                <c:pt idx="38">
                  <c:v>2973900.0</c:v>
                </c:pt>
                <c:pt idx="39">
                  <c:v>3417400.0</c:v>
                </c:pt>
                <c:pt idx="40">
                  <c:v>3913000.0</c:v>
                </c:pt>
                <c:pt idx="41">
                  <c:v>2967300.0</c:v>
                </c:pt>
                <c:pt idx="42">
                  <c:v>3001200.0</c:v>
                </c:pt>
                <c:pt idx="43">
                  <c:v>2756300.0</c:v>
                </c:pt>
                <c:pt idx="44">
                  <c:v>2416000.0</c:v>
                </c:pt>
                <c:pt idx="45">
                  <c:v>3040500.0</c:v>
                </c:pt>
                <c:pt idx="46">
                  <c:v>2754600.0</c:v>
                </c:pt>
                <c:pt idx="47">
                  <c:v>3007200.0</c:v>
                </c:pt>
                <c:pt idx="48">
                  <c:v>3577800.0</c:v>
                </c:pt>
                <c:pt idx="49">
                  <c:v>3341100.0</c:v>
                </c:pt>
                <c:pt idx="50">
                  <c:v>3304100.0</c:v>
                </c:pt>
                <c:pt idx="51">
                  <c:v>4417400.0</c:v>
                </c:pt>
                <c:pt idx="52">
                  <c:v>3659100.0</c:v>
                </c:pt>
                <c:pt idx="53">
                  <c:v>3282900.0</c:v>
                </c:pt>
                <c:pt idx="54">
                  <c:v>3749900.0</c:v>
                </c:pt>
                <c:pt idx="55">
                  <c:v>2684300.0</c:v>
                </c:pt>
                <c:pt idx="56">
                  <c:v>3408700.0</c:v>
                </c:pt>
                <c:pt idx="57">
                  <c:v>2604100.0</c:v>
                </c:pt>
                <c:pt idx="58">
                  <c:v>2707900.0</c:v>
                </c:pt>
                <c:pt idx="59">
                  <c:v>2537300.0</c:v>
                </c:pt>
                <c:pt idx="60">
                  <c:v>525100.0</c:v>
                </c:pt>
                <c:pt idx="61">
                  <c:v>3198700.0</c:v>
                </c:pt>
                <c:pt idx="62">
                  <c:v>2722800.0</c:v>
                </c:pt>
                <c:pt idx="63">
                  <c:v>4720300.0</c:v>
                </c:pt>
                <c:pt idx="64">
                  <c:v>3511800.0</c:v>
                </c:pt>
                <c:pt idx="65">
                  <c:v>3780900.0</c:v>
                </c:pt>
                <c:pt idx="66">
                  <c:v>3543200.0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2558454.109828519</c:v>
                </c:pt>
                <c:pt idx="1">
                  <c:v>2483274.0509373816</c:v>
                </c:pt>
                <c:pt idx="2">
                  <c:v>3353693.7592888735</c:v>
                </c:pt>
                <c:pt idx="3">
                  <c:v>2476597.0786928637</c:v>
                </c:pt>
                <c:pt idx="4">
                  <c:v>2454205.1796004684</c:v>
                </c:pt>
                <c:pt idx="5">
                  <c:v>2947454.5189201813</c:v>
                </c:pt>
                <c:pt idx="6">
                  <c:v>2580476.3415764975</c:v>
                </c:pt>
                <c:pt idx="7">
                  <c:v>2735212.919040202</c:v>
                </c:pt>
                <c:pt idx="8">
                  <c:v>2100014.209224227</c:v>
                </c:pt>
                <c:pt idx="9">
                  <c:v>2346161.501270646</c:v>
                </c:pt>
                <c:pt idx="10">
                  <c:v>2717211.098639917</c:v>
                </c:pt>
                <c:pt idx="11">
                  <c:v>2067528.9796239217</c:v>
                </c:pt>
                <c:pt idx="12">
                  <c:v>2670481.2464181078</c:v>
                </c:pt>
                <c:pt idx="13">
                  <c:v>2432112.677105783</c:v>
                </c:pt>
                <c:pt idx="14">
                  <c:v>3449071.524986087</c:v>
                </c:pt>
                <c:pt idx="15">
                  <c:v>2637098.093017737</c:v>
                </c:pt>
                <c:pt idx="16">
                  <c:v>3762828.4017084166</c:v>
                </c:pt>
                <c:pt idx="17">
                  <c:v>3051745.3035567515</c:v>
                </c:pt>
                <c:pt idx="18">
                  <c:v>2379074.6746499003</c:v>
                </c:pt>
                <c:pt idx="19">
                  <c:v>3281393.284124607</c:v>
                </c:pt>
                <c:pt idx="20">
                  <c:v>2359009.5385437096</c:v>
                </c:pt>
                <c:pt idx="21">
                  <c:v>2210398.04816984</c:v>
                </c:pt>
                <c:pt idx="22">
                  <c:v>3473045.100933209</c:v>
                </c:pt>
                <c:pt idx="23">
                  <c:v>2398645.0118211173</c:v>
                </c:pt>
                <c:pt idx="24">
                  <c:v>3253150.9461654904</c:v>
                </c:pt>
                <c:pt idx="25">
                  <c:v>2798817.990872924</c:v>
                </c:pt>
                <c:pt idx="26">
                  <c:v>2726990.211195725</c:v>
                </c:pt>
                <c:pt idx="27">
                  <c:v>2844178.277848703</c:v>
                </c:pt>
                <c:pt idx="28">
                  <c:v>3891724.3172197063</c:v>
                </c:pt>
                <c:pt idx="29">
                  <c:v>3459013.3477084627</c:v>
                </c:pt>
                <c:pt idx="30">
                  <c:v>3108339.714537825</c:v>
                </c:pt>
                <c:pt idx="31">
                  <c:v>2912864.400947342</c:v>
                </c:pt>
                <c:pt idx="32">
                  <c:v>2528087.0783057143</c:v>
                </c:pt>
                <c:pt idx="33">
                  <c:v>2713103.992258003</c:v>
                </c:pt>
                <c:pt idx="34">
                  <c:v>2401551.211977469</c:v>
                </c:pt>
                <c:pt idx="35">
                  <c:v>2947743.6602594424</c:v>
                </c:pt>
                <c:pt idx="36">
                  <c:v>3408395.553051602</c:v>
                </c:pt>
                <c:pt idx="37">
                  <c:v>3044839.70966912</c:v>
                </c:pt>
                <c:pt idx="38">
                  <c:v>3118203.1130658793</c:v>
                </c:pt>
                <c:pt idx="39">
                  <c:v>3485221.5182050904</c:v>
                </c:pt>
                <c:pt idx="40">
                  <c:v>3821330.4104691907</c:v>
                </c:pt>
                <c:pt idx="41">
                  <c:v>3002438.3689390556</c:v>
                </c:pt>
                <c:pt idx="42">
                  <c:v>3046862.4949834472</c:v>
                </c:pt>
                <c:pt idx="43">
                  <c:v>2738627.002850023</c:v>
                </c:pt>
                <c:pt idx="44">
                  <c:v>2400022.883465975</c:v>
                </c:pt>
                <c:pt idx="45">
                  <c:v>2968198.321143871</c:v>
                </c:pt>
                <c:pt idx="46">
                  <c:v>2666790.375758715</c:v>
                </c:pt>
                <c:pt idx="47">
                  <c:v>2935515.427551638</c:v>
                </c:pt>
                <c:pt idx="48">
                  <c:v>3701614.5471976013</c:v>
                </c:pt>
                <c:pt idx="49">
                  <c:v>3361005.708383156</c:v>
                </c:pt>
                <c:pt idx="50">
                  <c:v>3483228.199888157</c:v>
                </c:pt>
                <c:pt idx="51">
                  <c:v>4413338.108226682</c:v>
                </c:pt>
                <c:pt idx="52">
                  <c:v>3595750.797062628</c:v>
                </c:pt>
                <c:pt idx="53">
                  <c:v>3233703.692829622</c:v>
                </c:pt>
                <c:pt idx="54">
                  <c:v>3828670.4925997457</c:v>
                </c:pt>
                <c:pt idx="55">
                  <c:v>2638432.9865287514</c:v>
                </c:pt>
                <c:pt idx="56">
                  <c:v>3439932.1186030395</c:v>
                </c:pt>
                <c:pt idx="57">
                  <c:v>2532469.6245213957</c:v>
                </c:pt>
                <c:pt idx="58">
                  <c:v>2691877.6630470566</c:v>
                </c:pt>
                <c:pt idx="59">
                  <c:v>2626114.906128699</c:v>
                </c:pt>
                <c:pt idx="60">
                  <c:v>598522.8076306813</c:v>
                </c:pt>
                <c:pt idx="61">
                  <c:v>3093076.699965701</c:v>
                </c:pt>
                <c:pt idx="62">
                  <c:v>2784125.9637038065</c:v>
                </c:pt>
                <c:pt idx="63">
                  <c:v>4607861.525633056</c:v>
                </c:pt>
                <c:pt idx="64">
                  <c:v>3394272.406949877</c:v>
                </c:pt>
                <c:pt idx="65">
                  <c:v>3825908.0383300046</c:v>
                </c:pt>
                <c:pt idx="66">
                  <c:v>3533286.474116988</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5664360.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514827513.0</c:v>
                </c:pt>
                <c:pt idx="1">
                  <c:v>571320258.0</c:v>
                </c:pt>
                <c:pt idx="2">
                  <c:v>809702178.0</c:v>
                </c:pt>
                <c:pt idx="3">
                  <c:v>577921240.0</c:v>
                </c:pt>
                <c:pt idx="4">
                  <c:v>569441359.0</c:v>
                </c:pt>
                <c:pt idx="5">
                  <c:v>622953782.0</c:v>
                </c:pt>
                <c:pt idx="6">
                  <c:v>515961927.0</c:v>
                </c:pt>
                <c:pt idx="7">
                  <c:v>497210070.0</c:v>
                </c:pt>
                <c:pt idx="8">
                  <c:v>324850798.0</c:v>
                </c:pt>
                <c:pt idx="9">
                  <c:v>367917583.0</c:v>
                </c:pt>
                <c:pt idx="10">
                  <c:v>465710432.0</c:v>
                </c:pt>
                <c:pt idx="11">
                  <c:v>375852138.0</c:v>
                </c:pt>
                <c:pt idx="12">
                  <c:v>571687919.0</c:v>
                </c:pt>
                <c:pt idx="13">
                  <c:v>567621499.0</c:v>
                </c:pt>
                <c:pt idx="14">
                  <c:v>898679071.0</c:v>
                </c:pt>
                <c:pt idx="15">
                  <c:v>628522581.0</c:v>
                </c:pt>
                <c:pt idx="16">
                  <c:v>833163373.0</c:v>
                </c:pt>
                <c:pt idx="17">
                  <c:v>639093035.0</c:v>
                </c:pt>
                <c:pt idx="18">
                  <c:v>468552949.0</c:v>
                </c:pt>
                <c:pt idx="19">
                  <c:v>540986656.0</c:v>
                </c:pt>
                <c:pt idx="20">
                  <c:v>353272288.0</c:v>
                </c:pt>
                <c:pt idx="21">
                  <c:v>346299192.0</c:v>
                </c:pt>
                <c:pt idx="22">
                  <c:v>613751478.0</c:v>
                </c:pt>
                <c:pt idx="23">
                  <c:v>466083774.0</c:v>
                </c:pt>
                <c:pt idx="24">
                  <c:v>702057450.0</c:v>
                </c:pt>
                <c:pt idx="25">
                  <c:v>614610402.0</c:v>
                </c:pt>
                <c:pt idx="26">
                  <c:v>674987244.0</c:v>
                </c:pt>
                <c:pt idx="27">
                  <c:v>709095972.0</c:v>
                </c:pt>
                <c:pt idx="28">
                  <c:v>817616746.0</c:v>
                </c:pt>
                <c:pt idx="29">
                  <c:v>712679536.0</c:v>
                </c:pt>
                <c:pt idx="30">
                  <c:v>617468721.0</c:v>
                </c:pt>
                <c:pt idx="31">
                  <c:v>494735706.0</c:v>
                </c:pt>
                <c:pt idx="32">
                  <c:v>438986486.0</c:v>
                </c:pt>
                <c:pt idx="33">
                  <c:v>435994232.0</c:v>
                </c:pt>
                <c:pt idx="34">
                  <c:v>406132362.0</c:v>
                </c:pt>
                <c:pt idx="35">
                  <c:v>491133314.0</c:v>
                </c:pt>
                <c:pt idx="36">
                  <c:v>745375602.0</c:v>
                </c:pt>
                <c:pt idx="37">
                  <c:v>715579912.0</c:v>
                </c:pt>
                <c:pt idx="38">
                  <c:v>702294249.0</c:v>
                </c:pt>
                <c:pt idx="39">
                  <c:v>832695946.0</c:v>
                </c:pt>
                <c:pt idx="40">
                  <c:v>906734163.0</c:v>
                </c:pt>
                <c:pt idx="41">
                  <c:v>633955715.0</c:v>
                </c:pt>
                <c:pt idx="42">
                  <c:v>591245932.0</c:v>
                </c:pt>
                <c:pt idx="43">
                  <c:v>460293324.0</c:v>
                </c:pt>
                <c:pt idx="44">
                  <c:v>396088376.0</c:v>
                </c:pt>
                <c:pt idx="45">
                  <c:v>491156588.0</c:v>
                </c:pt>
                <c:pt idx="46">
                  <c:v>488408516.0</c:v>
                </c:pt>
                <c:pt idx="47">
                  <c:v>563304424.0</c:v>
                </c:pt>
                <c:pt idx="48">
                  <c:v>749214703.0</c:v>
                </c:pt>
                <c:pt idx="49">
                  <c:v>764023764.0</c:v>
                </c:pt>
                <c:pt idx="50">
                  <c:v>768322117.0</c:v>
                </c:pt>
                <c:pt idx="51">
                  <c:v>1056636791.0</c:v>
                </c:pt>
                <c:pt idx="52">
                  <c:v>801401155.0</c:v>
                </c:pt>
                <c:pt idx="53">
                  <c:v>697491528.0</c:v>
                </c:pt>
                <c:pt idx="54">
                  <c:v>709393546.0</c:v>
                </c:pt>
                <c:pt idx="55">
                  <c:v>440107884.0</c:v>
                </c:pt>
                <c:pt idx="56">
                  <c:v>543170992.0</c:v>
                </c:pt>
                <c:pt idx="57">
                  <c:v>425693022.0</c:v>
                </c:pt>
                <c:pt idx="58">
                  <c:v>470704761.0</c:v>
                </c:pt>
                <c:pt idx="59">
                  <c:v>488614071.0</c:v>
                </c:pt>
                <c:pt idx="60">
                  <c:v>108496162.0</c:v>
                </c:pt>
                <c:pt idx="61">
                  <c:v>681254739.0</c:v>
                </c:pt>
                <c:pt idx="62">
                  <c:v>614283609.0</c:v>
                </c:pt>
                <c:pt idx="63">
                  <c:v>1105205912.0</c:v>
                </c:pt>
                <c:pt idx="64">
                  <c:v>845878515.0</c:v>
                </c:pt>
                <c:pt idx="65">
                  <c:v>855023923.0</c:v>
                </c:pt>
                <c:pt idx="66">
                  <c:v>745601048.0</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525434244.81301475</c:v>
                </c:pt>
                <c:pt idx="1">
                  <c:v>552404104.947006</c:v>
                </c:pt>
                <c:pt idx="2">
                  <c:v>797594466.754735</c:v>
                </c:pt>
                <c:pt idx="3">
                  <c:v>573767215.8718046</c:v>
                </c:pt>
                <c:pt idx="4">
                  <c:v>572404032.6109608</c:v>
                </c:pt>
                <c:pt idx="5">
                  <c:v>616290601.0769174</c:v>
                </c:pt>
                <c:pt idx="6">
                  <c:v>499462101.9583546</c:v>
                </c:pt>
                <c:pt idx="7">
                  <c:v>481422052.51533556</c:v>
                </c:pt>
                <c:pt idx="8">
                  <c:v>329510259.48458576</c:v>
                </c:pt>
                <c:pt idx="9">
                  <c:v>362116803.31076694</c:v>
                </c:pt>
                <c:pt idx="10">
                  <c:v>455283479.6177822</c:v>
                </c:pt>
                <c:pt idx="11">
                  <c:v>396772698.42339206</c:v>
                </c:pt>
                <c:pt idx="12">
                  <c:v>549251568.4185457</c:v>
                </c:pt>
                <c:pt idx="13">
                  <c:v>559757532.4366585</c:v>
                </c:pt>
                <c:pt idx="14">
                  <c:v>849578035.6768682</c:v>
                </c:pt>
                <c:pt idx="15">
                  <c:v>624443684.7054298</c:v>
                </c:pt>
                <c:pt idx="16">
                  <c:v>867618789.6960407</c:v>
                </c:pt>
                <c:pt idx="17">
                  <c:v>666368877.3403951</c:v>
                </c:pt>
                <c:pt idx="18">
                  <c:v>472564005.6938829</c:v>
                </c:pt>
                <c:pt idx="19">
                  <c:v>551124187.1304197</c:v>
                </c:pt>
                <c:pt idx="20">
                  <c:v>374155118.96592194</c:v>
                </c:pt>
                <c:pt idx="21">
                  <c:v>367640240.1487708</c:v>
                </c:pt>
                <c:pt idx="22">
                  <c:v>586791567.4333355</c:v>
                </c:pt>
                <c:pt idx="23">
                  <c:v>456886747.48583287</c:v>
                </c:pt>
                <c:pt idx="24">
                  <c:v>661882511.2444775</c:v>
                </c:pt>
                <c:pt idx="25">
                  <c:v>650523078.967808</c:v>
                </c:pt>
                <c:pt idx="26">
                  <c:v>666617292.6204948</c:v>
                </c:pt>
                <c:pt idx="27">
                  <c:v>700162460.1013807</c:v>
                </c:pt>
                <c:pt idx="28">
                  <c:v>869516740.7801639</c:v>
                </c:pt>
                <c:pt idx="29">
                  <c:v>704527855.3969474</c:v>
                </c:pt>
                <c:pt idx="30">
                  <c:v>608141328.9536561</c:v>
                </c:pt>
                <c:pt idx="31">
                  <c:v>505282825.28991944</c:v>
                </c:pt>
                <c:pt idx="32">
                  <c:v>413761400.1205298</c:v>
                </c:pt>
                <c:pt idx="33">
                  <c:v>430228554.64910734</c:v>
                </c:pt>
                <c:pt idx="34">
                  <c:v>405510909.24175656</c:v>
                </c:pt>
                <c:pt idx="35">
                  <c:v>542397168.7257217</c:v>
                </c:pt>
                <c:pt idx="36">
                  <c:v>730158907.2159005</c:v>
                </c:pt>
                <c:pt idx="37">
                  <c:v>710886957.2199643</c:v>
                </c:pt>
                <c:pt idx="38">
                  <c:v>736524458.6941538</c:v>
                </c:pt>
                <c:pt idx="39">
                  <c:v>847986875.1918962</c:v>
                </c:pt>
                <c:pt idx="40">
                  <c:v>884234549.5438824</c:v>
                </c:pt>
                <c:pt idx="41">
                  <c:v>641720409.3156515</c:v>
                </c:pt>
                <c:pt idx="42">
                  <c:v>600013385.6368986</c:v>
                </c:pt>
                <c:pt idx="43">
                  <c:v>459770680.1130732</c:v>
                </c:pt>
                <c:pt idx="44">
                  <c:v>393381390.4783351</c:v>
                </c:pt>
                <c:pt idx="45">
                  <c:v>478462194.415293</c:v>
                </c:pt>
                <c:pt idx="46">
                  <c:v>472813919.74163586</c:v>
                </c:pt>
                <c:pt idx="47">
                  <c:v>548745227.0382926</c:v>
                </c:pt>
                <c:pt idx="48">
                  <c:v>773403992.8295943</c:v>
                </c:pt>
                <c:pt idx="49">
                  <c:v>769142438.4448657</c:v>
                </c:pt>
                <c:pt idx="50">
                  <c:v>808779789.308779</c:v>
                </c:pt>
                <c:pt idx="51">
                  <c:v>1056096777.35847</c:v>
                </c:pt>
                <c:pt idx="52">
                  <c:v>787276386.5810797</c:v>
                </c:pt>
                <c:pt idx="53">
                  <c:v>687740380.2379386</c:v>
                </c:pt>
                <c:pt idx="54">
                  <c:v>724290689.3337971</c:v>
                </c:pt>
                <c:pt idx="55">
                  <c:v>432942577.80746245</c:v>
                </c:pt>
                <c:pt idx="56">
                  <c:v>546820054.2574234</c:v>
                </c:pt>
                <c:pt idx="57">
                  <c:v>414646002.8091502</c:v>
                </c:pt>
                <c:pt idx="58">
                  <c:v>466590536.8499096</c:v>
                </c:pt>
                <c:pt idx="59">
                  <c:v>505135723.4640416</c:v>
                </c:pt>
                <c:pt idx="60">
                  <c:v>123666782.51265137</c:v>
                </c:pt>
                <c:pt idx="61">
                  <c:v>657743553.0652297</c:v>
                </c:pt>
                <c:pt idx="62">
                  <c:v>627694137.4634017</c:v>
                </c:pt>
                <c:pt idx="63">
                  <c:v>1079542303.3634303</c:v>
                </c:pt>
                <c:pt idx="64">
                  <c:v>817921087.177351</c:v>
                </c:pt>
                <c:pt idx="65">
                  <c:v>866045336.349652</c:v>
                </c:pt>
                <c:pt idx="66">
                  <c:v>743781465.5559459</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1326247094.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Brand_1_Master_B Form_A: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337370.70482718013</c:v>
                </c:pt>
                <c:pt idx="1">
                  <c:v>337370.70482718013</c:v>
                </c:pt>
                <c:pt idx="2">
                  <c:v>421713.38103397517</c:v>
                </c:pt>
                <c:pt idx="3">
                  <c:v>337370.70482718013</c:v>
                </c:pt>
                <c:pt idx="4">
                  <c:v>337370.70482718013</c:v>
                </c:pt>
                <c:pt idx="5">
                  <c:v>421713.38103397517</c:v>
                </c:pt>
                <c:pt idx="6">
                  <c:v>337370.70482718013</c:v>
                </c:pt>
                <c:pt idx="7">
                  <c:v>421713.38103397517</c:v>
                </c:pt>
                <c:pt idx="8">
                  <c:v>337370.70482718013</c:v>
                </c:pt>
                <c:pt idx="9">
                  <c:v>337370.70482718013</c:v>
                </c:pt>
                <c:pt idx="10">
                  <c:v>421713.38103397517</c:v>
                </c:pt>
                <c:pt idx="11">
                  <c:v>337370.70482718013</c:v>
                </c:pt>
                <c:pt idx="12">
                  <c:v>337370.70482718013</c:v>
                </c:pt>
                <c:pt idx="13">
                  <c:v>337370.70482718013</c:v>
                </c:pt>
                <c:pt idx="14">
                  <c:v>421713.38103397517</c:v>
                </c:pt>
                <c:pt idx="15">
                  <c:v>337370.70482718013</c:v>
                </c:pt>
                <c:pt idx="16">
                  <c:v>421713.38103397517</c:v>
                </c:pt>
                <c:pt idx="17">
                  <c:v>337370.70482718013</c:v>
                </c:pt>
                <c:pt idx="18">
                  <c:v>337370.70482718013</c:v>
                </c:pt>
                <c:pt idx="19">
                  <c:v>421713.38103397517</c:v>
                </c:pt>
                <c:pt idx="20">
                  <c:v>337370.70482718013</c:v>
                </c:pt>
                <c:pt idx="21">
                  <c:v>337370.70482718013</c:v>
                </c:pt>
                <c:pt idx="22">
                  <c:v>421713.38103397517</c:v>
                </c:pt>
                <c:pt idx="23">
                  <c:v>337370.70482718013</c:v>
                </c:pt>
                <c:pt idx="24">
                  <c:v>421713.38103397517</c:v>
                </c:pt>
                <c:pt idx="25">
                  <c:v>337370.70482718013</c:v>
                </c:pt>
                <c:pt idx="26">
                  <c:v>337370.70482718013</c:v>
                </c:pt>
                <c:pt idx="27">
                  <c:v>337370.70482718013</c:v>
                </c:pt>
                <c:pt idx="28">
                  <c:v>421713.38103397517</c:v>
                </c:pt>
                <c:pt idx="29">
                  <c:v>337370.70482718013</c:v>
                </c:pt>
                <c:pt idx="30">
                  <c:v>337370.70482718013</c:v>
                </c:pt>
                <c:pt idx="31">
                  <c:v>421713.38103397517</c:v>
                </c:pt>
                <c:pt idx="32">
                  <c:v>337370.70482718013</c:v>
                </c:pt>
                <c:pt idx="33">
                  <c:v>421713.38103397517</c:v>
                </c:pt>
                <c:pt idx="34">
                  <c:v>337370.70482718013</c:v>
                </c:pt>
                <c:pt idx="35">
                  <c:v>337370.70482718013</c:v>
                </c:pt>
                <c:pt idx="36">
                  <c:v>421713.38103397517</c:v>
                </c:pt>
                <c:pt idx="37">
                  <c:v>337370.70482718013</c:v>
                </c:pt>
                <c:pt idx="38">
                  <c:v>337370.70482718013</c:v>
                </c:pt>
                <c:pt idx="39">
                  <c:v>337370.70482718013</c:v>
                </c:pt>
                <c:pt idx="40">
                  <c:v>421713.38103397517</c:v>
                </c:pt>
                <c:pt idx="41">
                  <c:v>337370.70482718013</c:v>
                </c:pt>
                <c:pt idx="42">
                  <c:v>421713.38103397517</c:v>
                </c:pt>
                <c:pt idx="43">
                  <c:v>337370.70482718013</c:v>
                </c:pt>
                <c:pt idx="44">
                  <c:v>337370.70482718013</c:v>
                </c:pt>
                <c:pt idx="45">
                  <c:v>421713.38103397517</c:v>
                </c:pt>
                <c:pt idx="46">
                  <c:v>337370.70482718013</c:v>
                </c:pt>
                <c:pt idx="47">
                  <c:v>337370.70482718013</c:v>
                </c:pt>
                <c:pt idx="48">
                  <c:v>421713.38103397517</c:v>
                </c:pt>
                <c:pt idx="49">
                  <c:v>337370.70482718013</c:v>
                </c:pt>
                <c:pt idx="50">
                  <c:v>337370.70482718013</c:v>
                </c:pt>
                <c:pt idx="51">
                  <c:v>421713.38103397517</c:v>
                </c:pt>
                <c:pt idx="52">
                  <c:v>337370.70482718013</c:v>
                </c:pt>
                <c:pt idx="53">
                  <c:v>337370.70482718013</c:v>
                </c:pt>
                <c:pt idx="54">
                  <c:v>421713.38103397517</c:v>
                </c:pt>
                <c:pt idx="55">
                  <c:v>337370.70482718013</c:v>
                </c:pt>
                <c:pt idx="56">
                  <c:v>421713.38103397517</c:v>
                </c:pt>
                <c:pt idx="57">
                  <c:v>337370.70482718013</c:v>
                </c:pt>
                <c:pt idx="58">
                  <c:v>337370.70482718013</c:v>
                </c:pt>
                <c:pt idx="59">
                  <c:v>421713.38103397517</c:v>
                </c:pt>
                <c:pt idx="60">
                  <c:v>337370.70482718013</c:v>
                </c:pt>
                <c:pt idx="61">
                  <c:v>337370.70482718013</c:v>
                </c:pt>
                <c:pt idx="62">
                  <c:v>421713.38103397517</c:v>
                </c:pt>
                <c:pt idx="63">
                  <c:v>337370.70482718013</c:v>
                </c:pt>
                <c:pt idx="64">
                  <c:v>337370.70482718013</c:v>
                </c:pt>
                <c:pt idx="65">
                  <c:v>337370.70482718013</c:v>
                </c:pt>
              </c:numCache>
            </c:numRef>
          </c:val>
        </c:ser>
        <c:ser>
          <c:idx val="1"/>
          <c:order val="1"/>
          <c:tx>
            <c:strRef>
              <c:f>Sheet1!$C$1</c:f>
              <c:strCache>
                <c:ptCount val="1"/>
                <c:pt idx="0">
                  <c:v>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657.1690906392259</c:v>
                </c:pt>
                <c:pt idx="1">
                  <c:v>27130.715309296884</c:v>
                </c:pt>
                <c:pt idx="2">
                  <c:v>19760.576411123333</c:v>
                </c:pt>
                <c:pt idx="3">
                  <c:v>21885.90629955763</c:v>
                </c:pt>
                <c:pt idx="4">
                  <c:v>24904.881565428364</c:v>
                </c:pt>
                <c:pt idx="5">
                  <c:v>601.7386744662346</c:v>
                </c:pt>
                <c:pt idx="6">
                  <c:v>32307.197913072305</c:v>
                </c:pt>
                <c:pt idx="7">
                  <c:v>33316.84003840128</c:v>
                </c:pt>
                <c:pt idx="8">
                  <c:v>13607.684615763388</c:v>
                </c:pt>
                <c:pt idx="9">
                  <c:v>26912.75441784617</c:v>
                </c:pt>
                <c:pt idx="10">
                  <c:v>6813.420689594931</c:v>
                </c:pt>
                <c:pt idx="11">
                  <c:v>9722.727483072289</c:v>
                </c:pt>
                <c:pt idx="12">
                  <c:v>1203.6106989596929</c:v>
                </c:pt>
                <c:pt idx="13">
                  <c:v>484.6938825406156</c:v>
                </c:pt>
                <c:pt idx="14">
                  <c:v>28286.448970024987</c:v>
                </c:pt>
                <c:pt idx="15">
                  <c:v>10422.500034569612</c:v>
                </c:pt>
                <c:pt idx="16">
                  <c:v>44021.08611162368</c:v>
                </c:pt>
                <c:pt idx="17">
                  <c:v>16076.258452733811</c:v>
                </c:pt>
                <c:pt idx="18">
                  <c:v>31951.47203936345</c:v>
                </c:pt>
                <c:pt idx="19">
                  <c:v>16279.088423322364</c:v>
                </c:pt>
                <c:pt idx="20">
                  <c:v>288.5524378209143</c:v>
                </c:pt>
                <c:pt idx="21">
                  <c:v>20398.08911201274</c:v>
                </c:pt>
                <c:pt idx="22">
                  <c:v>30770.93422259028</c:v>
                </c:pt>
                <c:pt idx="23">
                  <c:v>21032.31142567858</c:v>
                </c:pt>
                <c:pt idx="24">
                  <c:v>45600.353007212056</c:v>
                </c:pt>
                <c:pt idx="25">
                  <c:v>34985.9617225416</c:v>
                </c:pt>
                <c:pt idx="26">
                  <c:v>31807.9152857594</c:v>
                </c:pt>
                <c:pt idx="27">
                  <c:v>2381.31565391099</c:v>
                </c:pt>
                <c:pt idx="28">
                  <c:v>29804.836554398014</c:v>
                </c:pt>
                <c:pt idx="29">
                  <c:v>29411.813782611738</c:v>
                </c:pt>
                <c:pt idx="30">
                  <c:v>48436.34880687455</c:v>
                </c:pt>
                <c:pt idx="31">
                  <c:v>2923.985121539639</c:v>
                </c:pt>
                <c:pt idx="32">
                  <c:v>17445.00480642706</c:v>
                </c:pt>
                <c:pt idx="33">
                  <c:v>50673.71497557835</c:v>
                </c:pt>
                <c:pt idx="34">
                  <c:v>22260.86634058948</c:v>
                </c:pt>
                <c:pt idx="35">
                  <c:v>43556.576039097556</c:v>
                </c:pt>
                <c:pt idx="36">
                  <c:v>7675.8625176117575</c:v>
                </c:pt>
                <c:pt idx="37">
                  <c:v>42810.24474862098</c:v>
                </c:pt>
                <c:pt idx="38">
                  <c:v>38330.46549116543</c:v>
                </c:pt>
                <c:pt idx="39">
                  <c:v>43519.5761950801</c:v>
                </c:pt>
                <c:pt idx="40">
                  <c:v>36690.222888648364</c:v>
                </c:pt>
                <c:pt idx="41">
                  <c:v>7433.730649590554</c:v>
                </c:pt>
                <c:pt idx="42">
                  <c:v>260.4573708923206</c:v>
                </c:pt>
                <c:pt idx="43">
                  <c:v>49499.45906799979</c:v>
                </c:pt>
                <c:pt idx="44">
                  <c:v>46674.997956453204</c:v>
                </c:pt>
                <c:pt idx="45">
                  <c:v>27205.174612021932</c:v>
                </c:pt>
                <c:pt idx="46">
                  <c:v>23248.813896853222</c:v>
                </c:pt>
                <c:pt idx="47">
                  <c:v>34002.47188263537</c:v>
                </c:pt>
                <c:pt idx="48">
                  <c:v>591.6683174898794</c:v>
                </c:pt>
                <c:pt idx="49">
                  <c:v>494.4513803649782</c:v>
                </c:pt>
                <c:pt idx="50">
                  <c:v>6251.8914161632965</c:v>
                </c:pt>
                <c:pt idx="51">
                  <c:v>38572.30022681117</c:v>
                </c:pt>
                <c:pt idx="52">
                  <c:v>31883.789479589293</c:v>
                </c:pt>
                <c:pt idx="53">
                  <c:v>37611.9927903938</c:v>
                </c:pt>
                <c:pt idx="54">
                  <c:v>60451.28828285473</c:v>
                </c:pt>
                <c:pt idx="55">
                  <c:v>23974.456514451034</c:v>
                </c:pt>
                <c:pt idx="56">
                  <c:v>1797.4772780392439</c:v>
                </c:pt>
                <c:pt idx="57">
                  <c:v>41531.18355697638</c:v>
                </c:pt>
                <c:pt idx="58">
                  <c:v>4226.266960098651</c:v>
                </c:pt>
                <c:pt idx="59">
                  <c:v>807.7500753404794</c:v>
                </c:pt>
                <c:pt idx="60">
                  <c:v>27928.277102869124</c:v>
                </c:pt>
                <c:pt idx="61">
                  <c:v>13293.15873260949</c:v>
                </c:pt>
                <c:pt idx="62">
                  <c:v>757.9884390178026</c:v>
                </c:pt>
                <c:pt idx="63">
                  <c:v>27084.182595397127</c:v>
                </c:pt>
                <c:pt idx="64">
                  <c:v>29412.690311607137</c:v>
                </c:pt>
                <c:pt idx="65">
                  <c:v>30676.75813301327</c:v>
                </c:pt>
              </c:numCache>
            </c:numRef>
          </c:val>
        </c:ser>
        <c:ser>
          <c:idx val="2"/>
          <c:order val="2"/>
          <c:tx>
            <c:strRef>
              <c:f>Sheet1!$D$1</c:f>
              <c:strCache>
                <c:ptCount val="1"/>
                <c:pt idx="0">
                  <c:v>Digital_Performance</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49984.35732696661</c:v>
                </c:pt>
                <c:pt idx="1">
                  <c:v>31763.669124734406</c:v>
                </c:pt>
                <c:pt idx="2">
                  <c:v>29301.676774538493</c:v>
                </c:pt>
                <c:pt idx="3">
                  <c:v>38876.149798890794</c:v>
                </c:pt>
                <c:pt idx="4">
                  <c:v>16266.693318374972</c:v>
                </c:pt>
                <c:pt idx="5">
                  <c:v>57968.40401925142</c:v>
                </c:pt>
                <c:pt idx="6">
                  <c:v>59222.73720747221</c:v>
                </c:pt>
                <c:pt idx="7">
                  <c:v>41641.95748602949</c:v>
                </c:pt>
                <c:pt idx="8">
                  <c:v>8569.266183953177</c:v>
                </c:pt>
                <c:pt idx="9">
                  <c:v>45535.92942940678</c:v>
                </c:pt>
                <c:pt idx="10">
                  <c:v>22893.880543086456</c:v>
                </c:pt>
                <c:pt idx="11">
                  <c:v>26545.9125404948</c:v>
                </c:pt>
                <c:pt idx="12">
                  <c:v>17680.602823622325</c:v>
                </c:pt>
                <c:pt idx="13">
                  <c:v>50408.80688720396</c:v>
                </c:pt>
                <c:pt idx="14">
                  <c:v>44226.142582453875</c:v>
                </c:pt>
                <c:pt idx="15">
                  <c:v>39563.365983473515</c:v>
                </c:pt>
                <c:pt idx="16">
                  <c:v>42649.795955107234</c:v>
                </c:pt>
                <c:pt idx="17">
                  <c:v>38375.43607698995</c:v>
                </c:pt>
                <c:pt idx="18">
                  <c:v>43682.10038522806</c:v>
                </c:pt>
                <c:pt idx="19">
                  <c:v>58678.21609387708</c:v>
                </c:pt>
                <c:pt idx="20">
                  <c:v>44200.32908420532</c:v>
                </c:pt>
                <c:pt idx="21">
                  <c:v>27332.39721999893</c:v>
                </c:pt>
                <c:pt idx="22">
                  <c:v>1912.6701206557711</c:v>
                </c:pt>
                <c:pt idx="23">
                  <c:v>57102.70953684808</c:v>
                </c:pt>
                <c:pt idx="24">
                  <c:v>2827.6834320121666</c:v>
                </c:pt>
                <c:pt idx="25">
                  <c:v>827.3929540319391</c:v>
                </c:pt>
                <c:pt idx="26">
                  <c:v>823.1788145392195</c:v>
                </c:pt>
                <c:pt idx="27">
                  <c:v>27632.98227831833</c:v>
                </c:pt>
                <c:pt idx="28">
                  <c:v>13088.39952723397</c:v>
                </c:pt>
                <c:pt idx="29">
                  <c:v>1365.5350529255772</c:v>
                </c:pt>
                <c:pt idx="30">
                  <c:v>40222.73643107705</c:v>
                </c:pt>
                <c:pt idx="31">
                  <c:v>52720.833636796306</c:v>
                </c:pt>
                <c:pt idx="32">
                  <c:v>2324.7793289550627</c:v>
                </c:pt>
                <c:pt idx="33">
                  <c:v>35010.56172696415</c:v>
                </c:pt>
                <c:pt idx="34">
                  <c:v>24973.80693887637</c:v>
                </c:pt>
                <c:pt idx="35">
                  <c:v>60026.126916730616</c:v>
                </c:pt>
                <c:pt idx="36">
                  <c:v>51782.58662250189</c:v>
                </c:pt>
                <c:pt idx="37">
                  <c:v>33716.98139117026</c:v>
                </c:pt>
                <c:pt idx="38">
                  <c:v>12761.047876673656</c:v>
                </c:pt>
                <c:pt idx="39">
                  <c:v>540.5831986094587</c:v>
                </c:pt>
                <c:pt idx="40">
                  <c:v>44947.05628697125</c:v>
                </c:pt>
                <c:pt idx="41">
                  <c:v>32323.342545593412</c:v>
                </c:pt>
                <c:pt idx="42">
                  <c:v>2427.3237966612337</c:v>
                </c:pt>
                <c:pt idx="43">
                  <c:v>58783.720066737515</c:v>
                </c:pt>
                <c:pt idx="44">
                  <c:v>27705.877334917757</c:v>
                </c:pt>
                <c:pt idx="45">
                  <c:v>12279.09082455513</c:v>
                </c:pt>
                <c:pt idx="46">
                  <c:v>17618.982337474303</c:v>
                </c:pt>
                <c:pt idx="47">
                  <c:v>14625.840985455525</c:v>
                </c:pt>
                <c:pt idx="48">
                  <c:v>37736.24750507182</c:v>
                </c:pt>
                <c:pt idx="49">
                  <c:v>24511.122721659223</c:v>
                </c:pt>
                <c:pt idx="50">
                  <c:v>21163.00708210459</c:v>
                </c:pt>
                <c:pt idx="51">
                  <c:v>66928.12443361044</c:v>
                </c:pt>
                <c:pt idx="52">
                  <c:v>34465.55054027766</c:v>
                </c:pt>
                <c:pt idx="53">
                  <c:v>60458.90609151211</c:v>
                </c:pt>
                <c:pt idx="54">
                  <c:v>45980.08452927206</c:v>
                </c:pt>
                <c:pt idx="55">
                  <c:v>10801.028838322909</c:v>
                </c:pt>
                <c:pt idx="56">
                  <c:v>34903.68161728936</c:v>
                </c:pt>
                <c:pt idx="57">
                  <c:v>6588.3639746915815</c:v>
                </c:pt>
                <c:pt idx="58">
                  <c:v>9338.177247051937</c:v>
                </c:pt>
                <c:pt idx="59">
                  <c:v>7770.026016466721</c:v>
                </c:pt>
                <c:pt idx="60">
                  <c:v>12679.180539401752</c:v>
                </c:pt>
                <c:pt idx="61">
                  <c:v>23104.230986499017</c:v>
                </c:pt>
                <c:pt idx="62">
                  <c:v>13553.914622902512</c:v>
                </c:pt>
                <c:pt idx="63">
                  <c:v>23437.508152136197</c:v>
                </c:pt>
                <c:pt idx="64">
                  <c:v>34149.3947539455</c:v>
                </c:pt>
                <c:pt idx="65">
                  <c:v>19652.413836934367</c:v>
                </c:pt>
              </c:numCache>
            </c:numRef>
          </c:val>
        </c:ser>
        <c:ser>
          <c:idx val="3"/>
          <c:order val="3"/>
          <c:tx>
            <c:strRef>
              <c:f>Sheet1!$E$1</c:f>
              <c:strCache>
                <c:ptCount val="1"/>
                <c:pt idx="0">
                  <c:v>Digital_Special projects</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486.6127250224406</c:v>
                </c:pt>
                <c:pt idx="1">
                  <c:v>6748.9395566244175</c:v>
                </c:pt>
                <c:pt idx="2">
                  <c:v>11282.414064746286</c:v>
                </c:pt>
                <c:pt idx="3">
                  <c:v>9118.17837158584</c:v>
                </c:pt>
                <c:pt idx="4">
                  <c:v>17105.647606094728</c:v>
                </c:pt>
                <c:pt idx="5">
                  <c:v>917.9671824736306</c:v>
                </c:pt>
                <c:pt idx="6">
                  <c:v>15354.216528128869</c:v>
                </c:pt>
                <c:pt idx="7">
                  <c:v>33196.8363792919</c:v>
                </c:pt>
                <c:pt idx="8">
                  <c:v>15750.105353529205</c:v>
                </c:pt>
                <c:pt idx="9">
                  <c:v>492.1610896497749</c:v>
                </c:pt>
                <c:pt idx="10">
                  <c:v>14115.864252815072</c:v>
                </c:pt>
                <c:pt idx="11">
                  <c:v>9396.446126590741</c:v>
                </c:pt>
                <c:pt idx="12">
                  <c:v>27151.590049781767</c:v>
                </c:pt>
                <c:pt idx="13">
                  <c:v>6699.5687093365195</c:v>
                </c:pt>
                <c:pt idx="14">
                  <c:v>29830.84383137379</c:v>
                </c:pt>
                <c:pt idx="15">
                  <c:v>20074.249668455144</c:v>
                </c:pt>
                <c:pt idx="16">
                  <c:v>21051.175459645212</c:v>
                </c:pt>
                <c:pt idx="17">
                  <c:v>432.53151257080253</c:v>
                </c:pt>
                <c:pt idx="18">
                  <c:v>791.9669356484313</c:v>
                </c:pt>
                <c:pt idx="19">
                  <c:v>34719.5922948743</c:v>
                </c:pt>
                <c:pt idx="20">
                  <c:v>5392.903568451674</c:v>
                </c:pt>
                <c:pt idx="21">
                  <c:v>28213.700992488008</c:v>
                </c:pt>
                <c:pt idx="22">
                  <c:v>24208.265868277085</c:v>
                </c:pt>
                <c:pt idx="23">
                  <c:v>530.7547966088275</c:v>
                </c:pt>
                <c:pt idx="24">
                  <c:v>39214.77191981607</c:v>
                </c:pt>
                <c:pt idx="25">
                  <c:v>3741.3842350137247</c:v>
                </c:pt>
                <c:pt idx="26">
                  <c:v>21498.860687195523</c:v>
                </c:pt>
                <c:pt idx="27">
                  <c:v>17072.651575508586</c:v>
                </c:pt>
                <c:pt idx="28">
                  <c:v>24358.374374435538</c:v>
                </c:pt>
                <c:pt idx="29">
                  <c:v>30618.27298884903</c:v>
                </c:pt>
                <c:pt idx="30">
                  <c:v>42307.071424150636</c:v>
                </c:pt>
                <c:pt idx="31">
                  <c:v>958.340628840217</c:v>
                </c:pt>
                <c:pt idx="32">
                  <c:v>14176.520582575908</c:v>
                </c:pt>
                <c:pt idx="33">
                  <c:v>5549.75262972447</c:v>
                </c:pt>
                <c:pt idx="34">
                  <c:v>63.47435001035984</c:v>
                </c:pt>
                <c:pt idx="35">
                  <c:v>1557.5776773920797</c:v>
                </c:pt>
                <c:pt idx="36">
                  <c:v>861.7082705448545</c:v>
                </c:pt>
                <c:pt idx="37">
                  <c:v>28404.265521925357</c:v>
                </c:pt>
                <c:pt idx="38">
                  <c:v>372.9972613434781</c:v>
                </c:pt>
                <c:pt idx="39">
                  <c:v>3115.617249987917</c:v>
                </c:pt>
                <c:pt idx="40">
                  <c:v>7988.131975681802</c:v>
                </c:pt>
                <c:pt idx="41">
                  <c:v>30699.622234853956</c:v>
                </c:pt>
                <c:pt idx="42">
                  <c:v>28366.746719466595</c:v>
                </c:pt>
                <c:pt idx="43">
                  <c:v>16991.353143060453</c:v>
                </c:pt>
                <c:pt idx="44">
                  <c:v>21077.78760031842</c:v>
                </c:pt>
                <c:pt idx="45">
                  <c:v>38074.77589001625</c:v>
                </c:pt>
                <c:pt idx="46">
                  <c:v>1756.9191291906839</c:v>
                </c:pt>
                <c:pt idx="47">
                  <c:v>34657.7282292326</c:v>
                </c:pt>
                <c:pt idx="48">
                  <c:v>255.33979282376075</c:v>
                </c:pt>
                <c:pt idx="49">
                  <c:v>27662.919806443817</c:v>
                </c:pt>
                <c:pt idx="50">
                  <c:v>30866.13781027546</c:v>
                </c:pt>
                <c:pt idx="51">
                  <c:v>21781.40675421796</c:v>
                </c:pt>
                <c:pt idx="52">
                  <c:v>26323.36554377306</c:v>
                </c:pt>
                <c:pt idx="53">
                  <c:v>642.1928983836102</c:v>
                </c:pt>
                <c:pt idx="54">
                  <c:v>14040.305513389016</c:v>
                </c:pt>
                <c:pt idx="55">
                  <c:v>24519.526592423637</c:v>
                </c:pt>
                <c:pt idx="56">
                  <c:v>17736.70942165153</c:v>
                </c:pt>
                <c:pt idx="57">
                  <c:v>1726.217678763342</c:v>
                </c:pt>
                <c:pt idx="58">
                  <c:v>10427.20834753189</c:v>
                </c:pt>
                <c:pt idx="59">
                  <c:v>32365.31308621133</c:v>
                </c:pt>
                <c:pt idx="60">
                  <c:v>636.0885050803735</c:v>
                </c:pt>
                <c:pt idx="61">
                  <c:v>556.6636387285521</c:v>
                </c:pt>
                <c:pt idx="62">
                  <c:v>15309.088269682494</c:v>
                </c:pt>
                <c:pt idx="63">
                  <c:v>14931.205300415777</c:v>
                </c:pt>
                <c:pt idx="64">
                  <c:v>28218.98506467662</c:v>
                </c:pt>
                <c:pt idx="65">
                  <c:v>56229.415778254865</c:v>
                </c:pt>
              </c:numCache>
            </c:numRef>
          </c:val>
        </c:ser>
        <c:ser>
          <c:idx val="4"/>
          <c:order val="4"/>
          <c:tx>
            <c:strRef>
              <c:f>Sheet1!$F$1</c:f>
              <c:strCache>
                <c:ptCount val="1"/>
                <c:pt idx="0">
                  <c:v>Digital_Video</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6105.119223529734</c:v>
                </c:pt>
                <c:pt idx="1">
                  <c:v>32824.223957770584</c:v>
                </c:pt>
                <c:pt idx="2">
                  <c:v>26074.928934078307</c:v>
                </c:pt>
                <c:pt idx="3">
                  <c:v>25567.65555144615</c:v>
                </c:pt>
                <c:pt idx="4">
                  <c:v>19766.376751723496</c:v>
                </c:pt>
                <c:pt idx="5">
                  <c:v>36570.51488641249</c:v>
                </c:pt>
                <c:pt idx="6">
                  <c:v>22560.085387699113</c:v>
                </c:pt>
                <c:pt idx="7">
                  <c:v>416.36371956671167</c:v>
                </c:pt>
                <c:pt idx="8">
                  <c:v>13042.263944339058</c:v>
                </c:pt>
                <c:pt idx="9">
                  <c:v>194.92253563516746</c:v>
                </c:pt>
                <c:pt idx="10">
                  <c:v>500.9082752104175</c:v>
                </c:pt>
                <c:pt idx="11">
                  <c:v>14117.204446866092</c:v>
                </c:pt>
                <c:pt idx="12">
                  <c:v>79.31220298538689</c:v>
                </c:pt>
                <c:pt idx="13">
                  <c:v>18256.772986381788</c:v>
                </c:pt>
                <c:pt idx="14">
                  <c:v>16745.704771417266</c:v>
                </c:pt>
                <c:pt idx="15">
                  <c:v>9756.920699704837</c:v>
                </c:pt>
                <c:pt idx="16">
                  <c:v>17782.55800295951</c:v>
                </c:pt>
                <c:pt idx="17">
                  <c:v>28002.415463513487</c:v>
                </c:pt>
                <c:pt idx="18">
                  <c:v>10762.464418763586</c:v>
                </c:pt>
                <c:pt idx="19">
                  <c:v>46603.87065096852</c:v>
                </c:pt>
                <c:pt idx="20">
                  <c:v>16621.070180531704</c:v>
                </c:pt>
                <c:pt idx="21">
                  <c:v>14015.545953936402</c:v>
                </c:pt>
                <c:pt idx="22">
                  <c:v>55311.43838291717</c:v>
                </c:pt>
                <c:pt idx="23">
                  <c:v>37799.30380191332</c:v>
                </c:pt>
                <c:pt idx="24">
                  <c:v>5313.546226175509</c:v>
                </c:pt>
                <c:pt idx="25">
                  <c:v>9335.139937431355</c:v>
                </c:pt>
                <c:pt idx="26">
                  <c:v>308.9453760936137</c:v>
                </c:pt>
                <c:pt idx="27">
                  <c:v>28.474319572299862</c:v>
                </c:pt>
                <c:pt idx="28">
                  <c:v>47117.05048671019</c:v>
                </c:pt>
                <c:pt idx="29">
                  <c:v>63002.36444880461</c:v>
                </c:pt>
                <c:pt idx="30">
                  <c:v>51313.75028694444</c:v>
                </c:pt>
                <c:pt idx="31">
                  <c:v>24754.594276483258</c:v>
                </c:pt>
                <c:pt idx="32">
                  <c:v>44749.129914200435</c:v>
                </c:pt>
                <c:pt idx="33">
                  <c:v>13270.448296537084</c:v>
                </c:pt>
                <c:pt idx="34">
                  <c:v>22006.59759090799</c:v>
                </c:pt>
                <c:pt idx="35">
                  <c:v>48469.5116084781</c:v>
                </c:pt>
                <c:pt idx="36">
                  <c:v>44614.76974685816</c:v>
                </c:pt>
                <c:pt idx="37">
                  <c:v>30744.19850299601</c:v>
                </c:pt>
                <c:pt idx="38">
                  <c:v>29980.543126900186</c:v>
                </c:pt>
                <c:pt idx="39">
                  <c:v>48751.572652733885</c:v>
                </c:pt>
                <c:pt idx="40">
                  <c:v>32462.014909716912</c:v>
                </c:pt>
                <c:pt idx="41">
                  <c:v>42659.95012901051</c:v>
                </c:pt>
                <c:pt idx="42">
                  <c:v>29127.26775643245</c:v>
                </c:pt>
                <c:pt idx="43">
                  <c:v>32818.1096254082</c:v>
                </c:pt>
                <c:pt idx="44">
                  <c:v>9386.117045097359</c:v>
                </c:pt>
                <c:pt idx="45">
                  <c:v>25714.80098207352</c:v>
                </c:pt>
                <c:pt idx="46">
                  <c:v>56210.86430588836</c:v>
                </c:pt>
                <c:pt idx="47">
                  <c:v>36534.043687526355</c:v>
                </c:pt>
                <c:pt idx="48">
                  <c:v>25156.131801567844</c:v>
                </c:pt>
                <c:pt idx="49">
                  <c:v>428.70798991869816</c:v>
                </c:pt>
                <c:pt idx="50">
                  <c:v>125.39047188043456</c:v>
                </c:pt>
                <c:pt idx="51">
                  <c:v>14421.30583944663</c:v>
                </c:pt>
                <c:pt idx="52">
                  <c:v>22779.517139519103</c:v>
                </c:pt>
                <c:pt idx="53">
                  <c:v>40105.62201350151</c:v>
                </c:pt>
                <c:pt idx="54">
                  <c:v>34625.669624465954</c:v>
                </c:pt>
                <c:pt idx="55">
                  <c:v>22440.520759498188</c:v>
                </c:pt>
                <c:pt idx="56">
                  <c:v>56681.471537070174</c:v>
                </c:pt>
                <c:pt idx="57">
                  <c:v>55241.950774634955</c:v>
                </c:pt>
                <c:pt idx="58">
                  <c:v>35725.01596658484</c:v>
                </c:pt>
                <c:pt idx="59">
                  <c:v>26244.352581695115</c:v>
                </c:pt>
                <c:pt idx="60">
                  <c:v>59781.16966472086</c:v>
                </c:pt>
                <c:pt idx="61">
                  <c:v>15462.276916344581</c:v>
                </c:pt>
                <c:pt idx="62">
                  <c:v>74628.35444518685</c:v>
                </c:pt>
                <c:pt idx="63">
                  <c:v>16553.96195332242</c:v>
                </c:pt>
                <c:pt idx="64">
                  <c:v>924.858516246298</c:v>
                </c:pt>
                <c:pt idx="65">
                  <c:v>34887.18558635868</c:v>
                </c:pt>
              </c:numCache>
            </c:numRef>
          </c:val>
        </c:ser>
        <c:ser>
          <c:idx val="5"/>
          <c:order val="5"/>
          <c:tx>
            <c:strRef>
              <c:f>Sheet1!$G$1</c:f>
              <c:strCache>
                <c:ptCount val="1"/>
                <c:pt idx="0">
                  <c:v>Distribution</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1468454.1609052909</c:v>
                </c:pt>
                <c:pt idx="1">
                  <c:v>1378693.2696831108</c:v>
                </c:pt>
                <c:pt idx="2">
                  <c:v>1771729.4094964864</c:v>
                </c:pt>
                <c:pt idx="3">
                  <c:v>1244527.4404263531</c:v>
                </c:pt>
                <c:pt idx="4">
                  <c:v>1295596.2219792863</c:v>
                </c:pt>
                <c:pt idx="5">
                  <c:v>1664961.5179405354</c:v>
                </c:pt>
                <c:pt idx="6">
                  <c:v>1621873.612452147</c:v>
                </c:pt>
                <c:pt idx="7">
                  <c:v>1836165.6201555552</c:v>
                </c:pt>
                <c:pt idx="8">
                  <c:v>1472196.266173819</c:v>
                </c:pt>
                <c:pt idx="9">
                  <c:v>1633306.7658086875</c:v>
                </c:pt>
                <c:pt idx="10">
                  <c:v>1822517.722774474</c:v>
                </c:pt>
                <c:pt idx="11">
                  <c:v>1320159.0751473168</c:v>
                </c:pt>
                <c:pt idx="12">
                  <c:v>1492226.7108512907</c:v>
                </c:pt>
                <c:pt idx="13">
                  <c:v>1367981.4124291865</c:v>
                </c:pt>
                <c:pt idx="14">
                  <c:v>1915857.2541430984</c:v>
                </c:pt>
                <c:pt idx="15">
                  <c:v>1410989.5253788976</c:v>
                </c:pt>
                <c:pt idx="16">
                  <c:v>1945303.2685995488</c:v>
                </c:pt>
                <c:pt idx="17">
                  <c:v>1698492.7861786762</c:v>
                </c:pt>
                <c:pt idx="18">
                  <c:v>1483765.0888444898</c:v>
                </c:pt>
                <c:pt idx="19">
                  <c:v>2158670.0998524274</c:v>
                </c:pt>
                <c:pt idx="20">
                  <c:v>1564189.5250509996</c:v>
                </c:pt>
                <c:pt idx="21">
                  <c:v>1549281.192824639</c:v>
                </c:pt>
                <c:pt idx="22">
                  <c:v>2379054.9754769085</c:v>
                </c:pt>
                <c:pt idx="23">
                  <c:v>1522828.0705306607</c:v>
                </c:pt>
                <c:pt idx="24">
                  <c:v>2006279.8705905112</c:v>
                </c:pt>
                <c:pt idx="25">
                  <c:v>1536655.9098336175</c:v>
                </c:pt>
                <c:pt idx="26">
                  <c:v>1487207.535112031</c:v>
                </c:pt>
                <c:pt idx="27">
                  <c:v>1580614.1151335037</c:v>
                </c:pt>
                <c:pt idx="28">
                  <c:v>2081559.6545250828</c:v>
                </c:pt>
                <c:pt idx="29">
                  <c:v>2097583.819652907</c:v>
                </c:pt>
                <c:pt idx="30">
                  <c:v>1939113.7831980768</c:v>
                </c:pt>
                <c:pt idx="31">
                  <c:v>1994437.004842292</c:v>
                </c:pt>
                <c:pt idx="32">
                  <c:v>1779111.0319718695</c:v>
                </c:pt>
                <c:pt idx="33">
                  <c:v>1937937.840831925</c:v>
                </c:pt>
                <c:pt idx="34">
                  <c:v>1649770.6693115733</c:v>
                </c:pt>
                <c:pt idx="35">
                  <c:v>1887988.3822012534</c:v>
                </c:pt>
                <c:pt idx="36">
                  <c:v>1937120.6510458917</c:v>
                </c:pt>
                <c:pt idx="37">
                  <c:v>1729584.124274796</c:v>
                </c:pt>
                <c:pt idx="38">
                  <c:v>1757881.2888684708</c:v>
                </c:pt>
                <c:pt idx="39">
                  <c:v>1925684.5090534445</c:v>
                </c:pt>
                <c:pt idx="40">
                  <c:v>2154354.71612266</c:v>
                </c:pt>
                <c:pt idx="41">
                  <c:v>1781459.642659847</c:v>
                </c:pt>
                <c:pt idx="42">
                  <c:v>1866142.2543786047</c:v>
                </c:pt>
                <c:pt idx="43">
                  <c:v>1755211.4853835278</c:v>
                </c:pt>
                <c:pt idx="44">
                  <c:v>1683806.871440169</c:v>
                </c:pt>
                <c:pt idx="45">
                  <c:v>2228217.478325388</c:v>
                </c:pt>
                <c:pt idx="46">
                  <c:v>1903796.9295449997</c:v>
                </c:pt>
                <c:pt idx="47">
                  <c:v>1868198.365249059</c:v>
                </c:pt>
                <c:pt idx="48">
                  <c:v>2146305.6961632925</c:v>
                </c:pt>
                <c:pt idx="49">
                  <c:v>1957421.5253328558</c:v>
                </c:pt>
                <c:pt idx="50">
                  <c:v>1924441.5436126604</c:v>
                </c:pt>
                <c:pt idx="51">
                  <c:v>2396181.170325489</c:v>
                </c:pt>
                <c:pt idx="52">
                  <c:v>1952744.4323671793</c:v>
                </c:pt>
                <c:pt idx="53">
                  <c:v>2087713.7865472776</c:v>
                </c:pt>
                <c:pt idx="54">
                  <c:v>2526402.594452416</c:v>
                </c:pt>
                <c:pt idx="55">
                  <c:v>1872447.2162616018</c:v>
                </c:pt>
                <c:pt idx="56">
                  <c:v>2529711.5817944175</c:v>
                </c:pt>
                <c:pt idx="57">
                  <c:v>1942569.0952125662</c:v>
                </c:pt>
                <c:pt idx="58">
                  <c:v>1941232.8902032343</c:v>
                </c:pt>
                <c:pt idx="59">
                  <c:v>2235147.8487869357</c:v>
                </c:pt>
                <c:pt idx="60">
                  <c:v>1900554.2098513574</c:v>
                </c:pt>
                <c:pt idx="61">
                  <c:v>1666484.5653257237</c:v>
                </c:pt>
                <c:pt idx="62">
                  <c:v>2640933.8668133756</c:v>
                </c:pt>
                <c:pt idx="63">
                  <c:v>1857505.8782054284</c:v>
                </c:pt>
                <c:pt idx="64">
                  <c:v>2107618.666436052</c:v>
                </c:pt>
                <c:pt idx="65">
                  <c:v>2036516.601674348</c:v>
                </c:pt>
              </c:numCache>
            </c:numRef>
          </c:val>
        </c:ser>
        <c:ser>
          <c:idx val="6"/>
          <c:order val="6"/>
          <c:tx>
            <c:strRef>
              <c:f>Sheet1!$H$1</c:f>
              <c:strCache>
                <c:ptCount val="1"/>
                <c:pt idx="0">
                  <c:v>E-com</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200726.2367601119</c:v>
                </c:pt>
                <c:pt idx="1">
                  <c:v>172804.8797604357</c:v>
                </c:pt>
                <c:pt idx="2">
                  <c:v>299325.8022576554</c:v>
                </c:pt>
                <c:pt idx="3">
                  <c:v>184013.08729567745</c:v>
                </c:pt>
                <c:pt idx="4">
                  <c:v>113112.45459419483</c:v>
                </c:pt>
                <c:pt idx="5">
                  <c:v>155706.78071629084</c:v>
                </c:pt>
                <c:pt idx="6">
                  <c:v>55716.201462634766</c:v>
                </c:pt>
                <c:pt idx="7">
                  <c:v>126328.28258969926</c:v>
                </c:pt>
                <c:pt idx="8">
                  <c:v>154405.25060496732</c:v>
                </c:pt>
                <c:pt idx="9">
                  <c:v>201769.3498265273</c:v>
                </c:pt>
                <c:pt idx="10">
                  <c:v>313581.7379734273</c:v>
                </c:pt>
                <c:pt idx="11">
                  <c:v>174432.06580906396</c:v>
                </c:pt>
                <c:pt idx="12">
                  <c:v>166424.0715561356</c:v>
                </c:pt>
                <c:pt idx="13">
                  <c:v>69531.51304865848</c:v>
                </c:pt>
                <c:pt idx="14">
                  <c:v>160560.00856180539</c:v>
                </c:pt>
                <c:pt idx="15">
                  <c:v>107856.64156077226</c:v>
                </c:pt>
                <c:pt idx="16">
                  <c:v>218538.2800429231</c:v>
                </c:pt>
                <c:pt idx="17">
                  <c:v>200754.6602771851</c:v>
                </c:pt>
                <c:pt idx="18">
                  <c:v>118707.27653591143</c:v>
                </c:pt>
                <c:pt idx="19">
                  <c:v>124088.09931535248</c:v>
                </c:pt>
                <c:pt idx="20">
                  <c:v>173774.67356196392</c:v>
                </c:pt>
                <c:pt idx="21">
                  <c:v>192950.855627862</c:v>
                </c:pt>
                <c:pt idx="22">
                  <c:v>337552.740258623</c:v>
                </c:pt>
                <c:pt idx="23">
                  <c:v>202323.72537534282</c:v>
                </c:pt>
                <c:pt idx="24">
                  <c:v>112052.89233715169</c:v>
                </c:pt>
                <c:pt idx="25">
                  <c:v>166578.8190044787</c:v>
                </c:pt>
                <c:pt idx="26">
                  <c:v>170865.58380421335</c:v>
                </c:pt>
                <c:pt idx="27">
                  <c:v>125907.30529221345</c:v>
                </c:pt>
                <c:pt idx="28">
                  <c:v>109379.78315125842</c:v>
                </c:pt>
                <c:pt idx="29">
                  <c:v>153396.90141898085</c:v>
                </c:pt>
                <c:pt idx="30">
                  <c:v>196820.29130606938</c:v>
                </c:pt>
                <c:pt idx="31">
                  <c:v>181018.28819623025</c:v>
                </c:pt>
                <c:pt idx="32">
                  <c:v>191938.67960310844</c:v>
                </c:pt>
                <c:pt idx="33">
                  <c:v>184507.62877309258</c:v>
                </c:pt>
                <c:pt idx="34">
                  <c:v>178541.34166975933</c:v>
                </c:pt>
                <c:pt idx="35">
                  <c:v>205130.921067382</c:v>
                </c:pt>
                <c:pt idx="36">
                  <c:v>242483.73998747836</c:v>
                </c:pt>
                <c:pt idx="37">
                  <c:v>138468.11352694297</c:v>
                </c:pt>
                <c:pt idx="38">
                  <c:v>166700.64331768462</c:v>
                </c:pt>
                <c:pt idx="39">
                  <c:v>152222.8085489524</c:v>
                </c:pt>
                <c:pt idx="40">
                  <c:v>106619.29144695529</c:v>
                </c:pt>
                <c:pt idx="41">
                  <c:v>220832.77116409436</c:v>
                </c:pt>
                <c:pt idx="42">
                  <c:v>232283.40958530782</c:v>
                </c:pt>
                <c:pt idx="43">
                  <c:v>234951.91719822667</c:v>
                </c:pt>
                <c:pt idx="44">
                  <c:v>143199.29173192155</c:v>
                </c:pt>
                <c:pt idx="45">
                  <c:v>130193.86191517173</c:v>
                </c:pt>
                <c:pt idx="46">
                  <c:v>105392.9851040434</c:v>
                </c:pt>
                <c:pt idx="47">
                  <c:v>284881.3734587108</c:v>
                </c:pt>
                <c:pt idx="48">
                  <c:v>399345.9441508001</c:v>
                </c:pt>
                <c:pt idx="49">
                  <c:v>227983.78177663768</c:v>
                </c:pt>
                <c:pt idx="50">
                  <c:v>232123.00824725966</c:v>
                </c:pt>
                <c:pt idx="51">
                  <c:v>271841.7387087577</c:v>
                </c:pt>
                <c:pt idx="52">
                  <c:v>203566.25783650178</c:v>
                </c:pt>
                <c:pt idx="53">
                  <c:v>84254.63889782681</c:v>
                </c:pt>
                <c:pt idx="54">
                  <c:v>154369.45207847247</c:v>
                </c:pt>
                <c:pt idx="55">
                  <c:v>133121.91402957775</c:v>
                </c:pt>
                <c:pt idx="56">
                  <c:v>232756.65079823713</c:v>
                </c:pt>
                <c:pt idx="57">
                  <c:v>106645.6507501628</c:v>
                </c:pt>
                <c:pt idx="58">
                  <c:v>160728.41449489043</c:v>
                </c:pt>
                <c:pt idx="59">
                  <c:v>151077.16809550964</c:v>
                </c:pt>
                <c:pt idx="60">
                  <c:v>138698.1125623346</c:v>
                </c:pt>
                <c:pt idx="61">
                  <c:v>80925.16147604334</c:v>
                </c:pt>
                <c:pt idx="62">
                  <c:v>205703.6705019911</c:v>
                </c:pt>
                <c:pt idx="63">
                  <c:v>213297.8771918556</c:v>
                </c:pt>
                <c:pt idx="64">
                  <c:v>251973.59489061203</c:v>
                </c:pt>
                <c:pt idx="65">
                  <c:v>245808.46067825344</c:v>
                </c:pt>
              </c:numCache>
            </c:numRef>
          </c:val>
        </c:ser>
        <c:ser>
          <c:idx val="7"/>
          <c:order val="7"/>
          <c:tx>
            <c:strRef>
              <c:f>Sheet1!$I$1</c:f>
              <c:strCache>
                <c:ptCount val="1"/>
                <c:pt idx="0">
                  <c:v>OOH</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68868.79621052062</c:v>
                </c:pt>
                <c:pt idx="1">
                  <c:v>17168.058452090736</c:v>
                </c:pt>
                <c:pt idx="2">
                  <c:v>21670.577062900273</c:v>
                </c:pt>
                <c:pt idx="3">
                  <c:v>8419.490152715402</c:v>
                </c:pt>
                <c:pt idx="4">
                  <c:v>17692.685105298693</c:v>
                </c:pt>
                <c:pt idx="5">
                  <c:v>2962.080271589171</c:v>
                </c:pt>
                <c:pt idx="6">
                  <c:v>4983.419696014881</c:v>
                </c:pt>
                <c:pt idx="7">
                  <c:v>36205.158134300524</c:v>
                </c:pt>
                <c:pt idx="8">
                  <c:v>43777.05502532637</c:v>
                </c:pt>
                <c:pt idx="9">
                  <c:v>46852.448865982864</c:v>
                </c:pt>
                <c:pt idx="10">
                  <c:v>9855.059754058204</c:v>
                </c:pt>
                <c:pt idx="11">
                  <c:v>1934.8276265624108</c:v>
                </c:pt>
                <c:pt idx="12">
                  <c:v>60423.26081229014</c:v>
                </c:pt>
                <c:pt idx="13">
                  <c:v>80235.60734594002</c:v>
                </c:pt>
                <c:pt idx="14">
                  <c:v>26329.36794205877</c:v>
                </c:pt>
                <c:pt idx="15">
                  <c:v>40663.48307329037</c:v>
                </c:pt>
                <c:pt idx="16">
                  <c:v>95432.04939554087</c:v>
                </c:pt>
                <c:pt idx="17">
                  <c:v>113501.89956161176</c:v>
                </c:pt>
                <c:pt idx="18">
                  <c:v>49324.180657806486</c:v>
                </c:pt>
                <c:pt idx="19">
                  <c:v>141779.0295926882</c:v>
                </c:pt>
                <c:pt idx="20">
                  <c:v>103470.81306959537</c:v>
                </c:pt>
                <c:pt idx="21">
                  <c:v>19449.794934042686</c:v>
                </c:pt>
                <c:pt idx="22">
                  <c:v>10072.225369953201</c:v>
                </c:pt>
                <c:pt idx="23">
                  <c:v>2568.729794837449</c:v>
                </c:pt>
                <c:pt idx="24">
                  <c:v>4187.627149582074</c:v>
                </c:pt>
                <c:pt idx="25">
                  <c:v>67679.72392837258</c:v>
                </c:pt>
                <c:pt idx="26">
                  <c:v>54416.11219526025</c:v>
                </c:pt>
                <c:pt idx="27">
                  <c:v>69815.91936499573</c:v>
                </c:pt>
                <c:pt idx="28">
                  <c:v>121349.79750314524</c:v>
                </c:pt>
                <c:pt idx="29">
                  <c:v>38244.04484939653</c:v>
                </c:pt>
                <c:pt idx="30">
                  <c:v>2518.185736892434</c:v>
                </c:pt>
                <c:pt idx="31">
                  <c:v>37928.698773959826</c:v>
                </c:pt>
                <c:pt idx="32">
                  <c:v>65988.40250252906</c:v>
                </c:pt>
                <c:pt idx="33">
                  <c:v>7241.3409079135945</c:v>
                </c:pt>
                <c:pt idx="34">
                  <c:v>3418.8055295339736</c:v>
                </c:pt>
                <c:pt idx="35">
                  <c:v>73865.2595237241</c:v>
                </c:pt>
                <c:pt idx="36">
                  <c:v>52343.39155411159</c:v>
                </c:pt>
                <c:pt idx="37">
                  <c:v>18203.7820769028</c:v>
                </c:pt>
                <c:pt idx="38">
                  <c:v>39695.29789692083</c:v>
                </c:pt>
                <c:pt idx="39">
                  <c:v>64705.75956436197</c:v>
                </c:pt>
                <c:pt idx="40">
                  <c:v>44675.893380348425</c:v>
                </c:pt>
                <c:pt idx="41">
                  <c:v>6123.516774148821</c:v>
                </c:pt>
                <c:pt idx="42">
                  <c:v>50177.80466658779</c:v>
                </c:pt>
                <c:pt idx="43">
                  <c:v>51563.51496738437</c:v>
                </c:pt>
                <c:pt idx="44">
                  <c:v>78608.256235082</c:v>
                </c:pt>
                <c:pt idx="45">
                  <c:v>25655.83914567585</c:v>
                </c:pt>
                <c:pt idx="46">
                  <c:v>69136.52666887765</c:v>
                </c:pt>
                <c:pt idx="47">
                  <c:v>7026.621802302085</c:v>
                </c:pt>
                <c:pt idx="48">
                  <c:v>6467.939362365496</c:v>
                </c:pt>
                <c:pt idx="49">
                  <c:v>28491.759442244565</c:v>
                </c:pt>
                <c:pt idx="50">
                  <c:v>125260.54037966472</c:v>
                </c:pt>
                <c:pt idx="51">
                  <c:v>65239.687902037316</c:v>
                </c:pt>
                <c:pt idx="52">
                  <c:v>31229.914574258666</c:v>
                </c:pt>
                <c:pt idx="53">
                  <c:v>10631.791199280991</c:v>
                </c:pt>
                <c:pt idx="54">
                  <c:v>107269.42188486444</c:v>
                </c:pt>
                <c:pt idx="55">
                  <c:v>53047.18307890062</c:v>
                </c:pt>
                <c:pt idx="56">
                  <c:v>83095.67411619259</c:v>
                </c:pt>
                <c:pt idx="57">
                  <c:v>16380.228113298528</c:v>
                </c:pt>
                <c:pt idx="58">
                  <c:v>3494.9486446512483</c:v>
                </c:pt>
                <c:pt idx="59">
                  <c:v>53857.26509261015</c:v>
                </c:pt>
                <c:pt idx="60">
                  <c:v>50077.44386394702</c:v>
                </c:pt>
                <c:pt idx="61">
                  <c:v>84177.35111271858</c:v>
                </c:pt>
                <c:pt idx="62">
                  <c:v>131279.8006842359</c:v>
                </c:pt>
                <c:pt idx="63">
                  <c:v>108610.70195411697</c:v>
                </c:pt>
                <c:pt idx="64">
                  <c:v>38261.760272139036</c:v>
                </c:pt>
                <c:pt idx="65">
                  <c:v>76699.51055023729</c:v>
                </c:pt>
              </c:numCache>
            </c:numRef>
          </c:val>
        </c:ser>
        <c:ser>
          <c:idx val="8"/>
          <c:order val="8"/>
          <c:tx>
            <c:strRef>
              <c:f>Sheet1!$J$1</c:f>
              <c:strCache>
                <c:ptCount val="1"/>
                <c:pt idx="0">
                  <c:v>POS</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250.73511593677475</c:v>
                </c:pt>
                <c:pt idx="1">
                  <c:v>58.578493716822585</c:v>
                </c:pt>
                <c:pt idx="2">
                  <c:v>317.5132304557195</c:v>
                </c:pt>
                <c:pt idx="3">
                  <c:v>254.11997596592838</c:v>
                </c:pt>
                <c:pt idx="4">
                  <c:v>597.7271549437118</c:v>
                </c:pt>
                <c:pt idx="5">
                  <c:v>320.21425831935477</c:v>
                </c:pt>
                <c:pt idx="6">
                  <c:v>106.61376981697778</c:v>
                </c:pt>
                <c:pt idx="7">
                  <c:v>931.6896372138807</c:v>
                </c:pt>
                <c:pt idx="8">
                  <c:v>240.26631289214347</c:v>
                </c:pt>
                <c:pt idx="9">
                  <c:v>675.8495268578679</c:v>
                </c:pt>
                <c:pt idx="10">
                  <c:v>314.79109292007706</c:v>
                </c:pt>
                <c:pt idx="11">
                  <c:v>581.6146425644341</c:v>
                </c:pt>
                <c:pt idx="12">
                  <c:v>127.83057171170624</c:v>
                </c:pt>
                <c:pt idx="13">
                  <c:v>1.109341830207014</c:v>
                </c:pt>
                <c:pt idx="14">
                  <c:v>652.0395970295577</c:v>
                </c:pt>
                <c:pt idx="15">
                  <c:v>603.1353291809021</c:v>
                </c:pt>
                <c:pt idx="16">
                  <c:v>466.0437613726848</c:v>
                </c:pt>
                <c:pt idx="17">
                  <c:v>8.948637219459911</c:v>
                </c:pt>
                <c:pt idx="18">
                  <c:v>209.77290743729276</c:v>
                </c:pt>
                <c:pt idx="19">
                  <c:v>33.1504014685094</c:v>
                </c:pt>
                <c:pt idx="20">
                  <c:v>830.147106301135</c:v>
                </c:pt>
                <c:pt idx="21">
                  <c:v>596.2176158601044</c:v>
                </c:pt>
                <c:pt idx="22">
                  <c:v>1232.912295162048</c:v>
                </c:pt>
                <c:pt idx="23">
                  <c:v>543.6698305989905</c:v>
                </c:pt>
                <c:pt idx="24">
                  <c:v>225.91805799538557</c:v>
                </c:pt>
                <c:pt idx="25">
                  <c:v>6.471166401123163</c:v>
                </c:pt>
                <c:pt idx="26">
                  <c:v>654.4003725674924</c:v>
                </c:pt>
                <c:pt idx="27">
                  <c:v>35.61534592014368</c:v>
                </c:pt>
                <c:pt idx="28">
                  <c:v>111.03726599933748</c:v>
                </c:pt>
                <c:pt idx="29">
                  <c:v>423.623515487737</c:v>
                </c:pt>
                <c:pt idx="30">
                  <c:v>4.840966672990165</c:v>
                </c:pt>
                <c:pt idx="31">
                  <c:v>1.717857181447951</c:v>
                </c:pt>
                <c:pt idx="32">
                  <c:v>312.86156671457553</c:v>
                </c:pt>
                <c:pt idx="33">
                  <c:v>274.0787382641387</c:v>
                </c:pt>
                <c:pt idx="34">
                  <c:v>460.0684014787762</c:v>
                </c:pt>
                <c:pt idx="35">
                  <c:v>538.9064870842623</c:v>
                </c:pt>
                <c:pt idx="36">
                  <c:v>55.62730919638296</c:v>
                </c:pt>
                <c:pt idx="37">
                  <c:v>135.63971604377662</c:v>
                </c:pt>
                <c:pt idx="38">
                  <c:v>342.9301170364601</c:v>
                </c:pt>
                <c:pt idx="39">
                  <c:v>33.11354851845176</c:v>
                </c:pt>
                <c:pt idx="40">
                  <c:v>339.0752518990528</c:v>
                </c:pt>
                <c:pt idx="41">
                  <c:v>345.70187225609317</c:v>
                </c:pt>
                <c:pt idx="42">
                  <c:v>256.8956602700707</c:v>
                </c:pt>
                <c:pt idx="43">
                  <c:v>66.75035336988529</c:v>
                </c:pt>
                <c:pt idx="44">
                  <c:v>476.97503940792257</c:v>
                </c:pt>
                <c:pt idx="45">
                  <c:v>374.5496768416246</c:v>
                </c:pt>
                <c:pt idx="46">
                  <c:v>17.160803833883797</c:v>
                </c:pt>
                <c:pt idx="47">
                  <c:v>771.4063878664879</c:v>
                </c:pt>
                <c:pt idx="48">
                  <c:v>296.74408139685386</c:v>
                </c:pt>
                <c:pt idx="49">
                  <c:v>313.8172113262909</c:v>
                </c:pt>
                <c:pt idx="50">
                  <c:v>787.3239453706359</c:v>
                </c:pt>
                <c:pt idx="51">
                  <c:v>513.9787026242527</c:v>
                </c:pt>
                <c:pt idx="52">
                  <c:v>713.564468694576</c:v>
                </c:pt>
                <c:pt idx="53">
                  <c:v>20.60607205940078</c:v>
                </c:pt>
                <c:pt idx="54">
                  <c:v>533.4353646377531</c:v>
                </c:pt>
                <c:pt idx="55">
                  <c:v>138.2045771403283</c:v>
                </c:pt>
                <c:pt idx="56">
                  <c:v>0.040382506814062386</c:v>
                </c:pt>
                <c:pt idx="57">
                  <c:v>4.30250921738115</c:v>
                </c:pt>
                <c:pt idx="58">
                  <c:v>671.3251585979458</c:v>
                </c:pt>
                <c:pt idx="59">
                  <c:v>667.9367200931695</c:v>
                </c:pt>
                <c:pt idx="60">
                  <c:v>653.3653117718916</c:v>
                </c:pt>
                <c:pt idx="61">
                  <c:v>302.83027086602715</c:v>
                </c:pt>
                <c:pt idx="62">
                  <c:v>636.8924082233484</c:v>
                </c:pt>
                <c:pt idx="63">
                  <c:v>802.8966059789952</c:v>
                </c:pt>
                <c:pt idx="64">
                  <c:v>428.7857797547774</c:v>
                </c:pt>
                <c:pt idx="65">
                  <c:v>140.95448766097795</c:v>
                </c:pt>
              </c:numCache>
            </c:numRef>
          </c:val>
        </c:ser>
        <c:ser>
          <c:idx val="9"/>
          <c:order val="9"/>
          <c:tx>
            <c:strRef>
              <c:f>Sheet1!$K$1</c:f>
              <c:strCache>
                <c:ptCount val="1"/>
                <c:pt idx="0">
                  <c:v>PR</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21145.504692949045</c:v>
                </c:pt>
                <c:pt idx="1">
                  <c:v>3082.48542457156</c:v>
                </c:pt>
                <c:pt idx="2">
                  <c:v>590.9465694050382</c:v>
                </c:pt>
                <c:pt idx="3">
                  <c:v>424.2269072436144</c:v>
                </c:pt>
                <c:pt idx="4">
                  <c:v>1647.3055037404176</c:v>
                </c:pt>
                <c:pt idx="5">
                  <c:v>15951.409083104272</c:v>
                </c:pt>
                <c:pt idx="6">
                  <c:v>25237.66011583481</c:v>
                </c:pt>
                <c:pt idx="7">
                  <c:v>22736.988385134206</c:v>
                </c:pt>
                <c:pt idx="8">
                  <c:v>1037.524061998709</c:v>
                </c:pt>
                <c:pt idx="9">
                  <c:v>1007.2602944205905</c:v>
                </c:pt>
                <c:pt idx="10">
                  <c:v>424.40413968779546</c:v>
                </c:pt>
                <c:pt idx="11">
                  <c:v>135.02852652078636</c:v>
                </c:pt>
                <c:pt idx="12">
                  <c:v>716.5320818646793</c:v>
                </c:pt>
                <c:pt idx="13">
                  <c:v>586.0603786557841</c:v>
                </c:pt>
                <c:pt idx="14">
                  <c:v>489.2927708834662</c:v>
                </c:pt>
                <c:pt idx="15">
                  <c:v>12720.275108265207</c:v>
                </c:pt>
                <c:pt idx="16">
                  <c:v>27470.867685022182</c:v>
                </c:pt>
                <c:pt idx="17">
                  <c:v>3606.7694601171306</c:v>
                </c:pt>
                <c:pt idx="18">
                  <c:v>245.17359862110987</c:v>
                </c:pt>
                <c:pt idx="19">
                  <c:v>814.3461095536701</c:v>
                </c:pt>
                <c:pt idx="20">
                  <c:v>25397.343941291787</c:v>
                </c:pt>
                <c:pt idx="21">
                  <c:v>3214.887669879217</c:v>
                </c:pt>
                <c:pt idx="22">
                  <c:v>11986.634935838103</c:v>
                </c:pt>
                <c:pt idx="23">
                  <c:v>15100.244112986515</c:v>
                </c:pt>
                <c:pt idx="24">
                  <c:v>26367.37786638004</c:v>
                </c:pt>
                <c:pt idx="25">
                  <c:v>27194.952332592868</c:v>
                </c:pt>
                <c:pt idx="26">
                  <c:v>2698.543301261768</c:v>
                </c:pt>
                <c:pt idx="27">
                  <c:v>553.0559619698082</c:v>
                </c:pt>
                <c:pt idx="28">
                  <c:v>27289.452376762165</c:v>
                </c:pt>
                <c:pt idx="29">
                  <c:v>36178.31260287285</c:v>
                </c:pt>
                <c:pt idx="30">
                  <c:v>22282.4348470398</c:v>
                </c:pt>
                <c:pt idx="31">
                  <c:v>8594.014913996742</c:v>
                </c:pt>
                <c:pt idx="32">
                  <c:v>6842.177831551161</c:v>
                </c:pt>
                <c:pt idx="33">
                  <c:v>16898.963092475962</c:v>
                </c:pt>
                <c:pt idx="34">
                  <c:v>23715.745270997573</c:v>
                </c:pt>
                <c:pt idx="35">
                  <c:v>20720.45380062394</c:v>
                </c:pt>
                <c:pt idx="36">
                  <c:v>10394.332879320114</c:v>
                </c:pt>
                <c:pt idx="37">
                  <c:v>19916.013661006986</c:v>
                </c:pt>
                <c:pt idx="38">
                  <c:v>14537.283604089102</c:v>
                </c:pt>
                <c:pt idx="39">
                  <c:v>10031.273326387094</c:v>
                </c:pt>
                <c:pt idx="40">
                  <c:v>15928.528031662854</c:v>
                </c:pt>
                <c:pt idx="41">
                  <c:v>1026.4520033487067</c:v>
                </c:pt>
                <c:pt idx="42">
                  <c:v>431.6925926702537</c:v>
                </c:pt>
                <c:pt idx="43">
                  <c:v>803.0840801311731</c:v>
                </c:pt>
                <c:pt idx="44">
                  <c:v>10369.97939095036</c:v>
                </c:pt>
                <c:pt idx="45">
                  <c:v>1269.4165903151113</c:v>
                </c:pt>
                <c:pt idx="46">
                  <c:v>11019.816984983594</c:v>
                </c:pt>
                <c:pt idx="47">
                  <c:v>2949.225518618493</c:v>
                </c:pt>
                <c:pt idx="48">
                  <c:v>253.67755242604167</c:v>
                </c:pt>
                <c:pt idx="49">
                  <c:v>26237.445615957724</c:v>
                </c:pt>
                <c:pt idx="50">
                  <c:v>1581.1150309194422</c:v>
                </c:pt>
                <c:pt idx="51">
                  <c:v>36290.46830845688</c:v>
                </c:pt>
                <c:pt idx="52">
                  <c:v>30325.25440059597</c:v>
                </c:pt>
                <c:pt idx="53">
                  <c:v>1401.646968695416</c:v>
                </c:pt>
                <c:pt idx="54">
                  <c:v>146.7403271809643</c:v>
                </c:pt>
                <c:pt idx="55">
                  <c:v>0.3645816191023627</c:v>
                </c:pt>
                <c:pt idx="56">
                  <c:v>8063.763513740188</c:v>
                </c:pt>
                <c:pt idx="57">
                  <c:v>12197.815154303407</c:v>
                </c:pt>
                <c:pt idx="58">
                  <c:v>20774.53102716628</c:v>
                </c:pt>
                <c:pt idx="59">
                  <c:v>1178.391324882539</c:v>
                </c:pt>
                <c:pt idx="60">
                  <c:v>703.1562771072321</c:v>
                </c:pt>
                <c:pt idx="61">
                  <c:v>796.9503368834805</c:v>
                </c:pt>
                <c:pt idx="62">
                  <c:v>33294.08773534866</c:v>
                </c:pt>
                <c:pt idx="63">
                  <c:v>1994.7877489451516</c:v>
                </c:pt>
                <c:pt idx="64">
                  <c:v>1160.0550844767854</c:v>
                </c:pt>
                <c:pt idx="65">
                  <c:v>162.38445955946355</c:v>
                </c:pt>
              </c:numCache>
            </c:numRef>
          </c:val>
        </c:ser>
        <c:ser>
          <c:idx val="10"/>
          <c:order val="10"/>
          <c:tx>
            <c:strRef>
              <c:f>Sheet1!$L$1</c:f>
              <c:strCache>
                <c:ptCount val="1"/>
                <c:pt idx="0">
                  <c:v>Price volatility</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-46047.362937796046</c:v>
                </c:pt>
                <c:pt idx="1">
                  <c:v>-45805.494373407266</c:v>
                </c:pt>
                <c:pt idx="2">
                  <c:v>-54658.464987609375</c:v>
                </c:pt>
                <c:pt idx="3">
                  <c:v>-12820.486952416963</c:v>
                </c:pt>
                <c:pt idx="4">
                  <c:v>-4432.112984675703</c:v>
                </c:pt>
                <c:pt idx="5">
                  <c:v>25705.288266940865</c:v>
                </c:pt>
                <c:pt idx="6">
                  <c:v>35010.95267929364</c:v>
                </c:pt>
                <c:pt idx="7">
                  <c:v>46902.04598273465</c:v>
                </c:pt>
                <c:pt idx="8">
                  <c:v>42321.61609987012</c:v>
                </c:pt>
                <c:pt idx="9">
                  <c:v>33639.53591151243</c:v>
                </c:pt>
                <c:pt idx="10">
                  <c:v>-3673.741270758044</c:v>
                </c:pt>
                <c:pt idx="11">
                  <c:v>-34252.2980604006</c:v>
                </c:pt>
                <c:pt idx="12">
                  <c:v>-47961.76675096541</c:v>
                </c:pt>
                <c:pt idx="13">
                  <c:v>-51747.77397274127</c:v>
                </c:pt>
                <c:pt idx="14">
                  <c:v>-62358.44084747372</c:v>
                </c:pt>
                <c:pt idx="15">
                  <c:v>-13945.549862059175</c:v>
                </c:pt>
                <c:pt idx="16">
                  <c:v>6091.191095104741</c:v>
                </c:pt>
                <c:pt idx="17">
                  <c:v>21541.442737805744</c:v>
                </c:pt>
                <c:pt idx="18">
                  <c:v>31881.254824585187</c:v>
                </c:pt>
                <c:pt idx="19">
                  <c:v>76232.99043225998</c:v>
                </c:pt>
                <c:pt idx="20">
                  <c:v>48749.16712668617</c:v>
                </c:pt>
                <c:pt idx="21">
                  <c:v>15988.836387575755</c:v>
                </c:pt>
                <c:pt idx="22">
                  <c:v>-4962.339530674377</c:v>
                </c:pt>
                <c:pt idx="23">
                  <c:v>-33653.296319444074</c:v>
                </c:pt>
                <c:pt idx="24">
                  <c:v>-49321.190753417635</c:v>
                </c:pt>
                <c:pt idx="25">
                  <c:v>-56755.36160319572</c:v>
                </c:pt>
                <c:pt idx="26">
                  <c:v>-45847.584019327995</c:v>
                </c:pt>
                <c:pt idx="27">
                  <c:v>-29599.614465953662</c:v>
                </c:pt>
                <c:pt idx="28">
                  <c:v>16755.049409386498</c:v>
                </c:pt>
                <c:pt idx="29">
                  <c:v>43177.97427923285</c:v>
                </c:pt>
                <c:pt idx="30">
                  <c:v>40793.62486323501</c:v>
                </c:pt>
                <c:pt idx="31">
                  <c:v>53600.07149435396</c:v>
                </c:pt>
                <c:pt idx="32">
                  <c:v>40515.82545458102</c:v>
                </c:pt>
                <c:pt idx="33">
                  <c:v>30341.75500869807</c:v>
                </c:pt>
                <c:pt idx="34">
                  <c:v>-3253.2158119513215</c:v>
                </c:pt>
                <c:pt idx="35">
                  <c:v>-31968.221193523237</c:v>
                </c:pt>
                <c:pt idx="36">
                  <c:v>-69626.57929240007</c:v>
                </c:pt>
                <c:pt idx="37">
                  <c:v>-62201.76994045389</c:v>
                </c:pt>
                <c:pt idx="38">
                  <c:v>-39902.55679423005</c:v>
                </c:pt>
                <c:pt idx="39">
                  <c:v>-28246.044880211022</c:v>
                </c:pt>
                <c:pt idx="40">
                  <c:v>3125.571812787494</c:v>
                </c:pt>
                <c:pt idx="41">
                  <c:v>26760.846593626386</c:v>
                </c:pt>
                <c:pt idx="42">
                  <c:v>39876.53434464269</c:v>
                </c:pt>
                <c:pt idx="43">
                  <c:v>61255.05358245713</c:v>
                </c:pt>
                <c:pt idx="44">
                  <c:v>42240.516803860846</c:v>
                </c:pt>
                <c:pt idx="45">
                  <c:v>30384.801763610023</c:v>
                </c:pt>
                <c:pt idx="46">
                  <c:v>-16342.58930237639</c:v>
                </c:pt>
                <c:pt idx="47">
                  <c:v>-33640.27381332744</c:v>
                </c:pt>
                <c:pt idx="48">
                  <c:v>-65415.10783718562</c:v>
                </c:pt>
                <c:pt idx="49">
                  <c:v>-59126.97020697334</c:v>
                </c:pt>
                <c:pt idx="50">
                  <c:v>-41473.016914251406</c:v>
                </c:pt>
                <c:pt idx="51">
                  <c:v>-34613.00026636188</c:v>
                </c:pt>
                <c:pt idx="52">
                  <c:v>16540.88667751699</c:v>
                </c:pt>
                <c:pt idx="53">
                  <c:v>21629.875706873292</c:v>
                </c:pt>
                <c:pt idx="54">
                  <c:v>57360.75090410156</c:v>
                </c:pt>
                <c:pt idx="55">
                  <c:v>58165.45046294257</c:v>
                </c:pt>
                <c:pt idx="56">
                  <c:v>59406.074384589825</c:v>
                </c:pt>
                <c:pt idx="57">
                  <c:v>13934.066300254191</c:v>
                </c:pt>
                <c:pt idx="58">
                  <c:v>-14376.497791666923</c:v>
                </c:pt>
                <c:pt idx="59">
                  <c:v>-51023.41646448512</c:v>
                </c:pt>
                <c:pt idx="60">
                  <c:v>-54486.08002890243</c:v>
                </c:pt>
                <c:pt idx="61">
                  <c:v>-44749.285759601546</c:v>
                </c:pt>
                <c:pt idx="62">
                  <c:v>-53572.37035390739</c:v>
                </c:pt>
                <c:pt idx="63">
                  <c:v>-26438.86446969234</c:v>
                </c:pt>
                <c:pt idx="64">
                  <c:v>6304.804873763322</c:v>
                </c:pt>
                <c:pt idx="65">
                  <c:v>31064.783561285432</c:v>
                </c:pt>
              </c:numCache>
            </c:numRef>
          </c:val>
        </c:ser>
        <c:ser>
          <c:idx val="11"/>
          <c:order val="11"/>
          <c:tx>
            <c:strRef>
              <c:f>Sheet1!$M$1</c:f>
              <c:strCache>
                <c:ptCount val="1"/>
                <c:pt idx="0">
                  <c:v>Relative price</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-33746.82795273056</c:v>
                </c:pt>
                <c:pt idx="1">
                  <c:v>-32647.975721979656</c:v>
                </c:pt>
                <c:pt idx="2">
                  <c:v>-43674.29596823821</c:v>
                </c:pt>
                <c:pt idx="3">
                  <c:v>-31802.86104330112</c:v>
                </c:pt>
                <c:pt idx="4">
                  <c:v>-31392.48461569514</c:v>
                </c:pt>
                <c:pt idx="5">
                  <c:v>-37819.76478528671</c:v>
                </c:pt>
                <c:pt idx="6">
                  <c:v>-33170.44683298748</c:v>
                </c:pt>
                <c:pt idx="7">
                  <c:v>-35278.65949505607</c:v>
                </c:pt>
                <c:pt idx="8">
                  <c:v>-27270.0936234947</c:v>
                </c:pt>
                <c:pt idx="9">
                  <c:v>-30630.300386517178</c:v>
                </c:pt>
                <c:pt idx="10">
                  <c:v>-35652.42516581017</c:v>
                </c:pt>
                <c:pt idx="11">
                  <c:v>-27375.32153415265</c:v>
                </c:pt>
                <c:pt idx="12">
                  <c:v>-35238.75844648546</c:v>
                </c:pt>
                <c:pt idx="13">
                  <c:v>-31922.800952642527</c:v>
                </c:pt>
                <c:pt idx="14">
                  <c:v>-44489.53959618359</c:v>
                </c:pt>
                <c:pt idx="15">
                  <c:v>-33437.62207298513</c:v>
                </c:pt>
                <c:pt idx="16">
                  <c:v>-47218.14656626171</c:v>
                </c:pt>
                <c:pt idx="17">
                  <c:v>-38359.90515231761</c:v>
                </c:pt>
                <c:pt idx="18">
                  <c:v>-30072.002004375958</c:v>
                </c:pt>
                <c:pt idx="19">
                  <c:v>-41989.51850220077</c:v>
                </c:pt>
                <c:pt idx="20">
                  <c:v>-30578.37996393294</c:v>
                </c:pt>
                <c:pt idx="21">
                  <c:v>-28841.67179004756</c:v>
                </c:pt>
                <c:pt idx="22">
                  <c:v>-45506.281027694116</c:v>
                </c:pt>
                <c:pt idx="23">
                  <c:v>-31541.221969659953</c:v>
                </c:pt>
                <c:pt idx="24">
                  <c:v>-42684.84830868081</c:v>
                </c:pt>
                <c:pt idx="25">
                  <c:v>-36776.318612288436</c:v>
                </c:pt>
                <c:pt idx="26">
                  <c:v>-35418.47538474649</c:v>
                </c:pt>
                <c:pt idx="27">
                  <c:v>-36491.47093784669</c:v>
                </c:pt>
                <c:pt idx="28">
                  <c:v>-49214.608101691374</c:v>
                </c:pt>
                <c:pt idx="29">
                  <c:v>-43921.55092220657</c:v>
                </c:pt>
                <c:pt idx="30">
                  <c:v>-39678.67812401888</c:v>
                </c:pt>
                <c:pt idx="31">
                  <c:v>-37541.28882914792</c:v>
                </c:pt>
                <c:pt idx="32">
                  <c:v>-32839.21371443311</c:v>
                </c:pt>
                <c:pt idx="33">
                  <c:v>-35514.97433867532</c:v>
                </c:pt>
                <c:pt idx="34">
                  <c:v>-31587.55268083461</c:v>
                </c:pt>
                <c:pt idx="35">
                  <c:v>-38884.558369106555</c:v>
                </c:pt>
                <c:pt idx="36">
                  <c:v>-45049.28721261381</c:v>
                </c:pt>
                <c:pt idx="37">
                  <c:v>-39831.2248927739</c:v>
                </c:pt>
                <c:pt idx="38">
                  <c:v>-40085.84209933083</c:v>
                </c:pt>
                <c:pt idx="39">
                  <c:v>-44083.070854075275</c:v>
                </c:pt>
                <c:pt idx="40">
                  <c:v>-47856.69180147144</c:v>
                </c:pt>
                <c:pt idx="41">
                  <c:v>-37677.24388342059</c:v>
                </c:pt>
                <c:pt idx="42">
                  <c:v>-38674.126112681086</c:v>
                </c:pt>
                <c:pt idx="43">
                  <c:v>-35239.5049493852</c:v>
                </c:pt>
                <c:pt idx="44">
                  <c:v>-31143.622046233024</c:v>
                </c:pt>
                <c:pt idx="45">
                  <c:v>-38853.94095027229</c:v>
                </c:pt>
                <c:pt idx="46">
                  <c:v>-35031.32411972429</c:v>
                </c:pt>
                <c:pt idx="47">
                  <c:v>-38658.01160770271</c:v>
                </c:pt>
                <c:pt idx="48">
                  <c:v>-48734.66200845246</c:v>
                </c:pt>
                <c:pt idx="49">
                  <c:v>-43796.275468512744</c:v>
                </c:pt>
                <c:pt idx="50">
                  <c:v>-45095.209771439426</c:v>
                </c:pt>
                <c:pt idx="51">
                  <c:v>-56616.16711973828</c:v>
                </c:pt>
                <c:pt idx="52">
                  <c:v>-45985.632947119855</c:v>
                </c:pt>
                <c:pt idx="53">
                  <c:v>-41511.48833361058</c:v>
                </c:pt>
                <c:pt idx="54">
                  <c:v>-49392.56431285141</c:v>
                </c:pt>
                <c:pt idx="55">
                  <c:v>-34339.216819829526</c:v>
                </c:pt>
                <c:pt idx="56">
                  <c:v>-44963.81249604974</c:v>
                </c:pt>
                <c:pt idx="57">
                  <c:v>-33198.59961308542</c:v>
                </c:pt>
                <c:pt idx="58">
                  <c:v>-35363.483700276316</c:v>
                </c:pt>
                <c:pt idx="59">
                  <c:v>-42478.23473169313</c:v>
                </c:pt>
                <c:pt idx="60">
                  <c:v>-40547.47917997394</c:v>
                </c:pt>
                <c:pt idx="61">
                  <c:v>-36321.31070463248</c:v>
                </c:pt>
                <c:pt idx="62">
                  <c:v>-59504.82344871777</c:v>
                </c:pt>
                <c:pt idx="63">
                  <c:v>-43331.43850133651</c:v>
                </c:pt>
                <c:pt idx="64">
                  <c:v>-48503.61195296742</c:v>
                </c:pt>
                <c:pt idx="65">
                  <c:v>-44693.30747317125</c:v>
                </c:pt>
              </c:numCache>
            </c:numRef>
          </c:val>
        </c:ser>
        <c:ser>
          <c:idx val="12"/>
          <c:order val="12"/>
          <c:tx>
            <c:strRef>
              <c:f>Sheet1!$N$1</c:f>
              <c:strCache>
                <c:ptCount val="1"/>
                <c:pt idx="0">
                  <c:v>Seasonality</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477949.3917891657</c:v>
                </c:pt>
                <c:pt idx="1">
                  <c:v>549114.4755478308</c:v>
                </c:pt>
                <c:pt idx="2">
                  <c:v>843235.7127580966</c:v>
                </c:pt>
                <c:pt idx="3">
                  <c:v>627838.9462755003</c:v>
                </c:pt>
                <c:pt idx="4">
                  <c:v>639663.7186199937</c:v>
                </c:pt>
                <c:pt idx="5">
                  <c:v>549349.7880902018</c:v>
                </c:pt>
                <c:pt idx="6">
                  <c:v>322087.7144579509</c:v>
                </c:pt>
                <c:pt idx="7">
                  <c:v>142002.13034884617</c:v>
                </c:pt>
                <c:pt idx="8">
                  <c:v>19244.115372236087</c:v>
                </c:pt>
                <c:pt idx="9">
                  <c:v>10557.514319109476</c:v>
                </c:pt>
                <c:pt idx="10">
                  <c:v>116387.95638215273</c:v>
                </c:pt>
                <c:pt idx="11">
                  <c:v>223616.98259165027</c:v>
                </c:pt>
                <c:pt idx="12">
                  <c:v>594050.9211694575</c:v>
                </c:pt>
                <c:pt idx="13">
                  <c:v>535964.3177728024</c:v>
                </c:pt>
                <c:pt idx="14">
                  <c:v>867102.893166638</c:v>
                </c:pt>
                <c:pt idx="15">
                  <c:v>668387.2831548918</c:v>
                </c:pt>
                <c:pt idx="16">
                  <c:v>913270.3232406618</c:v>
                </c:pt>
                <c:pt idx="17">
                  <c:v>548446.4375366028</c:v>
                </c:pt>
                <c:pt idx="18">
                  <c:v>288063.49404745584</c:v>
                </c:pt>
                <c:pt idx="19">
                  <c:v>179658.33839218813</c:v>
                </c:pt>
                <c:pt idx="20">
                  <c:v>25087.399222687796</c:v>
                </c:pt>
                <c:pt idx="21">
                  <c:v>10127.78835139305</c:v>
                </c:pt>
                <c:pt idx="22">
                  <c:v>153668.76569589385</c:v>
                </c:pt>
                <c:pt idx="23">
                  <c:v>259272.0581377556</c:v>
                </c:pt>
                <c:pt idx="24">
                  <c:v>672355.6045621866</c:v>
                </c:pt>
                <c:pt idx="25">
                  <c:v>647151.1173117309</c:v>
                </c:pt>
                <c:pt idx="26">
                  <c:v>692585.358782379</c:v>
                </c:pt>
                <c:pt idx="27">
                  <c:v>724741.9862920139</c:v>
                </c:pt>
                <c:pt idx="28">
                  <c:v>980473.7634842929</c:v>
                </c:pt>
                <c:pt idx="29">
                  <c:v>615255.0525232088</c:v>
                </c:pt>
                <c:pt idx="30">
                  <c:v>381388.01156047254</c:v>
                </c:pt>
                <c:pt idx="31">
                  <c:v>162695.6520150105</c:v>
                </c:pt>
                <c:pt idx="32">
                  <c:v>23517.228284490397</c:v>
                </c:pt>
                <c:pt idx="33">
                  <c:v>19533.4915686987</c:v>
                </c:pt>
                <c:pt idx="34">
                  <c:v>117966.17963785291</c:v>
                </c:pt>
                <c:pt idx="35">
                  <c:v>323568.78210471943</c:v>
                </c:pt>
                <c:pt idx="36">
                  <c:v>696359.6944518606</c:v>
                </c:pt>
                <c:pt idx="37">
                  <c:v>697863.6577419569</c:v>
                </c:pt>
                <c:pt idx="38">
                  <c:v>788962.8495624058</c:v>
                </c:pt>
                <c:pt idx="39">
                  <c:v>884549.3684404562</c:v>
                </c:pt>
                <c:pt idx="40">
                  <c:v>978139.8499494637</c:v>
                </c:pt>
                <c:pt idx="41">
                  <c:v>545280.0349933965</c:v>
                </c:pt>
                <c:pt idx="42">
                  <c:v>332567.19331022765</c:v>
                </c:pt>
                <c:pt idx="43">
                  <c:v>124091.37852387027</c:v>
                </c:pt>
                <c:pt idx="44">
                  <c:v>21660.032248700867</c:v>
                </c:pt>
                <c:pt idx="45">
                  <c:v>20823.729303679625</c:v>
                </c:pt>
                <c:pt idx="46">
                  <c:v>127617.14896294984</c:v>
                </c:pt>
                <c:pt idx="47">
                  <c:v>316855.9020079063</c:v>
                </c:pt>
                <c:pt idx="48">
                  <c:v>704247.4840270572</c:v>
                </c:pt>
                <c:pt idx="49">
                  <c:v>768694.9697300651</c:v>
                </c:pt>
                <c:pt idx="50">
                  <c:v>878878.199908039</c:v>
                </c:pt>
                <c:pt idx="51">
                  <c:v>1113971.3838923182</c:v>
                </c:pt>
                <c:pt idx="52">
                  <c:v>936608.1901405042</c:v>
                </c:pt>
                <c:pt idx="53">
                  <c:v>582311.1622348439</c:v>
                </c:pt>
                <c:pt idx="54">
                  <c:v>442202.39323064225</c:v>
                </c:pt>
                <c:pt idx="55">
                  <c:v>128095.35975433135</c:v>
                </c:pt>
                <c:pt idx="56">
                  <c:v>25763.519938265053</c:v>
                </c:pt>
                <c:pt idx="57">
                  <c:v>21605.18427768458</c:v>
                </c:pt>
                <c:pt idx="58">
                  <c:v>131680.47900719137</c:v>
                </c:pt>
                <c:pt idx="59">
                  <c:v>374815.202367699</c:v>
                </c:pt>
                <c:pt idx="60">
                  <c:v>650178.4470531197</c:v>
                </c:pt>
                <c:pt idx="61">
                  <c:v>635052.1827745533</c:v>
                </c:pt>
                <c:pt idx="62">
                  <c:v>1169144.7492451447</c:v>
                </c:pt>
                <c:pt idx="63">
                  <c:v>853248.7973544152</c:v>
                </c:pt>
                <c:pt idx="64">
                  <c:v>943706.3947688789</c:v>
                </c:pt>
                <c:pt idx="65">
                  <c:v>639666.2770609249</c:v>
                </c:pt>
              </c:numCache>
            </c:numRef>
          </c:val>
        </c:ser>
        <c:ser>
          <c:idx val="13"/>
          <c:order val="13"/>
          <c:tx>
            <c:strRef>
              <c:f>Sheet1!$O$1</c:f>
              <c:strCache>
                <c:ptCount val="1"/>
                <c:pt idx="0">
                  <c:v>TV</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6249.51205173232</c:v>
                </c:pt>
                <c:pt idx="1">
                  <c:v>4967.520895405657</c:v>
                </c:pt>
                <c:pt idx="2">
                  <c:v>7023.581651260096</c:v>
                </c:pt>
                <c:pt idx="3">
                  <c:v>22924.520806465513</c:v>
                </c:pt>
                <c:pt idx="4">
                  <c:v>6305.360174579862</c:v>
                </c:pt>
                <c:pt idx="5">
                  <c:v>52545.19928190686</c:v>
                </c:pt>
                <c:pt idx="6">
                  <c:v>81815.67191223956</c:v>
                </c:pt>
                <c:pt idx="7">
                  <c:v>28934.284644509495</c:v>
                </c:pt>
                <c:pt idx="8">
                  <c:v>5722.184271846832</c:v>
                </c:pt>
                <c:pt idx="9">
                  <c:v>38476.60480434689</c:v>
                </c:pt>
                <c:pt idx="10">
                  <c:v>27418.13816508289</c:v>
                </c:pt>
                <c:pt idx="11">
                  <c:v>11144.00945059211</c:v>
                </c:pt>
                <c:pt idx="12">
                  <c:v>56226.623970278975</c:v>
                </c:pt>
                <c:pt idx="13">
                  <c:v>48262.6844214499</c:v>
                </c:pt>
                <c:pt idx="14">
                  <c:v>44126.12805898559</c:v>
                </c:pt>
                <c:pt idx="15">
                  <c:v>26073.180134099784</c:v>
                </c:pt>
                <c:pt idx="16">
                  <c:v>56256.52789119332</c:v>
                </c:pt>
                <c:pt idx="17">
                  <c:v>83494.9179868626</c:v>
                </c:pt>
                <c:pt idx="18">
                  <c:v>12391.726631785212</c:v>
                </c:pt>
                <c:pt idx="19">
                  <c:v>64112.60003385207</c:v>
                </c:pt>
                <c:pt idx="20">
                  <c:v>44215.289329926934</c:v>
                </c:pt>
                <c:pt idx="21">
                  <c:v>20299.708443020292</c:v>
                </c:pt>
                <c:pt idx="22">
                  <c:v>96028.77783078383</c:v>
                </c:pt>
                <c:pt idx="23">
                  <c:v>7367.2479398107525</c:v>
                </c:pt>
                <c:pt idx="24">
                  <c:v>9017.959044590734</c:v>
                </c:pt>
                <c:pt idx="25">
                  <c:v>60822.093835015476</c:v>
                </c:pt>
                <c:pt idx="26">
                  <c:v>8019.1320413191615</c:v>
                </c:pt>
                <c:pt idx="27">
                  <c:v>24115.2372073964</c:v>
                </c:pt>
                <c:pt idx="28">
                  <c:v>67938.34562871828</c:v>
                </c:pt>
                <c:pt idx="29">
                  <c:v>56906.47868821147</c:v>
                </c:pt>
                <c:pt idx="30">
                  <c:v>45446.60840715836</c:v>
                </c:pt>
                <c:pt idx="31">
                  <c:v>9059.1069858311</c:v>
                </c:pt>
                <c:pt idx="32">
                  <c:v>36633.94534596512</c:v>
                </c:pt>
                <c:pt idx="33">
                  <c:v>25666.009012831215</c:v>
                </c:pt>
                <c:pt idx="34">
                  <c:v>55843.72060149504</c:v>
                </c:pt>
                <c:pt idx="35">
                  <c:v>15803.237568406485</c:v>
                </c:pt>
                <c:pt idx="36">
                  <c:v>57665.67413726554</c:v>
                </c:pt>
                <c:pt idx="37">
                  <c:v>69654.97851280587</c:v>
                </c:pt>
                <c:pt idx="38">
                  <c:v>11255.460009570295</c:v>
                </c:pt>
                <c:pt idx="39">
                  <c:v>87025.74733366468</c:v>
                </c:pt>
                <c:pt idx="40">
                  <c:v>22203.369179892168</c:v>
                </c:pt>
                <c:pt idx="41">
                  <c:v>7799.296375529605</c:v>
                </c:pt>
                <c:pt idx="42">
                  <c:v>81905.65988038995</c:v>
                </c:pt>
                <c:pt idx="43">
                  <c:v>50459.97698005534</c:v>
                </c:pt>
                <c:pt idx="44">
                  <c:v>8589.097858148903</c:v>
                </c:pt>
                <c:pt idx="45">
                  <c:v>45145.36203081969</c:v>
                </c:pt>
                <c:pt idx="46">
                  <c:v>64977.436614541264</c:v>
                </c:pt>
                <c:pt idx="47">
                  <c:v>69940.02893617487</c:v>
                </c:pt>
                <c:pt idx="48">
                  <c:v>73394.06325497295</c:v>
                </c:pt>
                <c:pt idx="49">
                  <c:v>64317.74822398834</c:v>
                </c:pt>
                <c:pt idx="50">
                  <c:v>10947.563842330725</c:v>
                </c:pt>
                <c:pt idx="51">
                  <c:v>57112.32948503898</c:v>
                </c:pt>
                <c:pt idx="52">
                  <c:v>17185.002014157075</c:v>
                </c:pt>
                <c:pt idx="53">
                  <c:v>11062.254915404552</c:v>
                </c:pt>
                <c:pt idx="54">
                  <c:v>12967.539686324595</c:v>
                </c:pt>
                <c:pt idx="55">
                  <c:v>8650.273070591746</c:v>
                </c:pt>
                <c:pt idx="56">
                  <c:v>13265.905283114924</c:v>
                </c:pt>
                <c:pt idx="57">
                  <c:v>9873.461004747722</c:v>
                </c:pt>
                <c:pt idx="58">
                  <c:v>85947.6826548209</c:v>
                </c:pt>
                <c:pt idx="59">
                  <c:v>12494.729774139158</c:v>
                </c:pt>
                <c:pt idx="60">
                  <c:v>8850.103615687505</c:v>
                </c:pt>
                <c:pt idx="61">
                  <c:v>7670.483769890078</c:v>
                </c:pt>
                <c:pt idx="62">
                  <c:v>13982.925236597319</c:v>
                </c:pt>
                <c:pt idx="63">
                  <c:v>9204.208031713972</c:v>
                </c:pt>
                <c:pt idx="64">
                  <c:v>94880.95470364056</c:v>
                </c:pt>
                <c:pt idx="65">
                  <c:v>69104.3309561486</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Sheet1!$A$2:$A$15</c:f>
              <c:strCache>
                <c:ptCount val="14"/>
                <c:pt idx="0">
                  <c:v>Distribution</c:v>
                </c:pt>
                <c:pt idx="1">
                  <c:v>Seasonality</c:v>
                </c:pt>
                <c:pt idx="2">
                  <c:v>Base</c:v>
                </c:pt>
                <c:pt idx="3">
                  <c:v>E-com</c:v>
                </c:pt>
                <c:pt idx="4">
                  <c:v>OOH</c:v>
                </c:pt>
                <c:pt idx="5">
                  <c:v>TV</c:v>
                </c:pt>
                <c:pt idx="6">
                  <c:v>Digital_Video</c:v>
                </c:pt>
                <c:pt idx="7">
                  <c:v>Digital_DA</c:v>
                </c:pt>
                <c:pt idx="8">
                  <c:v>Digital_Perform...</c:v>
                </c:pt>
                <c:pt idx="9">
                  <c:v>Digital_Special...</c:v>
                </c:pt>
                <c:pt idx="10">
                  <c:v>PR</c:v>
                </c:pt>
                <c:pt idx="11">
                  <c:v>POS</c:v>
                </c:pt>
                <c:pt idx="12">
                  <c:v>Price volatilit...</c:v>
                </c:pt>
                <c:pt idx="13">
                  <c:v>Relative price</c:v>
                </c:pt>
              </c:strCache>
            </c:strRef>
          </c:cat>
          <c:val>
            <c:numRef>
              <c:f>Sheet1!$B$2:$B$15</c:f>
              <c:numCache>
                <c:formatCode>General</c:formatCode>
                <c:ptCount val="14"/>
                <c:pt idx="0">
                  <c:v>0.0</c:v>
                </c:pt>
                <c:pt idx="1">
                  <c:v>57.48803307449615</c:v>
                </c:pt>
                <c:pt idx="2">
                  <c:v>80.51691780868407</c:v>
                </c:pt>
                <c:pt idx="3">
                  <c:v>90.44494387780422</c:v>
                </c:pt>
                <c:pt idx="4">
                  <c:v>95.79562877915134</c:v>
                </c:pt>
                <c:pt idx="5">
                  <c:v>98.09854966352951</c:v>
                </c:pt>
                <c:pt idx="6">
                  <c:v>99.05762261104725</c:v>
                </c:pt>
                <c:pt idx="7">
                  <c:v>100.0098438642362</c:v>
                </c:pt>
                <c:pt idx="8">
                  <c:v>100.61795115119266</c:v>
                </c:pt>
                <c:pt idx="9">
                  <c:v>101.21392759722838</c:v>
                </c:pt>
                <c:pt idx="10">
                  <c:v>101.75954652898857</c:v>
                </c:pt>
                <c:pt idx="11">
                  <c:v>101.93899124410218</c:v>
                </c:pt>
                <c:pt idx="12">
                  <c:v>101.28493806781684</c:v>
                </c:pt>
                <c:pt idx="13">
                  <c:v>100.0</c:v>
                </c:pt>
              </c:numCache>
            </c:numRef>
          </c:val>
        </c:ser>
        <c:ser>
          <c:idx val="1"/>
          <c:order val="1"/>
          <c:tx>
            <c:strRef>
              <c:f>Sheet1!$C$1</c:f>
              <c:strCache>
                <c:ptCount val="1"/>
                <c:pt idx="0">
                  <c:v>value</c:v>
                </c:pt>
              </c:strCache>
            </c:strRef>
          </c:tx>
          <c:dPt>
            <c:idx val="0"/>
            <c:spPr>
              <a:solidFill>
                <a:srgbClr val="FF7ED1"/>
              </a:solidFill>
            </c:spPr>
          </c:dPt>
          <c:dPt>
            <c:idx val="1"/>
            <c:spPr>
              <a:solidFill>
                <a:srgbClr val="A17569"/>
              </a:solidFill>
            </c:spPr>
          </c:dPt>
          <c:dPt>
            <c:idx val="2"/>
            <c:spPr>
              <a:solidFill>
                <a:srgbClr val="D60000"/>
              </a:solidFill>
            </c:spPr>
          </c:dPt>
          <c:dPt>
            <c:idx val="3"/>
            <c:spPr>
              <a:solidFill>
                <a:srgbClr val="6B004F"/>
              </a:solidFill>
            </c:spPr>
          </c:dPt>
          <c:dPt>
            <c:idx val="4"/>
            <c:spPr>
              <a:solidFill>
                <a:srgbClr val="FFA52F"/>
              </a:solidFill>
            </c:spPr>
          </c:dPt>
          <c:dPt>
            <c:idx val="5"/>
            <c:spPr>
              <a:solidFill>
                <a:srgbClr val="BCB6FF"/>
              </a:solidFill>
            </c:spPr>
          </c:dPt>
          <c:dPt>
            <c:idx val="6"/>
            <c:spPr>
              <a:solidFill>
                <a:srgbClr val="97FF00"/>
              </a:solidFill>
            </c:spPr>
          </c:dPt>
          <c:dPt>
            <c:idx val="7"/>
            <c:spPr>
              <a:solidFill>
                <a:srgbClr val="8C3BFF"/>
              </a:solidFill>
            </c:spPr>
          </c:dPt>
          <c:dPt>
            <c:idx val="8"/>
            <c:spPr>
              <a:solidFill>
                <a:srgbClr val="018700"/>
              </a:solidFill>
            </c:spPr>
          </c:dPt>
          <c:dPt>
            <c:idx val="9"/>
            <c:spPr>
              <a:solidFill>
                <a:srgbClr val="00ACC6"/>
              </a:solidFill>
            </c:spPr>
          </c:dPt>
          <c:dPt>
            <c:idx val="10"/>
            <c:spPr>
              <a:solidFill>
                <a:srgbClr val="005659"/>
              </a:solidFill>
            </c:spPr>
          </c:dPt>
          <c:dPt>
            <c:idx val="11"/>
            <c:spPr>
              <a:solidFill>
                <a:srgbClr val="573B00"/>
              </a:solidFill>
            </c:spPr>
          </c:dPt>
          <c:dPt>
            <c:idx val="12"/>
            <c:spPr>
              <a:solidFill>
                <a:srgbClr val="0000DD"/>
              </a:solidFill>
            </c:spPr>
          </c:dPt>
          <c:dPt>
            <c:idx val="13"/>
            <c:spPr>
              <a:solidFill>
                <a:srgbClr val="00FDCF"/>
              </a:solidFill>
            </c:spPr>
          </c:dPt>
          <c:dLbls>
            <c:dLbl>
              <c:idx val="0"/>
              <c:tx>
                <c:rich>
                  <a:bodyPr/>
                  <a:lstStyle/>
                  <a:p>
                    <a:r>
                      <a:t>57.49%</a:t>
                    </a:r>
                  </a:p>
                </c:rich>
              </c:tx>
              <c:dLblPos val="inEnd"/>
              <c:showLegendKey val="0"/>
              <c:showVal val="1"/>
              <c:showCatName val="0"/>
              <c:showSerName val="0"/>
              <c:showPercent val="0"/>
              <c:showBubbleSize val="0"/>
            </c:dLbl>
            <c:dLbl>
              <c:idx val="1"/>
              <c:tx>
                <c:rich>
                  <a:bodyPr/>
                  <a:lstStyle/>
                  <a:p>
                    <a:r>
                      <a:t>23.03%</a:t>
                    </a:r>
                  </a:p>
                </c:rich>
              </c:tx>
              <c:dLblPos val="inEnd"/>
              <c:showLegendKey val="0"/>
              <c:showVal val="1"/>
              <c:showCatName val="0"/>
              <c:showSerName val="0"/>
              <c:showPercent val="0"/>
              <c:showBubbleSize val="0"/>
            </c:dLbl>
            <c:dLbl>
              <c:idx val="2"/>
              <c:tx>
                <c:rich>
                  <a:bodyPr/>
                  <a:lstStyle/>
                  <a:p>
                    <a:r>
                      <a:t>9.93%</a:t>
                    </a:r>
                  </a:p>
                </c:rich>
              </c:tx>
              <c:dLblPos val="inEnd"/>
              <c:showLegendKey val="0"/>
              <c:showVal val="1"/>
              <c:showCatName val="0"/>
              <c:showSerName val="0"/>
              <c:showPercent val="0"/>
              <c:showBubbleSize val="0"/>
            </c:dLbl>
            <c:dLbl>
              <c:idx val="3"/>
              <c:tx>
                <c:rich>
                  <a:bodyPr/>
                  <a:lstStyle/>
                  <a:p>
                    <a:r>
                      <a:t>5.35%</a:t>
                    </a:r>
                  </a:p>
                </c:rich>
              </c:tx>
              <c:dLblPos val="inEnd"/>
              <c:showLegendKey val="0"/>
              <c:showVal val="1"/>
              <c:showCatName val="0"/>
              <c:showSerName val="0"/>
              <c:showPercent val="0"/>
              <c:showBubbleSize val="0"/>
            </c:dLbl>
            <c:dLbl>
              <c:idx val="4"/>
              <c:tx>
                <c:rich>
                  <a:bodyPr/>
                  <a:lstStyle/>
                  <a:p>
                    <a:r>
                      <a:t>2.3%</a:t>
                    </a:r>
                  </a:p>
                </c:rich>
              </c:tx>
              <c:dLblPos val="inEnd"/>
              <c:showLegendKey val="0"/>
              <c:showVal val="1"/>
              <c:showCatName val="0"/>
              <c:showSerName val="0"/>
              <c:showPercent val="0"/>
              <c:showBubbleSize val="0"/>
            </c:dLbl>
            <c:dLbl>
              <c:idx val="5"/>
              <c:tx>
                <c:rich>
                  <a:bodyPr/>
                  <a:lstStyle/>
                  <a:p>
                    <a:r>
                      <a:t>0.96%</a:t>
                    </a:r>
                  </a:p>
                </c:rich>
              </c:tx>
              <c:dLblPos val="inEnd"/>
              <c:showLegendKey val="0"/>
              <c:showVal val="1"/>
              <c:showCatName val="0"/>
              <c:showSerName val="0"/>
              <c:showPercent val="0"/>
              <c:showBubbleSize val="0"/>
            </c:dLbl>
            <c:dLbl>
              <c:idx val="6"/>
              <c:tx>
                <c:rich>
                  <a:bodyPr/>
                  <a:lstStyle/>
                  <a:p>
                    <a:r>
                      <a:t>0.95%</a:t>
                    </a:r>
                  </a:p>
                </c:rich>
              </c:tx>
              <c:dLblPos val="inEnd"/>
              <c:showLegendKey val="0"/>
              <c:showVal val="1"/>
              <c:showCatName val="0"/>
              <c:showSerName val="0"/>
              <c:showPercent val="0"/>
              <c:showBubbleSize val="0"/>
            </c:dLbl>
            <c:dLbl>
              <c:idx val="7"/>
              <c:tx>
                <c:rich>
                  <a:bodyPr/>
                  <a:lstStyle/>
                  <a:p>
                    <a:r>
                      <a:t>0.61%</a:t>
                    </a:r>
                  </a:p>
                </c:rich>
              </c:tx>
              <c:dLblPos val="inEnd"/>
              <c:showLegendKey val="0"/>
              <c:showVal val="1"/>
              <c:showCatName val="0"/>
              <c:showSerName val="0"/>
              <c:showPercent val="0"/>
              <c:showBubbleSize val="0"/>
            </c:dLbl>
            <c:dLbl>
              <c:idx val="8"/>
              <c:tx>
                <c:rich>
                  <a:bodyPr/>
                  <a:lstStyle/>
                  <a:p>
                    <a:r>
                      <a:t>0.6%</a:t>
                    </a:r>
                  </a:p>
                </c:rich>
              </c:tx>
              <c:dLblPos val="inEnd"/>
              <c:showLegendKey val="0"/>
              <c:showVal val="1"/>
              <c:showCatName val="0"/>
              <c:showSerName val="0"/>
              <c:showPercent val="0"/>
              <c:showBubbleSize val="0"/>
            </c:dLbl>
            <c:dLbl>
              <c:idx val="9"/>
              <c:tx>
                <c:rich>
                  <a:bodyPr/>
                  <a:lstStyle/>
                  <a:p>
                    <a:r>
                      <a:t>0.55%</a:t>
                    </a:r>
                  </a:p>
                </c:rich>
              </c:tx>
              <c:dLblPos val="inEnd"/>
              <c:showLegendKey val="0"/>
              <c:showVal val="1"/>
              <c:showCatName val="0"/>
              <c:showSerName val="0"/>
              <c:showPercent val="0"/>
              <c:showBubbleSize val="0"/>
            </c:dLbl>
            <c:dLbl>
              <c:idx val="10"/>
              <c:tx>
                <c:rich>
                  <a:bodyPr/>
                  <a:lstStyle/>
                  <a:p>
                    <a:r>
                      <a:t>0.18%</a:t>
                    </a:r>
                  </a:p>
                </c:rich>
              </c:tx>
              <c:dLblPos val="inEnd"/>
              <c:showLegendKey val="0"/>
              <c:showVal val="1"/>
              <c:showCatName val="0"/>
              <c:showSerName val="0"/>
              <c:showPercent val="0"/>
              <c:showBubbleSize val="0"/>
            </c:dLbl>
            <c:dLbl>
              <c:idx val="11"/>
              <c:tx>
                <c:rich>
                  <a:bodyPr/>
                  <a:lstStyle/>
                  <a:p>
                    <a:r>
                      <a:t>0.01%</a:t>
                    </a:r>
                  </a:p>
                </c:rich>
              </c:tx>
              <c:dLblPos val="inEnd"/>
              <c:showLegendKey val="0"/>
              <c:showVal val="1"/>
              <c:showCatName val="0"/>
              <c:showSerName val="0"/>
              <c:showPercent val="0"/>
              <c:showBubbleSize val="0"/>
            </c:dLbl>
            <c:dLbl>
              <c:idx val="12"/>
              <c:tx>
                <c:rich>
                  <a:bodyPr/>
                  <a:lstStyle/>
                  <a:p>
                    <a:r>
                      <a:t>-0.67%</a:t>
                    </a:r>
                  </a:p>
                </c:rich>
              </c:tx>
              <c:dLblPos val="inEnd"/>
              <c:showLegendKey val="0"/>
              <c:showVal val="1"/>
              <c:showCatName val="0"/>
              <c:showSerName val="0"/>
              <c:showPercent val="0"/>
              <c:showBubbleSize val="0"/>
            </c:dLbl>
            <c:dLbl>
              <c:idx val="13"/>
              <c:tx>
                <c:rich>
                  <a:bodyPr/>
                  <a:lstStyle/>
                  <a:p>
                    <a:r>
                      <a:t>-1.28%</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Sheet1!$A$2:$A$15</c:f>
              <c:strCache>
                <c:ptCount val="14"/>
                <c:pt idx="0">
                  <c:v>Distribution</c:v>
                </c:pt>
                <c:pt idx="1">
                  <c:v>Seasonality</c:v>
                </c:pt>
                <c:pt idx="2">
                  <c:v>Base</c:v>
                </c:pt>
                <c:pt idx="3">
                  <c:v>E-com</c:v>
                </c:pt>
                <c:pt idx="4">
                  <c:v>OOH</c:v>
                </c:pt>
                <c:pt idx="5">
                  <c:v>TV</c:v>
                </c:pt>
                <c:pt idx="6">
                  <c:v>Digital_Video</c:v>
                </c:pt>
                <c:pt idx="7">
                  <c:v>Digital_DA</c:v>
                </c:pt>
                <c:pt idx="8">
                  <c:v>Digital_Perform...</c:v>
                </c:pt>
                <c:pt idx="9">
                  <c:v>Digital_Special...</c:v>
                </c:pt>
                <c:pt idx="10">
                  <c:v>PR</c:v>
                </c:pt>
                <c:pt idx="11">
                  <c:v>POS</c:v>
                </c:pt>
                <c:pt idx="12">
                  <c:v>Price volatilit...</c:v>
                </c:pt>
                <c:pt idx="13">
                  <c:v>Relative price</c:v>
                </c:pt>
              </c:strCache>
            </c:strRef>
          </c:cat>
          <c:val>
            <c:numRef>
              <c:f>Sheet1!$C$2:$C$15</c:f>
              <c:numCache>
                <c:formatCode>General</c:formatCode>
                <c:ptCount val="14"/>
                <c:pt idx="0">
                  <c:v>57.488033074496144</c:v>
                </c:pt>
                <c:pt idx="1">
                  <c:v>23.02888473418792</c:v>
                </c:pt>
                <c:pt idx="2">
                  <c:v>9.928026069120163</c:v>
                </c:pt>
                <c:pt idx="3">
                  <c:v>5.350684901347112</c:v>
                </c:pt>
                <c:pt idx="4">
                  <c:v>2.3029208843781745</c:v>
                </c:pt>
                <c:pt idx="5">
                  <c:v>0.9590729475177503</c:v>
                </c:pt>
                <c:pt idx="6">
                  <c:v>0.9522212531889356</c:v>
                </c:pt>
                <c:pt idx="7">
                  <c:v>0.6081072869564508</c:v>
                </c:pt>
                <c:pt idx="8">
                  <c:v>0.5959764460357276</c:v>
                </c:pt>
                <c:pt idx="9">
                  <c:v>0.5456189317601767</c:v>
                </c:pt>
                <c:pt idx="10">
                  <c:v>0.17944471511360827</c:v>
                </c:pt>
                <c:pt idx="11">
                  <c:v>0.013963888788152764</c:v>
                </c:pt>
                <c:pt idx="12">
                  <c:v>0.6680170650734938</c:v>
                </c:pt>
                <c:pt idx="13">
                  <c:v>1.2849380678168323</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2698300.0</c:v>
                </c:pt>
                <c:pt idx="1">
                  <c:v>2588600.0</c:v>
                </c:pt>
                <c:pt idx="2">
                  <c:v>3572900.0</c:v>
                </c:pt>
                <c:pt idx="3">
                  <c:v>2596800.0</c:v>
                </c:pt>
                <c:pt idx="4">
                  <c:v>2826100.0</c:v>
                </c:pt>
                <c:pt idx="5">
                  <c:v>3375100.0</c:v>
                </c:pt>
                <c:pt idx="6">
                  <c:v>2849500.0</c:v>
                </c:pt>
                <c:pt idx="7">
                  <c:v>2913800.0</c:v>
                </c:pt>
                <c:pt idx="8">
                  <c:v>2270500.0</c:v>
                </c:pt>
                <c:pt idx="9">
                  <c:v>2458800.0</c:v>
                </c:pt>
                <c:pt idx="10">
                  <c:v>2781200.0</c:v>
                </c:pt>
                <c:pt idx="11">
                  <c:v>2084000.0</c:v>
                </c:pt>
                <c:pt idx="12">
                  <c:v>2954200.0</c:v>
                </c:pt>
                <c:pt idx="13">
                  <c:v>2689300.0</c:v>
                </c:pt>
                <c:pt idx="14">
                  <c:v>3831700.0</c:v>
                </c:pt>
                <c:pt idx="15">
                  <c:v>2992900.0</c:v>
                </c:pt>
                <c:pt idx="16">
                  <c:v>4080400.0</c:v>
                </c:pt>
                <c:pt idx="17">
                  <c:v>3358700.0</c:v>
                </c:pt>
                <c:pt idx="18">
                  <c:v>2773700.0</c:v>
                </c:pt>
                <c:pt idx="19">
                  <c:v>3487700.0</c:v>
                </c:pt>
                <c:pt idx="20">
                  <c:v>2381700.0</c:v>
                </c:pt>
                <c:pt idx="21">
                  <c:v>2311800.0</c:v>
                </c:pt>
                <c:pt idx="22">
                  <c:v>3905500.0</c:v>
                </c:pt>
                <c:pt idx="23">
                  <c:v>2600000.0</c:v>
                </c:pt>
                <c:pt idx="24">
                  <c:v>3339000.0</c:v>
                </c:pt>
                <c:pt idx="25">
                  <c:v>2953500.0</c:v>
                </c:pt>
                <c:pt idx="26">
                  <c:v>2973000.0</c:v>
                </c:pt>
                <c:pt idx="27">
                  <c:v>2893500.0</c:v>
                </c:pt>
                <c:pt idx="28">
                  <c:v>4026400.0</c:v>
                </c:pt>
                <c:pt idx="29">
                  <c:v>3704300.0</c:v>
                </c:pt>
                <c:pt idx="30">
                  <c:v>3298300.0</c:v>
                </c:pt>
                <c:pt idx="31">
                  <c:v>3060500.0</c:v>
                </c:pt>
                <c:pt idx="32">
                  <c:v>2838900.0</c:v>
                </c:pt>
                <c:pt idx="33">
                  <c:v>3182800.0</c:v>
                </c:pt>
                <c:pt idx="34">
                  <c:v>2638400.0</c:v>
                </c:pt>
                <c:pt idx="35">
                  <c:v>3236700.0</c:v>
                </c:pt>
                <c:pt idx="36">
                  <c:v>3498100.0</c:v>
                </c:pt>
                <c:pt idx="37">
                  <c:v>3369000.0</c:v>
                </c:pt>
                <c:pt idx="38">
                  <c:v>3483700.0</c:v>
                </c:pt>
                <c:pt idx="39">
                  <c:v>3805700.0</c:v>
                </c:pt>
                <c:pt idx="40">
                  <c:v>4193400.0</c:v>
                </c:pt>
                <c:pt idx="41">
                  <c:v>3286000.0</c:v>
                </c:pt>
                <c:pt idx="42">
                  <c:v>3419800.0</c:v>
                </c:pt>
                <c:pt idx="43">
                  <c:v>2799500.0</c:v>
                </c:pt>
                <c:pt idx="44">
                  <c:v>2611200.0</c:v>
                </c:pt>
                <c:pt idx="45">
                  <c:v>3191800.0</c:v>
                </c:pt>
                <c:pt idx="46">
                  <c:v>2762000.0</c:v>
                </c:pt>
                <c:pt idx="47">
                  <c:v>3144500.0</c:v>
                </c:pt>
                <c:pt idx="48">
                  <c:v>4009200.0</c:v>
                </c:pt>
                <c:pt idx="49">
                  <c:v>3461300.0</c:v>
                </c:pt>
                <c:pt idx="50">
                  <c:v>3513900.0</c:v>
                </c:pt>
                <c:pt idx="51">
                  <c:v>4721200.0</c:v>
                </c:pt>
                <c:pt idx="52">
                  <c:v>3564900.0</c:v>
                </c:pt>
                <c:pt idx="53">
                  <c:v>3256000.0</c:v>
                </c:pt>
                <c:pt idx="54">
                  <c:v>3976700.0</c:v>
                </c:pt>
                <c:pt idx="55">
                  <c:v>2662300.0</c:v>
                </c:pt>
                <c:pt idx="56">
                  <c:v>3761900.0</c:v>
                </c:pt>
                <c:pt idx="57">
                  <c:v>2525000.0</c:v>
                </c:pt>
                <c:pt idx="58">
                  <c:v>2828300.0</c:v>
                </c:pt>
                <c:pt idx="59">
                  <c:v>3032300.0</c:v>
                </c:pt>
                <c:pt idx="60">
                  <c:v>668000.0</c:v>
                </c:pt>
                <c:pt idx="61">
                  <c:v>3207500.0</c:v>
                </c:pt>
                <c:pt idx="62">
                  <c:v>2968100.0</c:v>
                </c:pt>
                <c:pt idx="63">
                  <c:v>5133300.0</c:v>
                </c:pt>
                <c:pt idx="64">
                  <c:v>3558200.0</c:v>
                </c:pt>
                <c:pt idx="65">
                  <c:v>4330900.0</c:v>
                </c:pt>
                <c:pt idx="66">
                  <c:v>3819200.0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2754064.916160688</c:v>
                </c:pt>
                <c:pt idx="1">
                  <c:v>2693743.7274754965</c:v>
                </c:pt>
                <c:pt idx="2">
                  <c:v>3626152.9190030685</c:v>
                </c:pt>
                <c:pt idx="3">
                  <c:v>2701669.319235251</c:v>
                </c:pt>
                <c:pt idx="4">
                  <c:v>2674512.252121379</c:v>
                </c:pt>
                <c:pt idx="5">
                  <c:v>3204679.535002757</c:v>
                </c:pt>
                <c:pt idx="6">
                  <c:v>2775008.9208467873</c:v>
                </c:pt>
                <c:pt idx="7">
                  <c:v>2963368.4478145116</c:v>
                </c:pt>
                <c:pt idx="8">
                  <c:v>2268156.5543231145</c:v>
                </c:pt>
                <c:pt idx="9">
                  <c:v>2505579.9317843225</c:v>
                </c:pt>
                <c:pt idx="10">
                  <c:v>2933905.9063463933</c:v>
                </c:pt>
                <c:pt idx="11">
                  <c:v>2257315.223754105</c:v>
                </c:pt>
                <c:pt idx="12">
                  <c:v>2878861.897148038</c:v>
                </c:pt>
                <c:pt idx="13">
                  <c:v>2639034.4912342937</c:v>
                </c:pt>
                <c:pt idx="14">
                  <c:v>3730152.7260585357</c:v>
                </c:pt>
                <c:pt idx="15">
                  <c:v>2855066.418566695</c:v>
                </c:pt>
                <c:pt idx="16">
                  <c:v>4047456.1399303842</c:v>
                </c:pt>
                <c:pt idx="17">
                  <c:v>3272045.0148289297</c:v>
                </c:pt>
                <c:pt idx="18">
                  <c:v>2575341.3366624434</c:v>
                </c:pt>
                <c:pt idx="19">
                  <c:v>3496313.027361908</c:v>
                </c:pt>
                <c:pt idx="20">
                  <c:v>2519919.350142168</c:v>
                </c:pt>
                <c:pt idx="21">
                  <c:v>2376647.783240348</c:v>
                </c:pt>
                <c:pt idx="22">
                  <c:v>3686102.210707959</c:v>
                </c:pt>
                <c:pt idx="23">
                  <c:v>2594502.9347326895</c:v>
                </c:pt>
                <c:pt idx="24">
                  <c:v>3491209.740560602</c:v>
                </c:pt>
                <c:pt idx="25">
                  <c:v>3019217.815130662</c:v>
                </c:pt>
                <c:pt idx="26">
                  <c:v>2945033.3117671045</c:v>
                </c:pt>
                <c:pt idx="27">
                  <c:v>3074551.006726097</c:v>
                </c:pt>
                <c:pt idx="28">
                  <c:v>4157103.2165106074</c:v>
                </c:pt>
                <c:pt idx="29">
                  <c:v>3653836.545976475</c:v>
                </c:pt>
                <c:pt idx="30">
                  <c:v>3311355.73208835</c:v>
                </c:pt>
                <c:pt idx="31">
                  <c:v>3143119.6931725526</c:v>
                </c:pt>
                <c:pt idx="32">
                  <c:v>2699594.9154086895</c:v>
                </c:pt>
                <c:pt idx="33">
                  <c:v>2915587.3430851675</c:v>
                </c:pt>
                <c:pt idx="34">
                  <c:v>2566470.6117284684</c:v>
                </c:pt>
                <c:pt idx="35">
                  <c:v>3139366.668980077</c:v>
                </c:pt>
                <c:pt idx="36">
                  <c:v>3663221.994846775</c:v>
                </c:pt>
                <c:pt idx="37">
                  <c:v>3254960.865555055</c:v>
                </c:pt>
                <c:pt idx="38">
                  <c:v>3329450.0905592423</c:v>
                </c:pt>
                <c:pt idx="39">
                  <c:v>3716182.2491433676</c:v>
                </c:pt>
                <c:pt idx="40">
                  <c:v>4093306.2567344066</c:v>
                </c:pt>
                <c:pt idx="41">
                  <c:v>3204804.095543822</c:v>
                </c:pt>
                <c:pt idx="42">
                  <c:v>3292568.263840822</c:v>
                </c:pt>
                <c:pt idx="43">
                  <c:v>2904267.9937796197</c:v>
                </c:pt>
                <c:pt idx="44">
                  <c:v>2575177.087470416</c:v>
                </c:pt>
                <c:pt idx="45">
                  <c:v>3188027.854288261</c:v>
                </c:pt>
                <c:pt idx="46">
                  <c:v>2856153.1794182886</c:v>
                </c:pt>
                <c:pt idx="47">
                  <c:v>3117439.929456003</c:v>
                </c:pt>
                <c:pt idx="48">
                  <c:v>3945214.6197563475</c:v>
                </c:pt>
                <c:pt idx="49">
                  <c:v>3560423.8102531172</c:v>
                </c:pt>
                <c:pt idx="50">
                  <c:v>3698065.1438077586</c:v>
                </c:pt>
                <c:pt idx="51">
                  <c:v>4694303.5053216955</c:v>
                </c:pt>
                <c:pt idx="52">
                  <c:v>3823850.725808586</c:v>
                </c:pt>
                <c:pt idx="53">
                  <c:v>3440528.417261871</c:v>
                </c:pt>
                <c:pt idx="54">
                  <c:v>4066673.0821349085</c:v>
                </c:pt>
                <c:pt idx="55">
                  <c:v>2819520.3191794534</c:v>
                </c:pt>
                <c:pt idx="56">
                  <c:v>3657295.5962165142</c:v>
                </c:pt>
                <c:pt idx="57">
                  <c:v>2698382.754259519</c:v>
                </c:pt>
                <c:pt idx="58">
                  <c:v>2852662.411329788</c:v>
                </c:pt>
                <c:pt idx="59">
                  <c:v>2813413.224408012</c:v>
                </c:pt>
                <c:pt idx="60">
                  <c:v>647052.2579887949</c:v>
                </c:pt>
                <c:pt idx="61">
                  <c:v>3296798.111169222</c:v>
                </c:pt>
                <c:pt idx="62">
                  <c:v>3002038.3524942296</c:v>
                </c:pt>
                <c:pt idx="63">
                  <c:v>4889685.755486556</c:v>
                </c:pt>
                <c:pt idx="64">
                  <c:v>3623479.1198127335</c:v>
                </c:pt>
                <c:pt idx="65">
                  <c:v>4041902.8131850613</c:v>
                </c:pt>
                <c:pt idx="66">
                  <c:v>3740801.1906501157</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6159960.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574315209.0</c:v>
                </c:pt>
                <c:pt idx="1">
                  <c:v>578674422.0</c:v>
                </c:pt>
                <c:pt idx="2">
                  <c:v>860076113.0</c:v>
                </c:pt>
                <c:pt idx="3">
                  <c:v>603347075.0</c:v>
                </c:pt>
                <c:pt idx="4">
                  <c:v>672018661.0</c:v>
                </c:pt>
                <c:pt idx="5">
                  <c:v>720586157.0</c:v>
                </c:pt>
                <c:pt idx="6">
                  <c:v>555349463.0</c:v>
                </c:pt>
                <c:pt idx="7">
                  <c:v>511205493.0</c:v>
                </c:pt>
                <c:pt idx="8">
                  <c:v>366933658.0</c:v>
                </c:pt>
                <c:pt idx="9">
                  <c:v>399410331.0</c:v>
                </c:pt>
                <c:pt idx="10">
                  <c:v>476024486.0</c:v>
                </c:pt>
                <c:pt idx="11">
                  <c:v>394204361.0</c:v>
                </c:pt>
                <c:pt idx="12">
                  <c:v>614216889.0</c:v>
                </c:pt>
                <c:pt idx="13">
                  <c:v>629963204.0</c:v>
                </c:pt>
                <c:pt idx="14">
                  <c:v>924793397.0</c:v>
                </c:pt>
                <c:pt idx="15">
                  <c:v>719255115.0</c:v>
                </c:pt>
                <c:pt idx="16">
                  <c:v>919472196.0</c:v>
                </c:pt>
                <c:pt idx="17">
                  <c:v>691916760.0</c:v>
                </c:pt>
                <c:pt idx="18">
                  <c:v>531143562.0</c:v>
                </c:pt>
                <c:pt idx="19">
                  <c:v>589773283.0</c:v>
                </c:pt>
                <c:pt idx="20">
                  <c:v>386641451.0</c:v>
                </c:pt>
                <c:pt idx="21">
                  <c:v>382374050.0</c:v>
                </c:pt>
                <c:pt idx="22">
                  <c:v>671621642.0</c:v>
                </c:pt>
                <c:pt idx="23">
                  <c:v>474118103.0</c:v>
                </c:pt>
                <c:pt idx="24">
                  <c:v>717958487.0</c:v>
                </c:pt>
                <c:pt idx="25">
                  <c:v>666014849.0</c:v>
                </c:pt>
                <c:pt idx="26">
                  <c:v>722408214.0</c:v>
                </c:pt>
                <c:pt idx="27">
                  <c:v>687245629.0</c:v>
                </c:pt>
                <c:pt idx="28">
                  <c:v>911854385.0</c:v>
                </c:pt>
                <c:pt idx="29">
                  <c:v>771827055.0</c:v>
                </c:pt>
                <c:pt idx="30">
                  <c:v>624605041.0</c:v>
                </c:pt>
                <c:pt idx="31">
                  <c:v>519844924.0</c:v>
                </c:pt>
                <c:pt idx="32">
                  <c:v>458439619.0</c:v>
                </c:pt>
                <c:pt idx="33">
                  <c:v>514238382.0</c:v>
                </c:pt>
                <c:pt idx="34">
                  <c:v>460947358.0</c:v>
                </c:pt>
                <c:pt idx="35">
                  <c:v>585535960.0</c:v>
                </c:pt>
                <c:pt idx="36">
                  <c:v>748815584.0</c:v>
                </c:pt>
                <c:pt idx="37">
                  <c:v>788931794.0</c:v>
                </c:pt>
                <c:pt idx="38">
                  <c:v>838695678.0</c:v>
                </c:pt>
                <c:pt idx="39">
                  <c:v>901124872.0</c:v>
                </c:pt>
                <c:pt idx="40">
                  <c:v>987080224.0</c:v>
                </c:pt>
                <c:pt idx="41">
                  <c:v>713123986.0</c:v>
                </c:pt>
                <c:pt idx="42">
                  <c:v>661548931.0</c:v>
                </c:pt>
                <c:pt idx="43">
                  <c:v>498043693.0</c:v>
                </c:pt>
                <c:pt idx="44">
                  <c:v>427540591.0</c:v>
                </c:pt>
                <c:pt idx="45">
                  <c:v>508026538.0</c:v>
                </c:pt>
                <c:pt idx="46">
                  <c:v>470941165.0</c:v>
                </c:pt>
                <c:pt idx="47">
                  <c:v>587811403.0</c:v>
                </c:pt>
                <c:pt idx="48">
                  <c:v>849693017.0</c:v>
                </c:pt>
                <c:pt idx="49">
                  <c:v>815279377.0</c:v>
                </c:pt>
                <c:pt idx="50">
                  <c:v>835350220.0</c:v>
                </c:pt>
                <c:pt idx="51">
                  <c:v>1136188835.0</c:v>
                </c:pt>
                <c:pt idx="52">
                  <c:v>784891772.0</c:v>
                </c:pt>
                <c:pt idx="53">
                  <c:v>697938550.0</c:v>
                </c:pt>
                <c:pt idx="54">
                  <c:v>762300416.0</c:v>
                </c:pt>
                <c:pt idx="55">
                  <c:v>439100502.0</c:v>
                </c:pt>
                <c:pt idx="56">
                  <c:v>592005482.0</c:v>
                </c:pt>
                <c:pt idx="57">
                  <c:v>418033017.0</c:v>
                </c:pt>
                <c:pt idx="58">
                  <c:v>514647978.0</c:v>
                </c:pt>
                <c:pt idx="59">
                  <c:v>580829506.0</c:v>
                </c:pt>
                <c:pt idx="60">
                  <c:v>138022160.0</c:v>
                </c:pt>
                <c:pt idx="61">
                  <c:v>700071831.0</c:v>
                </c:pt>
                <c:pt idx="62">
                  <c:v>665738130.0</c:v>
                </c:pt>
                <c:pt idx="63">
                  <c:v>1198309361.0</c:v>
                </c:pt>
                <c:pt idx="64">
                  <c:v>837978540.0</c:v>
                </c:pt>
                <c:pt idx="65">
                  <c:v>991593084.0</c:v>
                </c:pt>
                <c:pt idx="66">
                  <c:v>800393823.0</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583774819.2660881</c:v>
                </c:pt>
                <c:pt idx="1">
                  <c:v>601660627.4381803</c:v>
                </c:pt>
                <c:pt idx="2">
                  <c:v>872038363.9812418</c:v>
                </c:pt>
                <c:pt idx="3">
                  <c:v>627192568.4538434</c:v>
                </c:pt>
                <c:pt idx="4">
                  <c:v>634949261.9542475</c:v>
                </c:pt>
                <c:pt idx="5">
                  <c:v>683812567.9830611</c:v>
                </c:pt>
                <c:pt idx="6">
                  <c:v>540878724.5703009</c:v>
                </c:pt>
                <c:pt idx="7">
                  <c:v>522179636.80348545</c:v>
                </c:pt>
                <c:pt idx="8">
                  <c:v>366437235.3320693</c:v>
                </c:pt>
                <c:pt idx="9">
                  <c:v>406060983.20465624</c:v>
                </c:pt>
                <c:pt idx="10">
                  <c:v>502342299.9693672</c:v>
                </c:pt>
                <c:pt idx="11">
                  <c:v>428236258.43208885</c:v>
                </c:pt>
                <c:pt idx="12">
                  <c:v>600172073.4576932</c:v>
                </c:pt>
                <c:pt idx="13">
                  <c:v>617917906.507821</c:v>
                </c:pt>
                <c:pt idx="14">
                  <c:v>899668360.8608007</c:v>
                </c:pt>
                <c:pt idx="15">
                  <c:v>686250274.9118496</c:v>
                </c:pt>
                <c:pt idx="16">
                  <c:v>913103803.5104616</c:v>
                </c:pt>
                <c:pt idx="17">
                  <c:v>674079255.4101787</c:v>
                </c:pt>
                <c:pt idx="18">
                  <c:v>492899931.7362925</c:v>
                </c:pt>
                <c:pt idx="19">
                  <c:v>590208969.4806796</c:v>
                </c:pt>
                <c:pt idx="20">
                  <c:v>408876248.7846643</c:v>
                </c:pt>
                <c:pt idx="21">
                  <c:v>393441969.27096254</c:v>
                </c:pt>
                <c:pt idx="22">
                  <c:v>633180326.3620908</c:v>
                </c:pt>
                <c:pt idx="23">
                  <c:v>472922963.48427284</c:v>
                </c:pt>
                <c:pt idx="24">
                  <c:v>749672873.6478531</c:v>
                </c:pt>
                <c:pt idx="25">
                  <c:v>679640312.915526</c:v>
                </c:pt>
                <c:pt idx="26">
                  <c:v>714906101.7551129</c:v>
                </c:pt>
                <c:pt idx="27">
                  <c:v>730978671.6990951</c:v>
                </c:pt>
                <c:pt idx="28">
                  <c:v>942184594.8823903</c:v>
                </c:pt>
                <c:pt idx="29">
                  <c:v>761491655.9252362</c:v>
                </c:pt>
                <c:pt idx="30">
                  <c:v>626508893.2702526</c:v>
                </c:pt>
                <c:pt idx="31">
                  <c:v>534422368.83459437</c:v>
                </c:pt>
                <c:pt idx="32">
                  <c:v>436534984.4739677</c:v>
                </c:pt>
                <c:pt idx="33">
                  <c:v>470400527.36948687</c:v>
                </c:pt>
                <c:pt idx="34">
                  <c:v>448343894.1232745</c:v>
                </c:pt>
                <c:pt idx="35">
                  <c:v>567474976.0826479</c:v>
                </c:pt>
                <c:pt idx="36">
                  <c:v>785793091.7250389</c:v>
                </c:pt>
                <c:pt idx="37">
                  <c:v>761788125.9821148</c:v>
                </c:pt>
                <c:pt idx="38">
                  <c:v>800852026.3853627</c:v>
                </c:pt>
                <c:pt idx="39">
                  <c:v>879646318.5163834</c:v>
                </c:pt>
                <c:pt idx="40">
                  <c:v>963846192.9814261</c:v>
                </c:pt>
                <c:pt idx="41">
                  <c:v>694107897.9394637</c:v>
                </c:pt>
                <c:pt idx="42">
                  <c:v>636483010.9993014</c:v>
                </c:pt>
                <c:pt idx="43">
                  <c:v>517604186.3370966</c:v>
                </c:pt>
                <c:pt idx="44">
                  <c:v>421771201.6092913</c:v>
                </c:pt>
                <c:pt idx="45">
                  <c:v>508408179.0345381</c:v>
                </c:pt>
                <c:pt idx="46">
                  <c:v>486553936.61405236</c:v>
                </c:pt>
                <c:pt idx="47">
                  <c:v>584004619.0923166</c:v>
                </c:pt>
                <c:pt idx="48">
                  <c:v>836060107.598556</c:v>
                </c:pt>
                <c:pt idx="49">
                  <c:v>838273449.0543696</c:v>
                </c:pt>
                <c:pt idx="50">
                  <c:v>878350320.5730281</c:v>
                </c:pt>
                <c:pt idx="51">
                  <c:v>1130501658.4253347</c:v>
                </c:pt>
                <c:pt idx="52">
                  <c:v>841707379.0361595</c:v>
                </c:pt>
                <c:pt idx="53">
                  <c:v>738832955.074761</c:v>
                </c:pt>
                <c:pt idx="54">
                  <c:v>779257042.4108963</c:v>
                </c:pt>
                <c:pt idx="55">
                  <c:v>464412295.7575867</c:v>
                </c:pt>
                <c:pt idx="56">
                  <c:v>576886010.6868311</c:v>
                </c:pt>
                <c:pt idx="57">
                  <c:v>446261401.233503</c:v>
                </c:pt>
                <c:pt idx="58">
                  <c:v>519337414.9631273</c:v>
                </c:pt>
                <c:pt idx="59">
                  <c:v>539405311.7666247</c:v>
                </c:pt>
                <c:pt idx="60">
                  <c:v>133693937.54564482</c:v>
                </c:pt>
                <c:pt idx="61">
                  <c:v>718198937.3097342</c:v>
                </c:pt>
                <c:pt idx="62">
                  <c:v>674418269.2373489</c:v>
                </c:pt>
                <c:pt idx="63">
                  <c:v>1140747875.994319</c:v>
                </c:pt>
                <c:pt idx="64">
                  <c:v>854925585.1895796</c:v>
                </c:pt>
                <c:pt idx="65">
                  <c:v>925734603.2707766</c:v>
                </c:pt>
                <c:pt idx="66">
                  <c:v>780044496.6166507</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1437971233.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Brand_1_Master_B Form_B: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506189.3266448089</c:v>
                </c:pt>
                <c:pt idx="1">
                  <c:v>506189.3266448089</c:v>
                </c:pt>
                <c:pt idx="2">
                  <c:v>632736.6583060111</c:v>
                </c:pt>
                <c:pt idx="3">
                  <c:v>506189.3266448089</c:v>
                </c:pt>
                <c:pt idx="4">
                  <c:v>506189.3266448089</c:v>
                </c:pt>
                <c:pt idx="5">
                  <c:v>632736.6583060111</c:v>
                </c:pt>
                <c:pt idx="6">
                  <c:v>506189.3266448089</c:v>
                </c:pt>
                <c:pt idx="7">
                  <c:v>632736.6583060111</c:v>
                </c:pt>
                <c:pt idx="8">
                  <c:v>506189.3266448089</c:v>
                </c:pt>
                <c:pt idx="9">
                  <c:v>506189.3266448089</c:v>
                </c:pt>
                <c:pt idx="10">
                  <c:v>632736.6583060111</c:v>
                </c:pt>
                <c:pt idx="11">
                  <c:v>506189.3266448089</c:v>
                </c:pt>
                <c:pt idx="12">
                  <c:v>506189.3266448089</c:v>
                </c:pt>
                <c:pt idx="13">
                  <c:v>506189.3266448089</c:v>
                </c:pt>
                <c:pt idx="14">
                  <c:v>632736.6583060111</c:v>
                </c:pt>
                <c:pt idx="15">
                  <c:v>506189.3266448089</c:v>
                </c:pt>
                <c:pt idx="16">
                  <c:v>632736.6583060111</c:v>
                </c:pt>
                <c:pt idx="17">
                  <c:v>506189.3266448089</c:v>
                </c:pt>
                <c:pt idx="18">
                  <c:v>506189.3266448089</c:v>
                </c:pt>
                <c:pt idx="19">
                  <c:v>632736.6583060111</c:v>
                </c:pt>
                <c:pt idx="20">
                  <c:v>506189.3266448089</c:v>
                </c:pt>
                <c:pt idx="21">
                  <c:v>506189.3266448089</c:v>
                </c:pt>
                <c:pt idx="22">
                  <c:v>632736.6583060111</c:v>
                </c:pt>
                <c:pt idx="23">
                  <c:v>506189.3266448089</c:v>
                </c:pt>
                <c:pt idx="24">
                  <c:v>632736.6583060111</c:v>
                </c:pt>
                <c:pt idx="25">
                  <c:v>506189.3266448089</c:v>
                </c:pt>
                <c:pt idx="26">
                  <c:v>506189.3266448089</c:v>
                </c:pt>
                <c:pt idx="27">
                  <c:v>506189.3266448089</c:v>
                </c:pt>
                <c:pt idx="28">
                  <c:v>632736.6583060111</c:v>
                </c:pt>
                <c:pt idx="29">
                  <c:v>506189.3266448089</c:v>
                </c:pt>
                <c:pt idx="30">
                  <c:v>506189.3266448089</c:v>
                </c:pt>
                <c:pt idx="31">
                  <c:v>632736.6583060111</c:v>
                </c:pt>
                <c:pt idx="32">
                  <c:v>506189.3266448089</c:v>
                </c:pt>
                <c:pt idx="33">
                  <c:v>632736.6583060111</c:v>
                </c:pt>
                <c:pt idx="34">
                  <c:v>506189.3266448089</c:v>
                </c:pt>
                <c:pt idx="35">
                  <c:v>506189.3266448089</c:v>
                </c:pt>
                <c:pt idx="36">
                  <c:v>632736.6583060111</c:v>
                </c:pt>
                <c:pt idx="37">
                  <c:v>506189.3266448089</c:v>
                </c:pt>
                <c:pt idx="38">
                  <c:v>506189.3266448089</c:v>
                </c:pt>
                <c:pt idx="39">
                  <c:v>506189.3266448089</c:v>
                </c:pt>
                <c:pt idx="40">
                  <c:v>632736.6583060111</c:v>
                </c:pt>
                <c:pt idx="41">
                  <c:v>506189.3266448089</c:v>
                </c:pt>
                <c:pt idx="42">
                  <c:v>632736.6583060111</c:v>
                </c:pt>
                <c:pt idx="43">
                  <c:v>506189.3266448089</c:v>
                </c:pt>
                <c:pt idx="44">
                  <c:v>506189.3266448089</c:v>
                </c:pt>
                <c:pt idx="45">
                  <c:v>632736.6583060111</c:v>
                </c:pt>
                <c:pt idx="46">
                  <c:v>506189.3266448089</c:v>
                </c:pt>
                <c:pt idx="47">
                  <c:v>506189.3266448089</c:v>
                </c:pt>
                <c:pt idx="48">
                  <c:v>632736.6583060111</c:v>
                </c:pt>
                <c:pt idx="49">
                  <c:v>506189.3266448089</c:v>
                </c:pt>
                <c:pt idx="50">
                  <c:v>506189.3266448089</c:v>
                </c:pt>
                <c:pt idx="51">
                  <c:v>632736.6583060111</c:v>
                </c:pt>
                <c:pt idx="52">
                  <c:v>506189.3266448089</c:v>
                </c:pt>
                <c:pt idx="53">
                  <c:v>506189.3266448089</c:v>
                </c:pt>
                <c:pt idx="54">
                  <c:v>632736.6583060111</c:v>
                </c:pt>
                <c:pt idx="55">
                  <c:v>506189.3266448089</c:v>
                </c:pt>
                <c:pt idx="56">
                  <c:v>632736.6583060111</c:v>
                </c:pt>
                <c:pt idx="57">
                  <c:v>506189.3266448089</c:v>
                </c:pt>
                <c:pt idx="58">
                  <c:v>506189.3266448089</c:v>
                </c:pt>
                <c:pt idx="59">
                  <c:v>632736.6583060111</c:v>
                </c:pt>
                <c:pt idx="60">
                  <c:v>506189.3266448089</c:v>
                </c:pt>
                <c:pt idx="61">
                  <c:v>506189.3266448089</c:v>
                </c:pt>
                <c:pt idx="62">
                  <c:v>632736.6583060111</c:v>
                </c:pt>
                <c:pt idx="63">
                  <c:v>506189.3266448089</c:v>
                </c:pt>
                <c:pt idx="64">
                  <c:v>506189.3266448089</c:v>
                </c:pt>
                <c:pt idx="65">
                  <c:v>506189.3266448089</c:v>
                </c:pt>
              </c:numCache>
            </c:numRef>
          </c:val>
        </c:ser>
        <c:ser>
          <c:idx val="1"/>
          <c:order val="1"/>
          <c:tx>
            <c:strRef>
              <c:f>Sheet1!$C$1</c:f>
              <c:strCache>
                <c:ptCount val="1"/>
                <c:pt idx="0">
                  <c:v>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657.1690906392259</c:v>
                </c:pt>
                <c:pt idx="1">
                  <c:v>27130.715309296884</c:v>
                </c:pt>
                <c:pt idx="2">
                  <c:v>19760.576411123333</c:v>
                </c:pt>
                <c:pt idx="3">
                  <c:v>21885.90629955763</c:v>
                </c:pt>
                <c:pt idx="4">
                  <c:v>24904.881565428364</c:v>
                </c:pt>
                <c:pt idx="5">
                  <c:v>601.7386744662346</c:v>
                </c:pt>
                <c:pt idx="6">
                  <c:v>32307.197913072305</c:v>
                </c:pt>
                <c:pt idx="7">
                  <c:v>33316.84003840128</c:v>
                </c:pt>
                <c:pt idx="8">
                  <c:v>13607.684615763388</c:v>
                </c:pt>
                <c:pt idx="9">
                  <c:v>26912.75441784617</c:v>
                </c:pt>
                <c:pt idx="10">
                  <c:v>6813.420689594931</c:v>
                </c:pt>
                <c:pt idx="11">
                  <c:v>9722.727483072289</c:v>
                </c:pt>
                <c:pt idx="12">
                  <c:v>1203.6106989596929</c:v>
                </c:pt>
                <c:pt idx="13">
                  <c:v>484.6938825406156</c:v>
                </c:pt>
                <c:pt idx="14">
                  <c:v>28286.448970024987</c:v>
                </c:pt>
                <c:pt idx="15">
                  <c:v>10422.500034569612</c:v>
                </c:pt>
                <c:pt idx="16">
                  <c:v>44021.08611162368</c:v>
                </c:pt>
                <c:pt idx="17">
                  <c:v>16076.258452733811</c:v>
                </c:pt>
                <c:pt idx="18">
                  <c:v>31951.47203936345</c:v>
                </c:pt>
                <c:pt idx="19">
                  <c:v>16279.088423322364</c:v>
                </c:pt>
                <c:pt idx="20">
                  <c:v>288.5524378209143</c:v>
                </c:pt>
                <c:pt idx="21">
                  <c:v>20398.08911201274</c:v>
                </c:pt>
                <c:pt idx="22">
                  <c:v>30770.93422259028</c:v>
                </c:pt>
                <c:pt idx="23">
                  <c:v>21032.31142567858</c:v>
                </c:pt>
                <c:pt idx="24">
                  <c:v>45600.353007212056</c:v>
                </c:pt>
                <c:pt idx="25">
                  <c:v>34985.9617225416</c:v>
                </c:pt>
                <c:pt idx="26">
                  <c:v>31807.9152857594</c:v>
                </c:pt>
                <c:pt idx="27">
                  <c:v>2381.31565391099</c:v>
                </c:pt>
                <c:pt idx="28">
                  <c:v>29804.836554398014</c:v>
                </c:pt>
                <c:pt idx="29">
                  <c:v>29411.813782611738</c:v>
                </c:pt>
                <c:pt idx="30">
                  <c:v>48436.34880687455</c:v>
                </c:pt>
                <c:pt idx="31">
                  <c:v>2923.985121539639</c:v>
                </c:pt>
                <c:pt idx="32">
                  <c:v>17445.00480642706</c:v>
                </c:pt>
                <c:pt idx="33">
                  <c:v>50673.71497557835</c:v>
                </c:pt>
                <c:pt idx="34">
                  <c:v>22260.86634058948</c:v>
                </c:pt>
                <c:pt idx="35">
                  <c:v>43556.576039097556</c:v>
                </c:pt>
                <c:pt idx="36">
                  <c:v>7675.8625176117575</c:v>
                </c:pt>
                <c:pt idx="37">
                  <c:v>42810.24474862098</c:v>
                </c:pt>
                <c:pt idx="38">
                  <c:v>38330.46549116543</c:v>
                </c:pt>
                <c:pt idx="39">
                  <c:v>43519.5761950801</c:v>
                </c:pt>
                <c:pt idx="40">
                  <c:v>36690.222888648364</c:v>
                </c:pt>
                <c:pt idx="41">
                  <c:v>7433.730649590554</c:v>
                </c:pt>
                <c:pt idx="42">
                  <c:v>260.4573708923206</c:v>
                </c:pt>
                <c:pt idx="43">
                  <c:v>49499.45906799979</c:v>
                </c:pt>
                <c:pt idx="44">
                  <c:v>46674.997956453204</c:v>
                </c:pt>
                <c:pt idx="45">
                  <c:v>27205.174612021932</c:v>
                </c:pt>
                <c:pt idx="46">
                  <c:v>23248.813896853222</c:v>
                </c:pt>
                <c:pt idx="47">
                  <c:v>34002.47188263537</c:v>
                </c:pt>
                <c:pt idx="48">
                  <c:v>591.6683174898794</c:v>
                </c:pt>
                <c:pt idx="49">
                  <c:v>494.4513803649782</c:v>
                </c:pt>
                <c:pt idx="50">
                  <c:v>6251.8914161632965</c:v>
                </c:pt>
                <c:pt idx="51">
                  <c:v>38572.30022681117</c:v>
                </c:pt>
                <c:pt idx="52">
                  <c:v>31883.789479589293</c:v>
                </c:pt>
                <c:pt idx="53">
                  <c:v>37611.9927903938</c:v>
                </c:pt>
                <c:pt idx="54">
                  <c:v>60451.28828285473</c:v>
                </c:pt>
                <c:pt idx="55">
                  <c:v>23974.456514451034</c:v>
                </c:pt>
                <c:pt idx="56">
                  <c:v>1797.4772780392439</c:v>
                </c:pt>
                <c:pt idx="57">
                  <c:v>41531.18355697638</c:v>
                </c:pt>
                <c:pt idx="58">
                  <c:v>4226.266960098651</c:v>
                </c:pt>
                <c:pt idx="59">
                  <c:v>807.7500753404794</c:v>
                </c:pt>
                <c:pt idx="60">
                  <c:v>27928.277102869124</c:v>
                </c:pt>
                <c:pt idx="61">
                  <c:v>13293.15873260949</c:v>
                </c:pt>
                <c:pt idx="62">
                  <c:v>757.9884390178026</c:v>
                </c:pt>
                <c:pt idx="63">
                  <c:v>27084.182595397127</c:v>
                </c:pt>
                <c:pt idx="64">
                  <c:v>29412.690311607137</c:v>
                </c:pt>
                <c:pt idx="65">
                  <c:v>30676.75813301327</c:v>
                </c:pt>
              </c:numCache>
            </c:numRef>
          </c:val>
        </c:ser>
        <c:ser>
          <c:idx val="2"/>
          <c:order val="2"/>
          <c:tx>
            <c:strRef>
              <c:f>Sheet1!$D$1</c:f>
              <c:strCache>
                <c:ptCount val="1"/>
                <c:pt idx="0">
                  <c:v>Digital_Performance</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49984.35732696661</c:v>
                </c:pt>
                <c:pt idx="1">
                  <c:v>31763.669124734406</c:v>
                </c:pt>
                <c:pt idx="2">
                  <c:v>29301.676774538493</c:v>
                </c:pt>
                <c:pt idx="3">
                  <c:v>38876.149798890794</c:v>
                </c:pt>
                <c:pt idx="4">
                  <c:v>16266.693318374972</c:v>
                </c:pt>
                <c:pt idx="5">
                  <c:v>57968.40401925142</c:v>
                </c:pt>
                <c:pt idx="6">
                  <c:v>59222.73720747221</c:v>
                </c:pt>
                <c:pt idx="7">
                  <c:v>41641.95748602949</c:v>
                </c:pt>
                <c:pt idx="8">
                  <c:v>8569.266183953177</c:v>
                </c:pt>
                <c:pt idx="9">
                  <c:v>45535.92942940678</c:v>
                </c:pt>
                <c:pt idx="10">
                  <c:v>22893.880543086456</c:v>
                </c:pt>
                <c:pt idx="11">
                  <c:v>26545.9125404948</c:v>
                </c:pt>
                <c:pt idx="12">
                  <c:v>17680.602823622325</c:v>
                </c:pt>
                <c:pt idx="13">
                  <c:v>50408.80688720396</c:v>
                </c:pt>
                <c:pt idx="14">
                  <c:v>44226.142582453875</c:v>
                </c:pt>
                <c:pt idx="15">
                  <c:v>39563.365983473515</c:v>
                </c:pt>
                <c:pt idx="16">
                  <c:v>42649.795955107234</c:v>
                </c:pt>
                <c:pt idx="17">
                  <c:v>38375.43607698995</c:v>
                </c:pt>
                <c:pt idx="18">
                  <c:v>43682.10038522806</c:v>
                </c:pt>
                <c:pt idx="19">
                  <c:v>58678.21609387708</c:v>
                </c:pt>
                <c:pt idx="20">
                  <c:v>44200.32908420532</c:v>
                </c:pt>
                <c:pt idx="21">
                  <c:v>27332.39721999893</c:v>
                </c:pt>
                <c:pt idx="22">
                  <c:v>1912.6701206557711</c:v>
                </c:pt>
                <c:pt idx="23">
                  <c:v>57102.70953684808</c:v>
                </c:pt>
                <c:pt idx="24">
                  <c:v>2827.6834320121666</c:v>
                </c:pt>
                <c:pt idx="25">
                  <c:v>827.3929540319391</c:v>
                </c:pt>
                <c:pt idx="26">
                  <c:v>823.1788145392195</c:v>
                </c:pt>
                <c:pt idx="27">
                  <c:v>27632.98227831833</c:v>
                </c:pt>
                <c:pt idx="28">
                  <c:v>13088.39952723397</c:v>
                </c:pt>
                <c:pt idx="29">
                  <c:v>1365.5350529255772</c:v>
                </c:pt>
                <c:pt idx="30">
                  <c:v>40222.73643107705</c:v>
                </c:pt>
                <c:pt idx="31">
                  <c:v>52720.833636796306</c:v>
                </c:pt>
                <c:pt idx="32">
                  <c:v>2324.7793289550627</c:v>
                </c:pt>
                <c:pt idx="33">
                  <c:v>35010.56172696415</c:v>
                </c:pt>
                <c:pt idx="34">
                  <c:v>24973.80693887637</c:v>
                </c:pt>
                <c:pt idx="35">
                  <c:v>60026.126916730616</c:v>
                </c:pt>
                <c:pt idx="36">
                  <c:v>51782.58662250189</c:v>
                </c:pt>
                <c:pt idx="37">
                  <c:v>33716.98139117026</c:v>
                </c:pt>
                <c:pt idx="38">
                  <c:v>12761.047876673656</c:v>
                </c:pt>
                <c:pt idx="39">
                  <c:v>540.5831986094587</c:v>
                </c:pt>
                <c:pt idx="40">
                  <c:v>44947.05628697125</c:v>
                </c:pt>
                <c:pt idx="41">
                  <c:v>32323.342545593412</c:v>
                </c:pt>
                <c:pt idx="42">
                  <c:v>2427.3237966612337</c:v>
                </c:pt>
                <c:pt idx="43">
                  <c:v>58783.720066737515</c:v>
                </c:pt>
                <c:pt idx="44">
                  <c:v>27705.877334917757</c:v>
                </c:pt>
                <c:pt idx="45">
                  <c:v>12279.09082455513</c:v>
                </c:pt>
                <c:pt idx="46">
                  <c:v>17618.982337474303</c:v>
                </c:pt>
                <c:pt idx="47">
                  <c:v>14625.840985455525</c:v>
                </c:pt>
                <c:pt idx="48">
                  <c:v>37736.24750507182</c:v>
                </c:pt>
                <c:pt idx="49">
                  <c:v>24511.122721659223</c:v>
                </c:pt>
                <c:pt idx="50">
                  <c:v>21163.00708210459</c:v>
                </c:pt>
                <c:pt idx="51">
                  <c:v>66928.12443361044</c:v>
                </c:pt>
                <c:pt idx="52">
                  <c:v>34465.55054027766</c:v>
                </c:pt>
                <c:pt idx="53">
                  <c:v>60458.90609151211</c:v>
                </c:pt>
                <c:pt idx="54">
                  <c:v>45980.08452927206</c:v>
                </c:pt>
                <c:pt idx="55">
                  <c:v>10801.028838322909</c:v>
                </c:pt>
                <c:pt idx="56">
                  <c:v>34903.68161728936</c:v>
                </c:pt>
                <c:pt idx="57">
                  <c:v>6588.3639746915815</c:v>
                </c:pt>
                <c:pt idx="58">
                  <c:v>9338.177247051937</c:v>
                </c:pt>
                <c:pt idx="59">
                  <c:v>7770.026016466721</c:v>
                </c:pt>
                <c:pt idx="60">
                  <c:v>12679.180539401752</c:v>
                </c:pt>
                <c:pt idx="61">
                  <c:v>23104.230986499017</c:v>
                </c:pt>
                <c:pt idx="62">
                  <c:v>13553.914622902512</c:v>
                </c:pt>
                <c:pt idx="63">
                  <c:v>23437.508152136197</c:v>
                </c:pt>
                <c:pt idx="64">
                  <c:v>34149.3947539455</c:v>
                </c:pt>
                <c:pt idx="65">
                  <c:v>19652.413836934367</c:v>
                </c:pt>
              </c:numCache>
            </c:numRef>
          </c:val>
        </c:ser>
        <c:ser>
          <c:idx val="3"/>
          <c:order val="3"/>
          <c:tx>
            <c:strRef>
              <c:f>Sheet1!$E$1</c:f>
              <c:strCache>
                <c:ptCount val="1"/>
                <c:pt idx="0">
                  <c:v>Digital_Special projects</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486.6127250224406</c:v>
                </c:pt>
                <c:pt idx="1">
                  <c:v>6748.9395566244175</c:v>
                </c:pt>
                <c:pt idx="2">
                  <c:v>11282.414064746286</c:v>
                </c:pt>
                <c:pt idx="3">
                  <c:v>9118.17837158584</c:v>
                </c:pt>
                <c:pt idx="4">
                  <c:v>17105.647606094728</c:v>
                </c:pt>
                <c:pt idx="5">
                  <c:v>917.9671824736306</c:v>
                </c:pt>
                <c:pt idx="6">
                  <c:v>15354.216528128869</c:v>
                </c:pt>
                <c:pt idx="7">
                  <c:v>33196.8363792919</c:v>
                </c:pt>
                <c:pt idx="8">
                  <c:v>15750.105353529205</c:v>
                </c:pt>
                <c:pt idx="9">
                  <c:v>492.1610896497749</c:v>
                </c:pt>
                <c:pt idx="10">
                  <c:v>14115.864252815072</c:v>
                </c:pt>
                <c:pt idx="11">
                  <c:v>9396.446126590741</c:v>
                </c:pt>
                <c:pt idx="12">
                  <c:v>27151.590049781767</c:v>
                </c:pt>
                <c:pt idx="13">
                  <c:v>6699.5687093365195</c:v>
                </c:pt>
                <c:pt idx="14">
                  <c:v>29830.84383137379</c:v>
                </c:pt>
                <c:pt idx="15">
                  <c:v>20074.249668455144</c:v>
                </c:pt>
                <c:pt idx="16">
                  <c:v>21051.175459645212</c:v>
                </c:pt>
                <c:pt idx="17">
                  <c:v>432.53151257080253</c:v>
                </c:pt>
                <c:pt idx="18">
                  <c:v>791.9669356484313</c:v>
                </c:pt>
                <c:pt idx="19">
                  <c:v>34719.5922948743</c:v>
                </c:pt>
                <c:pt idx="20">
                  <c:v>5392.903568451674</c:v>
                </c:pt>
                <c:pt idx="21">
                  <c:v>28213.700992488008</c:v>
                </c:pt>
                <c:pt idx="22">
                  <c:v>24208.265868277085</c:v>
                </c:pt>
                <c:pt idx="23">
                  <c:v>530.7547966088275</c:v>
                </c:pt>
                <c:pt idx="24">
                  <c:v>39214.77191981607</c:v>
                </c:pt>
                <c:pt idx="25">
                  <c:v>3741.3842350137247</c:v>
                </c:pt>
                <c:pt idx="26">
                  <c:v>21498.860687195523</c:v>
                </c:pt>
                <c:pt idx="27">
                  <c:v>17072.651575508586</c:v>
                </c:pt>
                <c:pt idx="28">
                  <c:v>24358.374374435538</c:v>
                </c:pt>
                <c:pt idx="29">
                  <c:v>30618.27298884903</c:v>
                </c:pt>
                <c:pt idx="30">
                  <c:v>42307.071424150636</c:v>
                </c:pt>
                <c:pt idx="31">
                  <c:v>958.340628840217</c:v>
                </c:pt>
                <c:pt idx="32">
                  <c:v>14176.520582575908</c:v>
                </c:pt>
                <c:pt idx="33">
                  <c:v>5549.75262972447</c:v>
                </c:pt>
                <c:pt idx="34">
                  <c:v>63.47435001035984</c:v>
                </c:pt>
                <c:pt idx="35">
                  <c:v>1557.5776773920797</c:v>
                </c:pt>
                <c:pt idx="36">
                  <c:v>861.7082705448545</c:v>
                </c:pt>
                <c:pt idx="37">
                  <c:v>28404.265521925357</c:v>
                </c:pt>
                <c:pt idx="38">
                  <c:v>372.9972613434781</c:v>
                </c:pt>
                <c:pt idx="39">
                  <c:v>3115.617249987917</c:v>
                </c:pt>
                <c:pt idx="40">
                  <c:v>7988.131975681802</c:v>
                </c:pt>
                <c:pt idx="41">
                  <c:v>30699.622234853956</c:v>
                </c:pt>
                <c:pt idx="42">
                  <c:v>28366.746719466595</c:v>
                </c:pt>
                <c:pt idx="43">
                  <c:v>16991.353143060453</c:v>
                </c:pt>
                <c:pt idx="44">
                  <c:v>21077.78760031842</c:v>
                </c:pt>
                <c:pt idx="45">
                  <c:v>38074.77589001625</c:v>
                </c:pt>
                <c:pt idx="46">
                  <c:v>1756.9191291906839</c:v>
                </c:pt>
                <c:pt idx="47">
                  <c:v>34657.7282292326</c:v>
                </c:pt>
                <c:pt idx="48">
                  <c:v>255.33979282376075</c:v>
                </c:pt>
                <c:pt idx="49">
                  <c:v>27662.919806443817</c:v>
                </c:pt>
                <c:pt idx="50">
                  <c:v>30866.13781027546</c:v>
                </c:pt>
                <c:pt idx="51">
                  <c:v>21781.40675421796</c:v>
                </c:pt>
                <c:pt idx="52">
                  <c:v>26323.36554377306</c:v>
                </c:pt>
                <c:pt idx="53">
                  <c:v>642.1928983836102</c:v>
                </c:pt>
                <c:pt idx="54">
                  <c:v>14040.305513389016</c:v>
                </c:pt>
                <c:pt idx="55">
                  <c:v>24519.526592423637</c:v>
                </c:pt>
                <c:pt idx="56">
                  <c:v>17736.70942165153</c:v>
                </c:pt>
                <c:pt idx="57">
                  <c:v>1726.217678763342</c:v>
                </c:pt>
                <c:pt idx="58">
                  <c:v>10427.20834753189</c:v>
                </c:pt>
                <c:pt idx="59">
                  <c:v>32365.31308621133</c:v>
                </c:pt>
                <c:pt idx="60">
                  <c:v>636.0885050803735</c:v>
                </c:pt>
                <c:pt idx="61">
                  <c:v>556.6636387285521</c:v>
                </c:pt>
                <c:pt idx="62">
                  <c:v>15309.088269682494</c:v>
                </c:pt>
                <c:pt idx="63">
                  <c:v>14931.205300415777</c:v>
                </c:pt>
                <c:pt idx="64">
                  <c:v>28218.98506467662</c:v>
                </c:pt>
                <c:pt idx="65">
                  <c:v>56229.415778254865</c:v>
                </c:pt>
              </c:numCache>
            </c:numRef>
          </c:val>
        </c:ser>
        <c:ser>
          <c:idx val="4"/>
          <c:order val="4"/>
          <c:tx>
            <c:strRef>
              <c:f>Sheet1!$F$1</c:f>
              <c:strCache>
                <c:ptCount val="1"/>
                <c:pt idx="0">
                  <c:v>Digital_Video</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6105.119223529734</c:v>
                </c:pt>
                <c:pt idx="1">
                  <c:v>32824.223957770584</c:v>
                </c:pt>
                <c:pt idx="2">
                  <c:v>26074.928934078307</c:v>
                </c:pt>
                <c:pt idx="3">
                  <c:v>25567.65555144615</c:v>
                </c:pt>
                <c:pt idx="4">
                  <c:v>19766.376751723496</c:v>
                </c:pt>
                <c:pt idx="5">
                  <c:v>36570.51488641249</c:v>
                </c:pt>
                <c:pt idx="6">
                  <c:v>22560.085387699113</c:v>
                </c:pt>
                <c:pt idx="7">
                  <c:v>416.36371956671167</c:v>
                </c:pt>
                <c:pt idx="8">
                  <c:v>13042.263944339058</c:v>
                </c:pt>
                <c:pt idx="9">
                  <c:v>194.92253563516746</c:v>
                </c:pt>
                <c:pt idx="10">
                  <c:v>500.9082752104175</c:v>
                </c:pt>
                <c:pt idx="11">
                  <c:v>14117.204446866092</c:v>
                </c:pt>
                <c:pt idx="12">
                  <c:v>79.31220298538689</c:v>
                </c:pt>
                <c:pt idx="13">
                  <c:v>18256.772986381788</c:v>
                </c:pt>
                <c:pt idx="14">
                  <c:v>16745.704771417266</c:v>
                </c:pt>
                <c:pt idx="15">
                  <c:v>9756.920699704837</c:v>
                </c:pt>
                <c:pt idx="16">
                  <c:v>17782.55800295951</c:v>
                </c:pt>
                <c:pt idx="17">
                  <c:v>28002.415463513487</c:v>
                </c:pt>
                <c:pt idx="18">
                  <c:v>10762.464418763586</c:v>
                </c:pt>
                <c:pt idx="19">
                  <c:v>46603.87065096852</c:v>
                </c:pt>
                <c:pt idx="20">
                  <c:v>16621.070180531704</c:v>
                </c:pt>
                <c:pt idx="21">
                  <c:v>14015.545953936402</c:v>
                </c:pt>
                <c:pt idx="22">
                  <c:v>55311.43838291717</c:v>
                </c:pt>
                <c:pt idx="23">
                  <c:v>37799.30380191332</c:v>
                </c:pt>
                <c:pt idx="24">
                  <c:v>5313.546226175509</c:v>
                </c:pt>
                <c:pt idx="25">
                  <c:v>9335.139937431355</c:v>
                </c:pt>
                <c:pt idx="26">
                  <c:v>308.9453760936137</c:v>
                </c:pt>
                <c:pt idx="27">
                  <c:v>28.474319572299862</c:v>
                </c:pt>
                <c:pt idx="28">
                  <c:v>47117.05048671019</c:v>
                </c:pt>
                <c:pt idx="29">
                  <c:v>63002.36444880461</c:v>
                </c:pt>
                <c:pt idx="30">
                  <c:v>51313.75028694444</c:v>
                </c:pt>
                <c:pt idx="31">
                  <c:v>24754.594276483258</c:v>
                </c:pt>
                <c:pt idx="32">
                  <c:v>44749.129914200435</c:v>
                </c:pt>
                <c:pt idx="33">
                  <c:v>13270.448296537084</c:v>
                </c:pt>
                <c:pt idx="34">
                  <c:v>22006.59759090799</c:v>
                </c:pt>
                <c:pt idx="35">
                  <c:v>48469.5116084781</c:v>
                </c:pt>
                <c:pt idx="36">
                  <c:v>44614.76974685816</c:v>
                </c:pt>
                <c:pt idx="37">
                  <c:v>30744.19850299601</c:v>
                </c:pt>
                <c:pt idx="38">
                  <c:v>29980.543126900186</c:v>
                </c:pt>
                <c:pt idx="39">
                  <c:v>48751.572652733885</c:v>
                </c:pt>
                <c:pt idx="40">
                  <c:v>32462.014909716912</c:v>
                </c:pt>
                <c:pt idx="41">
                  <c:v>42659.95012901051</c:v>
                </c:pt>
                <c:pt idx="42">
                  <c:v>29127.26775643245</c:v>
                </c:pt>
                <c:pt idx="43">
                  <c:v>32818.1096254082</c:v>
                </c:pt>
                <c:pt idx="44">
                  <c:v>9386.117045097359</c:v>
                </c:pt>
                <c:pt idx="45">
                  <c:v>25714.80098207352</c:v>
                </c:pt>
                <c:pt idx="46">
                  <c:v>56210.86430588836</c:v>
                </c:pt>
                <c:pt idx="47">
                  <c:v>36534.043687526355</c:v>
                </c:pt>
                <c:pt idx="48">
                  <c:v>25156.131801567844</c:v>
                </c:pt>
                <c:pt idx="49">
                  <c:v>428.70798991869816</c:v>
                </c:pt>
                <c:pt idx="50">
                  <c:v>125.39047188043456</c:v>
                </c:pt>
                <c:pt idx="51">
                  <c:v>14421.30583944663</c:v>
                </c:pt>
                <c:pt idx="52">
                  <c:v>22779.517139519103</c:v>
                </c:pt>
                <c:pt idx="53">
                  <c:v>40105.62201350151</c:v>
                </c:pt>
                <c:pt idx="54">
                  <c:v>34625.669624465954</c:v>
                </c:pt>
                <c:pt idx="55">
                  <c:v>22440.520759498188</c:v>
                </c:pt>
                <c:pt idx="56">
                  <c:v>56681.471537070174</c:v>
                </c:pt>
                <c:pt idx="57">
                  <c:v>55241.950774634955</c:v>
                </c:pt>
                <c:pt idx="58">
                  <c:v>35725.01596658484</c:v>
                </c:pt>
                <c:pt idx="59">
                  <c:v>26244.352581695115</c:v>
                </c:pt>
                <c:pt idx="60">
                  <c:v>59781.16966472086</c:v>
                </c:pt>
                <c:pt idx="61">
                  <c:v>15462.276916344581</c:v>
                </c:pt>
                <c:pt idx="62">
                  <c:v>74628.35444518685</c:v>
                </c:pt>
                <c:pt idx="63">
                  <c:v>16553.96195332242</c:v>
                </c:pt>
                <c:pt idx="64">
                  <c:v>924.858516246298</c:v>
                </c:pt>
                <c:pt idx="65">
                  <c:v>34887.18558635868</c:v>
                </c:pt>
              </c:numCache>
            </c:numRef>
          </c:val>
        </c:ser>
        <c:ser>
          <c:idx val="5"/>
          <c:order val="5"/>
          <c:tx>
            <c:strRef>
              <c:f>Sheet1!$G$1</c:f>
              <c:strCache>
                <c:ptCount val="1"/>
                <c:pt idx="0">
                  <c:v>Distribution</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1468454.1609052909</c:v>
                </c:pt>
                <c:pt idx="1">
                  <c:v>1378693.2696831108</c:v>
                </c:pt>
                <c:pt idx="2">
                  <c:v>1771729.4094964864</c:v>
                </c:pt>
                <c:pt idx="3">
                  <c:v>1244527.4404263531</c:v>
                </c:pt>
                <c:pt idx="4">
                  <c:v>1295596.2219792863</c:v>
                </c:pt>
                <c:pt idx="5">
                  <c:v>1664961.5179405354</c:v>
                </c:pt>
                <c:pt idx="6">
                  <c:v>1621873.612452147</c:v>
                </c:pt>
                <c:pt idx="7">
                  <c:v>1836165.6201555552</c:v>
                </c:pt>
                <c:pt idx="8">
                  <c:v>1472196.266173819</c:v>
                </c:pt>
                <c:pt idx="9">
                  <c:v>1633306.7658086875</c:v>
                </c:pt>
                <c:pt idx="10">
                  <c:v>1822517.722774474</c:v>
                </c:pt>
                <c:pt idx="11">
                  <c:v>1320159.0751473168</c:v>
                </c:pt>
                <c:pt idx="12">
                  <c:v>1492226.7108512907</c:v>
                </c:pt>
                <c:pt idx="13">
                  <c:v>1367981.4124291865</c:v>
                </c:pt>
                <c:pt idx="14">
                  <c:v>1915857.2541430984</c:v>
                </c:pt>
                <c:pt idx="15">
                  <c:v>1410989.5253788976</c:v>
                </c:pt>
                <c:pt idx="16">
                  <c:v>1945303.2685995488</c:v>
                </c:pt>
                <c:pt idx="17">
                  <c:v>1698492.7861786762</c:v>
                </c:pt>
                <c:pt idx="18">
                  <c:v>1483765.0888444898</c:v>
                </c:pt>
                <c:pt idx="19">
                  <c:v>2158670.0998524274</c:v>
                </c:pt>
                <c:pt idx="20">
                  <c:v>1564189.5250509996</c:v>
                </c:pt>
                <c:pt idx="21">
                  <c:v>1549281.192824639</c:v>
                </c:pt>
                <c:pt idx="22">
                  <c:v>2379054.9754769085</c:v>
                </c:pt>
                <c:pt idx="23">
                  <c:v>1522828.0705306607</c:v>
                </c:pt>
                <c:pt idx="24">
                  <c:v>2006279.8705905112</c:v>
                </c:pt>
                <c:pt idx="25">
                  <c:v>1536655.9098336175</c:v>
                </c:pt>
                <c:pt idx="26">
                  <c:v>1487207.535112031</c:v>
                </c:pt>
                <c:pt idx="27">
                  <c:v>1580614.1151335037</c:v>
                </c:pt>
                <c:pt idx="28">
                  <c:v>2081559.6545250828</c:v>
                </c:pt>
                <c:pt idx="29">
                  <c:v>2097583.819652907</c:v>
                </c:pt>
                <c:pt idx="30">
                  <c:v>1939113.7831980768</c:v>
                </c:pt>
                <c:pt idx="31">
                  <c:v>1994437.004842292</c:v>
                </c:pt>
                <c:pt idx="32">
                  <c:v>1779111.0319718695</c:v>
                </c:pt>
                <c:pt idx="33">
                  <c:v>1937937.840831925</c:v>
                </c:pt>
                <c:pt idx="34">
                  <c:v>1649770.6693115733</c:v>
                </c:pt>
                <c:pt idx="35">
                  <c:v>1887988.3822012534</c:v>
                </c:pt>
                <c:pt idx="36">
                  <c:v>1937120.6510458917</c:v>
                </c:pt>
                <c:pt idx="37">
                  <c:v>1729584.124274796</c:v>
                </c:pt>
                <c:pt idx="38">
                  <c:v>1757881.2888684708</c:v>
                </c:pt>
                <c:pt idx="39">
                  <c:v>1925684.5090534445</c:v>
                </c:pt>
                <c:pt idx="40">
                  <c:v>2154354.71612266</c:v>
                </c:pt>
                <c:pt idx="41">
                  <c:v>1781459.642659847</c:v>
                </c:pt>
                <c:pt idx="42">
                  <c:v>1866142.2543786047</c:v>
                </c:pt>
                <c:pt idx="43">
                  <c:v>1755211.4853835278</c:v>
                </c:pt>
                <c:pt idx="44">
                  <c:v>1683806.871440169</c:v>
                </c:pt>
                <c:pt idx="45">
                  <c:v>2228217.478325388</c:v>
                </c:pt>
                <c:pt idx="46">
                  <c:v>1903796.9295449997</c:v>
                </c:pt>
                <c:pt idx="47">
                  <c:v>1868198.365249059</c:v>
                </c:pt>
                <c:pt idx="48">
                  <c:v>2146305.6961632925</c:v>
                </c:pt>
                <c:pt idx="49">
                  <c:v>1957421.5253328558</c:v>
                </c:pt>
                <c:pt idx="50">
                  <c:v>1924441.5436126604</c:v>
                </c:pt>
                <c:pt idx="51">
                  <c:v>2396181.170325489</c:v>
                </c:pt>
                <c:pt idx="52">
                  <c:v>1952744.4323671793</c:v>
                </c:pt>
                <c:pt idx="53">
                  <c:v>2087713.7865472776</c:v>
                </c:pt>
                <c:pt idx="54">
                  <c:v>2526402.594452416</c:v>
                </c:pt>
                <c:pt idx="55">
                  <c:v>1872447.2162616018</c:v>
                </c:pt>
                <c:pt idx="56">
                  <c:v>2529711.5817944175</c:v>
                </c:pt>
                <c:pt idx="57">
                  <c:v>1942569.0952125662</c:v>
                </c:pt>
                <c:pt idx="58">
                  <c:v>1941232.8902032343</c:v>
                </c:pt>
                <c:pt idx="59">
                  <c:v>2235147.8487869357</c:v>
                </c:pt>
                <c:pt idx="60">
                  <c:v>1900554.2098513574</c:v>
                </c:pt>
                <c:pt idx="61">
                  <c:v>1666484.5653257237</c:v>
                </c:pt>
                <c:pt idx="62">
                  <c:v>2640933.8668133756</c:v>
                </c:pt>
                <c:pt idx="63">
                  <c:v>1857505.8782054284</c:v>
                </c:pt>
                <c:pt idx="64">
                  <c:v>2107618.666436052</c:v>
                </c:pt>
                <c:pt idx="65">
                  <c:v>2036516.601674348</c:v>
                </c:pt>
              </c:numCache>
            </c:numRef>
          </c:val>
        </c:ser>
        <c:ser>
          <c:idx val="6"/>
          <c:order val="6"/>
          <c:tx>
            <c:strRef>
              <c:f>Sheet1!$H$1</c:f>
              <c:strCache>
                <c:ptCount val="1"/>
                <c:pt idx="0">
                  <c:v>E-com</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200726.2367601119</c:v>
                </c:pt>
                <c:pt idx="1">
                  <c:v>172804.8797604357</c:v>
                </c:pt>
                <c:pt idx="2">
                  <c:v>299325.8022576554</c:v>
                </c:pt>
                <c:pt idx="3">
                  <c:v>184013.08729567745</c:v>
                </c:pt>
                <c:pt idx="4">
                  <c:v>113112.45459419483</c:v>
                </c:pt>
                <c:pt idx="5">
                  <c:v>155706.78071629084</c:v>
                </c:pt>
                <c:pt idx="6">
                  <c:v>55716.201462634766</c:v>
                </c:pt>
                <c:pt idx="7">
                  <c:v>126328.28258969926</c:v>
                </c:pt>
                <c:pt idx="8">
                  <c:v>154405.25060496732</c:v>
                </c:pt>
                <c:pt idx="9">
                  <c:v>201769.3498265273</c:v>
                </c:pt>
                <c:pt idx="10">
                  <c:v>313581.7379734273</c:v>
                </c:pt>
                <c:pt idx="11">
                  <c:v>174432.06580906396</c:v>
                </c:pt>
                <c:pt idx="12">
                  <c:v>166424.0715561356</c:v>
                </c:pt>
                <c:pt idx="13">
                  <c:v>69531.51304865848</c:v>
                </c:pt>
                <c:pt idx="14">
                  <c:v>160560.00856180539</c:v>
                </c:pt>
                <c:pt idx="15">
                  <c:v>107856.64156077226</c:v>
                </c:pt>
                <c:pt idx="16">
                  <c:v>218538.2800429231</c:v>
                </c:pt>
                <c:pt idx="17">
                  <c:v>200754.6602771851</c:v>
                </c:pt>
                <c:pt idx="18">
                  <c:v>118707.27653591143</c:v>
                </c:pt>
                <c:pt idx="19">
                  <c:v>124088.09931535248</c:v>
                </c:pt>
                <c:pt idx="20">
                  <c:v>173774.67356196392</c:v>
                </c:pt>
                <c:pt idx="21">
                  <c:v>192950.855627862</c:v>
                </c:pt>
                <c:pt idx="22">
                  <c:v>337552.740258623</c:v>
                </c:pt>
                <c:pt idx="23">
                  <c:v>202323.72537534282</c:v>
                </c:pt>
                <c:pt idx="24">
                  <c:v>112052.89233715169</c:v>
                </c:pt>
                <c:pt idx="25">
                  <c:v>166578.8190044787</c:v>
                </c:pt>
                <c:pt idx="26">
                  <c:v>170865.58380421335</c:v>
                </c:pt>
                <c:pt idx="27">
                  <c:v>125907.30529221345</c:v>
                </c:pt>
                <c:pt idx="28">
                  <c:v>109379.78315125842</c:v>
                </c:pt>
                <c:pt idx="29">
                  <c:v>153396.90141898085</c:v>
                </c:pt>
                <c:pt idx="30">
                  <c:v>196820.29130606938</c:v>
                </c:pt>
                <c:pt idx="31">
                  <c:v>181018.28819623025</c:v>
                </c:pt>
                <c:pt idx="32">
                  <c:v>191938.67960310844</c:v>
                </c:pt>
                <c:pt idx="33">
                  <c:v>184507.62877309258</c:v>
                </c:pt>
                <c:pt idx="34">
                  <c:v>178541.34166975933</c:v>
                </c:pt>
                <c:pt idx="35">
                  <c:v>205130.921067382</c:v>
                </c:pt>
                <c:pt idx="36">
                  <c:v>242483.73998747836</c:v>
                </c:pt>
                <c:pt idx="37">
                  <c:v>138468.11352694297</c:v>
                </c:pt>
                <c:pt idx="38">
                  <c:v>166700.64331768462</c:v>
                </c:pt>
                <c:pt idx="39">
                  <c:v>152222.8085489524</c:v>
                </c:pt>
                <c:pt idx="40">
                  <c:v>106619.29144695529</c:v>
                </c:pt>
                <c:pt idx="41">
                  <c:v>220832.77116409436</c:v>
                </c:pt>
                <c:pt idx="42">
                  <c:v>232283.40958530782</c:v>
                </c:pt>
                <c:pt idx="43">
                  <c:v>234951.91719822667</c:v>
                </c:pt>
                <c:pt idx="44">
                  <c:v>143199.29173192155</c:v>
                </c:pt>
                <c:pt idx="45">
                  <c:v>130193.86191517173</c:v>
                </c:pt>
                <c:pt idx="46">
                  <c:v>105392.9851040434</c:v>
                </c:pt>
                <c:pt idx="47">
                  <c:v>284881.3734587108</c:v>
                </c:pt>
                <c:pt idx="48">
                  <c:v>399345.9441508001</c:v>
                </c:pt>
                <c:pt idx="49">
                  <c:v>227983.78177663768</c:v>
                </c:pt>
                <c:pt idx="50">
                  <c:v>232123.00824725966</c:v>
                </c:pt>
                <c:pt idx="51">
                  <c:v>271841.7387087577</c:v>
                </c:pt>
                <c:pt idx="52">
                  <c:v>203566.25783650178</c:v>
                </c:pt>
                <c:pt idx="53">
                  <c:v>84254.63889782681</c:v>
                </c:pt>
                <c:pt idx="54">
                  <c:v>154369.45207847247</c:v>
                </c:pt>
                <c:pt idx="55">
                  <c:v>133121.91402957775</c:v>
                </c:pt>
                <c:pt idx="56">
                  <c:v>232756.65079823713</c:v>
                </c:pt>
                <c:pt idx="57">
                  <c:v>106645.6507501628</c:v>
                </c:pt>
                <c:pt idx="58">
                  <c:v>160728.41449489043</c:v>
                </c:pt>
                <c:pt idx="59">
                  <c:v>151077.16809550964</c:v>
                </c:pt>
                <c:pt idx="60">
                  <c:v>138698.1125623346</c:v>
                </c:pt>
                <c:pt idx="61">
                  <c:v>80925.16147604334</c:v>
                </c:pt>
                <c:pt idx="62">
                  <c:v>205703.6705019911</c:v>
                </c:pt>
                <c:pt idx="63">
                  <c:v>213297.8771918556</c:v>
                </c:pt>
                <c:pt idx="64">
                  <c:v>251973.59489061203</c:v>
                </c:pt>
                <c:pt idx="65">
                  <c:v>245808.46067825344</c:v>
                </c:pt>
              </c:numCache>
            </c:numRef>
          </c:val>
        </c:ser>
        <c:ser>
          <c:idx val="7"/>
          <c:order val="7"/>
          <c:tx>
            <c:strRef>
              <c:f>Sheet1!$I$1</c:f>
              <c:strCache>
                <c:ptCount val="1"/>
                <c:pt idx="0">
                  <c:v>OOH</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68868.79621052062</c:v>
                </c:pt>
                <c:pt idx="1">
                  <c:v>17168.058452090736</c:v>
                </c:pt>
                <c:pt idx="2">
                  <c:v>21670.577062900273</c:v>
                </c:pt>
                <c:pt idx="3">
                  <c:v>8419.490152715402</c:v>
                </c:pt>
                <c:pt idx="4">
                  <c:v>17692.685105298693</c:v>
                </c:pt>
                <c:pt idx="5">
                  <c:v>2962.080271589171</c:v>
                </c:pt>
                <c:pt idx="6">
                  <c:v>4983.419696014881</c:v>
                </c:pt>
                <c:pt idx="7">
                  <c:v>36205.158134300524</c:v>
                </c:pt>
                <c:pt idx="8">
                  <c:v>43777.05502532637</c:v>
                </c:pt>
                <c:pt idx="9">
                  <c:v>46852.448865982864</c:v>
                </c:pt>
                <c:pt idx="10">
                  <c:v>9855.059754058204</c:v>
                </c:pt>
                <c:pt idx="11">
                  <c:v>1934.8276265624108</c:v>
                </c:pt>
                <c:pt idx="12">
                  <c:v>60423.26081229014</c:v>
                </c:pt>
                <c:pt idx="13">
                  <c:v>80235.60734594002</c:v>
                </c:pt>
                <c:pt idx="14">
                  <c:v>26329.36794205877</c:v>
                </c:pt>
                <c:pt idx="15">
                  <c:v>40663.48307329037</c:v>
                </c:pt>
                <c:pt idx="16">
                  <c:v>95432.04939554087</c:v>
                </c:pt>
                <c:pt idx="17">
                  <c:v>113501.89956161176</c:v>
                </c:pt>
                <c:pt idx="18">
                  <c:v>49324.180657806486</c:v>
                </c:pt>
                <c:pt idx="19">
                  <c:v>141779.0295926882</c:v>
                </c:pt>
                <c:pt idx="20">
                  <c:v>103470.81306959537</c:v>
                </c:pt>
                <c:pt idx="21">
                  <c:v>19449.794934042686</c:v>
                </c:pt>
                <c:pt idx="22">
                  <c:v>10072.225369953201</c:v>
                </c:pt>
                <c:pt idx="23">
                  <c:v>2568.729794837449</c:v>
                </c:pt>
                <c:pt idx="24">
                  <c:v>4187.627149582074</c:v>
                </c:pt>
                <c:pt idx="25">
                  <c:v>67679.72392837258</c:v>
                </c:pt>
                <c:pt idx="26">
                  <c:v>54416.11219526025</c:v>
                </c:pt>
                <c:pt idx="27">
                  <c:v>69815.91936499573</c:v>
                </c:pt>
                <c:pt idx="28">
                  <c:v>121349.79750314524</c:v>
                </c:pt>
                <c:pt idx="29">
                  <c:v>38244.04484939653</c:v>
                </c:pt>
                <c:pt idx="30">
                  <c:v>2518.185736892434</c:v>
                </c:pt>
                <c:pt idx="31">
                  <c:v>37928.698773959826</c:v>
                </c:pt>
                <c:pt idx="32">
                  <c:v>65988.40250252906</c:v>
                </c:pt>
                <c:pt idx="33">
                  <c:v>7241.3409079135945</c:v>
                </c:pt>
                <c:pt idx="34">
                  <c:v>3418.8055295339736</c:v>
                </c:pt>
                <c:pt idx="35">
                  <c:v>73865.2595237241</c:v>
                </c:pt>
                <c:pt idx="36">
                  <c:v>52343.39155411159</c:v>
                </c:pt>
                <c:pt idx="37">
                  <c:v>18203.7820769028</c:v>
                </c:pt>
                <c:pt idx="38">
                  <c:v>39695.29789692083</c:v>
                </c:pt>
                <c:pt idx="39">
                  <c:v>64705.75956436197</c:v>
                </c:pt>
                <c:pt idx="40">
                  <c:v>44675.893380348425</c:v>
                </c:pt>
                <c:pt idx="41">
                  <c:v>6123.516774148821</c:v>
                </c:pt>
                <c:pt idx="42">
                  <c:v>50177.80466658779</c:v>
                </c:pt>
                <c:pt idx="43">
                  <c:v>51563.51496738437</c:v>
                </c:pt>
                <c:pt idx="44">
                  <c:v>78608.256235082</c:v>
                </c:pt>
                <c:pt idx="45">
                  <c:v>25655.83914567585</c:v>
                </c:pt>
                <c:pt idx="46">
                  <c:v>69136.52666887765</c:v>
                </c:pt>
                <c:pt idx="47">
                  <c:v>7026.621802302085</c:v>
                </c:pt>
                <c:pt idx="48">
                  <c:v>6467.939362365496</c:v>
                </c:pt>
                <c:pt idx="49">
                  <c:v>28491.759442244565</c:v>
                </c:pt>
                <c:pt idx="50">
                  <c:v>125260.54037966472</c:v>
                </c:pt>
                <c:pt idx="51">
                  <c:v>65239.687902037316</c:v>
                </c:pt>
                <c:pt idx="52">
                  <c:v>31229.914574258666</c:v>
                </c:pt>
                <c:pt idx="53">
                  <c:v>10631.791199280991</c:v>
                </c:pt>
                <c:pt idx="54">
                  <c:v>107269.42188486444</c:v>
                </c:pt>
                <c:pt idx="55">
                  <c:v>53047.18307890062</c:v>
                </c:pt>
                <c:pt idx="56">
                  <c:v>83095.67411619259</c:v>
                </c:pt>
                <c:pt idx="57">
                  <c:v>16380.228113298528</c:v>
                </c:pt>
                <c:pt idx="58">
                  <c:v>3494.9486446512483</c:v>
                </c:pt>
                <c:pt idx="59">
                  <c:v>53857.26509261015</c:v>
                </c:pt>
                <c:pt idx="60">
                  <c:v>50077.44386394702</c:v>
                </c:pt>
                <c:pt idx="61">
                  <c:v>84177.35111271858</c:v>
                </c:pt>
                <c:pt idx="62">
                  <c:v>131279.8006842359</c:v>
                </c:pt>
                <c:pt idx="63">
                  <c:v>108610.70195411697</c:v>
                </c:pt>
                <c:pt idx="64">
                  <c:v>38261.760272139036</c:v>
                </c:pt>
                <c:pt idx="65">
                  <c:v>76699.51055023729</c:v>
                </c:pt>
              </c:numCache>
            </c:numRef>
          </c:val>
        </c:ser>
        <c:ser>
          <c:idx val="8"/>
          <c:order val="8"/>
          <c:tx>
            <c:strRef>
              <c:f>Sheet1!$J$1</c:f>
              <c:strCache>
                <c:ptCount val="1"/>
                <c:pt idx="0">
                  <c:v>POS</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250.73511593677475</c:v>
                </c:pt>
                <c:pt idx="1">
                  <c:v>58.578493716822585</c:v>
                </c:pt>
                <c:pt idx="2">
                  <c:v>317.5132304557195</c:v>
                </c:pt>
                <c:pt idx="3">
                  <c:v>254.11997596592838</c:v>
                </c:pt>
                <c:pt idx="4">
                  <c:v>597.7271549437118</c:v>
                </c:pt>
                <c:pt idx="5">
                  <c:v>320.21425831935477</c:v>
                </c:pt>
                <c:pt idx="6">
                  <c:v>106.61376981697778</c:v>
                </c:pt>
                <c:pt idx="7">
                  <c:v>931.6896372138807</c:v>
                </c:pt>
                <c:pt idx="8">
                  <c:v>240.26631289214347</c:v>
                </c:pt>
                <c:pt idx="9">
                  <c:v>675.8495268578679</c:v>
                </c:pt>
                <c:pt idx="10">
                  <c:v>314.79109292007706</c:v>
                </c:pt>
                <c:pt idx="11">
                  <c:v>581.6146425644341</c:v>
                </c:pt>
                <c:pt idx="12">
                  <c:v>127.83057171170624</c:v>
                </c:pt>
                <c:pt idx="13">
                  <c:v>1.109341830207014</c:v>
                </c:pt>
                <c:pt idx="14">
                  <c:v>652.0395970295577</c:v>
                </c:pt>
                <c:pt idx="15">
                  <c:v>603.1353291809021</c:v>
                </c:pt>
                <c:pt idx="16">
                  <c:v>466.0437613726848</c:v>
                </c:pt>
                <c:pt idx="17">
                  <c:v>8.948637219459911</c:v>
                </c:pt>
                <c:pt idx="18">
                  <c:v>209.77290743729276</c:v>
                </c:pt>
                <c:pt idx="19">
                  <c:v>33.1504014685094</c:v>
                </c:pt>
                <c:pt idx="20">
                  <c:v>830.147106301135</c:v>
                </c:pt>
                <c:pt idx="21">
                  <c:v>596.2176158601044</c:v>
                </c:pt>
                <c:pt idx="22">
                  <c:v>1232.912295162048</c:v>
                </c:pt>
                <c:pt idx="23">
                  <c:v>543.6698305989905</c:v>
                </c:pt>
                <c:pt idx="24">
                  <c:v>225.91805799538557</c:v>
                </c:pt>
                <c:pt idx="25">
                  <c:v>6.471166401123163</c:v>
                </c:pt>
                <c:pt idx="26">
                  <c:v>654.4003725674924</c:v>
                </c:pt>
                <c:pt idx="27">
                  <c:v>35.61534592014368</c:v>
                </c:pt>
                <c:pt idx="28">
                  <c:v>111.03726599933748</c:v>
                </c:pt>
                <c:pt idx="29">
                  <c:v>423.623515487737</c:v>
                </c:pt>
                <c:pt idx="30">
                  <c:v>4.840966672990165</c:v>
                </c:pt>
                <c:pt idx="31">
                  <c:v>1.717857181447951</c:v>
                </c:pt>
                <c:pt idx="32">
                  <c:v>312.86156671457553</c:v>
                </c:pt>
                <c:pt idx="33">
                  <c:v>274.0787382641387</c:v>
                </c:pt>
                <c:pt idx="34">
                  <c:v>460.0684014787762</c:v>
                </c:pt>
                <c:pt idx="35">
                  <c:v>538.9064870842623</c:v>
                </c:pt>
                <c:pt idx="36">
                  <c:v>55.62730919638296</c:v>
                </c:pt>
                <c:pt idx="37">
                  <c:v>135.63971604377662</c:v>
                </c:pt>
                <c:pt idx="38">
                  <c:v>342.9301170364601</c:v>
                </c:pt>
                <c:pt idx="39">
                  <c:v>33.11354851845176</c:v>
                </c:pt>
                <c:pt idx="40">
                  <c:v>339.0752518990528</c:v>
                </c:pt>
                <c:pt idx="41">
                  <c:v>345.70187225609317</c:v>
                </c:pt>
                <c:pt idx="42">
                  <c:v>256.8956602700707</c:v>
                </c:pt>
                <c:pt idx="43">
                  <c:v>66.75035336988529</c:v>
                </c:pt>
                <c:pt idx="44">
                  <c:v>476.97503940792257</c:v>
                </c:pt>
                <c:pt idx="45">
                  <c:v>374.5496768416246</c:v>
                </c:pt>
                <c:pt idx="46">
                  <c:v>17.160803833883797</c:v>
                </c:pt>
                <c:pt idx="47">
                  <c:v>771.4063878664879</c:v>
                </c:pt>
                <c:pt idx="48">
                  <c:v>296.74408139685386</c:v>
                </c:pt>
                <c:pt idx="49">
                  <c:v>313.8172113262909</c:v>
                </c:pt>
                <c:pt idx="50">
                  <c:v>787.3239453706359</c:v>
                </c:pt>
                <c:pt idx="51">
                  <c:v>513.9787026242527</c:v>
                </c:pt>
                <c:pt idx="52">
                  <c:v>713.564468694576</c:v>
                </c:pt>
                <c:pt idx="53">
                  <c:v>20.60607205940078</c:v>
                </c:pt>
                <c:pt idx="54">
                  <c:v>533.4353646377531</c:v>
                </c:pt>
                <c:pt idx="55">
                  <c:v>138.2045771403283</c:v>
                </c:pt>
                <c:pt idx="56">
                  <c:v>0.040382506814062386</c:v>
                </c:pt>
                <c:pt idx="57">
                  <c:v>4.30250921738115</c:v>
                </c:pt>
                <c:pt idx="58">
                  <c:v>671.3251585979458</c:v>
                </c:pt>
                <c:pt idx="59">
                  <c:v>667.9367200931695</c:v>
                </c:pt>
                <c:pt idx="60">
                  <c:v>653.3653117718916</c:v>
                </c:pt>
                <c:pt idx="61">
                  <c:v>302.83027086602715</c:v>
                </c:pt>
                <c:pt idx="62">
                  <c:v>636.8924082233484</c:v>
                </c:pt>
                <c:pt idx="63">
                  <c:v>802.8966059789952</c:v>
                </c:pt>
                <c:pt idx="64">
                  <c:v>428.7857797547774</c:v>
                </c:pt>
                <c:pt idx="65">
                  <c:v>140.95448766097795</c:v>
                </c:pt>
              </c:numCache>
            </c:numRef>
          </c:val>
        </c:ser>
        <c:ser>
          <c:idx val="9"/>
          <c:order val="9"/>
          <c:tx>
            <c:strRef>
              <c:f>Sheet1!$K$1</c:f>
              <c:strCache>
                <c:ptCount val="1"/>
                <c:pt idx="0">
                  <c:v>PR</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21145.504692949045</c:v>
                </c:pt>
                <c:pt idx="1">
                  <c:v>3082.48542457156</c:v>
                </c:pt>
                <c:pt idx="2">
                  <c:v>590.9465694050382</c:v>
                </c:pt>
                <c:pt idx="3">
                  <c:v>424.2269072436144</c:v>
                </c:pt>
                <c:pt idx="4">
                  <c:v>1647.3055037404176</c:v>
                </c:pt>
                <c:pt idx="5">
                  <c:v>15951.409083104272</c:v>
                </c:pt>
                <c:pt idx="6">
                  <c:v>25237.66011583481</c:v>
                </c:pt>
                <c:pt idx="7">
                  <c:v>22736.988385134206</c:v>
                </c:pt>
                <c:pt idx="8">
                  <c:v>1037.524061998709</c:v>
                </c:pt>
                <c:pt idx="9">
                  <c:v>1007.2602944205905</c:v>
                </c:pt>
                <c:pt idx="10">
                  <c:v>424.40413968779546</c:v>
                </c:pt>
                <c:pt idx="11">
                  <c:v>135.02852652078636</c:v>
                </c:pt>
                <c:pt idx="12">
                  <c:v>716.5320818646793</c:v>
                </c:pt>
                <c:pt idx="13">
                  <c:v>586.0603786557841</c:v>
                </c:pt>
                <c:pt idx="14">
                  <c:v>489.2927708834662</c:v>
                </c:pt>
                <c:pt idx="15">
                  <c:v>12720.275108265207</c:v>
                </c:pt>
                <c:pt idx="16">
                  <c:v>27470.867685022182</c:v>
                </c:pt>
                <c:pt idx="17">
                  <c:v>3606.7694601171306</c:v>
                </c:pt>
                <c:pt idx="18">
                  <c:v>245.17359862110987</c:v>
                </c:pt>
                <c:pt idx="19">
                  <c:v>814.3461095536701</c:v>
                </c:pt>
                <c:pt idx="20">
                  <c:v>25397.343941291787</c:v>
                </c:pt>
                <c:pt idx="21">
                  <c:v>3214.887669879217</c:v>
                </c:pt>
                <c:pt idx="22">
                  <c:v>11986.634935838103</c:v>
                </c:pt>
                <c:pt idx="23">
                  <c:v>15100.244112986515</c:v>
                </c:pt>
                <c:pt idx="24">
                  <c:v>26367.37786638004</c:v>
                </c:pt>
                <c:pt idx="25">
                  <c:v>27194.952332592868</c:v>
                </c:pt>
                <c:pt idx="26">
                  <c:v>2698.543301261768</c:v>
                </c:pt>
                <c:pt idx="27">
                  <c:v>553.0559619698082</c:v>
                </c:pt>
                <c:pt idx="28">
                  <c:v>27289.452376762165</c:v>
                </c:pt>
                <c:pt idx="29">
                  <c:v>36178.31260287285</c:v>
                </c:pt>
                <c:pt idx="30">
                  <c:v>22282.4348470398</c:v>
                </c:pt>
                <c:pt idx="31">
                  <c:v>8594.014913996742</c:v>
                </c:pt>
                <c:pt idx="32">
                  <c:v>6842.177831551161</c:v>
                </c:pt>
                <c:pt idx="33">
                  <c:v>16898.963092475962</c:v>
                </c:pt>
                <c:pt idx="34">
                  <c:v>23715.745270997573</c:v>
                </c:pt>
                <c:pt idx="35">
                  <c:v>20720.45380062394</c:v>
                </c:pt>
                <c:pt idx="36">
                  <c:v>10394.332879320114</c:v>
                </c:pt>
                <c:pt idx="37">
                  <c:v>19916.013661006986</c:v>
                </c:pt>
                <c:pt idx="38">
                  <c:v>14537.283604089102</c:v>
                </c:pt>
                <c:pt idx="39">
                  <c:v>10031.273326387094</c:v>
                </c:pt>
                <c:pt idx="40">
                  <c:v>15928.528031662854</c:v>
                </c:pt>
                <c:pt idx="41">
                  <c:v>1026.4520033487067</c:v>
                </c:pt>
                <c:pt idx="42">
                  <c:v>431.6925926702537</c:v>
                </c:pt>
                <c:pt idx="43">
                  <c:v>803.0840801311731</c:v>
                </c:pt>
                <c:pt idx="44">
                  <c:v>10369.97939095036</c:v>
                </c:pt>
                <c:pt idx="45">
                  <c:v>1269.4165903151113</c:v>
                </c:pt>
                <c:pt idx="46">
                  <c:v>11019.816984983594</c:v>
                </c:pt>
                <c:pt idx="47">
                  <c:v>2949.225518618493</c:v>
                </c:pt>
                <c:pt idx="48">
                  <c:v>253.67755242604167</c:v>
                </c:pt>
                <c:pt idx="49">
                  <c:v>26237.445615957724</c:v>
                </c:pt>
                <c:pt idx="50">
                  <c:v>1581.1150309194422</c:v>
                </c:pt>
                <c:pt idx="51">
                  <c:v>36290.46830845688</c:v>
                </c:pt>
                <c:pt idx="52">
                  <c:v>30325.25440059597</c:v>
                </c:pt>
                <c:pt idx="53">
                  <c:v>1401.646968695416</c:v>
                </c:pt>
                <c:pt idx="54">
                  <c:v>146.7403271809643</c:v>
                </c:pt>
                <c:pt idx="55">
                  <c:v>0.3645816191023627</c:v>
                </c:pt>
                <c:pt idx="56">
                  <c:v>8063.763513740188</c:v>
                </c:pt>
                <c:pt idx="57">
                  <c:v>12197.815154303407</c:v>
                </c:pt>
                <c:pt idx="58">
                  <c:v>20774.53102716628</c:v>
                </c:pt>
                <c:pt idx="59">
                  <c:v>1178.391324882539</c:v>
                </c:pt>
                <c:pt idx="60">
                  <c:v>703.1562771072321</c:v>
                </c:pt>
                <c:pt idx="61">
                  <c:v>796.9503368834805</c:v>
                </c:pt>
                <c:pt idx="62">
                  <c:v>33294.08773534866</c:v>
                </c:pt>
                <c:pt idx="63">
                  <c:v>1994.7877489451516</c:v>
                </c:pt>
                <c:pt idx="64">
                  <c:v>1160.0550844767854</c:v>
                </c:pt>
                <c:pt idx="65">
                  <c:v>162.38445955946355</c:v>
                </c:pt>
              </c:numCache>
            </c:numRef>
          </c:val>
        </c:ser>
        <c:ser>
          <c:idx val="10"/>
          <c:order val="10"/>
          <c:tx>
            <c:strRef>
              <c:f>Sheet1!$L$1</c:f>
              <c:strCache>
                <c:ptCount val="1"/>
                <c:pt idx="0">
                  <c:v>Price volatility</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-54334.5820327634</c:v>
                </c:pt>
                <c:pt idx="1">
                  <c:v>-47286.40170870428</c:v>
                </c:pt>
                <c:pt idx="2">
                  <c:v>-58122.622968799864</c:v>
                </c:pt>
                <c:pt idx="3">
                  <c:v>-10507.075942436992</c:v>
                </c:pt>
                <c:pt idx="4">
                  <c:v>-7572.659786131988</c:v>
                </c:pt>
                <c:pt idx="5">
                  <c:v>26958.43423391974</c:v>
                </c:pt>
                <c:pt idx="6">
                  <c:v>39233.25114444454</c:v>
                </c:pt>
                <c:pt idx="7">
                  <c:v>54263.63571480714</c:v>
                </c:pt>
                <c:pt idx="8">
                  <c:v>42168.517454540895</c:v>
                </c:pt>
                <c:pt idx="9">
                  <c:v>25496.014253686888</c:v>
                </c:pt>
                <c:pt idx="10">
                  <c:v>-4684.35914243633</c:v>
                </c:pt>
                <c:pt idx="11">
                  <c:v>-30954.255406151802</c:v>
                </c:pt>
                <c:pt idx="12">
                  <c:v>-52538.411887085866</c:v>
                </c:pt>
                <c:pt idx="13">
                  <c:v>-56783.23049375548</c:v>
                </c:pt>
                <c:pt idx="14">
                  <c:v>-57031.23122834541</c:v>
                </c:pt>
                <c:pt idx="15">
                  <c:v>-18193.037149175405</c:v>
                </c:pt>
                <c:pt idx="16">
                  <c:v>14822.589262605605</c:v>
                </c:pt>
                <c:pt idx="17">
                  <c:v>36677.29923223685</c:v>
                </c:pt>
                <c:pt idx="18">
                  <c:v>38285.406797068885</c:v>
                </c:pt>
                <c:pt idx="19">
                  <c:v>71269.71952261787</c:v>
                </c:pt>
                <c:pt idx="20">
                  <c:v>41618.64224631335</c:v>
                </c:pt>
                <c:pt idx="21">
                  <c:v>14948.992376403125</c:v>
                </c:pt>
                <c:pt idx="22">
                  <c:v>-9485.98900998266</c:v>
                </c:pt>
                <c:pt idx="23">
                  <c:v>-24130.86530784391</c:v>
                </c:pt>
                <c:pt idx="24">
                  <c:v>-71611.48250117502</c:v>
                </c:pt>
                <c:pt idx="25">
                  <c:v>-50628.5240430001</c:v>
                </c:pt>
                <c:pt idx="26">
                  <c:v>-48908.62229675628</c:v>
                </c:pt>
                <c:pt idx="27">
                  <c:v>-21099.056005735016</c:v>
                </c:pt>
                <c:pt idx="28">
                  <c:v>8038.495902327967</c:v>
                </c:pt>
                <c:pt idx="29">
                  <c:v>36306.69320156725</c:v>
                </c:pt>
                <c:pt idx="30">
                  <c:v>52973.09618464817</c:v>
                </c:pt>
                <c:pt idx="31">
                  <c:v>63215.70201702285</c:v>
                </c:pt>
                <c:pt idx="32">
                  <c:v>44005.36653623224</c:v>
                </c:pt>
                <c:pt idx="33">
                  <c:v>23082.653239096064</c:v>
                </c:pt>
                <c:pt idx="34">
                  <c:v>-13374.551040926368</c:v>
                </c:pt>
                <c:pt idx="35">
                  <c:v>-26735.4843591756</c:v>
                </c:pt>
                <c:pt idx="36">
                  <c:v>-74819.1441895815</c:v>
                </c:pt>
                <c:pt idx="37">
                  <c:v>-66435.39576461782</c:v>
                </c:pt>
                <c:pt idx="38">
                  <c:v>-49838.71912190336</c:v>
                </c:pt>
                <c:pt idx="39">
                  <c:v>-19263.036500126615</c:v>
                </c:pt>
                <c:pt idx="40">
                  <c:v>-2456.8364470952138</c:v>
                </c:pt>
                <c:pt idx="41">
                  <c:v>26070.0921966269</c:v>
                </c:pt>
                <c:pt idx="42">
                  <c:v>49595.22894442138</c:v>
                </c:pt>
                <c:pt idx="43">
                  <c:v>51679.54696115939</c:v>
                </c:pt>
                <c:pt idx="44">
                  <c:v>49100.320618925514</c:v>
                </c:pt>
                <c:pt idx="45">
                  <c:v>40334.37011502127</c:v>
                </c:pt>
                <c:pt idx="46">
                  <c:v>-2087.3369373249207</c:v>
                </c:pt>
                <c:pt idx="47">
                  <c:v>-38015.249837260184</c:v>
                </c:pt>
                <c:pt idx="48">
                  <c:v>-77359.17144360045</c:v>
                </c:pt>
                <c:pt idx="49">
                  <c:v>-74001.05033142894</c:v>
                </c:pt>
                <c:pt idx="50">
                  <c:v>-48185.100173344785</c:v>
                </c:pt>
                <c:pt idx="51">
                  <c:v>-31492.60326974548</c:v>
                </c:pt>
                <c:pt idx="52">
                  <c:v>19746.92182543645</c:v>
                </c:pt>
                <c:pt idx="53">
                  <c:v>24741.31216814292</c:v>
                </c:pt>
                <c:pt idx="54">
                  <c:v>59828.54805284568</c:v>
                </c:pt>
                <c:pt idx="55">
                  <c:v>64053.28074913852</c:v>
                </c:pt>
                <c:pt idx="56">
                  <c:v>66995.04430258619</c:v>
                </c:pt>
                <c:pt idx="57">
                  <c:v>11730.166446575702</c:v>
                </c:pt>
                <c:pt idx="58">
                  <c:v>-28762.939652063615</c:v>
                </c:pt>
                <c:pt idx="59">
                  <c:v>-50383.466511634375</c:v>
                </c:pt>
                <c:pt idx="60">
                  <c:v>-60337.300743329935</c:v>
                </c:pt>
                <c:pt idx="61">
                  <c:v>-41442.19915392032</c:v>
                </c:pt>
                <c:pt idx="62">
                  <c:v>-48948.39021511729</c:v>
                </c:pt>
                <c:pt idx="63">
                  <c:v>-18435.004372808693</c:v>
                </c:pt>
                <c:pt idx="64">
                  <c:v>767.6085995040539</c:v>
                </c:pt>
                <c:pt idx="65">
                  <c:v>35207.12575698369</c:v>
                </c:pt>
              </c:numCache>
            </c:numRef>
          </c:val>
        </c:ser>
        <c:ser>
          <c:idx val="11"/>
          <c:order val="11"/>
          <c:tx>
            <c:strRef>
              <c:f>Sheet1!$M$1</c:f>
              <c:strCache>
                <c:ptCount val="1"/>
                <c:pt idx="0">
                  <c:v>Relative price</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-36173.52939301668</c:v>
                </c:pt>
                <c:pt idx="1">
                  <c:v>-35209.398790706866</c:v>
                </c:pt>
                <c:pt idx="2">
                  <c:v>-46892.31622036884</c:v>
                </c:pt>
                <c:pt idx="3">
                  <c:v>-34425.319202175524</c:v>
                </c:pt>
                <c:pt idx="4">
                  <c:v>-34056.45622154536</c:v>
                </c:pt>
                <c:pt idx="5">
                  <c:v>-40713.530444755466</c:v>
                </c:pt>
                <c:pt idx="6">
                  <c:v>-35457.54514909189</c:v>
                </c:pt>
                <c:pt idx="7">
                  <c:v>-37975.7075720449</c:v>
                </c:pt>
                <c:pt idx="8">
                  <c:v>-29323.83610790496</c:v>
                </c:pt>
                <c:pt idx="9">
                  <c:v>-32581.47014488041</c:v>
                </c:pt>
                <c:pt idx="10">
                  <c:v>-38276.788402212245</c:v>
                </c:pt>
                <c:pt idx="11">
                  <c:v>-29706.469009172513</c:v>
                </c:pt>
                <c:pt idx="12">
                  <c:v>-37857.329748647724</c:v>
                </c:pt>
                <c:pt idx="13">
                  <c:v>-34477.537245256775</c:v>
                </c:pt>
                <c:pt idx="14">
                  <c:v>-47876.88609037969</c:v>
                </c:pt>
                <c:pt idx="15">
                  <c:v>-36045.004371737785</c:v>
                </c:pt>
                <c:pt idx="16">
                  <c:v>-50807.68386344296</c:v>
                </c:pt>
                <c:pt idx="17">
                  <c:v>-41618.39773779281</c:v>
                </c:pt>
                <c:pt idx="18">
                  <c:v>-33027.97463344074</c:v>
                </c:pt>
                <c:pt idx="19">
                  <c:v>-45323.50734152527</c:v>
                </c:pt>
                <c:pt idx="20">
                  <c:v>-32864.45013768593</c:v>
                </c:pt>
                <c:pt idx="21">
                  <c:v>-31079.951278173576</c:v>
                </c:pt>
                <c:pt idx="22">
                  <c:v>-48209.96301850232</c:v>
                </c:pt>
                <c:pt idx="23">
                  <c:v>-34025.079020643025</c:v>
                </c:pt>
                <c:pt idx="24">
                  <c:v>-45915.90217117612</c:v>
                </c:pt>
                <c:pt idx="25">
                  <c:v>-39555.54421844385</c:v>
                </c:pt>
                <c:pt idx="26">
                  <c:v>-38325.37904492555</c:v>
                </c:pt>
                <c:pt idx="27">
                  <c:v>-39442.495655498824</c:v>
                </c:pt>
                <c:pt idx="28">
                  <c:v>-53031.04020327687</c:v>
                </c:pt>
                <c:pt idx="29">
                  <c:v>-46507.901873726165</c:v>
                </c:pt>
                <c:pt idx="30">
                  <c:v>-42332.55143968299</c:v>
                </c:pt>
                <c:pt idx="31">
                  <c:v>-40588.540490047366</c:v>
                </c:pt>
                <c:pt idx="32">
                  <c:v>-35186.015633548785</c:v>
                </c:pt>
                <c:pt idx="33">
                  <c:v>-38294.17538504288</c:v>
                </c:pt>
                <c:pt idx="34">
                  <c:v>-33751.09237739474</c:v>
                </c:pt>
                <c:pt idx="35">
                  <c:v>-41313.63543377489</c:v>
                </c:pt>
                <c:pt idx="36">
                  <c:v>-48372.83059385159</c:v>
                </c:pt>
                <c:pt idx="37">
                  <c:v>-42528.65548637335</c:v>
                </c:pt>
                <c:pt idx="38">
                  <c:v>-42913.74478728206</c:v>
                </c:pt>
                <c:pt idx="39">
                  <c:v>-46938.56572545879</c:v>
                </c:pt>
                <c:pt idx="40">
                  <c:v>-51149.01681987041</c:v>
                </c:pt>
                <c:pt idx="41">
                  <c:v>-40017.38876397276</c:v>
                </c:pt>
                <c:pt idx="42">
                  <c:v>-41763.04480582517</c:v>
                </c:pt>
                <c:pt idx="43">
                  <c:v>-37080.19855451645</c:v>
                </c:pt>
                <c:pt idx="44">
                  <c:v>-33221.58004087671</c:v>
                </c:pt>
                <c:pt idx="45">
                  <c:v>-41580.702879911754</c:v>
                </c:pt>
                <c:pt idx="46">
                  <c:v>-37421.027155263924</c:v>
                </c:pt>
                <c:pt idx="47">
                  <c:v>-41177.88263035945</c:v>
                </c:pt>
                <c:pt idx="48">
                  <c:v>-52105.34278768405</c:v>
                </c:pt>
                <c:pt idx="49">
                  <c:v>-46556.305777794216</c:v>
                </c:pt>
                <c:pt idx="50">
                  <c:v>-47557.22510173137</c:v>
                </c:pt>
                <c:pt idx="51">
                  <c:v>-59533.33947948431</c:v>
                </c:pt>
                <c:pt idx="52">
                  <c:v>-48526.3573199224</c:v>
                </c:pt>
                <c:pt idx="53">
                  <c:v>-43816.36392475912</c:v>
                </c:pt>
                <c:pt idx="54">
                  <c:v>-52224.91202455944</c:v>
                </c:pt>
                <c:pt idx="55">
                  <c:v>-36569.36922407374</c:v>
                </c:pt>
                <c:pt idx="56">
                  <c:v>-47772.203941254</c:v>
                </c:pt>
                <c:pt idx="57">
                  <c:v>-35384.00634460934</c:v>
                </c:pt>
                <c:pt idx="58">
                  <c:v>-37483.482110476885</c:v>
                </c:pt>
                <c:pt idx="59">
                  <c:v>-45404.8025688193</c:v>
                </c:pt>
                <c:pt idx="60">
                  <c:v>-42897.11675558233</c:v>
                </c:pt>
                <c:pt idx="61">
                  <c:v>-38768.22082358858</c:v>
                </c:pt>
                <c:pt idx="62">
                  <c:v>-62701.03593008204</c:v>
                </c:pt>
                <c:pt idx="63">
                  <c:v>-46139.62824435008</c:v>
                </c:pt>
                <c:pt idx="64">
                  <c:v>-51315.94784786692</c:v>
                </c:pt>
                <c:pt idx="65">
                  <c:v>-47461.94564920432</c:v>
                </c:pt>
              </c:numCache>
            </c:numRef>
          </c:val>
        </c:ser>
        <c:ser>
          <c:idx val="12"/>
          <c:order val="12"/>
          <c:tx>
            <c:strRef>
              <c:f>Sheet1!$N$1</c:f>
              <c:strCache>
                <c:ptCount val="1"/>
                <c:pt idx="0">
                  <c:v>Seasonality</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515455.4968389591</c:v>
                </c:pt>
                <c:pt idx="1">
                  <c:v>594807.8606723413</c:v>
                </c:pt>
                <c:pt idx="2">
                  <c:v>911353.773433577</c:v>
                </c:pt>
                <c:pt idx="3">
                  <c:v>684401.6121491531</c:v>
                </c:pt>
                <c:pt idx="4">
                  <c:v>696956.6877305821</c:v>
                </c:pt>
                <c:pt idx="5">
                  <c:v>597192.1465932314</c:v>
                </c:pt>
                <c:pt idx="6">
                  <c:v>345866.4717615655</c:v>
                </c:pt>
                <c:pt idx="7">
                  <c:v>154469.84019603633</c:v>
                </c:pt>
                <c:pt idx="8">
                  <c:v>20774.67978323422</c:v>
                </c:pt>
                <c:pt idx="9">
                  <c:v>11252.014431345742</c:v>
                </c:pt>
                <c:pt idx="10">
                  <c:v>125694.46792467344</c:v>
                </c:pt>
                <c:pt idx="11">
                  <c:v>243617.70972497616</c:v>
                </c:pt>
                <c:pt idx="12">
                  <c:v>640808.1665200415</c:v>
                </c:pt>
                <c:pt idx="13">
                  <c:v>581657.7028973129</c:v>
                </c:pt>
                <c:pt idx="14">
                  <c:v>935220.9538421184</c:v>
                </c:pt>
                <c:pt idx="15">
                  <c:v>724391.8564720905</c:v>
                </c:pt>
                <c:pt idx="16">
                  <c:v>981732.9233202735</c:v>
                </c:pt>
                <c:pt idx="17">
                  <c:v>588050.1630821964</c:v>
                </c:pt>
                <c:pt idx="18">
                  <c:v>312063.3548989516</c:v>
                </c:pt>
                <c:pt idx="19">
                  <c:v>191852.06410641992</c:v>
                </c:pt>
                <c:pt idx="20">
                  <c:v>26595.18405764317</c:v>
                </c:pt>
                <c:pt idx="21">
                  <c:v>10837.025103570362</c:v>
                </c:pt>
                <c:pt idx="22">
                  <c:v>162929.92966872372</c:v>
                </c:pt>
                <c:pt idx="23">
                  <c:v>279272.78527108143</c:v>
                </c:pt>
                <c:pt idx="24">
                  <c:v>724912.4672955151</c:v>
                </c:pt>
                <c:pt idx="25">
                  <c:v>695384.7077978002</c:v>
                </c:pt>
                <c:pt idx="26">
                  <c:v>747777.7794737371</c:v>
                </c:pt>
                <c:pt idx="27">
                  <c:v>780746.5596092124</c:v>
                </c:pt>
                <c:pt idx="28">
                  <c:v>1047362.3711118017</c:v>
                </c:pt>
                <c:pt idx="29">
                  <c:v>650717.2610027774</c:v>
                </c:pt>
                <c:pt idx="30">
                  <c:v>406059.80928761966</c:v>
                </c:pt>
                <c:pt idx="31">
                  <c:v>175359.28810641557</c:v>
                </c:pt>
                <c:pt idx="32">
                  <c:v>25063.70440730128</c:v>
                </c:pt>
                <c:pt idx="33">
                  <c:v>21031.86793979659</c:v>
                </c:pt>
                <c:pt idx="34">
                  <c:v>126351.83249675867</c:v>
                </c:pt>
                <c:pt idx="35">
                  <c:v>343569.50923804555</c:v>
                </c:pt>
                <c:pt idx="36">
                  <c:v>748678.9672534168</c:v>
                </c:pt>
                <c:pt idx="37">
                  <c:v>746097.2482280263</c:v>
                </c:pt>
                <c:pt idx="38">
                  <c:v>844155.2702537641</c:v>
                </c:pt>
                <c:pt idx="39">
                  <c:v>940563.9640524031</c:v>
                </c:pt>
                <c:pt idx="40">
                  <c:v>1047967.1522209253</c:v>
                </c:pt>
                <c:pt idx="41">
                  <c:v>581858.0390580862</c:v>
                </c:pt>
                <c:pt idx="42">
                  <c:v>360619.90898893157</c:v>
                </c:pt>
                <c:pt idx="43">
                  <c:v>132329.9478622666</c:v>
                </c:pt>
                <c:pt idx="44">
                  <c:v>23213.76861509219</c:v>
                </c:pt>
                <c:pt idx="45">
                  <c:v>22407.178754260778</c:v>
                </c:pt>
                <c:pt idx="46">
                  <c:v>136295.7814753824</c:v>
                </c:pt>
                <c:pt idx="47">
                  <c:v>336856.6291412322</c:v>
                </c:pt>
                <c:pt idx="48">
                  <c:v>752139.0236994138</c:v>
                </c:pt>
                <c:pt idx="49">
                  <c:v>816928.5602161344</c:v>
                </c:pt>
                <c:pt idx="50">
                  <c:v>934070.6205993971</c:v>
                </c:pt>
                <c:pt idx="51">
                  <c:v>1183710.2790784244</c:v>
                </c:pt>
                <c:pt idx="52">
                  <c:v>995224.1862937164</c:v>
                </c:pt>
                <c:pt idx="53">
                  <c:v>619510.7039793433</c:v>
                </c:pt>
                <c:pt idx="54">
                  <c:v>469546.25605673296</c:v>
                </c:pt>
                <c:pt idx="55">
                  <c:v>136706.39270545263</c:v>
                </c:pt>
                <c:pt idx="56">
                  <c:v>27323.14180691168</c:v>
                </c:pt>
                <c:pt idx="57">
                  <c:v>23088.998783381307</c:v>
                </c:pt>
                <c:pt idx="58">
                  <c:v>140153.0457428915</c:v>
                </c:pt>
                <c:pt idx="59">
                  <c:v>401906.3116173656</c:v>
                </c:pt>
                <c:pt idx="60">
                  <c:v>693282.0947290473</c:v>
                </c:pt>
                <c:pt idx="61">
                  <c:v>683285.7732606226</c:v>
                </c:pt>
                <c:pt idx="62">
                  <c:v>1238517.9341691837</c:v>
                </c:pt>
                <c:pt idx="63">
                  <c:v>908441.2180457735</c:v>
                </c:pt>
                <c:pt idx="64">
                  <c:v>999232.0799754654</c:v>
                </c:pt>
                <c:pt idx="65">
                  <c:v>676988.6677567582</c:v>
                </c:pt>
              </c:numCache>
            </c:numRef>
          </c:val>
        </c:ser>
        <c:ser>
          <c:idx val="13"/>
          <c:order val="13"/>
          <c:tx>
            <c:strRef>
              <c:f>Sheet1!$O$1</c:f>
              <c:strCache>
                <c:ptCount val="1"/>
                <c:pt idx="0">
                  <c:v>TV</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6249.51205173232</c:v>
                </c:pt>
                <c:pt idx="1">
                  <c:v>4967.520895405657</c:v>
                </c:pt>
                <c:pt idx="2">
                  <c:v>7023.581651260096</c:v>
                </c:pt>
                <c:pt idx="3">
                  <c:v>22924.520806465513</c:v>
                </c:pt>
                <c:pt idx="4">
                  <c:v>6305.360174579862</c:v>
                </c:pt>
                <c:pt idx="5">
                  <c:v>52545.19928190686</c:v>
                </c:pt>
                <c:pt idx="6">
                  <c:v>81815.67191223956</c:v>
                </c:pt>
                <c:pt idx="7">
                  <c:v>28934.284644509495</c:v>
                </c:pt>
                <c:pt idx="8">
                  <c:v>5722.184271846832</c:v>
                </c:pt>
                <c:pt idx="9">
                  <c:v>38476.60480434689</c:v>
                </c:pt>
                <c:pt idx="10">
                  <c:v>27418.13816508289</c:v>
                </c:pt>
                <c:pt idx="11">
                  <c:v>11144.00945059211</c:v>
                </c:pt>
                <c:pt idx="12">
                  <c:v>56226.623970278975</c:v>
                </c:pt>
                <c:pt idx="13">
                  <c:v>48262.6844214499</c:v>
                </c:pt>
                <c:pt idx="14">
                  <c:v>44126.12805898559</c:v>
                </c:pt>
                <c:pt idx="15">
                  <c:v>26073.180134099784</c:v>
                </c:pt>
                <c:pt idx="16">
                  <c:v>56256.52789119332</c:v>
                </c:pt>
                <c:pt idx="17">
                  <c:v>83494.9179868626</c:v>
                </c:pt>
                <c:pt idx="18">
                  <c:v>12391.726631785212</c:v>
                </c:pt>
                <c:pt idx="19">
                  <c:v>64112.60003385207</c:v>
                </c:pt>
                <c:pt idx="20">
                  <c:v>44215.289329926934</c:v>
                </c:pt>
                <c:pt idx="21">
                  <c:v>20299.708443020292</c:v>
                </c:pt>
                <c:pt idx="22">
                  <c:v>96028.77783078383</c:v>
                </c:pt>
                <c:pt idx="23">
                  <c:v>7367.2479398107525</c:v>
                </c:pt>
                <c:pt idx="24">
                  <c:v>9017.959044590734</c:v>
                </c:pt>
                <c:pt idx="25">
                  <c:v>60822.093835015476</c:v>
                </c:pt>
                <c:pt idx="26">
                  <c:v>8019.1320413191615</c:v>
                </c:pt>
                <c:pt idx="27">
                  <c:v>24115.2372073964</c:v>
                </c:pt>
                <c:pt idx="28">
                  <c:v>67938.34562871828</c:v>
                </c:pt>
                <c:pt idx="29">
                  <c:v>56906.47868821147</c:v>
                </c:pt>
                <c:pt idx="30">
                  <c:v>45446.60840715836</c:v>
                </c:pt>
                <c:pt idx="31">
                  <c:v>9059.1069858311</c:v>
                </c:pt>
                <c:pt idx="32">
                  <c:v>36633.94534596512</c:v>
                </c:pt>
                <c:pt idx="33">
                  <c:v>25666.009012831215</c:v>
                </c:pt>
                <c:pt idx="34">
                  <c:v>55843.72060149504</c:v>
                </c:pt>
                <c:pt idx="35">
                  <c:v>15803.237568406485</c:v>
                </c:pt>
                <c:pt idx="36">
                  <c:v>57665.67413726554</c:v>
                </c:pt>
                <c:pt idx="37">
                  <c:v>69654.97851280587</c:v>
                </c:pt>
                <c:pt idx="38">
                  <c:v>11255.460009570295</c:v>
                </c:pt>
                <c:pt idx="39">
                  <c:v>87025.74733366468</c:v>
                </c:pt>
                <c:pt idx="40">
                  <c:v>22203.369179892168</c:v>
                </c:pt>
                <c:pt idx="41">
                  <c:v>7799.296375529605</c:v>
                </c:pt>
                <c:pt idx="42">
                  <c:v>81905.65988038995</c:v>
                </c:pt>
                <c:pt idx="43">
                  <c:v>50459.97698005534</c:v>
                </c:pt>
                <c:pt idx="44">
                  <c:v>8589.097858148903</c:v>
                </c:pt>
                <c:pt idx="45">
                  <c:v>45145.36203081969</c:v>
                </c:pt>
                <c:pt idx="46">
                  <c:v>64977.436614541264</c:v>
                </c:pt>
                <c:pt idx="47">
                  <c:v>69940.02893617487</c:v>
                </c:pt>
                <c:pt idx="48">
                  <c:v>73394.06325497295</c:v>
                </c:pt>
                <c:pt idx="49">
                  <c:v>64317.74822398834</c:v>
                </c:pt>
                <c:pt idx="50">
                  <c:v>10947.563842330725</c:v>
                </c:pt>
                <c:pt idx="51">
                  <c:v>57112.32948503898</c:v>
                </c:pt>
                <c:pt idx="52">
                  <c:v>17185.002014157075</c:v>
                </c:pt>
                <c:pt idx="53">
                  <c:v>11062.254915404552</c:v>
                </c:pt>
                <c:pt idx="54">
                  <c:v>12967.539686324595</c:v>
                </c:pt>
                <c:pt idx="55">
                  <c:v>8650.273070591746</c:v>
                </c:pt>
                <c:pt idx="56">
                  <c:v>13265.905283114924</c:v>
                </c:pt>
                <c:pt idx="57">
                  <c:v>9873.461004747722</c:v>
                </c:pt>
                <c:pt idx="58">
                  <c:v>85947.6826548209</c:v>
                </c:pt>
                <c:pt idx="59">
                  <c:v>12494.729774139158</c:v>
                </c:pt>
                <c:pt idx="60">
                  <c:v>8850.103615687505</c:v>
                </c:pt>
                <c:pt idx="61">
                  <c:v>7670.483769890078</c:v>
                </c:pt>
                <c:pt idx="62">
                  <c:v>13982.925236597319</c:v>
                </c:pt>
                <c:pt idx="63">
                  <c:v>9204.208031713972</c:v>
                </c:pt>
                <c:pt idx="64">
                  <c:v>94880.95470364056</c:v>
                </c:pt>
                <c:pt idx="65">
                  <c:v>69104.3309561486</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Sheet1!$A$2:$A$15</c:f>
              <c:strCache>
                <c:ptCount val="14"/>
                <c:pt idx="0">
                  <c:v>Distribution</c:v>
                </c:pt>
                <c:pt idx="1">
                  <c:v>Seasonality</c:v>
                </c:pt>
                <c:pt idx="2">
                  <c:v>Base</c:v>
                </c:pt>
                <c:pt idx="3">
                  <c:v>E-com</c:v>
                </c:pt>
                <c:pt idx="4">
                  <c:v>OOH</c:v>
                </c:pt>
                <c:pt idx="5">
                  <c:v>TV</c:v>
                </c:pt>
                <c:pt idx="6">
                  <c:v>Digital_Video</c:v>
                </c:pt>
                <c:pt idx="7">
                  <c:v>Digital_DA</c:v>
                </c:pt>
                <c:pt idx="8">
                  <c:v>Digital_Perform...</c:v>
                </c:pt>
                <c:pt idx="9">
                  <c:v>Digital_Special...</c:v>
                </c:pt>
                <c:pt idx="10">
                  <c:v>PR</c:v>
                </c:pt>
                <c:pt idx="11">
                  <c:v>POS</c:v>
                </c:pt>
                <c:pt idx="12">
                  <c:v>Price volatilit...</c:v>
                </c:pt>
                <c:pt idx="13">
                  <c:v>Relative price</c:v>
                </c:pt>
              </c:strCache>
            </c:strRef>
          </c:cat>
          <c:val>
            <c:numRef>
              <c:f>Sheet1!$B$2:$B$15</c:f>
              <c:numCache>
                <c:formatCode>General</c:formatCode>
                <c:ptCount val="14"/>
                <c:pt idx="0">
                  <c:v>0.0</c:v>
                </c:pt>
                <c:pt idx="1">
                  <c:v>54.03749950737068</c:v>
                </c:pt>
                <c:pt idx="2">
                  <c:v>77.05062443663326</c:v>
                </c:pt>
                <c:pt idx="3">
                  <c:v>91.05250338805973</c:v>
                </c:pt>
                <c:pt idx="4">
                  <c:v>96.08203070457029</c:v>
                </c:pt>
                <c:pt idx="5">
                  <c:v>98.24672619856706</c:v>
                </c:pt>
                <c:pt idx="6">
                  <c:v>99.1482338890783</c:v>
                </c:pt>
                <c:pt idx="7">
                  <c:v>100.04330113608997</c:v>
                </c:pt>
                <c:pt idx="8">
                  <c:v>100.61490874661226</c:v>
                </c:pt>
                <c:pt idx="9">
                  <c:v>101.17511363077183</c:v>
                </c:pt>
                <c:pt idx="10">
                  <c:v>101.6879835478552</c:v>
                </c:pt>
                <c:pt idx="11">
                  <c:v>101.85665767333774</c:v>
                </c:pt>
                <c:pt idx="12">
                  <c:v>101.2803171843216</c:v>
                </c:pt>
                <c:pt idx="13">
                  <c:v>100.0</c:v>
                </c:pt>
              </c:numCache>
            </c:numRef>
          </c:val>
        </c:ser>
        <c:ser>
          <c:idx val="1"/>
          <c:order val="1"/>
          <c:tx>
            <c:strRef>
              <c:f>Sheet1!$C$1</c:f>
              <c:strCache>
                <c:ptCount val="1"/>
                <c:pt idx="0">
                  <c:v>value</c:v>
                </c:pt>
              </c:strCache>
            </c:strRef>
          </c:tx>
          <c:dPt>
            <c:idx val="0"/>
            <c:spPr>
              <a:solidFill>
                <a:srgbClr val="FF7ED1"/>
              </a:solidFill>
            </c:spPr>
          </c:dPt>
          <c:dPt>
            <c:idx val="1"/>
            <c:spPr>
              <a:solidFill>
                <a:srgbClr val="A17569"/>
              </a:solidFill>
            </c:spPr>
          </c:dPt>
          <c:dPt>
            <c:idx val="2"/>
            <c:spPr>
              <a:solidFill>
                <a:srgbClr val="D60000"/>
              </a:solidFill>
            </c:spPr>
          </c:dPt>
          <c:dPt>
            <c:idx val="3"/>
            <c:spPr>
              <a:solidFill>
                <a:srgbClr val="6B004F"/>
              </a:solidFill>
            </c:spPr>
          </c:dPt>
          <c:dPt>
            <c:idx val="4"/>
            <c:spPr>
              <a:solidFill>
                <a:srgbClr val="FFA52F"/>
              </a:solidFill>
            </c:spPr>
          </c:dPt>
          <c:dPt>
            <c:idx val="5"/>
            <c:spPr>
              <a:solidFill>
                <a:srgbClr val="BCB6FF"/>
              </a:solidFill>
            </c:spPr>
          </c:dPt>
          <c:dPt>
            <c:idx val="6"/>
            <c:spPr>
              <a:solidFill>
                <a:srgbClr val="97FF00"/>
              </a:solidFill>
            </c:spPr>
          </c:dPt>
          <c:dPt>
            <c:idx val="7"/>
            <c:spPr>
              <a:solidFill>
                <a:srgbClr val="8C3BFF"/>
              </a:solidFill>
            </c:spPr>
          </c:dPt>
          <c:dPt>
            <c:idx val="8"/>
            <c:spPr>
              <a:solidFill>
                <a:srgbClr val="018700"/>
              </a:solidFill>
            </c:spPr>
          </c:dPt>
          <c:dPt>
            <c:idx val="9"/>
            <c:spPr>
              <a:solidFill>
                <a:srgbClr val="00ACC6"/>
              </a:solidFill>
            </c:spPr>
          </c:dPt>
          <c:dPt>
            <c:idx val="10"/>
            <c:spPr>
              <a:solidFill>
                <a:srgbClr val="005659"/>
              </a:solidFill>
            </c:spPr>
          </c:dPt>
          <c:dPt>
            <c:idx val="11"/>
            <c:spPr>
              <a:solidFill>
                <a:srgbClr val="573B00"/>
              </a:solidFill>
            </c:spPr>
          </c:dPt>
          <c:dPt>
            <c:idx val="12"/>
            <c:spPr>
              <a:solidFill>
                <a:srgbClr val="0000DD"/>
              </a:solidFill>
            </c:spPr>
          </c:dPt>
          <c:dPt>
            <c:idx val="13"/>
            <c:spPr>
              <a:solidFill>
                <a:srgbClr val="00FDCF"/>
              </a:solidFill>
            </c:spPr>
          </c:dPt>
          <c:dLbls>
            <c:dLbl>
              <c:idx val="0"/>
              <c:tx>
                <c:rich>
                  <a:bodyPr/>
                  <a:lstStyle/>
                  <a:p>
                    <a:r>
                      <a:t>54.04%</a:t>
                    </a:r>
                  </a:p>
                </c:rich>
              </c:tx>
              <c:dLblPos val="inEnd"/>
              <c:showLegendKey val="0"/>
              <c:showVal val="1"/>
              <c:showCatName val="0"/>
              <c:showSerName val="0"/>
              <c:showPercent val="0"/>
              <c:showBubbleSize val="0"/>
            </c:dLbl>
            <c:dLbl>
              <c:idx val="1"/>
              <c:tx>
                <c:rich>
                  <a:bodyPr/>
                  <a:lstStyle/>
                  <a:p>
                    <a:r>
                      <a:t>23.01%</a:t>
                    </a:r>
                  </a:p>
                </c:rich>
              </c:tx>
              <c:dLblPos val="inEnd"/>
              <c:showLegendKey val="0"/>
              <c:showVal val="1"/>
              <c:showCatName val="0"/>
              <c:showSerName val="0"/>
              <c:showPercent val="0"/>
              <c:showBubbleSize val="0"/>
            </c:dLbl>
            <c:dLbl>
              <c:idx val="2"/>
              <c:tx>
                <c:rich>
                  <a:bodyPr/>
                  <a:lstStyle/>
                  <a:p>
                    <a:r>
                      <a:t>14.0%</a:t>
                    </a:r>
                  </a:p>
                </c:rich>
              </c:tx>
              <c:dLblPos val="inEnd"/>
              <c:showLegendKey val="0"/>
              <c:showVal val="1"/>
              <c:showCatName val="0"/>
              <c:showSerName val="0"/>
              <c:showPercent val="0"/>
              <c:showBubbleSize val="0"/>
            </c:dLbl>
            <c:dLbl>
              <c:idx val="3"/>
              <c:tx>
                <c:rich>
                  <a:bodyPr/>
                  <a:lstStyle/>
                  <a:p>
                    <a:r>
                      <a:t>5.03%</a:t>
                    </a:r>
                  </a:p>
                </c:rich>
              </c:tx>
              <c:dLblPos val="inEnd"/>
              <c:showLegendKey val="0"/>
              <c:showVal val="1"/>
              <c:showCatName val="0"/>
              <c:showSerName val="0"/>
              <c:showPercent val="0"/>
              <c:showBubbleSize val="0"/>
            </c:dLbl>
            <c:dLbl>
              <c:idx val="4"/>
              <c:tx>
                <c:rich>
                  <a:bodyPr/>
                  <a:lstStyle/>
                  <a:p>
                    <a:r>
                      <a:t>2.16%</a:t>
                    </a:r>
                  </a:p>
                </c:rich>
              </c:tx>
              <c:dLblPos val="inEnd"/>
              <c:showLegendKey val="0"/>
              <c:showVal val="1"/>
              <c:showCatName val="0"/>
              <c:showSerName val="0"/>
              <c:showPercent val="0"/>
              <c:showBubbleSize val="0"/>
            </c:dLbl>
            <c:dLbl>
              <c:idx val="5"/>
              <c:tx>
                <c:rich>
                  <a:bodyPr/>
                  <a:lstStyle/>
                  <a:p>
                    <a:r>
                      <a:t>0.9%</a:t>
                    </a:r>
                  </a:p>
                </c:rich>
              </c:tx>
              <c:dLblPos val="inEnd"/>
              <c:showLegendKey val="0"/>
              <c:showVal val="1"/>
              <c:showCatName val="0"/>
              <c:showSerName val="0"/>
              <c:showPercent val="0"/>
              <c:showBubbleSize val="0"/>
            </c:dLbl>
            <c:dLbl>
              <c:idx val="6"/>
              <c:tx>
                <c:rich>
                  <a:bodyPr/>
                  <a:lstStyle/>
                  <a:p>
                    <a:r>
                      <a:t>0.9%</a:t>
                    </a:r>
                  </a:p>
                </c:rich>
              </c:tx>
              <c:dLblPos val="inEnd"/>
              <c:showLegendKey val="0"/>
              <c:showVal val="1"/>
              <c:showCatName val="0"/>
              <c:showSerName val="0"/>
              <c:showPercent val="0"/>
              <c:showBubbleSize val="0"/>
            </c:dLbl>
            <c:dLbl>
              <c:idx val="7"/>
              <c:tx>
                <c:rich>
                  <a:bodyPr/>
                  <a:lstStyle/>
                  <a:p>
                    <a:r>
                      <a:t>0.57%</a:t>
                    </a:r>
                  </a:p>
                </c:rich>
              </c:tx>
              <c:dLblPos val="inEnd"/>
              <c:showLegendKey val="0"/>
              <c:showVal val="1"/>
              <c:showCatName val="0"/>
              <c:showSerName val="0"/>
              <c:showPercent val="0"/>
              <c:showBubbleSize val="0"/>
            </c:dLbl>
            <c:dLbl>
              <c:idx val="8"/>
              <c:tx>
                <c:rich>
                  <a:bodyPr/>
                  <a:lstStyle/>
                  <a:p>
                    <a:r>
                      <a:t>0.56%</a:t>
                    </a:r>
                  </a:p>
                </c:rich>
              </c:tx>
              <c:dLblPos val="inEnd"/>
              <c:showLegendKey val="0"/>
              <c:showVal val="1"/>
              <c:showCatName val="0"/>
              <c:showSerName val="0"/>
              <c:showPercent val="0"/>
              <c:showBubbleSize val="0"/>
            </c:dLbl>
            <c:dLbl>
              <c:idx val="9"/>
              <c:tx>
                <c:rich>
                  <a:bodyPr/>
                  <a:lstStyle/>
                  <a:p>
                    <a:r>
                      <a:t>0.51%</a:t>
                    </a:r>
                  </a:p>
                </c:rich>
              </c:tx>
              <c:dLblPos val="inEnd"/>
              <c:showLegendKey val="0"/>
              <c:showVal val="1"/>
              <c:showCatName val="0"/>
              <c:showSerName val="0"/>
              <c:showPercent val="0"/>
              <c:showBubbleSize val="0"/>
            </c:dLbl>
            <c:dLbl>
              <c:idx val="10"/>
              <c:tx>
                <c:rich>
                  <a:bodyPr/>
                  <a:lstStyle/>
                  <a:p>
                    <a:r>
                      <a:t>0.17%</a:t>
                    </a:r>
                  </a:p>
                </c:rich>
              </c:tx>
              <c:dLblPos val="inEnd"/>
              <c:showLegendKey val="0"/>
              <c:showVal val="1"/>
              <c:showCatName val="0"/>
              <c:showSerName val="0"/>
              <c:showPercent val="0"/>
              <c:showBubbleSize val="0"/>
            </c:dLbl>
            <c:dLbl>
              <c:idx val="11"/>
              <c:tx>
                <c:rich>
                  <a:bodyPr/>
                  <a:lstStyle/>
                  <a:p>
                    <a:r>
                      <a:t>0.01%</a:t>
                    </a:r>
                  </a:p>
                </c:rich>
              </c:tx>
              <c:dLblPos val="inEnd"/>
              <c:showLegendKey val="0"/>
              <c:showVal val="1"/>
              <c:showCatName val="0"/>
              <c:showSerName val="0"/>
              <c:showPercent val="0"/>
              <c:showBubbleSize val="0"/>
            </c:dLbl>
            <c:dLbl>
              <c:idx val="12"/>
              <c:tx>
                <c:rich>
                  <a:bodyPr/>
                  <a:lstStyle/>
                  <a:p>
                    <a:r>
                      <a:t>-0.59%</a:t>
                    </a:r>
                  </a:p>
                </c:rich>
              </c:tx>
              <c:dLblPos val="inEnd"/>
              <c:showLegendKey val="0"/>
              <c:showVal val="1"/>
              <c:showCatName val="0"/>
              <c:showSerName val="0"/>
              <c:showPercent val="0"/>
              <c:showBubbleSize val="0"/>
            </c:dLbl>
            <c:dLbl>
              <c:idx val="13"/>
              <c:tx>
                <c:rich>
                  <a:bodyPr/>
                  <a:lstStyle/>
                  <a:p>
                    <a:r>
                      <a:t>-1.28%</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Sheet1!$A$2:$A$15</c:f>
              <c:strCache>
                <c:ptCount val="14"/>
                <c:pt idx="0">
                  <c:v>Distribution</c:v>
                </c:pt>
                <c:pt idx="1">
                  <c:v>Seasonality</c:v>
                </c:pt>
                <c:pt idx="2">
                  <c:v>Base</c:v>
                </c:pt>
                <c:pt idx="3">
                  <c:v>E-com</c:v>
                </c:pt>
                <c:pt idx="4">
                  <c:v>OOH</c:v>
                </c:pt>
                <c:pt idx="5">
                  <c:v>TV</c:v>
                </c:pt>
                <c:pt idx="6">
                  <c:v>Digital_Video</c:v>
                </c:pt>
                <c:pt idx="7">
                  <c:v>Digital_DA</c:v>
                </c:pt>
                <c:pt idx="8">
                  <c:v>Digital_Perform...</c:v>
                </c:pt>
                <c:pt idx="9">
                  <c:v>Digital_Special...</c:v>
                </c:pt>
                <c:pt idx="10">
                  <c:v>PR</c:v>
                </c:pt>
                <c:pt idx="11">
                  <c:v>POS</c:v>
                </c:pt>
                <c:pt idx="12">
                  <c:v>Price volatilit...</c:v>
                </c:pt>
                <c:pt idx="13">
                  <c:v>Relative price</c:v>
                </c:pt>
              </c:strCache>
            </c:strRef>
          </c:cat>
          <c:val>
            <c:numRef>
              <c:f>Sheet1!$C$2:$C$15</c:f>
              <c:numCache>
                <c:formatCode>General</c:formatCode>
                <c:ptCount val="14"/>
                <c:pt idx="0">
                  <c:v>54.037499507370676</c:v>
                </c:pt>
                <c:pt idx="1">
                  <c:v>23.01312492926257</c:v>
                </c:pt>
                <c:pt idx="2">
                  <c:v>14.001878951426477</c:v>
                </c:pt>
                <c:pt idx="3">
                  <c:v>5.029527316510549</c:v>
                </c:pt>
                <c:pt idx="4">
                  <c:v>2.1646954939967733</c:v>
                </c:pt>
                <c:pt idx="5">
                  <c:v>0.9015076905112431</c:v>
                </c:pt>
                <c:pt idx="6">
                  <c:v>0.8950672470116683</c:v>
                </c:pt>
                <c:pt idx="7">
                  <c:v>0.5716076105222659</c:v>
                </c:pt>
                <c:pt idx="8">
                  <c:v>0.5602048841595791</c:v>
                </c:pt>
                <c:pt idx="9">
                  <c:v>0.5128699170833665</c:v>
                </c:pt>
                <c:pt idx="10">
                  <c:v>0.16867412548253835</c:v>
                </c:pt>
                <c:pt idx="11">
                  <c:v>0.01312575145044476</c:v>
                </c:pt>
                <c:pt idx="12">
                  <c:v>0.5894662404665627</c:v>
                </c:pt>
                <c:pt idx="13">
                  <c:v>1.280317184321608</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2274700.0</c:v>
                </c:pt>
                <c:pt idx="1">
                  <c:v>2366200.0</c:v>
                </c:pt>
                <c:pt idx="2">
                  <c:v>3074800.0</c:v>
                </c:pt>
                <c:pt idx="3">
                  <c:v>2079500.0</c:v>
                </c:pt>
                <c:pt idx="4">
                  <c:v>2234400.0</c:v>
                </c:pt>
                <c:pt idx="5">
                  <c:v>2639400.0</c:v>
                </c:pt>
                <c:pt idx="6">
                  <c:v>2431600.0</c:v>
                </c:pt>
                <c:pt idx="7">
                  <c:v>2652800.0</c:v>
                </c:pt>
                <c:pt idx="8">
                  <c:v>1814000.0</c:v>
                </c:pt>
                <c:pt idx="9">
                  <c:v>2288600.0</c:v>
                </c:pt>
                <c:pt idx="10">
                  <c:v>2498700.0</c:v>
                </c:pt>
                <c:pt idx="11">
                  <c:v>1819900.0</c:v>
                </c:pt>
                <c:pt idx="12">
                  <c:v>2355900.0</c:v>
                </c:pt>
                <c:pt idx="13">
                  <c:v>2353900.0</c:v>
                </c:pt>
                <c:pt idx="14">
                  <c:v>3174600.0</c:v>
                </c:pt>
                <c:pt idx="15">
                  <c:v>2304400.0</c:v>
                </c:pt>
                <c:pt idx="16">
                  <c:v>3595300.0</c:v>
                </c:pt>
                <c:pt idx="17">
                  <c:v>2935100.0</c:v>
                </c:pt>
                <c:pt idx="18">
                  <c:v>2167900.0</c:v>
                </c:pt>
                <c:pt idx="19">
                  <c:v>3064500.0</c:v>
                </c:pt>
                <c:pt idx="20">
                  <c:v>2207400.0</c:v>
                </c:pt>
                <c:pt idx="21">
                  <c:v>2112900.0</c:v>
                </c:pt>
                <c:pt idx="22">
                  <c:v>3223400.0</c:v>
                </c:pt>
                <c:pt idx="23">
                  <c:v>2132500.0</c:v>
                </c:pt>
                <c:pt idx="24">
                  <c:v>2897800.0</c:v>
                </c:pt>
                <c:pt idx="25">
                  <c:v>2502200.0</c:v>
                </c:pt>
                <c:pt idx="26">
                  <c:v>2425200.0</c:v>
                </c:pt>
                <c:pt idx="27">
                  <c:v>2644800.0</c:v>
                </c:pt>
                <c:pt idx="28">
                  <c:v>3670800.0</c:v>
                </c:pt>
                <c:pt idx="29">
                  <c:v>3267700.0</c:v>
                </c:pt>
                <c:pt idx="30">
                  <c:v>2921700.0</c:v>
                </c:pt>
                <c:pt idx="31">
                  <c:v>2735800.0</c:v>
                </c:pt>
                <c:pt idx="32">
                  <c:v>2253500.0</c:v>
                </c:pt>
                <c:pt idx="33">
                  <c:v>2423300.0</c:v>
                </c:pt>
                <c:pt idx="34">
                  <c:v>2253200.0</c:v>
                </c:pt>
                <c:pt idx="35">
                  <c:v>2641900.0</c:v>
                </c:pt>
                <c:pt idx="36">
                  <c:v>3211000.0</c:v>
                </c:pt>
                <c:pt idx="37">
                  <c:v>2908100.0</c:v>
                </c:pt>
                <c:pt idx="38">
                  <c:v>2938500.0</c:v>
                </c:pt>
                <c:pt idx="39">
                  <c:v>3175400.0</c:v>
                </c:pt>
                <c:pt idx="40">
                  <c:v>3350300.0</c:v>
                </c:pt>
                <c:pt idx="41">
                  <c:v>2433900.0</c:v>
                </c:pt>
                <c:pt idx="42">
                  <c:v>2843200.0</c:v>
                </c:pt>
                <c:pt idx="43">
                  <c:v>2564700.0</c:v>
                </c:pt>
                <c:pt idx="44">
                  <c:v>2118900.0</c:v>
                </c:pt>
                <c:pt idx="45">
                  <c:v>2804200.0</c:v>
                </c:pt>
                <c:pt idx="46">
                  <c:v>2573300.0</c:v>
                </c:pt>
                <c:pt idx="47">
                  <c:v>2716200.0</c:v>
                </c:pt>
                <c:pt idx="48">
                  <c:v>3385500.0</c:v>
                </c:pt>
                <c:pt idx="49">
                  <c:v>3311000.0</c:v>
                </c:pt>
                <c:pt idx="50">
                  <c:v>3294000.0</c:v>
                </c:pt>
                <c:pt idx="51">
                  <c:v>4014900.0</c:v>
                </c:pt>
                <c:pt idx="52">
                  <c:v>3360100.0</c:v>
                </c:pt>
                <c:pt idx="53">
                  <c:v>2995200.0</c:v>
                </c:pt>
                <c:pt idx="54">
                  <c:v>3462800.0</c:v>
                </c:pt>
                <c:pt idx="55">
                  <c:v>2387400.0</c:v>
                </c:pt>
                <c:pt idx="56">
                  <c:v>3394100.0</c:v>
                </c:pt>
                <c:pt idx="57">
                  <c:v>2421900.0</c:v>
                </c:pt>
                <c:pt idx="58">
                  <c:v>2628200.0</c:v>
                </c:pt>
                <c:pt idx="59">
                  <c:v>2342200.0</c:v>
                </c:pt>
                <c:pt idx="60">
                  <c:v>552200.0</c:v>
                </c:pt>
                <c:pt idx="61">
                  <c:v>2925700.0</c:v>
                </c:pt>
                <c:pt idx="62">
                  <c:v>2418500.0</c:v>
                </c:pt>
                <c:pt idx="63">
                  <c:v>4089100.0</c:v>
                </c:pt>
                <c:pt idx="64">
                  <c:v>3133700.0</c:v>
                </c:pt>
                <c:pt idx="65">
                  <c:v>3930900.0</c:v>
                </c:pt>
                <c:pt idx="66">
                  <c:v>3194500.0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2348017.093801226</c:v>
                </c:pt>
                <c:pt idx="1">
                  <c:v>2261198.209316003</c:v>
                </c:pt>
                <c:pt idx="2">
                  <c:v>3070449.9557616096</c:v>
                </c:pt>
                <c:pt idx="3">
                  <c:v>2236570.6344122076</c:v>
                </c:pt>
                <c:pt idx="4">
                  <c:v>2215972.3393412847</c:v>
                </c:pt>
                <c:pt idx="5">
                  <c:v>2676659.7402911806</c:v>
                </c:pt>
                <c:pt idx="6">
                  <c:v>2376032.302612197</c:v>
                </c:pt>
                <c:pt idx="7">
                  <c:v>2497108.3394080326</c:v>
                </c:pt>
                <c:pt idx="8">
                  <c:v>1918478.4587829208</c:v>
                </c:pt>
                <c:pt idx="9">
                  <c:v>2159840.5335558923</c:v>
                </c:pt>
                <c:pt idx="10">
                  <c:v>2488850.2463792483</c:v>
                </c:pt>
                <c:pt idx="11">
                  <c:v>1876914.346745501</c:v>
                </c:pt>
                <c:pt idx="12">
                  <c:v>2451912.561875136</c:v>
                </c:pt>
                <c:pt idx="13">
                  <c:v>2215121.749271868</c:v>
                </c:pt>
                <c:pt idx="14">
                  <c:v>3162589.2531918106</c:v>
                </c:pt>
                <c:pt idx="15">
                  <c:v>2394180.104306439</c:v>
                </c:pt>
                <c:pt idx="16">
                  <c:v>3476618.170299458</c:v>
                </c:pt>
                <c:pt idx="17">
                  <c:v>2842618.4789585816</c:v>
                </c:pt>
                <c:pt idx="18">
                  <c:v>2167803.8385356986</c:v>
                </c:pt>
                <c:pt idx="19">
                  <c:v>3036918.539143012</c:v>
                </c:pt>
                <c:pt idx="20">
                  <c:v>2179164.3882393357</c:v>
                </c:pt>
                <c:pt idx="21">
                  <c:v>2032543.7234108953</c:v>
                </c:pt>
                <c:pt idx="22">
                  <c:v>3230411.9865008397</c:v>
                </c:pt>
                <c:pt idx="23">
                  <c:v>2200004.643848982</c:v>
                </c:pt>
                <c:pt idx="24">
                  <c:v>2972672.728627953</c:v>
                </c:pt>
                <c:pt idx="25">
                  <c:v>2582254.0416839933</c:v>
                </c:pt>
                <c:pt idx="26">
                  <c:v>2496477.039389397</c:v>
                </c:pt>
                <c:pt idx="27">
                  <c:v>2622289.5127787986</c:v>
                </c:pt>
                <c:pt idx="28">
                  <c:v>3587624.508637391</c:v>
                </c:pt>
                <c:pt idx="29">
                  <c:v>3229317.1504362067</c:v>
                </c:pt>
                <c:pt idx="30">
                  <c:v>2899588.449387118</c:v>
                </c:pt>
                <c:pt idx="31">
                  <c:v>2671755.935869124</c:v>
                </c:pt>
                <c:pt idx="32">
                  <c:v>2346446.774462589</c:v>
                </c:pt>
                <c:pt idx="33">
                  <c:v>2491886.6751105157</c:v>
                </c:pt>
                <c:pt idx="34">
                  <c:v>2217415.6379225375</c:v>
                </c:pt>
                <c:pt idx="35">
                  <c:v>2744162.379058144</c:v>
                </c:pt>
                <c:pt idx="36">
                  <c:v>3142602.467586575</c:v>
                </c:pt>
                <c:pt idx="37">
                  <c:v>2827091.3591736797</c:v>
                </c:pt>
                <c:pt idx="38">
                  <c:v>2890980.1094906274</c:v>
                </c:pt>
                <c:pt idx="39">
                  <c:v>3245600.6465564556</c:v>
                </c:pt>
                <c:pt idx="40">
                  <c:v>3518951.5144650005</c:v>
                </c:pt>
                <c:pt idx="41">
                  <c:v>2785613.493557284</c:v>
                </c:pt>
                <c:pt idx="42">
                  <c:v>2794168.5120188827</c:v>
                </c:pt>
                <c:pt idx="43">
                  <c:v>2542625.809344655</c:v>
                </c:pt>
                <c:pt idx="44">
                  <c:v>2221059.81737114</c:v>
                </c:pt>
                <c:pt idx="45">
                  <c:v>2740021.6864135726</c:v>
                </c:pt>
                <c:pt idx="46">
                  <c:v>2483822.5487632276</c:v>
                </c:pt>
                <c:pt idx="47">
                  <c:v>2732396.574279318</c:v>
                </c:pt>
                <c:pt idx="48">
                  <c:v>3432704.580180875</c:v>
                </c:pt>
                <c:pt idx="49">
                  <c:v>3145053.2301733335</c:v>
                </c:pt>
                <c:pt idx="50">
                  <c:v>3247597.6595409443</c:v>
                </c:pt>
                <c:pt idx="51">
                  <c:v>4124916.9809713517</c:v>
                </c:pt>
                <c:pt idx="52">
                  <c:v>3342768.3049265984</c:v>
                </c:pt>
                <c:pt idx="53">
                  <c:v>3024827.586362063</c:v>
                </c:pt>
                <c:pt idx="54">
                  <c:v>3563090.339572157</c:v>
                </c:pt>
                <c:pt idx="55">
                  <c:v>2453511.6550977346</c:v>
                </c:pt>
                <c:pt idx="56">
                  <c:v>3212803.326944528</c:v>
                </c:pt>
                <c:pt idx="57">
                  <c:v>2349606.3540168493</c:v>
                </c:pt>
                <c:pt idx="58">
                  <c:v>2510125.6411606465</c:v>
                </c:pt>
                <c:pt idx="59">
                  <c:v>2437270.7121774065</c:v>
                </c:pt>
                <c:pt idx="60">
                  <c:v>553833.2702389548</c:v>
                </c:pt>
                <c:pt idx="61">
                  <c:v>2873788.142675068</c:v>
                </c:pt>
                <c:pt idx="62">
                  <c:v>2555987.0991837364</c:v>
                </c:pt>
                <c:pt idx="63">
                  <c:v>4313818.735572984</c:v>
                </c:pt>
                <c:pt idx="64">
                  <c:v>3166424.0685973447</c:v>
                </c:pt>
                <c:pt idx="65">
                  <c:v>3588676.783563396</c:v>
                </c:pt>
                <c:pt idx="66">
                  <c:v>3320561.6642496777</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5176582.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469719100.0</c:v>
                </c:pt>
                <c:pt idx="1">
                  <c:v>536544080.0</c:v>
                </c:pt>
                <c:pt idx="2">
                  <c:v>730541870.0</c:v>
                </c:pt>
                <c:pt idx="3">
                  <c:v>499426174.0</c:v>
                </c:pt>
                <c:pt idx="4">
                  <c:v>530363694.0</c:v>
                </c:pt>
                <c:pt idx="5">
                  <c:v>553870782.0</c:v>
                </c:pt>
                <c:pt idx="6">
                  <c:v>478214904.0</c:v>
                </c:pt>
                <c:pt idx="7">
                  <c:v>472299450.0</c:v>
                </c:pt>
                <c:pt idx="8">
                  <c:v>286823067.0</c:v>
                </c:pt>
                <c:pt idx="9">
                  <c:v>364268757.0</c:v>
                </c:pt>
                <c:pt idx="10">
                  <c:v>419371611.0</c:v>
                </c:pt>
                <c:pt idx="11">
                  <c:v>342952970.0</c:v>
                </c:pt>
                <c:pt idx="12">
                  <c:v>474849938.0</c:v>
                </c:pt>
                <c:pt idx="13">
                  <c:v>530613037.0</c:v>
                </c:pt>
                <c:pt idx="14">
                  <c:v>770303505.0</c:v>
                </c:pt>
                <c:pt idx="15">
                  <c:v>556122830.0</c:v>
                </c:pt>
                <c:pt idx="16">
                  <c:v>810011057.0</c:v>
                </c:pt>
                <c:pt idx="17">
                  <c:v>614588511.0</c:v>
                </c:pt>
                <c:pt idx="18">
                  <c:v>436505631.0</c:v>
                </c:pt>
                <c:pt idx="19">
                  <c:v>512858922.0</c:v>
                </c:pt>
                <c:pt idx="20">
                  <c:v>341882654.0</c:v>
                </c:pt>
                <c:pt idx="21">
                  <c:v>344471809.0</c:v>
                </c:pt>
                <c:pt idx="22">
                  <c:v>560062657.0</c:v>
                </c:pt>
                <c:pt idx="23">
                  <c:v>411246524.0</c:v>
                </c:pt>
                <c:pt idx="24">
                  <c:v>612722051.0</c:v>
                </c:pt>
                <c:pt idx="25">
                  <c:v>578199183.0</c:v>
                </c:pt>
                <c:pt idx="26">
                  <c:v>595739423.0</c:v>
                </c:pt>
                <c:pt idx="27">
                  <c:v>630362338.0</c:v>
                </c:pt>
                <c:pt idx="28">
                  <c:v>837303398.0</c:v>
                </c:pt>
                <c:pt idx="29">
                  <c:v>687253263.0</c:v>
                </c:pt>
                <c:pt idx="30">
                  <c:v>587192583.0</c:v>
                </c:pt>
                <c:pt idx="31">
                  <c:v>485251740.0</c:v>
                </c:pt>
                <c:pt idx="32">
                  <c:v>377149599.0</c:v>
                </c:pt>
                <c:pt idx="33">
                  <c:v>388186991.0</c:v>
                </c:pt>
                <c:pt idx="34">
                  <c:v>386679979.0</c:v>
                </c:pt>
                <c:pt idx="35">
                  <c:v>505616762.0</c:v>
                </c:pt>
                <c:pt idx="36">
                  <c:v>684498844.0</c:v>
                </c:pt>
                <c:pt idx="37">
                  <c:v>671285350.0</c:v>
                </c:pt>
                <c:pt idx="38">
                  <c:v>682767002.0</c:v>
                </c:pt>
                <c:pt idx="39">
                  <c:v>779515870.0</c:v>
                </c:pt>
                <c:pt idx="40">
                  <c:v>779534159.0</c:v>
                </c:pt>
                <c:pt idx="41">
                  <c:v>514165788.0</c:v>
                </c:pt>
                <c:pt idx="42">
                  <c:v>555976647.0</c:v>
                </c:pt>
                <c:pt idx="43">
                  <c:v>440357001.0</c:v>
                </c:pt>
                <c:pt idx="44">
                  <c:v>344757638.0</c:v>
                </c:pt>
                <c:pt idx="45">
                  <c:v>458972447.0</c:v>
                </c:pt>
                <c:pt idx="46">
                  <c:v>456830791.0</c:v>
                </c:pt>
                <c:pt idx="47">
                  <c:v>526083446.0</c:v>
                </c:pt>
                <c:pt idx="48">
                  <c:v>724106623.0</c:v>
                </c:pt>
                <c:pt idx="49">
                  <c:v>746926459.0</c:v>
                </c:pt>
                <c:pt idx="50">
                  <c:v>780624606.0</c:v>
                </c:pt>
                <c:pt idx="51">
                  <c:v>960412361.0</c:v>
                </c:pt>
                <c:pt idx="52">
                  <c:v>767106097.0</c:v>
                </c:pt>
                <c:pt idx="53">
                  <c:v>631256466.0</c:v>
                </c:pt>
                <c:pt idx="54">
                  <c:v>685859352.0</c:v>
                </c:pt>
                <c:pt idx="55">
                  <c:v>391412606.0</c:v>
                </c:pt>
                <c:pt idx="56">
                  <c:v>548827115.0</c:v>
                </c:pt>
                <c:pt idx="57">
                  <c:v>409662506.0</c:v>
                </c:pt>
                <c:pt idx="58">
                  <c:v>457410218.0</c:v>
                </c:pt>
                <c:pt idx="59">
                  <c:v>443664503.0</c:v>
                </c:pt>
                <c:pt idx="60">
                  <c:v>103051564.0</c:v>
                </c:pt>
                <c:pt idx="61">
                  <c:v>623150965.0</c:v>
                </c:pt>
                <c:pt idx="62">
                  <c:v>549532858.0</c:v>
                </c:pt>
                <c:pt idx="63">
                  <c:v>958932804.0</c:v>
                </c:pt>
                <c:pt idx="64">
                  <c:v>737465593.0</c:v>
                </c:pt>
                <c:pt idx="65">
                  <c:v>886323012.0</c:v>
                </c:pt>
                <c:pt idx="66">
                  <c:v>655323674.0</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482762938.88067937</c:v>
                </c:pt>
                <c:pt idx="1">
                  <c:v>512763042.62650925</c:v>
                </c:pt>
                <c:pt idx="2">
                  <c:v>729065834.3640897</c:v>
                </c:pt>
                <c:pt idx="3">
                  <c:v>536264036.7132436</c:v>
                </c:pt>
                <c:pt idx="4">
                  <c:v>526024941.2957881</c:v>
                </c:pt>
                <c:pt idx="5">
                  <c:v>561964640.1639602</c:v>
                </c:pt>
                <c:pt idx="6">
                  <c:v>466142845.3685757</c:v>
                </c:pt>
                <c:pt idx="7">
                  <c:v>443618464.89213526</c:v>
                </c:pt>
                <c:pt idx="8">
                  <c:v>303347758.82380366</c:v>
                </c:pt>
                <c:pt idx="9">
                  <c:v>343830996.973275</c:v>
                </c:pt>
                <c:pt idx="10">
                  <c:v>417691999.3466562</c:v>
                </c:pt>
                <c:pt idx="11">
                  <c:v>354934531.7526999</c:v>
                </c:pt>
                <c:pt idx="12">
                  <c:v>493923171.33486325</c:v>
                </c:pt>
                <c:pt idx="13">
                  <c:v>500021014.19331515</c:v>
                </c:pt>
                <c:pt idx="14">
                  <c:v>767044604.4852624</c:v>
                </c:pt>
                <c:pt idx="15">
                  <c:v>578119738.0298766</c:v>
                </c:pt>
                <c:pt idx="16">
                  <c:v>783217339.9220636</c:v>
                </c:pt>
                <c:pt idx="17">
                  <c:v>596332045.9012858</c:v>
                </c:pt>
                <c:pt idx="18">
                  <c:v>436922587.04714936</c:v>
                </c:pt>
                <c:pt idx="19">
                  <c:v>508309517.2684634</c:v>
                </c:pt>
                <c:pt idx="20">
                  <c:v>337700156.96192116</c:v>
                </c:pt>
                <c:pt idx="21">
                  <c:v>331745467.99311316</c:v>
                </c:pt>
                <c:pt idx="22">
                  <c:v>560660173.6810502</c:v>
                </c:pt>
                <c:pt idx="23">
                  <c:v>425126311.36565244</c:v>
                </c:pt>
                <c:pt idx="24">
                  <c:v>628413471.5380796</c:v>
                </c:pt>
                <c:pt idx="25">
                  <c:v>595599174.2991536</c:v>
                </c:pt>
                <c:pt idx="26">
                  <c:v>615679377.2933643</c:v>
                </c:pt>
                <c:pt idx="27">
                  <c:v>625246780.1380485</c:v>
                </c:pt>
                <c:pt idx="28">
                  <c:v>818075040.7295533</c:v>
                </c:pt>
                <c:pt idx="29">
                  <c:v>678441081.5937057</c:v>
                </c:pt>
                <c:pt idx="30">
                  <c:v>579784389.8398495</c:v>
                </c:pt>
                <c:pt idx="31">
                  <c:v>474594471.5457263</c:v>
                </c:pt>
                <c:pt idx="32">
                  <c:v>393680933.44854116</c:v>
                </c:pt>
                <c:pt idx="33">
                  <c:v>398663225.8843441</c:v>
                </c:pt>
                <c:pt idx="34">
                  <c:v>380026913.457623</c:v>
                </c:pt>
                <c:pt idx="35">
                  <c:v>526679525.0714897</c:v>
                </c:pt>
                <c:pt idx="36">
                  <c:v>669683116.4971118</c:v>
                </c:pt>
                <c:pt idx="37">
                  <c:v>652630189.5359353</c:v>
                </c:pt>
                <c:pt idx="38">
                  <c:v>672057164.4664013</c:v>
                </c:pt>
                <c:pt idx="39">
                  <c:v>797092603.2832444</c:v>
                </c:pt>
                <c:pt idx="40">
                  <c:v>817949849.9441589</c:v>
                </c:pt>
                <c:pt idx="41">
                  <c:v>588463703.9934713</c:v>
                </c:pt>
                <c:pt idx="42">
                  <c:v>546403695.5600995</c:v>
                </c:pt>
                <c:pt idx="43">
                  <c:v>436053173.8901673</c:v>
                </c:pt>
                <c:pt idx="44">
                  <c:v>360333571.845973</c:v>
                </c:pt>
                <c:pt idx="45">
                  <c:v>448214655.7105215</c:v>
                </c:pt>
                <c:pt idx="46">
                  <c:v>440994135.0009154</c:v>
                </c:pt>
                <c:pt idx="47">
                  <c:v>528713917.3061381</c:v>
                </c:pt>
                <c:pt idx="48">
                  <c:v>732280044.7923483</c:v>
                </c:pt>
                <c:pt idx="49">
                  <c:v>708005872.4234279</c:v>
                </c:pt>
                <c:pt idx="50">
                  <c:v>769169641.4664958</c:v>
                </c:pt>
                <c:pt idx="51">
                  <c:v>986007280.1245135</c:v>
                </c:pt>
                <c:pt idx="52">
                  <c:v>763519207.7618108</c:v>
                </c:pt>
                <c:pt idx="53">
                  <c:v>636319291.0629001</c:v>
                </c:pt>
                <c:pt idx="54">
                  <c:v>705350210.4054878</c:v>
                </c:pt>
                <c:pt idx="55">
                  <c:v>402265335.5010803</c:v>
                </c:pt>
                <c:pt idx="56">
                  <c:v>519095642.4334773</c:v>
                </c:pt>
                <c:pt idx="57">
                  <c:v>397213045.610234</c:v>
                </c:pt>
                <c:pt idx="58">
                  <c:v>437864098.3297292</c:v>
                </c:pt>
                <c:pt idx="59">
                  <c:v>462129388.4203392</c:v>
                </c:pt>
                <c:pt idx="60">
                  <c:v>103356364.89199375</c:v>
                </c:pt>
                <c:pt idx="61">
                  <c:v>611113239.6005371</c:v>
                </c:pt>
                <c:pt idx="62">
                  <c:v>580703345.169198</c:v>
                </c:pt>
                <c:pt idx="63">
                  <c:v>1008961133.670762</c:v>
                </c:pt>
                <c:pt idx="64">
                  <c:v>745206935.8214571</c:v>
                </c:pt>
                <c:pt idx="65">
                  <c:v>809547606.8172184</c:v>
                </c:pt>
                <c:pt idx="66">
                  <c:v>681437688.4368713</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1210753360.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Brand_1_Master_C Form_A: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157817.47439375435</c:v>
                </c:pt>
                <c:pt idx="1">
                  <c:v>157817.47439375435</c:v>
                </c:pt>
                <c:pt idx="2">
                  <c:v>197271.84299219295</c:v>
                </c:pt>
                <c:pt idx="3">
                  <c:v>157817.47439375435</c:v>
                </c:pt>
                <c:pt idx="4">
                  <c:v>157817.47439375435</c:v>
                </c:pt>
                <c:pt idx="5">
                  <c:v>197271.84299219295</c:v>
                </c:pt>
                <c:pt idx="6">
                  <c:v>157817.47439375435</c:v>
                </c:pt>
                <c:pt idx="7">
                  <c:v>197271.84299219295</c:v>
                </c:pt>
                <c:pt idx="8">
                  <c:v>157817.47439375435</c:v>
                </c:pt>
                <c:pt idx="9">
                  <c:v>157817.47439375435</c:v>
                </c:pt>
                <c:pt idx="10">
                  <c:v>197271.84299219295</c:v>
                </c:pt>
                <c:pt idx="11">
                  <c:v>157817.47439375435</c:v>
                </c:pt>
                <c:pt idx="12">
                  <c:v>157817.47439375435</c:v>
                </c:pt>
                <c:pt idx="13">
                  <c:v>157817.47439375435</c:v>
                </c:pt>
                <c:pt idx="14">
                  <c:v>197271.84299219295</c:v>
                </c:pt>
                <c:pt idx="15">
                  <c:v>157817.47439375435</c:v>
                </c:pt>
                <c:pt idx="16">
                  <c:v>197271.84299219295</c:v>
                </c:pt>
                <c:pt idx="17">
                  <c:v>157817.47439375435</c:v>
                </c:pt>
                <c:pt idx="18">
                  <c:v>157817.47439375435</c:v>
                </c:pt>
                <c:pt idx="19">
                  <c:v>197271.84299219295</c:v>
                </c:pt>
                <c:pt idx="20">
                  <c:v>157817.47439375435</c:v>
                </c:pt>
                <c:pt idx="21">
                  <c:v>157817.47439375435</c:v>
                </c:pt>
                <c:pt idx="22">
                  <c:v>197271.84299219295</c:v>
                </c:pt>
                <c:pt idx="23">
                  <c:v>157817.47439375435</c:v>
                </c:pt>
                <c:pt idx="24">
                  <c:v>197271.84299219295</c:v>
                </c:pt>
                <c:pt idx="25">
                  <c:v>157817.47439375435</c:v>
                </c:pt>
                <c:pt idx="26">
                  <c:v>157817.47439375435</c:v>
                </c:pt>
                <c:pt idx="27">
                  <c:v>157817.47439375435</c:v>
                </c:pt>
                <c:pt idx="28">
                  <c:v>197271.84299219295</c:v>
                </c:pt>
                <c:pt idx="29">
                  <c:v>157817.47439375435</c:v>
                </c:pt>
                <c:pt idx="30">
                  <c:v>157817.47439375435</c:v>
                </c:pt>
                <c:pt idx="31">
                  <c:v>197271.84299219295</c:v>
                </c:pt>
                <c:pt idx="32">
                  <c:v>157817.47439375435</c:v>
                </c:pt>
                <c:pt idx="33">
                  <c:v>197271.84299219295</c:v>
                </c:pt>
                <c:pt idx="34">
                  <c:v>157817.47439375435</c:v>
                </c:pt>
                <c:pt idx="35">
                  <c:v>157817.47439375435</c:v>
                </c:pt>
                <c:pt idx="36">
                  <c:v>197271.84299219295</c:v>
                </c:pt>
                <c:pt idx="37">
                  <c:v>157817.47439375435</c:v>
                </c:pt>
                <c:pt idx="38">
                  <c:v>157817.47439375435</c:v>
                </c:pt>
                <c:pt idx="39">
                  <c:v>157817.47439375435</c:v>
                </c:pt>
                <c:pt idx="40">
                  <c:v>197271.84299219295</c:v>
                </c:pt>
                <c:pt idx="41">
                  <c:v>157817.47439375435</c:v>
                </c:pt>
                <c:pt idx="42">
                  <c:v>197271.84299219295</c:v>
                </c:pt>
                <c:pt idx="43">
                  <c:v>157817.47439375435</c:v>
                </c:pt>
                <c:pt idx="44">
                  <c:v>157817.47439375435</c:v>
                </c:pt>
                <c:pt idx="45">
                  <c:v>197271.84299219295</c:v>
                </c:pt>
                <c:pt idx="46">
                  <c:v>157817.47439375435</c:v>
                </c:pt>
                <c:pt idx="47">
                  <c:v>157817.47439375435</c:v>
                </c:pt>
                <c:pt idx="48">
                  <c:v>197271.84299219295</c:v>
                </c:pt>
                <c:pt idx="49">
                  <c:v>157817.47439375435</c:v>
                </c:pt>
                <c:pt idx="50">
                  <c:v>157817.47439375435</c:v>
                </c:pt>
                <c:pt idx="51">
                  <c:v>197271.84299219295</c:v>
                </c:pt>
                <c:pt idx="52">
                  <c:v>157817.47439375435</c:v>
                </c:pt>
                <c:pt idx="53">
                  <c:v>157817.47439375435</c:v>
                </c:pt>
                <c:pt idx="54">
                  <c:v>197271.84299219295</c:v>
                </c:pt>
                <c:pt idx="55">
                  <c:v>157817.47439375435</c:v>
                </c:pt>
                <c:pt idx="56">
                  <c:v>197271.84299219295</c:v>
                </c:pt>
                <c:pt idx="57">
                  <c:v>157817.47439375435</c:v>
                </c:pt>
                <c:pt idx="58">
                  <c:v>157817.47439375435</c:v>
                </c:pt>
                <c:pt idx="59">
                  <c:v>197271.84299219295</c:v>
                </c:pt>
                <c:pt idx="60">
                  <c:v>157817.47439375435</c:v>
                </c:pt>
                <c:pt idx="61">
                  <c:v>157817.47439375435</c:v>
                </c:pt>
                <c:pt idx="62">
                  <c:v>197271.84299219295</c:v>
                </c:pt>
                <c:pt idx="63">
                  <c:v>157817.47439375435</c:v>
                </c:pt>
                <c:pt idx="64">
                  <c:v>157817.47439375435</c:v>
                </c:pt>
                <c:pt idx="65">
                  <c:v>157817.47439375435</c:v>
                </c:pt>
              </c:numCache>
            </c:numRef>
          </c:val>
        </c:ser>
        <c:ser>
          <c:idx val="1"/>
          <c:order val="1"/>
          <c:tx>
            <c:strRef>
              <c:f>Sheet1!$C$1</c:f>
              <c:strCache>
                <c:ptCount val="1"/>
                <c:pt idx="0">
                  <c:v>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657.1690906392259</c:v>
                </c:pt>
                <c:pt idx="1">
                  <c:v>27130.715309296884</c:v>
                </c:pt>
                <c:pt idx="2">
                  <c:v>19760.576411123333</c:v>
                </c:pt>
                <c:pt idx="3">
                  <c:v>21885.90629955763</c:v>
                </c:pt>
                <c:pt idx="4">
                  <c:v>24904.881565428364</c:v>
                </c:pt>
                <c:pt idx="5">
                  <c:v>601.7386744662346</c:v>
                </c:pt>
                <c:pt idx="6">
                  <c:v>32307.197913072305</c:v>
                </c:pt>
                <c:pt idx="7">
                  <c:v>33316.84003840128</c:v>
                </c:pt>
                <c:pt idx="8">
                  <c:v>13607.684615763388</c:v>
                </c:pt>
                <c:pt idx="9">
                  <c:v>26912.75441784617</c:v>
                </c:pt>
                <c:pt idx="10">
                  <c:v>6813.420689594931</c:v>
                </c:pt>
                <c:pt idx="11">
                  <c:v>9722.727483072289</c:v>
                </c:pt>
                <c:pt idx="12">
                  <c:v>1203.6106989596929</c:v>
                </c:pt>
                <c:pt idx="13">
                  <c:v>484.6938825406156</c:v>
                </c:pt>
                <c:pt idx="14">
                  <c:v>28286.448970024987</c:v>
                </c:pt>
                <c:pt idx="15">
                  <c:v>10422.500034569612</c:v>
                </c:pt>
                <c:pt idx="16">
                  <c:v>44021.08611162368</c:v>
                </c:pt>
                <c:pt idx="17">
                  <c:v>16076.258452733811</c:v>
                </c:pt>
                <c:pt idx="18">
                  <c:v>31951.47203936345</c:v>
                </c:pt>
                <c:pt idx="19">
                  <c:v>16279.088423322364</c:v>
                </c:pt>
                <c:pt idx="20">
                  <c:v>288.5524378209143</c:v>
                </c:pt>
                <c:pt idx="21">
                  <c:v>20398.08911201274</c:v>
                </c:pt>
                <c:pt idx="22">
                  <c:v>30770.93422259028</c:v>
                </c:pt>
                <c:pt idx="23">
                  <c:v>21032.31142567858</c:v>
                </c:pt>
                <c:pt idx="24">
                  <c:v>45600.353007212056</c:v>
                </c:pt>
                <c:pt idx="25">
                  <c:v>34985.9617225416</c:v>
                </c:pt>
                <c:pt idx="26">
                  <c:v>31807.9152857594</c:v>
                </c:pt>
                <c:pt idx="27">
                  <c:v>2381.31565391099</c:v>
                </c:pt>
                <c:pt idx="28">
                  <c:v>29804.836554398014</c:v>
                </c:pt>
                <c:pt idx="29">
                  <c:v>29411.813782611738</c:v>
                </c:pt>
                <c:pt idx="30">
                  <c:v>48436.34880687455</c:v>
                </c:pt>
                <c:pt idx="31">
                  <c:v>2923.985121539639</c:v>
                </c:pt>
                <c:pt idx="32">
                  <c:v>17445.00480642706</c:v>
                </c:pt>
                <c:pt idx="33">
                  <c:v>50673.71497557835</c:v>
                </c:pt>
                <c:pt idx="34">
                  <c:v>22260.86634058948</c:v>
                </c:pt>
                <c:pt idx="35">
                  <c:v>43556.576039097556</c:v>
                </c:pt>
                <c:pt idx="36">
                  <c:v>7675.8625176117575</c:v>
                </c:pt>
                <c:pt idx="37">
                  <c:v>42810.24474862098</c:v>
                </c:pt>
                <c:pt idx="38">
                  <c:v>38330.46549116543</c:v>
                </c:pt>
                <c:pt idx="39">
                  <c:v>43519.5761950801</c:v>
                </c:pt>
                <c:pt idx="40">
                  <c:v>36690.222888648364</c:v>
                </c:pt>
                <c:pt idx="41">
                  <c:v>7433.730649590554</c:v>
                </c:pt>
                <c:pt idx="42">
                  <c:v>260.4573708923206</c:v>
                </c:pt>
                <c:pt idx="43">
                  <c:v>49499.45906799979</c:v>
                </c:pt>
                <c:pt idx="44">
                  <c:v>46674.997956453204</c:v>
                </c:pt>
                <c:pt idx="45">
                  <c:v>27205.174612021932</c:v>
                </c:pt>
                <c:pt idx="46">
                  <c:v>23248.813896853222</c:v>
                </c:pt>
                <c:pt idx="47">
                  <c:v>34002.47188263537</c:v>
                </c:pt>
                <c:pt idx="48">
                  <c:v>591.6683174898794</c:v>
                </c:pt>
                <c:pt idx="49">
                  <c:v>494.4513803649782</c:v>
                </c:pt>
                <c:pt idx="50">
                  <c:v>6251.8914161632965</c:v>
                </c:pt>
                <c:pt idx="51">
                  <c:v>38572.30022681117</c:v>
                </c:pt>
                <c:pt idx="52">
                  <c:v>31883.789479589293</c:v>
                </c:pt>
                <c:pt idx="53">
                  <c:v>37611.9927903938</c:v>
                </c:pt>
                <c:pt idx="54">
                  <c:v>60451.28828285473</c:v>
                </c:pt>
                <c:pt idx="55">
                  <c:v>23974.456514451034</c:v>
                </c:pt>
                <c:pt idx="56">
                  <c:v>1797.4772780392439</c:v>
                </c:pt>
                <c:pt idx="57">
                  <c:v>41531.18355697638</c:v>
                </c:pt>
                <c:pt idx="58">
                  <c:v>4226.266960098651</c:v>
                </c:pt>
                <c:pt idx="59">
                  <c:v>807.7500753404794</c:v>
                </c:pt>
                <c:pt idx="60">
                  <c:v>27928.277102869124</c:v>
                </c:pt>
                <c:pt idx="61">
                  <c:v>13293.15873260949</c:v>
                </c:pt>
                <c:pt idx="62">
                  <c:v>757.9884390178026</c:v>
                </c:pt>
                <c:pt idx="63">
                  <c:v>27084.182595397127</c:v>
                </c:pt>
                <c:pt idx="64">
                  <c:v>29412.690311607137</c:v>
                </c:pt>
                <c:pt idx="65">
                  <c:v>30676.75813301327</c:v>
                </c:pt>
              </c:numCache>
            </c:numRef>
          </c:val>
        </c:ser>
        <c:ser>
          <c:idx val="2"/>
          <c:order val="2"/>
          <c:tx>
            <c:strRef>
              <c:f>Sheet1!$D$1</c:f>
              <c:strCache>
                <c:ptCount val="1"/>
                <c:pt idx="0">
                  <c:v>Digital_Performance</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49984.35732696661</c:v>
                </c:pt>
                <c:pt idx="1">
                  <c:v>31763.669124734406</c:v>
                </c:pt>
                <c:pt idx="2">
                  <c:v>29301.676774538493</c:v>
                </c:pt>
                <c:pt idx="3">
                  <c:v>38876.149798890794</c:v>
                </c:pt>
                <c:pt idx="4">
                  <c:v>16266.693318374972</c:v>
                </c:pt>
                <c:pt idx="5">
                  <c:v>57968.40401925142</c:v>
                </c:pt>
                <c:pt idx="6">
                  <c:v>59222.73720747221</c:v>
                </c:pt>
                <c:pt idx="7">
                  <c:v>41641.95748602949</c:v>
                </c:pt>
                <c:pt idx="8">
                  <c:v>8569.266183953177</c:v>
                </c:pt>
                <c:pt idx="9">
                  <c:v>45535.92942940678</c:v>
                </c:pt>
                <c:pt idx="10">
                  <c:v>22893.880543086456</c:v>
                </c:pt>
                <c:pt idx="11">
                  <c:v>26545.9125404948</c:v>
                </c:pt>
                <c:pt idx="12">
                  <c:v>17680.602823622325</c:v>
                </c:pt>
                <c:pt idx="13">
                  <c:v>50408.80688720396</c:v>
                </c:pt>
                <c:pt idx="14">
                  <c:v>44226.142582453875</c:v>
                </c:pt>
                <c:pt idx="15">
                  <c:v>39563.365983473515</c:v>
                </c:pt>
                <c:pt idx="16">
                  <c:v>42649.795955107234</c:v>
                </c:pt>
                <c:pt idx="17">
                  <c:v>38375.43607698995</c:v>
                </c:pt>
                <c:pt idx="18">
                  <c:v>43682.10038522806</c:v>
                </c:pt>
                <c:pt idx="19">
                  <c:v>58678.21609387708</c:v>
                </c:pt>
                <c:pt idx="20">
                  <c:v>44200.32908420532</c:v>
                </c:pt>
                <c:pt idx="21">
                  <c:v>27332.39721999893</c:v>
                </c:pt>
                <c:pt idx="22">
                  <c:v>1912.6701206557711</c:v>
                </c:pt>
                <c:pt idx="23">
                  <c:v>57102.70953684808</c:v>
                </c:pt>
                <c:pt idx="24">
                  <c:v>2827.6834320121666</c:v>
                </c:pt>
                <c:pt idx="25">
                  <c:v>827.3929540319391</c:v>
                </c:pt>
                <c:pt idx="26">
                  <c:v>823.1788145392195</c:v>
                </c:pt>
                <c:pt idx="27">
                  <c:v>27632.98227831833</c:v>
                </c:pt>
                <c:pt idx="28">
                  <c:v>13088.39952723397</c:v>
                </c:pt>
                <c:pt idx="29">
                  <c:v>1365.5350529255772</c:v>
                </c:pt>
                <c:pt idx="30">
                  <c:v>40222.73643107705</c:v>
                </c:pt>
                <c:pt idx="31">
                  <c:v>52720.833636796306</c:v>
                </c:pt>
                <c:pt idx="32">
                  <c:v>2324.7793289550627</c:v>
                </c:pt>
                <c:pt idx="33">
                  <c:v>35010.56172696415</c:v>
                </c:pt>
                <c:pt idx="34">
                  <c:v>24973.80693887637</c:v>
                </c:pt>
                <c:pt idx="35">
                  <c:v>60026.126916730616</c:v>
                </c:pt>
                <c:pt idx="36">
                  <c:v>51782.58662250189</c:v>
                </c:pt>
                <c:pt idx="37">
                  <c:v>33716.98139117026</c:v>
                </c:pt>
                <c:pt idx="38">
                  <c:v>12761.047876673656</c:v>
                </c:pt>
                <c:pt idx="39">
                  <c:v>540.5831986094587</c:v>
                </c:pt>
                <c:pt idx="40">
                  <c:v>44947.05628697125</c:v>
                </c:pt>
                <c:pt idx="41">
                  <c:v>32323.342545593412</c:v>
                </c:pt>
                <c:pt idx="42">
                  <c:v>2427.3237966612337</c:v>
                </c:pt>
                <c:pt idx="43">
                  <c:v>58783.720066737515</c:v>
                </c:pt>
                <c:pt idx="44">
                  <c:v>27705.877334917757</c:v>
                </c:pt>
                <c:pt idx="45">
                  <c:v>12279.09082455513</c:v>
                </c:pt>
                <c:pt idx="46">
                  <c:v>17618.982337474303</c:v>
                </c:pt>
                <c:pt idx="47">
                  <c:v>14625.840985455525</c:v>
                </c:pt>
                <c:pt idx="48">
                  <c:v>37736.24750507182</c:v>
                </c:pt>
                <c:pt idx="49">
                  <c:v>24511.122721659223</c:v>
                </c:pt>
                <c:pt idx="50">
                  <c:v>21163.00708210459</c:v>
                </c:pt>
                <c:pt idx="51">
                  <c:v>66928.12443361044</c:v>
                </c:pt>
                <c:pt idx="52">
                  <c:v>34465.55054027766</c:v>
                </c:pt>
                <c:pt idx="53">
                  <c:v>60458.90609151211</c:v>
                </c:pt>
                <c:pt idx="54">
                  <c:v>45980.08452927206</c:v>
                </c:pt>
                <c:pt idx="55">
                  <c:v>10801.028838322909</c:v>
                </c:pt>
                <c:pt idx="56">
                  <c:v>34903.68161728936</c:v>
                </c:pt>
                <c:pt idx="57">
                  <c:v>6588.3639746915815</c:v>
                </c:pt>
                <c:pt idx="58">
                  <c:v>9338.177247051937</c:v>
                </c:pt>
                <c:pt idx="59">
                  <c:v>7770.026016466721</c:v>
                </c:pt>
                <c:pt idx="60">
                  <c:v>12679.180539401752</c:v>
                </c:pt>
                <c:pt idx="61">
                  <c:v>23104.230986499017</c:v>
                </c:pt>
                <c:pt idx="62">
                  <c:v>13553.914622902512</c:v>
                </c:pt>
                <c:pt idx="63">
                  <c:v>23437.508152136197</c:v>
                </c:pt>
                <c:pt idx="64">
                  <c:v>34149.3947539455</c:v>
                </c:pt>
                <c:pt idx="65">
                  <c:v>19652.413836934367</c:v>
                </c:pt>
              </c:numCache>
            </c:numRef>
          </c:val>
        </c:ser>
        <c:ser>
          <c:idx val="3"/>
          <c:order val="3"/>
          <c:tx>
            <c:strRef>
              <c:f>Sheet1!$E$1</c:f>
              <c:strCache>
                <c:ptCount val="1"/>
                <c:pt idx="0">
                  <c:v>Digital_Special projects</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486.6127250224406</c:v>
                </c:pt>
                <c:pt idx="1">
                  <c:v>6748.9395566244175</c:v>
                </c:pt>
                <c:pt idx="2">
                  <c:v>11282.414064746286</c:v>
                </c:pt>
                <c:pt idx="3">
                  <c:v>9118.17837158584</c:v>
                </c:pt>
                <c:pt idx="4">
                  <c:v>17105.647606094728</c:v>
                </c:pt>
                <c:pt idx="5">
                  <c:v>917.9671824736306</c:v>
                </c:pt>
                <c:pt idx="6">
                  <c:v>15354.216528128869</c:v>
                </c:pt>
                <c:pt idx="7">
                  <c:v>33196.8363792919</c:v>
                </c:pt>
                <c:pt idx="8">
                  <c:v>15750.105353529205</c:v>
                </c:pt>
                <c:pt idx="9">
                  <c:v>492.1610896497749</c:v>
                </c:pt>
                <c:pt idx="10">
                  <c:v>14115.864252815072</c:v>
                </c:pt>
                <c:pt idx="11">
                  <c:v>9396.446126590741</c:v>
                </c:pt>
                <c:pt idx="12">
                  <c:v>27151.590049781767</c:v>
                </c:pt>
                <c:pt idx="13">
                  <c:v>6699.5687093365195</c:v>
                </c:pt>
                <c:pt idx="14">
                  <c:v>29830.84383137379</c:v>
                </c:pt>
                <c:pt idx="15">
                  <c:v>20074.249668455144</c:v>
                </c:pt>
                <c:pt idx="16">
                  <c:v>21051.175459645212</c:v>
                </c:pt>
                <c:pt idx="17">
                  <c:v>432.53151257080253</c:v>
                </c:pt>
                <c:pt idx="18">
                  <c:v>791.9669356484313</c:v>
                </c:pt>
                <c:pt idx="19">
                  <c:v>34719.5922948743</c:v>
                </c:pt>
                <c:pt idx="20">
                  <c:v>5392.903568451674</c:v>
                </c:pt>
                <c:pt idx="21">
                  <c:v>28213.700992488008</c:v>
                </c:pt>
                <c:pt idx="22">
                  <c:v>24208.265868277085</c:v>
                </c:pt>
                <c:pt idx="23">
                  <c:v>530.7547966088275</c:v>
                </c:pt>
                <c:pt idx="24">
                  <c:v>39214.77191981607</c:v>
                </c:pt>
                <c:pt idx="25">
                  <c:v>3741.3842350137247</c:v>
                </c:pt>
                <c:pt idx="26">
                  <c:v>21498.860687195523</c:v>
                </c:pt>
                <c:pt idx="27">
                  <c:v>17072.651575508586</c:v>
                </c:pt>
                <c:pt idx="28">
                  <c:v>24358.374374435538</c:v>
                </c:pt>
                <c:pt idx="29">
                  <c:v>30618.27298884903</c:v>
                </c:pt>
                <c:pt idx="30">
                  <c:v>42307.071424150636</c:v>
                </c:pt>
                <c:pt idx="31">
                  <c:v>958.340628840217</c:v>
                </c:pt>
                <c:pt idx="32">
                  <c:v>14176.520582575908</c:v>
                </c:pt>
                <c:pt idx="33">
                  <c:v>5549.75262972447</c:v>
                </c:pt>
                <c:pt idx="34">
                  <c:v>63.47435001035984</c:v>
                </c:pt>
                <c:pt idx="35">
                  <c:v>1557.5776773920797</c:v>
                </c:pt>
                <c:pt idx="36">
                  <c:v>861.7082705448545</c:v>
                </c:pt>
                <c:pt idx="37">
                  <c:v>28404.265521925357</c:v>
                </c:pt>
                <c:pt idx="38">
                  <c:v>372.9972613434781</c:v>
                </c:pt>
                <c:pt idx="39">
                  <c:v>3115.617249987917</c:v>
                </c:pt>
                <c:pt idx="40">
                  <c:v>7988.131975681802</c:v>
                </c:pt>
                <c:pt idx="41">
                  <c:v>30699.622234853956</c:v>
                </c:pt>
                <c:pt idx="42">
                  <c:v>28366.746719466595</c:v>
                </c:pt>
                <c:pt idx="43">
                  <c:v>16991.353143060453</c:v>
                </c:pt>
                <c:pt idx="44">
                  <c:v>21077.78760031842</c:v>
                </c:pt>
                <c:pt idx="45">
                  <c:v>38074.77589001625</c:v>
                </c:pt>
                <c:pt idx="46">
                  <c:v>1756.9191291906839</c:v>
                </c:pt>
                <c:pt idx="47">
                  <c:v>34657.7282292326</c:v>
                </c:pt>
                <c:pt idx="48">
                  <c:v>255.33979282376075</c:v>
                </c:pt>
                <c:pt idx="49">
                  <c:v>27662.919806443817</c:v>
                </c:pt>
                <c:pt idx="50">
                  <c:v>30866.13781027546</c:v>
                </c:pt>
                <c:pt idx="51">
                  <c:v>21781.40675421796</c:v>
                </c:pt>
                <c:pt idx="52">
                  <c:v>26323.36554377306</c:v>
                </c:pt>
                <c:pt idx="53">
                  <c:v>642.1928983836102</c:v>
                </c:pt>
                <c:pt idx="54">
                  <c:v>14040.305513389016</c:v>
                </c:pt>
                <c:pt idx="55">
                  <c:v>24519.526592423637</c:v>
                </c:pt>
                <c:pt idx="56">
                  <c:v>17736.70942165153</c:v>
                </c:pt>
                <c:pt idx="57">
                  <c:v>1726.217678763342</c:v>
                </c:pt>
                <c:pt idx="58">
                  <c:v>10427.20834753189</c:v>
                </c:pt>
                <c:pt idx="59">
                  <c:v>32365.31308621133</c:v>
                </c:pt>
                <c:pt idx="60">
                  <c:v>636.0885050803735</c:v>
                </c:pt>
                <c:pt idx="61">
                  <c:v>556.6636387285521</c:v>
                </c:pt>
                <c:pt idx="62">
                  <c:v>15309.088269682494</c:v>
                </c:pt>
                <c:pt idx="63">
                  <c:v>14931.205300415777</c:v>
                </c:pt>
                <c:pt idx="64">
                  <c:v>28218.98506467662</c:v>
                </c:pt>
                <c:pt idx="65">
                  <c:v>56229.415778254865</c:v>
                </c:pt>
              </c:numCache>
            </c:numRef>
          </c:val>
        </c:ser>
        <c:ser>
          <c:idx val="4"/>
          <c:order val="4"/>
          <c:tx>
            <c:strRef>
              <c:f>Sheet1!$F$1</c:f>
              <c:strCache>
                <c:ptCount val="1"/>
                <c:pt idx="0">
                  <c:v>Digital_Video</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6105.119223529734</c:v>
                </c:pt>
                <c:pt idx="1">
                  <c:v>32824.223957770584</c:v>
                </c:pt>
                <c:pt idx="2">
                  <c:v>26074.928934078307</c:v>
                </c:pt>
                <c:pt idx="3">
                  <c:v>25567.65555144615</c:v>
                </c:pt>
                <c:pt idx="4">
                  <c:v>19766.376751723496</c:v>
                </c:pt>
                <c:pt idx="5">
                  <c:v>36570.51488641249</c:v>
                </c:pt>
                <c:pt idx="6">
                  <c:v>22560.085387699113</c:v>
                </c:pt>
                <c:pt idx="7">
                  <c:v>416.36371956671167</c:v>
                </c:pt>
                <c:pt idx="8">
                  <c:v>13042.263944339058</c:v>
                </c:pt>
                <c:pt idx="9">
                  <c:v>194.92253563516746</c:v>
                </c:pt>
                <c:pt idx="10">
                  <c:v>500.9082752104175</c:v>
                </c:pt>
                <c:pt idx="11">
                  <c:v>14117.204446866092</c:v>
                </c:pt>
                <c:pt idx="12">
                  <c:v>79.31220298538689</c:v>
                </c:pt>
                <c:pt idx="13">
                  <c:v>18256.772986381788</c:v>
                </c:pt>
                <c:pt idx="14">
                  <c:v>16745.704771417266</c:v>
                </c:pt>
                <c:pt idx="15">
                  <c:v>9756.920699704837</c:v>
                </c:pt>
                <c:pt idx="16">
                  <c:v>17782.55800295951</c:v>
                </c:pt>
                <c:pt idx="17">
                  <c:v>28002.415463513487</c:v>
                </c:pt>
                <c:pt idx="18">
                  <c:v>10762.464418763586</c:v>
                </c:pt>
                <c:pt idx="19">
                  <c:v>46603.87065096852</c:v>
                </c:pt>
                <c:pt idx="20">
                  <c:v>16621.070180531704</c:v>
                </c:pt>
                <c:pt idx="21">
                  <c:v>14015.545953936402</c:v>
                </c:pt>
                <c:pt idx="22">
                  <c:v>55311.43838291717</c:v>
                </c:pt>
                <c:pt idx="23">
                  <c:v>37799.30380191332</c:v>
                </c:pt>
                <c:pt idx="24">
                  <c:v>5313.546226175509</c:v>
                </c:pt>
                <c:pt idx="25">
                  <c:v>9335.139937431355</c:v>
                </c:pt>
                <c:pt idx="26">
                  <c:v>308.9453760936137</c:v>
                </c:pt>
                <c:pt idx="27">
                  <c:v>28.474319572299862</c:v>
                </c:pt>
                <c:pt idx="28">
                  <c:v>47117.05048671019</c:v>
                </c:pt>
                <c:pt idx="29">
                  <c:v>63002.36444880461</c:v>
                </c:pt>
                <c:pt idx="30">
                  <c:v>51313.75028694444</c:v>
                </c:pt>
                <c:pt idx="31">
                  <c:v>24754.594276483258</c:v>
                </c:pt>
                <c:pt idx="32">
                  <c:v>44749.129914200435</c:v>
                </c:pt>
                <c:pt idx="33">
                  <c:v>13270.448296537084</c:v>
                </c:pt>
                <c:pt idx="34">
                  <c:v>22006.59759090799</c:v>
                </c:pt>
                <c:pt idx="35">
                  <c:v>48469.5116084781</c:v>
                </c:pt>
                <c:pt idx="36">
                  <c:v>44614.76974685816</c:v>
                </c:pt>
                <c:pt idx="37">
                  <c:v>30744.19850299601</c:v>
                </c:pt>
                <c:pt idx="38">
                  <c:v>29980.543126900186</c:v>
                </c:pt>
                <c:pt idx="39">
                  <c:v>48751.572652733885</c:v>
                </c:pt>
                <c:pt idx="40">
                  <c:v>32462.014909716912</c:v>
                </c:pt>
                <c:pt idx="41">
                  <c:v>42659.95012901051</c:v>
                </c:pt>
                <c:pt idx="42">
                  <c:v>29127.26775643245</c:v>
                </c:pt>
                <c:pt idx="43">
                  <c:v>32818.1096254082</c:v>
                </c:pt>
                <c:pt idx="44">
                  <c:v>9386.117045097359</c:v>
                </c:pt>
                <c:pt idx="45">
                  <c:v>25714.80098207352</c:v>
                </c:pt>
                <c:pt idx="46">
                  <c:v>56210.86430588836</c:v>
                </c:pt>
                <c:pt idx="47">
                  <c:v>36534.043687526355</c:v>
                </c:pt>
                <c:pt idx="48">
                  <c:v>25156.131801567844</c:v>
                </c:pt>
                <c:pt idx="49">
                  <c:v>428.70798991869816</c:v>
                </c:pt>
                <c:pt idx="50">
                  <c:v>125.39047188043456</c:v>
                </c:pt>
                <c:pt idx="51">
                  <c:v>14421.30583944663</c:v>
                </c:pt>
                <c:pt idx="52">
                  <c:v>22779.517139519103</c:v>
                </c:pt>
                <c:pt idx="53">
                  <c:v>40105.62201350151</c:v>
                </c:pt>
                <c:pt idx="54">
                  <c:v>34625.669624465954</c:v>
                </c:pt>
                <c:pt idx="55">
                  <c:v>22440.520759498188</c:v>
                </c:pt>
                <c:pt idx="56">
                  <c:v>56681.471537070174</c:v>
                </c:pt>
                <c:pt idx="57">
                  <c:v>55241.950774634955</c:v>
                </c:pt>
                <c:pt idx="58">
                  <c:v>35725.01596658484</c:v>
                </c:pt>
                <c:pt idx="59">
                  <c:v>26244.352581695115</c:v>
                </c:pt>
                <c:pt idx="60">
                  <c:v>59781.16966472086</c:v>
                </c:pt>
                <c:pt idx="61">
                  <c:v>15462.276916344581</c:v>
                </c:pt>
                <c:pt idx="62">
                  <c:v>74628.35444518685</c:v>
                </c:pt>
                <c:pt idx="63">
                  <c:v>16553.96195332242</c:v>
                </c:pt>
                <c:pt idx="64">
                  <c:v>924.858516246298</c:v>
                </c:pt>
                <c:pt idx="65">
                  <c:v>34887.18558635868</c:v>
                </c:pt>
              </c:numCache>
            </c:numRef>
          </c:val>
        </c:ser>
        <c:ser>
          <c:idx val="5"/>
          <c:order val="5"/>
          <c:tx>
            <c:strRef>
              <c:f>Sheet1!$G$1</c:f>
              <c:strCache>
                <c:ptCount val="1"/>
                <c:pt idx="0">
                  <c:v>Distribution</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1468454.1609052909</c:v>
                </c:pt>
                <c:pt idx="1">
                  <c:v>1378693.2696831108</c:v>
                </c:pt>
                <c:pt idx="2">
                  <c:v>1771729.4094964864</c:v>
                </c:pt>
                <c:pt idx="3">
                  <c:v>1244527.4404263531</c:v>
                </c:pt>
                <c:pt idx="4">
                  <c:v>1295596.2219792863</c:v>
                </c:pt>
                <c:pt idx="5">
                  <c:v>1664961.5179405354</c:v>
                </c:pt>
                <c:pt idx="6">
                  <c:v>1621873.612452147</c:v>
                </c:pt>
                <c:pt idx="7">
                  <c:v>1836165.6201555552</c:v>
                </c:pt>
                <c:pt idx="8">
                  <c:v>1472196.266173819</c:v>
                </c:pt>
                <c:pt idx="9">
                  <c:v>1633306.7658086875</c:v>
                </c:pt>
                <c:pt idx="10">
                  <c:v>1822517.722774474</c:v>
                </c:pt>
                <c:pt idx="11">
                  <c:v>1320159.0751473168</c:v>
                </c:pt>
                <c:pt idx="12">
                  <c:v>1492226.7108512907</c:v>
                </c:pt>
                <c:pt idx="13">
                  <c:v>1367981.4124291865</c:v>
                </c:pt>
                <c:pt idx="14">
                  <c:v>1915857.2541430984</c:v>
                </c:pt>
                <c:pt idx="15">
                  <c:v>1410989.5253788976</c:v>
                </c:pt>
                <c:pt idx="16">
                  <c:v>1945303.2685995488</c:v>
                </c:pt>
                <c:pt idx="17">
                  <c:v>1698492.7861786762</c:v>
                </c:pt>
                <c:pt idx="18">
                  <c:v>1483765.0888444898</c:v>
                </c:pt>
                <c:pt idx="19">
                  <c:v>2158670.0998524274</c:v>
                </c:pt>
                <c:pt idx="20">
                  <c:v>1564189.5250509996</c:v>
                </c:pt>
                <c:pt idx="21">
                  <c:v>1549281.192824639</c:v>
                </c:pt>
                <c:pt idx="22">
                  <c:v>2379054.9754769085</c:v>
                </c:pt>
                <c:pt idx="23">
                  <c:v>1522828.0705306607</c:v>
                </c:pt>
                <c:pt idx="24">
                  <c:v>2006279.8705905112</c:v>
                </c:pt>
                <c:pt idx="25">
                  <c:v>1536655.9098336175</c:v>
                </c:pt>
                <c:pt idx="26">
                  <c:v>1487207.535112031</c:v>
                </c:pt>
                <c:pt idx="27">
                  <c:v>1580614.1151335037</c:v>
                </c:pt>
                <c:pt idx="28">
                  <c:v>2081559.6545250828</c:v>
                </c:pt>
                <c:pt idx="29">
                  <c:v>2097583.819652907</c:v>
                </c:pt>
                <c:pt idx="30">
                  <c:v>1939113.7831980768</c:v>
                </c:pt>
                <c:pt idx="31">
                  <c:v>1994437.004842292</c:v>
                </c:pt>
                <c:pt idx="32">
                  <c:v>1779111.0319718695</c:v>
                </c:pt>
                <c:pt idx="33">
                  <c:v>1937937.840831925</c:v>
                </c:pt>
                <c:pt idx="34">
                  <c:v>1649770.6693115733</c:v>
                </c:pt>
                <c:pt idx="35">
                  <c:v>1887988.3822012534</c:v>
                </c:pt>
                <c:pt idx="36">
                  <c:v>1937120.6510458917</c:v>
                </c:pt>
                <c:pt idx="37">
                  <c:v>1729584.124274796</c:v>
                </c:pt>
                <c:pt idx="38">
                  <c:v>1757881.2888684708</c:v>
                </c:pt>
                <c:pt idx="39">
                  <c:v>1925684.5090534445</c:v>
                </c:pt>
                <c:pt idx="40">
                  <c:v>2154354.71612266</c:v>
                </c:pt>
                <c:pt idx="41">
                  <c:v>1781459.642659847</c:v>
                </c:pt>
                <c:pt idx="42">
                  <c:v>1866142.2543786047</c:v>
                </c:pt>
                <c:pt idx="43">
                  <c:v>1755211.4853835278</c:v>
                </c:pt>
                <c:pt idx="44">
                  <c:v>1683806.871440169</c:v>
                </c:pt>
                <c:pt idx="45">
                  <c:v>2228217.478325388</c:v>
                </c:pt>
                <c:pt idx="46">
                  <c:v>1903796.9295449997</c:v>
                </c:pt>
                <c:pt idx="47">
                  <c:v>1868198.365249059</c:v>
                </c:pt>
                <c:pt idx="48">
                  <c:v>2146305.6961632925</c:v>
                </c:pt>
                <c:pt idx="49">
                  <c:v>1957421.5253328558</c:v>
                </c:pt>
                <c:pt idx="50">
                  <c:v>1924441.5436126604</c:v>
                </c:pt>
                <c:pt idx="51">
                  <c:v>2396181.170325489</c:v>
                </c:pt>
                <c:pt idx="52">
                  <c:v>1952744.4323671793</c:v>
                </c:pt>
                <c:pt idx="53">
                  <c:v>2087713.7865472776</c:v>
                </c:pt>
                <c:pt idx="54">
                  <c:v>2526402.594452416</c:v>
                </c:pt>
                <c:pt idx="55">
                  <c:v>1872447.2162616018</c:v>
                </c:pt>
                <c:pt idx="56">
                  <c:v>2529711.5817944175</c:v>
                </c:pt>
                <c:pt idx="57">
                  <c:v>1942569.0952125662</c:v>
                </c:pt>
                <c:pt idx="58">
                  <c:v>1941232.8902032343</c:v>
                </c:pt>
                <c:pt idx="59">
                  <c:v>2235147.8487869357</c:v>
                </c:pt>
                <c:pt idx="60">
                  <c:v>1900554.2098513574</c:v>
                </c:pt>
                <c:pt idx="61">
                  <c:v>1666484.5653257237</c:v>
                </c:pt>
                <c:pt idx="62">
                  <c:v>2640933.8668133756</c:v>
                </c:pt>
                <c:pt idx="63">
                  <c:v>1857505.8782054284</c:v>
                </c:pt>
                <c:pt idx="64">
                  <c:v>2107618.666436052</c:v>
                </c:pt>
                <c:pt idx="65">
                  <c:v>2036516.601674348</c:v>
                </c:pt>
              </c:numCache>
            </c:numRef>
          </c:val>
        </c:ser>
        <c:ser>
          <c:idx val="6"/>
          <c:order val="6"/>
          <c:tx>
            <c:strRef>
              <c:f>Sheet1!$H$1</c:f>
              <c:strCache>
                <c:ptCount val="1"/>
                <c:pt idx="0">
                  <c:v>E-com</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200726.2367601119</c:v>
                </c:pt>
                <c:pt idx="1">
                  <c:v>172804.8797604357</c:v>
                </c:pt>
                <c:pt idx="2">
                  <c:v>299325.8022576554</c:v>
                </c:pt>
                <c:pt idx="3">
                  <c:v>184013.08729567745</c:v>
                </c:pt>
                <c:pt idx="4">
                  <c:v>113112.45459419483</c:v>
                </c:pt>
                <c:pt idx="5">
                  <c:v>155706.78071629084</c:v>
                </c:pt>
                <c:pt idx="6">
                  <c:v>55716.201462634766</c:v>
                </c:pt>
                <c:pt idx="7">
                  <c:v>126328.28258969926</c:v>
                </c:pt>
                <c:pt idx="8">
                  <c:v>154405.25060496732</c:v>
                </c:pt>
                <c:pt idx="9">
                  <c:v>201769.3498265273</c:v>
                </c:pt>
                <c:pt idx="10">
                  <c:v>313581.7379734273</c:v>
                </c:pt>
                <c:pt idx="11">
                  <c:v>174432.06580906396</c:v>
                </c:pt>
                <c:pt idx="12">
                  <c:v>166424.0715561356</c:v>
                </c:pt>
                <c:pt idx="13">
                  <c:v>69531.51304865848</c:v>
                </c:pt>
                <c:pt idx="14">
                  <c:v>160560.00856180539</c:v>
                </c:pt>
                <c:pt idx="15">
                  <c:v>107856.64156077226</c:v>
                </c:pt>
                <c:pt idx="16">
                  <c:v>218538.2800429231</c:v>
                </c:pt>
                <c:pt idx="17">
                  <c:v>200754.6602771851</c:v>
                </c:pt>
                <c:pt idx="18">
                  <c:v>118707.27653591143</c:v>
                </c:pt>
                <c:pt idx="19">
                  <c:v>124088.09931535248</c:v>
                </c:pt>
                <c:pt idx="20">
                  <c:v>173774.67356196392</c:v>
                </c:pt>
                <c:pt idx="21">
                  <c:v>192950.855627862</c:v>
                </c:pt>
                <c:pt idx="22">
                  <c:v>337552.740258623</c:v>
                </c:pt>
                <c:pt idx="23">
                  <c:v>202323.72537534282</c:v>
                </c:pt>
                <c:pt idx="24">
                  <c:v>112052.89233715169</c:v>
                </c:pt>
                <c:pt idx="25">
                  <c:v>166578.8190044787</c:v>
                </c:pt>
                <c:pt idx="26">
                  <c:v>170865.58380421335</c:v>
                </c:pt>
                <c:pt idx="27">
                  <c:v>125907.30529221345</c:v>
                </c:pt>
                <c:pt idx="28">
                  <c:v>109379.78315125842</c:v>
                </c:pt>
                <c:pt idx="29">
                  <c:v>153396.90141898085</c:v>
                </c:pt>
                <c:pt idx="30">
                  <c:v>196820.29130606938</c:v>
                </c:pt>
                <c:pt idx="31">
                  <c:v>181018.28819623025</c:v>
                </c:pt>
                <c:pt idx="32">
                  <c:v>191938.67960310844</c:v>
                </c:pt>
                <c:pt idx="33">
                  <c:v>184507.62877309258</c:v>
                </c:pt>
                <c:pt idx="34">
                  <c:v>178541.34166975933</c:v>
                </c:pt>
                <c:pt idx="35">
                  <c:v>205130.921067382</c:v>
                </c:pt>
                <c:pt idx="36">
                  <c:v>242483.73998747836</c:v>
                </c:pt>
                <c:pt idx="37">
                  <c:v>138468.11352694297</c:v>
                </c:pt>
                <c:pt idx="38">
                  <c:v>166700.64331768462</c:v>
                </c:pt>
                <c:pt idx="39">
                  <c:v>152222.8085489524</c:v>
                </c:pt>
                <c:pt idx="40">
                  <c:v>106619.29144695529</c:v>
                </c:pt>
                <c:pt idx="41">
                  <c:v>220832.77116409436</c:v>
                </c:pt>
                <c:pt idx="42">
                  <c:v>232283.40958530782</c:v>
                </c:pt>
                <c:pt idx="43">
                  <c:v>234951.91719822667</c:v>
                </c:pt>
                <c:pt idx="44">
                  <c:v>143199.29173192155</c:v>
                </c:pt>
                <c:pt idx="45">
                  <c:v>130193.86191517173</c:v>
                </c:pt>
                <c:pt idx="46">
                  <c:v>105392.9851040434</c:v>
                </c:pt>
                <c:pt idx="47">
                  <c:v>284881.3734587108</c:v>
                </c:pt>
                <c:pt idx="48">
                  <c:v>399345.9441508001</c:v>
                </c:pt>
                <c:pt idx="49">
                  <c:v>227983.78177663768</c:v>
                </c:pt>
                <c:pt idx="50">
                  <c:v>232123.00824725966</c:v>
                </c:pt>
                <c:pt idx="51">
                  <c:v>271841.7387087577</c:v>
                </c:pt>
                <c:pt idx="52">
                  <c:v>203566.25783650178</c:v>
                </c:pt>
                <c:pt idx="53">
                  <c:v>84254.63889782681</c:v>
                </c:pt>
                <c:pt idx="54">
                  <c:v>154369.45207847247</c:v>
                </c:pt>
                <c:pt idx="55">
                  <c:v>133121.91402957775</c:v>
                </c:pt>
                <c:pt idx="56">
                  <c:v>232756.65079823713</c:v>
                </c:pt>
                <c:pt idx="57">
                  <c:v>106645.6507501628</c:v>
                </c:pt>
                <c:pt idx="58">
                  <c:v>160728.41449489043</c:v>
                </c:pt>
                <c:pt idx="59">
                  <c:v>151077.16809550964</c:v>
                </c:pt>
                <c:pt idx="60">
                  <c:v>138698.1125623346</c:v>
                </c:pt>
                <c:pt idx="61">
                  <c:v>80925.16147604334</c:v>
                </c:pt>
                <c:pt idx="62">
                  <c:v>205703.6705019911</c:v>
                </c:pt>
                <c:pt idx="63">
                  <c:v>213297.8771918556</c:v>
                </c:pt>
                <c:pt idx="64">
                  <c:v>251973.59489061203</c:v>
                </c:pt>
                <c:pt idx="65">
                  <c:v>245808.46067825344</c:v>
                </c:pt>
              </c:numCache>
            </c:numRef>
          </c:val>
        </c:ser>
        <c:ser>
          <c:idx val="7"/>
          <c:order val="7"/>
          <c:tx>
            <c:strRef>
              <c:f>Sheet1!$I$1</c:f>
              <c:strCache>
                <c:ptCount val="1"/>
                <c:pt idx="0">
                  <c:v>OOH</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68868.79621052062</c:v>
                </c:pt>
                <c:pt idx="1">
                  <c:v>17168.058452090736</c:v>
                </c:pt>
                <c:pt idx="2">
                  <c:v>21670.577062900273</c:v>
                </c:pt>
                <c:pt idx="3">
                  <c:v>8419.490152715402</c:v>
                </c:pt>
                <c:pt idx="4">
                  <c:v>17692.685105298693</c:v>
                </c:pt>
                <c:pt idx="5">
                  <c:v>2962.080271589171</c:v>
                </c:pt>
                <c:pt idx="6">
                  <c:v>4983.419696014881</c:v>
                </c:pt>
                <c:pt idx="7">
                  <c:v>36205.158134300524</c:v>
                </c:pt>
                <c:pt idx="8">
                  <c:v>43777.05502532637</c:v>
                </c:pt>
                <c:pt idx="9">
                  <c:v>46852.448865982864</c:v>
                </c:pt>
                <c:pt idx="10">
                  <c:v>9855.059754058204</c:v>
                </c:pt>
                <c:pt idx="11">
                  <c:v>1934.8276265624108</c:v>
                </c:pt>
                <c:pt idx="12">
                  <c:v>60423.26081229014</c:v>
                </c:pt>
                <c:pt idx="13">
                  <c:v>80235.60734594002</c:v>
                </c:pt>
                <c:pt idx="14">
                  <c:v>26329.36794205877</c:v>
                </c:pt>
                <c:pt idx="15">
                  <c:v>40663.48307329037</c:v>
                </c:pt>
                <c:pt idx="16">
                  <c:v>95432.04939554087</c:v>
                </c:pt>
                <c:pt idx="17">
                  <c:v>113501.89956161176</c:v>
                </c:pt>
                <c:pt idx="18">
                  <c:v>49324.180657806486</c:v>
                </c:pt>
                <c:pt idx="19">
                  <c:v>141779.0295926882</c:v>
                </c:pt>
                <c:pt idx="20">
                  <c:v>103470.81306959537</c:v>
                </c:pt>
                <c:pt idx="21">
                  <c:v>19449.794934042686</c:v>
                </c:pt>
                <c:pt idx="22">
                  <c:v>10072.225369953201</c:v>
                </c:pt>
                <c:pt idx="23">
                  <c:v>2568.729794837449</c:v>
                </c:pt>
                <c:pt idx="24">
                  <c:v>4187.627149582074</c:v>
                </c:pt>
                <c:pt idx="25">
                  <c:v>67679.72392837258</c:v>
                </c:pt>
                <c:pt idx="26">
                  <c:v>54416.11219526025</c:v>
                </c:pt>
                <c:pt idx="27">
                  <c:v>69815.91936499573</c:v>
                </c:pt>
                <c:pt idx="28">
                  <c:v>121349.79750314524</c:v>
                </c:pt>
                <c:pt idx="29">
                  <c:v>38244.04484939653</c:v>
                </c:pt>
                <c:pt idx="30">
                  <c:v>2518.185736892434</c:v>
                </c:pt>
                <c:pt idx="31">
                  <c:v>37928.698773959826</c:v>
                </c:pt>
                <c:pt idx="32">
                  <c:v>65988.40250252906</c:v>
                </c:pt>
                <c:pt idx="33">
                  <c:v>7241.3409079135945</c:v>
                </c:pt>
                <c:pt idx="34">
                  <c:v>3418.8055295339736</c:v>
                </c:pt>
                <c:pt idx="35">
                  <c:v>73865.2595237241</c:v>
                </c:pt>
                <c:pt idx="36">
                  <c:v>52343.39155411159</c:v>
                </c:pt>
                <c:pt idx="37">
                  <c:v>18203.7820769028</c:v>
                </c:pt>
                <c:pt idx="38">
                  <c:v>39695.29789692083</c:v>
                </c:pt>
                <c:pt idx="39">
                  <c:v>64705.75956436197</c:v>
                </c:pt>
                <c:pt idx="40">
                  <c:v>44675.893380348425</c:v>
                </c:pt>
                <c:pt idx="41">
                  <c:v>6123.516774148821</c:v>
                </c:pt>
                <c:pt idx="42">
                  <c:v>50177.80466658779</c:v>
                </c:pt>
                <c:pt idx="43">
                  <c:v>51563.51496738437</c:v>
                </c:pt>
                <c:pt idx="44">
                  <c:v>78608.256235082</c:v>
                </c:pt>
                <c:pt idx="45">
                  <c:v>25655.83914567585</c:v>
                </c:pt>
                <c:pt idx="46">
                  <c:v>69136.52666887765</c:v>
                </c:pt>
                <c:pt idx="47">
                  <c:v>7026.621802302085</c:v>
                </c:pt>
                <c:pt idx="48">
                  <c:v>6467.939362365496</c:v>
                </c:pt>
                <c:pt idx="49">
                  <c:v>28491.759442244565</c:v>
                </c:pt>
                <c:pt idx="50">
                  <c:v>125260.54037966472</c:v>
                </c:pt>
                <c:pt idx="51">
                  <c:v>65239.687902037316</c:v>
                </c:pt>
                <c:pt idx="52">
                  <c:v>31229.914574258666</c:v>
                </c:pt>
                <c:pt idx="53">
                  <c:v>10631.791199280991</c:v>
                </c:pt>
                <c:pt idx="54">
                  <c:v>107269.42188486444</c:v>
                </c:pt>
                <c:pt idx="55">
                  <c:v>53047.18307890062</c:v>
                </c:pt>
                <c:pt idx="56">
                  <c:v>83095.67411619259</c:v>
                </c:pt>
                <c:pt idx="57">
                  <c:v>16380.228113298528</c:v>
                </c:pt>
                <c:pt idx="58">
                  <c:v>3494.9486446512483</c:v>
                </c:pt>
                <c:pt idx="59">
                  <c:v>53857.26509261015</c:v>
                </c:pt>
                <c:pt idx="60">
                  <c:v>50077.44386394702</c:v>
                </c:pt>
                <c:pt idx="61">
                  <c:v>84177.35111271858</c:v>
                </c:pt>
                <c:pt idx="62">
                  <c:v>131279.8006842359</c:v>
                </c:pt>
                <c:pt idx="63">
                  <c:v>108610.70195411697</c:v>
                </c:pt>
                <c:pt idx="64">
                  <c:v>38261.760272139036</c:v>
                </c:pt>
                <c:pt idx="65">
                  <c:v>76699.51055023729</c:v>
                </c:pt>
              </c:numCache>
            </c:numRef>
          </c:val>
        </c:ser>
        <c:ser>
          <c:idx val="8"/>
          <c:order val="8"/>
          <c:tx>
            <c:strRef>
              <c:f>Sheet1!$J$1</c:f>
              <c:strCache>
                <c:ptCount val="1"/>
                <c:pt idx="0">
                  <c:v>POS</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250.73511593677475</c:v>
                </c:pt>
                <c:pt idx="1">
                  <c:v>58.578493716822585</c:v>
                </c:pt>
                <c:pt idx="2">
                  <c:v>317.5132304557195</c:v>
                </c:pt>
                <c:pt idx="3">
                  <c:v>254.11997596592838</c:v>
                </c:pt>
                <c:pt idx="4">
                  <c:v>597.7271549437118</c:v>
                </c:pt>
                <c:pt idx="5">
                  <c:v>320.21425831935477</c:v>
                </c:pt>
                <c:pt idx="6">
                  <c:v>106.61376981697778</c:v>
                </c:pt>
                <c:pt idx="7">
                  <c:v>931.6896372138807</c:v>
                </c:pt>
                <c:pt idx="8">
                  <c:v>240.26631289214347</c:v>
                </c:pt>
                <c:pt idx="9">
                  <c:v>675.8495268578679</c:v>
                </c:pt>
                <c:pt idx="10">
                  <c:v>314.79109292007706</c:v>
                </c:pt>
                <c:pt idx="11">
                  <c:v>581.6146425644341</c:v>
                </c:pt>
                <c:pt idx="12">
                  <c:v>127.83057171170624</c:v>
                </c:pt>
                <c:pt idx="13">
                  <c:v>1.109341830207014</c:v>
                </c:pt>
                <c:pt idx="14">
                  <c:v>652.0395970295577</c:v>
                </c:pt>
                <c:pt idx="15">
                  <c:v>603.1353291809021</c:v>
                </c:pt>
                <c:pt idx="16">
                  <c:v>466.0437613726848</c:v>
                </c:pt>
                <c:pt idx="17">
                  <c:v>8.948637219459911</c:v>
                </c:pt>
                <c:pt idx="18">
                  <c:v>209.77290743729276</c:v>
                </c:pt>
                <c:pt idx="19">
                  <c:v>33.1504014685094</c:v>
                </c:pt>
                <c:pt idx="20">
                  <c:v>830.147106301135</c:v>
                </c:pt>
                <c:pt idx="21">
                  <c:v>596.2176158601044</c:v>
                </c:pt>
                <c:pt idx="22">
                  <c:v>1232.912295162048</c:v>
                </c:pt>
                <c:pt idx="23">
                  <c:v>543.6698305989905</c:v>
                </c:pt>
                <c:pt idx="24">
                  <c:v>225.91805799538557</c:v>
                </c:pt>
                <c:pt idx="25">
                  <c:v>6.471166401123163</c:v>
                </c:pt>
                <c:pt idx="26">
                  <c:v>654.4003725674924</c:v>
                </c:pt>
                <c:pt idx="27">
                  <c:v>35.61534592014368</c:v>
                </c:pt>
                <c:pt idx="28">
                  <c:v>111.03726599933748</c:v>
                </c:pt>
                <c:pt idx="29">
                  <c:v>423.623515487737</c:v>
                </c:pt>
                <c:pt idx="30">
                  <c:v>4.840966672990165</c:v>
                </c:pt>
                <c:pt idx="31">
                  <c:v>1.717857181447951</c:v>
                </c:pt>
                <c:pt idx="32">
                  <c:v>312.86156671457553</c:v>
                </c:pt>
                <c:pt idx="33">
                  <c:v>274.0787382641387</c:v>
                </c:pt>
                <c:pt idx="34">
                  <c:v>460.0684014787762</c:v>
                </c:pt>
                <c:pt idx="35">
                  <c:v>538.9064870842623</c:v>
                </c:pt>
                <c:pt idx="36">
                  <c:v>55.62730919638296</c:v>
                </c:pt>
                <c:pt idx="37">
                  <c:v>135.63971604377662</c:v>
                </c:pt>
                <c:pt idx="38">
                  <c:v>342.9301170364601</c:v>
                </c:pt>
                <c:pt idx="39">
                  <c:v>33.11354851845176</c:v>
                </c:pt>
                <c:pt idx="40">
                  <c:v>339.0752518990528</c:v>
                </c:pt>
                <c:pt idx="41">
                  <c:v>345.70187225609317</c:v>
                </c:pt>
                <c:pt idx="42">
                  <c:v>256.8956602700707</c:v>
                </c:pt>
                <c:pt idx="43">
                  <c:v>66.75035336988529</c:v>
                </c:pt>
                <c:pt idx="44">
                  <c:v>476.97503940792257</c:v>
                </c:pt>
                <c:pt idx="45">
                  <c:v>374.5496768416246</c:v>
                </c:pt>
                <c:pt idx="46">
                  <c:v>17.160803833883797</c:v>
                </c:pt>
                <c:pt idx="47">
                  <c:v>771.4063878664879</c:v>
                </c:pt>
                <c:pt idx="48">
                  <c:v>296.74408139685386</c:v>
                </c:pt>
                <c:pt idx="49">
                  <c:v>313.8172113262909</c:v>
                </c:pt>
                <c:pt idx="50">
                  <c:v>787.3239453706359</c:v>
                </c:pt>
                <c:pt idx="51">
                  <c:v>513.9787026242527</c:v>
                </c:pt>
                <c:pt idx="52">
                  <c:v>713.564468694576</c:v>
                </c:pt>
                <c:pt idx="53">
                  <c:v>20.60607205940078</c:v>
                </c:pt>
                <c:pt idx="54">
                  <c:v>533.4353646377531</c:v>
                </c:pt>
                <c:pt idx="55">
                  <c:v>138.2045771403283</c:v>
                </c:pt>
                <c:pt idx="56">
                  <c:v>0.040382506814062386</c:v>
                </c:pt>
                <c:pt idx="57">
                  <c:v>4.30250921738115</c:v>
                </c:pt>
                <c:pt idx="58">
                  <c:v>671.3251585979458</c:v>
                </c:pt>
                <c:pt idx="59">
                  <c:v>667.9367200931695</c:v>
                </c:pt>
                <c:pt idx="60">
                  <c:v>653.3653117718916</c:v>
                </c:pt>
                <c:pt idx="61">
                  <c:v>302.83027086602715</c:v>
                </c:pt>
                <c:pt idx="62">
                  <c:v>636.8924082233484</c:v>
                </c:pt>
                <c:pt idx="63">
                  <c:v>802.8966059789952</c:v>
                </c:pt>
                <c:pt idx="64">
                  <c:v>428.7857797547774</c:v>
                </c:pt>
                <c:pt idx="65">
                  <c:v>140.95448766097795</c:v>
                </c:pt>
              </c:numCache>
            </c:numRef>
          </c:val>
        </c:ser>
        <c:ser>
          <c:idx val="9"/>
          <c:order val="9"/>
          <c:tx>
            <c:strRef>
              <c:f>Sheet1!$K$1</c:f>
              <c:strCache>
                <c:ptCount val="1"/>
                <c:pt idx="0">
                  <c:v>PR</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21145.504692949045</c:v>
                </c:pt>
                <c:pt idx="1">
                  <c:v>3082.48542457156</c:v>
                </c:pt>
                <c:pt idx="2">
                  <c:v>590.9465694050382</c:v>
                </c:pt>
                <c:pt idx="3">
                  <c:v>424.2269072436144</c:v>
                </c:pt>
                <c:pt idx="4">
                  <c:v>1647.3055037404176</c:v>
                </c:pt>
                <c:pt idx="5">
                  <c:v>15951.409083104272</c:v>
                </c:pt>
                <c:pt idx="6">
                  <c:v>25237.66011583481</c:v>
                </c:pt>
                <c:pt idx="7">
                  <c:v>22736.988385134206</c:v>
                </c:pt>
                <c:pt idx="8">
                  <c:v>1037.524061998709</c:v>
                </c:pt>
                <c:pt idx="9">
                  <c:v>1007.2602944205905</c:v>
                </c:pt>
                <c:pt idx="10">
                  <c:v>424.40413968779546</c:v>
                </c:pt>
                <c:pt idx="11">
                  <c:v>135.02852652078636</c:v>
                </c:pt>
                <c:pt idx="12">
                  <c:v>716.5320818646793</c:v>
                </c:pt>
                <c:pt idx="13">
                  <c:v>586.0603786557841</c:v>
                </c:pt>
                <c:pt idx="14">
                  <c:v>489.2927708834662</c:v>
                </c:pt>
                <c:pt idx="15">
                  <c:v>12720.275108265207</c:v>
                </c:pt>
                <c:pt idx="16">
                  <c:v>27470.867685022182</c:v>
                </c:pt>
                <c:pt idx="17">
                  <c:v>3606.7694601171306</c:v>
                </c:pt>
                <c:pt idx="18">
                  <c:v>245.17359862110987</c:v>
                </c:pt>
                <c:pt idx="19">
                  <c:v>814.3461095536701</c:v>
                </c:pt>
                <c:pt idx="20">
                  <c:v>25397.343941291787</c:v>
                </c:pt>
                <c:pt idx="21">
                  <c:v>3214.887669879217</c:v>
                </c:pt>
                <c:pt idx="22">
                  <c:v>11986.634935838103</c:v>
                </c:pt>
                <c:pt idx="23">
                  <c:v>15100.244112986515</c:v>
                </c:pt>
                <c:pt idx="24">
                  <c:v>26367.37786638004</c:v>
                </c:pt>
                <c:pt idx="25">
                  <c:v>27194.952332592868</c:v>
                </c:pt>
                <c:pt idx="26">
                  <c:v>2698.543301261768</c:v>
                </c:pt>
                <c:pt idx="27">
                  <c:v>553.0559619698082</c:v>
                </c:pt>
                <c:pt idx="28">
                  <c:v>27289.452376762165</c:v>
                </c:pt>
                <c:pt idx="29">
                  <c:v>36178.31260287285</c:v>
                </c:pt>
                <c:pt idx="30">
                  <c:v>22282.4348470398</c:v>
                </c:pt>
                <c:pt idx="31">
                  <c:v>8594.014913996742</c:v>
                </c:pt>
                <c:pt idx="32">
                  <c:v>6842.177831551161</c:v>
                </c:pt>
                <c:pt idx="33">
                  <c:v>16898.963092475962</c:v>
                </c:pt>
                <c:pt idx="34">
                  <c:v>23715.745270997573</c:v>
                </c:pt>
                <c:pt idx="35">
                  <c:v>20720.45380062394</c:v>
                </c:pt>
                <c:pt idx="36">
                  <c:v>10394.332879320114</c:v>
                </c:pt>
                <c:pt idx="37">
                  <c:v>19916.013661006986</c:v>
                </c:pt>
                <c:pt idx="38">
                  <c:v>14537.283604089102</c:v>
                </c:pt>
                <c:pt idx="39">
                  <c:v>10031.273326387094</c:v>
                </c:pt>
                <c:pt idx="40">
                  <c:v>15928.528031662854</c:v>
                </c:pt>
                <c:pt idx="41">
                  <c:v>1026.4520033487067</c:v>
                </c:pt>
                <c:pt idx="42">
                  <c:v>431.6925926702537</c:v>
                </c:pt>
                <c:pt idx="43">
                  <c:v>803.0840801311731</c:v>
                </c:pt>
                <c:pt idx="44">
                  <c:v>10369.97939095036</c:v>
                </c:pt>
                <c:pt idx="45">
                  <c:v>1269.4165903151113</c:v>
                </c:pt>
                <c:pt idx="46">
                  <c:v>11019.816984983594</c:v>
                </c:pt>
                <c:pt idx="47">
                  <c:v>2949.225518618493</c:v>
                </c:pt>
                <c:pt idx="48">
                  <c:v>253.67755242604167</c:v>
                </c:pt>
                <c:pt idx="49">
                  <c:v>26237.445615957724</c:v>
                </c:pt>
                <c:pt idx="50">
                  <c:v>1581.1150309194422</c:v>
                </c:pt>
                <c:pt idx="51">
                  <c:v>36290.46830845688</c:v>
                </c:pt>
                <c:pt idx="52">
                  <c:v>30325.25440059597</c:v>
                </c:pt>
                <c:pt idx="53">
                  <c:v>1401.646968695416</c:v>
                </c:pt>
                <c:pt idx="54">
                  <c:v>146.7403271809643</c:v>
                </c:pt>
                <c:pt idx="55">
                  <c:v>0.3645816191023627</c:v>
                </c:pt>
                <c:pt idx="56">
                  <c:v>8063.763513740188</c:v>
                </c:pt>
                <c:pt idx="57">
                  <c:v>12197.815154303407</c:v>
                </c:pt>
                <c:pt idx="58">
                  <c:v>20774.53102716628</c:v>
                </c:pt>
                <c:pt idx="59">
                  <c:v>1178.391324882539</c:v>
                </c:pt>
                <c:pt idx="60">
                  <c:v>703.1562771072321</c:v>
                </c:pt>
                <c:pt idx="61">
                  <c:v>796.9503368834805</c:v>
                </c:pt>
                <c:pt idx="62">
                  <c:v>33294.08773534866</c:v>
                </c:pt>
                <c:pt idx="63">
                  <c:v>1994.7877489451516</c:v>
                </c:pt>
                <c:pt idx="64">
                  <c:v>1160.0550844767854</c:v>
                </c:pt>
                <c:pt idx="65">
                  <c:v>162.38445955946355</c:v>
                </c:pt>
              </c:numCache>
            </c:numRef>
          </c:val>
        </c:ser>
        <c:ser>
          <c:idx val="10"/>
          <c:order val="10"/>
          <c:tx>
            <c:strRef>
              <c:f>Sheet1!$L$1</c:f>
              <c:strCache>
                <c:ptCount val="1"/>
                <c:pt idx="0">
                  <c:v>Price volatility</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-39924.206694508626</c:v>
                </c:pt>
                <c:pt idx="1">
                  <c:v>-42862.109316001355</c:v>
                </c:pt>
                <c:pt idx="2">
                  <c:v>-44990.014808644104</c:v>
                </c:pt>
                <c:pt idx="3">
                  <c:v>-17009.32782297881</c:v>
                </c:pt>
                <c:pt idx="4">
                  <c:v>-5131.934835007318</c:v>
                </c:pt>
                <c:pt idx="5">
                  <c:v>26501.156647594722</c:v>
                </c:pt>
                <c:pt idx="6">
                  <c:v>32371.05065963215</c:v>
                </c:pt>
                <c:pt idx="7">
                  <c:v>43190.710702436605</c:v>
                </c:pt>
                <c:pt idx="8">
                  <c:v>39526.98255971954</c:v>
                </c:pt>
                <c:pt idx="9">
                  <c:v>25165.470144215295</c:v>
                </c:pt>
                <c:pt idx="10">
                  <c:v>-884.7681588774758</c:v>
                </c:pt>
                <c:pt idx="11">
                  <c:v>-26645.4746064356</c:v>
                </c:pt>
                <c:pt idx="12">
                  <c:v>-40135.09876095673</c:v>
                </c:pt>
                <c:pt idx="13">
                  <c:v>-43402.363267337205</c:v>
                </c:pt>
                <c:pt idx="14">
                  <c:v>-55406.73905204584</c:v>
                </c:pt>
                <c:pt idx="15">
                  <c:v>-20594.915051939068</c:v>
                </c:pt>
                <c:pt idx="16">
                  <c:v>10350.579108903446</c:v>
                </c:pt>
                <c:pt idx="17">
                  <c:v>27756.20931630873</c:v>
                </c:pt>
                <c:pt idx="18">
                  <c:v>23464.572978627475</c:v>
                </c:pt>
                <c:pt idx="19">
                  <c:v>66700.15397067911</c:v>
                </c:pt>
                <c:pt idx="20">
                  <c:v>47875.28817949887</c:v>
                </c:pt>
                <c:pt idx="21">
                  <c:v>16192.845010191868</c:v>
                </c:pt>
                <c:pt idx="22">
                  <c:v>-16254.903548751055</c:v>
                </c:pt>
                <c:pt idx="23">
                  <c:v>-34070.7149653237</c:v>
                </c:pt>
                <c:pt idx="24">
                  <c:v>-53290.15651850586</c:v>
                </c:pt>
                <c:pt idx="25">
                  <c:v>-45640.971367000784</c:v>
                </c:pt>
                <c:pt idx="26">
                  <c:v>-41301.3167509488</c:v>
                </c:pt>
                <c:pt idx="27">
                  <c:v>-15448.233102199205</c:v>
                </c:pt>
                <c:pt idx="28">
                  <c:v>8661.58089094547</c:v>
                </c:pt>
                <c:pt idx="29">
                  <c:v>31195.792576441338</c:v>
                </c:pt>
                <c:pt idx="30">
                  <c:v>34198.790531991486</c:v>
                </c:pt>
                <c:pt idx="31">
                  <c:v>46809.47555862199</c:v>
                </c:pt>
                <c:pt idx="32">
                  <c:v>37389.81464171238</c:v>
                </c:pt>
                <c:pt idx="33">
                  <c:v>32020.409100994708</c:v>
                </c:pt>
                <c:pt idx="34">
                  <c:v>-1440.7910370991117</c:v>
                </c:pt>
                <c:pt idx="35">
                  <c:v>-37473.03586906745</c:v>
                </c:pt>
                <c:pt idx="36">
                  <c:v>-59054.37623000561</c:v>
                </c:pt>
                <c:pt idx="37">
                  <c:v>-52158.352777422246</c:v>
                </c:pt>
                <c:pt idx="38">
                  <c:v>-31877.877374831784</c:v>
                </c:pt>
                <c:pt idx="39">
                  <c:v>-31595.019164243815</c:v>
                </c:pt>
                <c:pt idx="40">
                  <c:v>14.81729621963541</c:v>
                </c:pt>
                <c:pt idx="41">
                  <c:v>25957.844935052428</c:v>
                </c:pt>
                <c:pt idx="42">
                  <c:v>37450.02999163711</c:v>
                </c:pt>
                <c:pt idx="43">
                  <c:v>51489.10008465906</c:v>
                </c:pt>
                <c:pt idx="44">
                  <c:v>42133.888250863325</c:v>
                </c:pt>
                <c:pt idx="45">
                  <c:v>25196.159411184955</c:v>
                </c:pt>
                <c:pt idx="46">
                  <c:v>-13227.584735720699</c:v>
                </c:pt>
                <c:pt idx="47">
                  <c:v>-38643.57746353984</c:v>
                </c:pt>
                <c:pt idx="48">
                  <c:v>-62712.48751087488</c:v>
                </c:pt>
                <c:pt idx="49">
                  <c:v>-47294.43787465822</c:v>
                </c:pt>
                <c:pt idx="50">
                  <c:v>-42124.70243426384</c:v>
                </c:pt>
                <c:pt idx="51">
                  <c:v>-28737.4530307646</c:v>
                </c:pt>
                <c:pt idx="52">
                  <c:v>3778.598297986793</c:v>
                </c:pt>
                <c:pt idx="53">
                  <c:v>27453.053994063528</c:v>
                </c:pt>
                <c:pt idx="54">
                  <c:v>42724.317197226774</c:v>
                </c:pt>
                <c:pt idx="55">
                  <c:v>59206.17793446391</c:v>
                </c:pt>
                <c:pt idx="56">
                  <c:v>55203.188449555455</c:v>
                </c:pt>
                <c:pt idx="57">
                  <c:v>9678.326805667828</c:v>
                </c:pt>
                <c:pt idx="58">
                  <c:v>-10084.398732555066</c:v>
                </c:pt>
                <c:pt idx="59">
                  <c:v>-34609.83729550872</c:v>
                </c:pt>
                <c:pt idx="60">
                  <c:v>-51235.007273312905</c:v>
                </c:pt>
                <c:pt idx="61">
                  <c:v>-44878.12763790902</c:v>
                </c:pt>
                <c:pt idx="62">
                  <c:v>-52994.06539785483</c:v>
                </c:pt>
                <c:pt idx="63">
                  <c:v>-18837.211286549613</c:v>
                </c:pt>
                <c:pt idx="64">
                  <c:v>4734.763161385072</c:v>
                </c:pt>
                <c:pt idx="65">
                  <c:v>34032.77478150437</c:v>
                </c:pt>
              </c:numCache>
            </c:numRef>
          </c:val>
        </c:ser>
        <c:ser>
          <c:idx val="11"/>
          <c:order val="11"/>
          <c:tx>
            <c:strRef>
              <c:f>Sheet1!$M$1</c:f>
              <c:strCache>
                <c:ptCount val="1"/>
                <c:pt idx="0">
                  <c:v>Relative price</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-30862.777610475518</c:v>
                </c:pt>
                <c:pt idx="1">
                  <c:v>-29515.098097798214</c:v>
                </c:pt>
                <c:pt idx="2">
                  <c:v>-39695.5524826437</c:v>
                </c:pt>
                <c:pt idx="3">
                  <c:v>-28567.19741299759</c:v>
                </c:pt>
                <c:pt idx="4">
                  <c:v>-28090.77445058044</c:v>
                </c:pt>
                <c:pt idx="5">
                  <c:v>-34022.66875865376</c:v>
                </c:pt>
                <c:pt idx="6">
                  <c:v>-30318.97411796771</c:v>
                </c:pt>
                <c:pt idx="7">
                  <c:v>-32040.55367163159</c:v>
                </c:pt>
                <c:pt idx="8">
                  <c:v>-24806.310573555602</c:v>
                </c:pt>
                <c:pt idx="9">
                  <c:v>-28135.081532187578</c:v>
                </c:pt>
                <c:pt idx="10">
                  <c:v>-32598.218277850003</c:v>
                </c:pt>
                <c:pt idx="11">
                  <c:v>-24771.041301143203</c:v>
                </c:pt>
                <c:pt idx="12">
                  <c:v>-32350.499155205453</c:v>
                </c:pt>
                <c:pt idx="13">
                  <c:v>-29107.035188995997</c:v>
                </c:pt>
                <c:pt idx="14">
                  <c:v>-41032.51599406388</c:v>
                </c:pt>
                <c:pt idx="15">
                  <c:v>-30587.299306409324</c:v>
                </c:pt>
                <c:pt idx="16">
                  <c:v>-43938.6616171425</c:v>
                </c:pt>
                <c:pt idx="17">
                  <c:v>-36069.81402803282</c:v>
                </c:pt>
                <c:pt idx="18">
                  <c:v>-27641.613637025544</c:v>
                </c:pt>
                <c:pt idx="19">
                  <c:v>-39175.519428896805</c:v>
                </c:pt>
                <c:pt idx="20">
                  <c:v>-28355.441697219845</c:v>
                </c:pt>
                <c:pt idx="21">
                  <c:v>-26595.826686371227</c:v>
                </c:pt>
                <c:pt idx="22">
                  <c:v>-42433.33230500095</c:v>
                </c:pt>
                <c:pt idx="23">
                  <c:v>-28938.43473052048</c:v>
                </c:pt>
                <c:pt idx="24">
                  <c:v>-38853.78509393678</c:v>
                </c:pt>
                <c:pt idx="25">
                  <c:v>-33600.82525377789</c:v>
                </c:pt>
                <c:pt idx="26">
                  <c:v>-32222.762852429267</c:v>
                </c:pt>
                <c:pt idx="27">
                  <c:v>-33412.67108351182</c:v>
                </c:pt>
                <c:pt idx="28">
                  <c:v>-45439.614291550235</c:v>
                </c:pt>
                <c:pt idx="29">
                  <c:v>-40952.31300845514</c:v>
                </c:pt>
                <c:pt idx="30">
                  <c:v>-36802.31347509855</c:v>
                </c:pt>
                <c:pt idx="31">
                  <c:v>-34136.247485039494</c:v>
                </c:pt>
                <c:pt idx="32">
                  <c:v>-30145.290394798856</c:v>
                </c:pt>
                <c:pt idx="33">
                  <c:v>-32358.1762712904</c:v>
                </c:pt>
                <c:pt idx="34">
                  <c:v>-29014.113117243927</c:v>
                </c:pt>
                <c:pt idx="35">
                  <c:v>-36135.28832946585</c:v>
                </c:pt>
                <c:pt idx="36">
                  <c:v>-41326.958229629985</c:v>
                </c:pt>
                <c:pt idx="37">
                  <c:v>-36769.15976761023</c:v>
                </c:pt>
                <c:pt idx="38">
                  <c:v>-37078.37348695638</c:v>
                </c:pt>
                <c:pt idx="39">
                  <c:v>-41236.02193068398</c:v>
                </c:pt>
                <c:pt idx="40">
                  <c:v>-44307.381019020686</c:v>
                </c:pt>
                <c:pt idx="41">
                  <c:v>-35098.48322611772</c:v>
                </c:pt>
                <c:pt idx="42">
                  <c:v>-35529.58954837336</c:v>
                </c:pt>
                <c:pt idx="43">
                  <c:v>-32705.49514024438</c:v>
                </c:pt>
                <c:pt idx="44">
                  <c:v>-28798.888960371543</c:v>
                </c:pt>
                <c:pt idx="45">
                  <c:v>-35802.70692745392</c:v>
                </c:pt>
                <c:pt idx="46">
                  <c:v>-32545.897230952298</c:v>
                </c:pt>
                <c:pt idx="47">
                  <c:v>-35947.82466441504</c:v>
                </c:pt>
                <c:pt idx="48">
                  <c:v>-44968.90963452456</c:v>
                </c:pt>
                <c:pt idx="49">
                  <c:v>-40727.45322701448</c:v>
                </c:pt>
                <c:pt idx="50">
                  <c:v>-41818.912991615056</c:v>
                </c:pt>
                <c:pt idx="51">
                  <c:v>-52686.91103887775</c:v>
                </c:pt>
                <c:pt idx="52">
                  <c:v>-42583.29442849358</c:v>
                </c:pt>
                <c:pt idx="53">
                  <c:v>-38508.461550263586</c:v>
                </c:pt>
                <c:pt idx="54">
                  <c:v>-45622.189416144545</c:v>
                </c:pt>
                <c:pt idx="55">
                  <c:v>-31664.782281087897</c:v>
                </c:pt>
                <c:pt idx="56">
                  <c:v>-41800.97000429779</c:v>
                </c:pt>
                <c:pt idx="57">
                  <c:v>-30615.483037045862</c:v>
                </c:pt>
                <c:pt idx="58">
                  <c:v>-32808.19142799754</c:v>
                </c:pt>
                <c:pt idx="59">
                  <c:v>-39170.265391732595</c:v>
                </c:pt>
                <c:pt idx="60">
                  <c:v>-37689.41506981865</c:v>
                </c:pt>
                <c:pt idx="61">
                  <c:v>-33477.50056275917</c:v>
                </c:pt>
                <c:pt idx="62">
                  <c:v>-55899.98789305251</c:v>
                </c:pt>
                <c:pt idx="63">
                  <c:v>-40526.27842998648</c:v>
                </c:pt>
                <c:pt idx="64">
                  <c:v>-45715.50167153322</c:v>
                </c:pt>
                <c:pt idx="65">
                  <c:v>-42306.44840112769</c:v>
                </c:pt>
              </c:numCache>
            </c:numRef>
          </c:val>
        </c:ser>
        <c:ser>
          <c:idx val="12"/>
          <c:order val="12"/>
          <c:tx>
            <c:strRef>
              <c:f>Sheet1!$N$1</c:f>
              <c:strCache>
                <c:ptCount val="1"/>
                <c:pt idx="0">
                  <c:v>Seasonality</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438058.3996097559</c:v>
                </c:pt>
                <c:pt idx="1">
                  <c:v>500515.6016782908</c:v>
                </c:pt>
                <c:pt idx="2">
                  <c:v>770786.253608055</c:v>
                </c:pt>
                <c:pt idx="3">
                  <c:v>568318.909668528</c:v>
                </c:pt>
                <c:pt idx="4">
                  <c:v>578382.2204794527</c:v>
                </c:pt>
                <c:pt idx="5">
                  <c:v>498403.583095697</c:v>
                </c:pt>
                <c:pt idx="6">
                  <c:v>296985.3352317179</c:v>
                </c:pt>
                <c:pt idx="7">
                  <c:v>128812.31821533301</c:v>
                </c:pt>
                <c:pt idx="8">
                  <c:v>17592.445854566915</c:v>
                </c:pt>
                <c:pt idx="9">
                  <c:v>9768.623950748955</c:v>
                </c:pt>
                <c:pt idx="10">
                  <c:v>106625.46216342588</c:v>
                </c:pt>
                <c:pt idx="11">
                  <c:v>202344.47645968077</c:v>
                </c:pt>
                <c:pt idx="12">
                  <c:v>544320.5397786233</c:v>
                </c:pt>
                <c:pt idx="13">
                  <c:v>487365.4439032625</c:v>
                </c:pt>
                <c:pt idx="14">
                  <c:v>794653.4340165963</c:v>
                </c:pt>
                <c:pt idx="15">
                  <c:v>608821.5673003239</c:v>
                </c:pt>
                <c:pt idx="16">
                  <c:v>843962.7569105674</c:v>
                </c:pt>
                <c:pt idx="17">
                  <c:v>510367.985669071</c:v>
                </c:pt>
                <c:pt idx="18">
                  <c:v>262332.1818452875</c:v>
                </c:pt>
                <c:pt idx="19">
                  <c:v>166343.96884065177</c:v>
                </c:pt>
                <c:pt idx="20">
                  <c:v>23446.420032214286</c:v>
                </c:pt>
                <c:pt idx="21">
                  <c:v>9376.840299581238</c:v>
                </c:pt>
                <c:pt idx="22">
                  <c:v>143696.80460069055</c:v>
                </c:pt>
                <c:pt idx="23">
                  <c:v>237999.55200578604</c:v>
                </c:pt>
                <c:pt idx="24">
                  <c:v>616456.827616776</c:v>
                </c:pt>
                <c:pt idx="25">
                  <c:v>595850.5149615207</c:v>
                </c:pt>
                <c:pt idx="26">
                  <c:v>633883.4376087801</c:v>
                </c:pt>
                <c:pt idx="27">
                  <c:v>665176.270437446</c:v>
                </c:pt>
                <c:pt idx="28">
                  <c:v>905133.9676520597</c:v>
                </c:pt>
                <c:pt idx="29">
                  <c:v>574125.029473419</c:v>
                </c:pt>
                <c:pt idx="30">
                  <c:v>355908.4465255147</c:v>
                </c:pt>
                <c:pt idx="31">
                  <c:v>149414.27957019766</c:v>
                </c:pt>
                <c:pt idx="32">
                  <c:v>21862.24236802491</c:v>
                </c:pt>
                <c:pt idx="33">
                  <c:v>17922.260303312192</c:v>
                </c:pt>
                <c:pt idx="34">
                  <c:v>108997.97167790413</c:v>
                </c:pt>
                <c:pt idx="35">
                  <c:v>302296.27597274986</c:v>
                </c:pt>
                <c:pt idx="36">
                  <c:v>640713.614983238</c:v>
                </c:pt>
                <c:pt idx="37">
                  <c:v>646563.0553917468</c:v>
                </c:pt>
                <c:pt idx="38">
                  <c:v>730260.928388807</c:v>
                </c:pt>
                <c:pt idx="39">
                  <c:v>824983.6525858885</c:v>
                </c:pt>
                <c:pt idx="40">
                  <c:v>899763.935721173</c:v>
                </c:pt>
                <c:pt idx="41">
                  <c:v>506232.63104632247</c:v>
                </c:pt>
                <c:pt idx="42">
                  <c:v>303596.7161761435</c:v>
                </c:pt>
                <c:pt idx="43">
                  <c:v>114875.35914058489</c:v>
                </c:pt>
                <c:pt idx="44">
                  <c:v>20012.09205442757</c:v>
                </c:pt>
                <c:pt idx="45">
                  <c:v>19226.04094476972</c:v>
                </c:pt>
                <c:pt idx="46">
                  <c:v>118602.1209454601</c:v>
                </c:pt>
                <c:pt idx="47">
                  <c:v>295583.3958759368</c:v>
                </c:pt>
                <c:pt idx="48">
                  <c:v>653310.6823518747</c:v>
                </c:pt>
                <c:pt idx="49">
                  <c:v>717394.3673798549</c:v>
                </c:pt>
                <c:pt idx="50">
                  <c:v>820176.27873444</c:v>
                </c:pt>
                <c:pt idx="51">
                  <c:v>1040186.9913623114</c:v>
                </c:pt>
                <c:pt idx="52">
                  <c:v>872538.8782988044</c:v>
                </c:pt>
                <c:pt idx="53">
                  <c:v>544162.0811301732</c:v>
                </c:pt>
                <c:pt idx="54">
                  <c:v>411929.83705500345</c:v>
                </c:pt>
                <c:pt idx="55">
                  <c:v>119012.0967464772</c:v>
                </c:pt>
                <c:pt idx="56">
                  <c:v>24116.30976481869</c:v>
                </c:pt>
                <c:pt idx="57">
                  <c:v>19967.76712511093</c:v>
                </c:pt>
                <c:pt idx="58">
                  <c:v>122634.29622281669</c:v>
                </c:pt>
                <c:pt idx="59">
                  <c:v>346001.4605575257</c:v>
                </c:pt>
                <c:pt idx="60">
                  <c:v>604333.9833301675</c:v>
                </c:pt>
                <c:pt idx="61">
                  <c:v>583751.5804243431</c:v>
                </c:pt>
                <c:pt idx="62">
                  <c:v>1095360.356715138</c:v>
                </c:pt>
                <c:pt idx="63">
                  <c:v>794546.8761808162</c:v>
                </c:pt>
                <c:pt idx="64">
                  <c:v>884810.3018666396</c:v>
                </c:pt>
                <c:pt idx="65">
                  <c:v>601139.8473347776</c:v>
                </c:pt>
              </c:numCache>
            </c:numRef>
          </c:val>
        </c:ser>
        <c:ser>
          <c:idx val="13"/>
          <c:order val="13"/>
          <c:tx>
            <c:strRef>
              <c:f>Sheet1!$O$1</c:f>
              <c:strCache>
                <c:ptCount val="1"/>
                <c:pt idx="0">
                  <c:v>TV</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6249.51205173232</c:v>
                </c:pt>
                <c:pt idx="1">
                  <c:v>4967.520895405657</c:v>
                </c:pt>
                <c:pt idx="2">
                  <c:v>7023.581651260096</c:v>
                </c:pt>
                <c:pt idx="3">
                  <c:v>22924.520806465513</c:v>
                </c:pt>
                <c:pt idx="4">
                  <c:v>6305.360174579862</c:v>
                </c:pt>
                <c:pt idx="5">
                  <c:v>52545.19928190686</c:v>
                </c:pt>
                <c:pt idx="6">
                  <c:v>81815.67191223956</c:v>
                </c:pt>
                <c:pt idx="7">
                  <c:v>28934.284644509495</c:v>
                </c:pt>
                <c:pt idx="8">
                  <c:v>5722.184271846832</c:v>
                </c:pt>
                <c:pt idx="9">
                  <c:v>38476.60480434689</c:v>
                </c:pt>
                <c:pt idx="10">
                  <c:v>27418.13816508289</c:v>
                </c:pt>
                <c:pt idx="11">
                  <c:v>11144.00945059211</c:v>
                </c:pt>
                <c:pt idx="12">
                  <c:v>56226.623970278975</c:v>
                </c:pt>
                <c:pt idx="13">
                  <c:v>48262.6844214499</c:v>
                </c:pt>
                <c:pt idx="14">
                  <c:v>44126.12805898559</c:v>
                </c:pt>
                <c:pt idx="15">
                  <c:v>26073.180134099784</c:v>
                </c:pt>
                <c:pt idx="16">
                  <c:v>56256.52789119332</c:v>
                </c:pt>
                <c:pt idx="17">
                  <c:v>83494.9179868626</c:v>
                </c:pt>
                <c:pt idx="18">
                  <c:v>12391.726631785212</c:v>
                </c:pt>
                <c:pt idx="19">
                  <c:v>64112.60003385207</c:v>
                </c:pt>
                <c:pt idx="20">
                  <c:v>44215.289329926934</c:v>
                </c:pt>
                <c:pt idx="21">
                  <c:v>20299.708443020292</c:v>
                </c:pt>
                <c:pt idx="22">
                  <c:v>96028.77783078383</c:v>
                </c:pt>
                <c:pt idx="23">
                  <c:v>7367.2479398107525</c:v>
                </c:pt>
                <c:pt idx="24">
                  <c:v>9017.959044590734</c:v>
                </c:pt>
                <c:pt idx="25">
                  <c:v>60822.093835015476</c:v>
                </c:pt>
                <c:pt idx="26">
                  <c:v>8019.1320413191615</c:v>
                </c:pt>
                <c:pt idx="27">
                  <c:v>24115.2372073964</c:v>
                </c:pt>
                <c:pt idx="28">
                  <c:v>67938.34562871828</c:v>
                </c:pt>
                <c:pt idx="29">
                  <c:v>56906.47868821147</c:v>
                </c:pt>
                <c:pt idx="30">
                  <c:v>45446.60840715836</c:v>
                </c:pt>
                <c:pt idx="31">
                  <c:v>9059.1069858311</c:v>
                </c:pt>
                <c:pt idx="32">
                  <c:v>36633.94534596512</c:v>
                </c:pt>
                <c:pt idx="33">
                  <c:v>25666.009012831215</c:v>
                </c:pt>
                <c:pt idx="34">
                  <c:v>55843.72060149504</c:v>
                </c:pt>
                <c:pt idx="35">
                  <c:v>15803.237568406485</c:v>
                </c:pt>
                <c:pt idx="36">
                  <c:v>57665.67413726554</c:v>
                </c:pt>
                <c:pt idx="37">
                  <c:v>69654.97851280587</c:v>
                </c:pt>
                <c:pt idx="38">
                  <c:v>11255.460009570295</c:v>
                </c:pt>
                <c:pt idx="39">
                  <c:v>87025.74733366468</c:v>
                </c:pt>
                <c:pt idx="40">
                  <c:v>22203.369179892168</c:v>
                </c:pt>
                <c:pt idx="41">
                  <c:v>7799.296375529605</c:v>
                </c:pt>
                <c:pt idx="42">
                  <c:v>81905.65988038995</c:v>
                </c:pt>
                <c:pt idx="43">
                  <c:v>50459.97698005534</c:v>
                </c:pt>
                <c:pt idx="44">
                  <c:v>8589.097858148903</c:v>
                </c:pt>
                <c:pt idx="45">
                  <c:v>45145.36203081969</c:v>
                </c:pt>
                <c:pt idx="46">
                  <c:v>64977.436614541264</c:v>
                </c:pt>
                <c:pt idx="47">
                  <c:v>69940.02893617487</c:v>
                </c:pt>
                <c:pt idx="48">
                  <c:v>73394.06325497295</c:v>
                </c:pt>
                <c:pt idx="49">
                  <c:v>64317.74822398834</c:v>
                </c:pt>
                <c:pt idx="50">
                  <c:v>10947.563842330725</c:v>
                </c:pt>
                <c:pt idx="51">
                  <c:v>57112.32948503898</c:v>
                </c:pt>
                <c:pt idx="52">
                  <c:v>17185.002014157075</c:v>
                </c:pt>
                <c:pt idx="53">
                  <c:v>11062.254915404552</c:v>
                </c:pt>
                <c:pt idx="54">
                  <c:v>12967.539686324595</c:v>
                </c:pt>
                <c:pt idx="55">
                  <c:v>8650.273070591746</c:v>
                </c:pt>
                <c:pt idx="56">
                  <c:v>13265.905283114924</c:v>
                </c:pt>
                <c:pt idx="57">
                  <c:v>9873.461004747722</c:v>
                </c:pt>
                <c:pt idx="58">
                  <c:v>85947.6826548209</c:v>
                </c:pt>
                <c:pt idx="59">
                  <c:v>12494.729774139158</c:v>
                </c:pt>
                <c:pt idx="60">
                  <c:v>8850.103615687505</c:v>
                </c:pt>
                <c:pt idx="61">
                  <c:v>7670.483769890078</c:v>
                </c:pt>
                <c:pt idx="62">
                  <c:v>13982.925236597319</c:v>
                </c:pt>
                <c:pt idx="63">
                  <c:v>9204.208031713972</c:v>
                </c:pt>
                <c:pt idx="64">
                  <c:v>94880.95470364056</c:v>
                </c:pt>
                <c:pt idx="65">
                  <c:v>69104.3309561486</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Sheet1!$A$2:$A$15</c:f>
              <c:strCache>
                <c:ptCount val="14"/>
                <c:pt idx="0">
                  <c:v>Distribution</c:v>
                </c:pt>
                <c:pt idx="1">
                  <c:v>Seasonality</c:v>
                </c:pt>
                <c:pt idx="2">
                  <c:v>E-com</c:v>
                </c:pt>
                <c:pt idx="3">
                  <c:v>Base</c:v>
                </c:pt>
                <c:pt idx="4">
                  <c:v>OOH</c:v>
                </c:pt>
                <c:pt idx="5">
                  <c:v>TV</c:v>
                </c:pt>
                <c:pt idx="6">
                  <c:v>Digital_Video</c:v>
                </c:pt>
                <c:pt idx="7">
                  <c:v>Digital_DA</c:v>
                </c:pt>
                <c:pt idx="8">
                  <c:v>Digital_Perform...</c:v>
                </c:pt>
                <c:pt idx="9">
                  <c:v>Digital_Special...</c:v>
                </c:pt>
                <c:pt idx="10">
                  <c:v>PR</c:v>
                </c:pt>
                <c:pt idx="11">
                  <c:v>POS</c:v>
                </c:pt>
                <c:pt idx="12">
                  <c:v>Price volatilit...</c:v>
                </c:pt>
                <c:pt idx="13">
                  <c:v>Relative price</c:v>
                </c:pt>
              </c:strCache>
            </c:strRef>
          </c:cat>
          <c:val>
            <c:numRef>
              <c:f>Sheet1!$B$2:$B$15</c:f>
              <c:numCache>
                <c:formatCode>General</c:formatCode>
                <c:ptCount val="14"/>
                <c:pt idx="0">
                  <c:v>0.0</c:v>
                </c:pt>
                <c:pt idx="1">
                  <c:v>61.604802340086664</c:v>
                </c:pt>
                <c:pt idx="2">
                  <c:v>84.6326235263652</c:v>
                </c:pt>
                <c:pt idx="3">
                  <c:v>90.3664757405195</c:v>
                </c:pt>
                <c:pt idx="4">
                  <c:v>95.34324777668252</c:v>
                </c:pt>
                <c:pt idx="5">
                  <c:v>97.81108287730478</c:v>
                </c:pt>
                <c:pt idx="6">
                  <c:v>98.83883589304968</c:v>
                </c:pt>
                <c:pt idx="7">
                  <c:v>99.85924655853057</c:v>
                </c:pt>
                <c:pt idx="8">
                  <c:v>100.51090095007973</c:v>
                </c:pt>
                <c:pt idx="9">
                  <c:v>101.14955580038226</c:v>
                </c:pt>
                <c:pt idx="10">
                  <c:v>101.73424698994754</c:v>
                </c:pt>
                <c:pt idx="11">
                  <c:v>101.92654190098095</c:v>
                </c:pt>
                <c:pt idx="12">
                  <c:v>101.28973118697817</c:v>
                </c:pt>
                <c:pt idx="13">
                  <c:v>100.0</c:v>
                </c:pt>
              </c:numCache>
            </c:numRef>
          </c:val>
        </c:ser>
        <c:ser>
          <c:idx val="1"/>
          <c:order val="1"/>
          <c:tx>
            <c:strRef>
              <c:f>Sheet1!$C$1</c:f>
              <c:strCache>
                <c:ptCount val="1"/>
                <c:pt idx="0">
                  <c:v>value</c:v>
                </c:pt>
              </c:strCache>
            </c:strRef>
          </c:tx>
          <c:dPt>
            <c:idx val="0"/>
            <c:spPr>
              <a:solidFill>
                <a:srgbClr val="FF7ED1"/>
              </a:solidFill>
            </c:spPr>
          </c:dPt>
          <c:dPt>
            <c:idx val="1"/>
            <c:spPr>
              <a:solidFill>
                <a:srgbClr val="A17569"/>
              </a:solidFill>
            </c:spPr>
          </c:dPt>
          <c:dPt>
            <c:idx val="2"/>
            <c:spPr>
              <a:solidFill>
                <a:srgbClr val="6B004F"/>
              </a:solidFill>
            </c:spPr>
          </c:dPt>
          <c:dPt>
            <c:idx val="3"/>
            <c:spPr>
              <a:solidFill>
                <a:srgbClr val="D60000"/>
              </a:solidFill>
            </c:spPr>
          </c:dPt>
          <c:dPt>
            <c:idx val="4"/>
            <c:spPr>
              <a:solidFill>
                <a:srgbClr val="FFA52F"/>
              </a:solidFill>
            </c:spPr>
          </c:dPt>
          <c:dPt>
            <c:idx val="5"/>
            <c:spPr>
              <a:solidFill>
                <a:srgbClr val="BCB6FF"/>
              </a:solidFill>
            </c:spPr>
          </c:dPt>
          <c:dPt>
            <c:idx val="6"/>
            <c:spPr>
              <a:solidFill>
                <a:srgbClr val="97FF00"/>
              </a:solidFill>
            </c:spPr>
          </c:dPt>
          <c:dPt>
            <c:idx val="7"/>
            <c:spPr>
              <a:solidFill>
                <a:srgbClr val="8C3BFF"/>
              </a:solidFill>
            </c:spPr>
          </c:dPt>
          <c:dPt>
            <c:idx val="8"/>
            <c:spPr>
              <a:solidFill>
                <a:srgbClr val="018700"/>
              </a:solidFill>
            </c:spPr>
          </c:dPt>
          <c:dPt>
            <c:idx val="9"/>
            <c:spPr>
              <a:solidFill>
                <a:srgbClr val="00ACC6"/>
              </a:solidFill>
            </c:spPr>
          </c:dPt>
          <c:dPt>
            <c:idx val="10"/>
            <c:spPr>
              <a:solidFill>
                <a:srgbClr val="005659"/>
              </a:solidFill>
            </c:spPr>
          </c:dPt>
          <c:dPt>
            <c:idx val="11"/>
            <c:spPr>
              <a:solidFill>
                <a:srgbClr val="573B00"/>
              </a:solidFill>
            </c:spPr>
          </c:dPt>
          <c:dPt>
            <c:idx val="12"/>
            <c:spPr>
              <a:solidFill>
                <a:srgbClr val="0000DD"/>
              </a:solidFill>
            </c:spPr>
          </c:dPt>
          <c:dPt>
            <c:idx val="13"/>
            <c:spPr>
              <a:solidFill>
                <a:srgbClr val="00FDCF"/>
              </a:solidFill>
            </c:spPr>
          </c:dPt>
          <c:dLbls>
            <c:dLbl>
              <c:idx val="0"/>
              <c:tx>
                <c:rich>
                  <a:bodyPr/>
                  <a:lstStyle/>
                  <a:p>
                    <a:r>
                      <a:t>61.6%</a:t>
                    </a:r>
                  </a:p>
                </c:rich>
              </c:tx>
              <c:dLblPos val="inEnd"/>
              <c:showLegendKey val="0"/>
              <c:showVal val="1"/>
              <c:showCatName val="0"/>
              <c:showSerName val="0"/>
              <c:showPercent val="0"/>
              <c:showBubbleSize val="0"/>
            </c:dLbl>
            <c:dLbl>
              <c:idx val="1"/>
              <c:tx>
                <c:rich>
                  <a:bodyPr/>
                  <a:lstStyle/>
                  <a:p>
                    <a:r>
                      <a:t>23.03%</a:t>
                    </a:r>
                  </a:p>
                </c:rich>
              </c:tx>
              <c:dLblPos val="inEnd"/>
              <c:showLegendKey val="0"/>
              <c:showVal val="1"/>
              <c:showCatName val="0"/>
              <c:showSerName val="0"/>
              <c:showPercent val="0"/>
              <c:showBubbleSize val="0"/>
            </c:dLbl>
            <c:dLbl>
              <c:idx val="2"/>
              <c:tx>
                <c:rich>
                  <a:bodyPr/>
                  <a:lstStyle/>
                  <a:p>
                    <a:r>
                      <a:t>5.73%</a:t>
                    </a:r>
                  </a:p>
                </c:rich>
              </c:tx>
              <c:dLblPos val="inEnd"/>
              <c:showLegendKey val="0"/>
              <c:showVal val="1"/>
              <c:showCatName val="0"/>
              <c:showSerName val="0"/>
              <c:showPercent val="0"/>
              <c:showBubbleSize val="0"/>
            </c:dLbl>
            <c:dLbl>
              <c:idx val="3"/>
              <c:tx>
                <c:rich>
                  <a:bodyPr/>
                  <a:lstStyle/>
                  <a:p>
                    <a:r>
                      <a:t>4.98%</a:t>
                    </a:r>
                  </a:p>
                </c:rich>
              </c:tx>
              <c:dLblPos val="inEnd"/>
              <c:showLegendKey val="0"/>
              <c:showVal val="1"/>
              <c:showCatName val="0"/>
              <c:showSerName val="0"/>
              <c:showPercent val="0"/>
              <c:showBubbleSize val="0"/>
            </c:dLbl>
            <c:dLbl>
              <c:idx val="4"/>
              <c:tx>
                <c:rich>
                  <a:bodyPr/>
                  <a:lstStyle/>
                  <a:p>
                    <a:r>
                      <a:t>2.47%</a:t>
                    </a:r>
                  </a:p>
                </c:rich>
              </c:tx>
              <c:dLblPos val="inEnd"/>
              <c:showLegendKey val="0"/>
              <c:showVal val="1"/>
              <c:showCatName val="0"/>
              <c:showSerName val="0"/>
              <c:showPercent val="0"/>
              <c:showBubbleSize val="0"/>
            </c:dLbl>
            <c:dLbl>
              <c:idx val="5"/>
              <c:tx>
                <c:rich>
                  <a:bodyPr/>
                  <a:lstStyle/>
                  <a:p>
                    <a:r>
                      <a:t>1.03%</a:t>
                    </a:r>
                  </a:p>
                </c:rich>
              </c:tx>
              <c:dLblPos val="inEnd"/>
              <c:showLegendKey val="0"/>
              <c:showVal val="1"/>
              <c:showCatName val="0"/>
              <c:showSerName val="0"/>
              <c:showPercent val="0"/>
              <c:showBubbleSize val="0"/>
            </c:dLbl>
            <c:dLbl>
              <c:idx val="6"/>
              <c:tx>
                <c:rich>
                  <a:bodyPr/>
                  <a:lstStyle/>
                  <a:p>
                    <a:r>
                      <a:t>1.02%</a:t>
                    </a:r>
                  </a:p>
                </c:rich>
              </c:tx>
              <c:dLblPos val="inEnd"/>
              <c:showLegendKey val="0"/>
              <c:showVal val="1"/>
              <c:showCatName val="0"/>
              <c:showSerName val="0"/>
              <c:showPercent val="0"/>
              <c:showBubbleSize val="0"/>
            </c:dLbl>
            <c:dLbl>
              <c:idx val="7"/>
              <c:tx>
                <c:rich>
                  <a:bodyPr/>
                  <a:lstStyle/>
                  <a:p>
                    <a:r>
                      <a:t>0.65%</a:t>
                    </a:r>
                  </a:p>
                </c:rich>
              </c:tx>
              <c:dLblPos val="inEnd"/>
              <c:showLegendKey val="0"/>
              <c:showVal val="1"/>
              <c:showCatName val="0"/>
              <c:showSerName val="0"/>
              <c:showPercent val="0"/>
              <c:showBubbleSize val="0"/>
            </c:dLbl>
            <c:dLbl>
              <c:idx val="8"/>
              <c:tx>
                <c:rich>
                  <a:bodyPr/>
                  <a:lstStyle/>
                  <a:p>
                    <a:r>
                      <a:t>0.64%</a:t>
                    </a:r>
                  </a:p>
                </c:rich>
              </c:tx>
              <c:dLblPos val="inEnd"/>
              <c:showLegendKey val="0"/>
              <c:showVal val="1"/>
              <c:showCatName val="0"/>
              <c:showSerName val="0"/>
              <c:showPercent val="0"/>
              <c:showBubbleSize val="0"/>
            </c:dLbl>
            <c:dLbl>
              <c:idx val="9"/>
              <c:tx>
                <c:rich>
                  <a:bodyPr/>
                  <a:lstStyle/>
                  <a:p>
                    <a:r>
                      <a:t>0.58%</a:t>
                    </a:r>
                  </a:p>
                </c:rich>
              </c:tx>
              <c:dLblPos val="inEnd"/>
              <c:showLegendKey val="0"/>
              <c:showVal val="1"/>
              <c:showCatName val="0"/>
              <c:showSerName val="0"/>
              <c:showPercent val="0"/>
              <c:showBubbleSize val="0"/>
            </c:dLbl>
            <c:dLbl>
              <c:idx val="10"/>
              <c:tx>
                <c:rich>
                  <a:bodyPr/>
                  <a:lstStyle/>
                  <a:p>
                    <a:r>
                      <a:t>0.19%</a:t>
                    </a:r>
                  </a:p>
                </c:rich>
              </c:tx>
              <c:dLblPos val="inEnd"/>
              <c:showLegendKey val="0"/>
              <c:showVal val="1"/>
              <c:showCatName val="0"/>
              <c:showSerName val="0"/>
              <c:showPercent val="0"/>
              <c:showBubbleSize val="0"/>
            </c:dLbl>
            <c:dLbl>
              <c:idx val="11"/>
              <c:tx>
                <c:rich>
                  <a:bodyPr/>
                  <a:lstStyle/>
                  <a:p>
                    <a:r>
                      <a:t>0.01%</a:t>
                    </a:r>
                  </a:p>
                </c:rich>
              </c:tx>
              <c:dLblPos val="inEnd"/>
              <c:showLegendKey val="0"/>
              <c:showVal val="1"/>
              <c:showCatName val="0"/>
              <c:showSerName val="0"/>
              <c:showPercent val="0"/>
              <c:showBubbleSize val="0"/>
            </c:dLbl>
            <c:dLbl>
              <c:idx val="12"/>
              <c:tx>
                <c:rich>
                  <a:bodyPr/>
                  <a:lstStyle/>
                  <a:p>
                    <a:r>
                      <a:t>-0.65%</a:t>
                    </a:r>
                  </a:p>
                </c:rich>
              </c:tx>
              <c:dLblPos val="inEnd"/>
              <c:showLegendKey val="0"/>
              <c:showVal val="1"/>
              <c:showCatName val="0"/>
              <c:showSerName val="0"/>
              <c:showPercent val="0"/>
              <c:showBubbleSize val="0"/>
            </c:dLbl>
            <c:dLbl>
              <c:idx val="13"/>
              <c:tx>
                <c:rich>
                  <a:bodyPr/>
                  <a:lstStyle/>
                  <a:p>
                    <a:r>
                      <a:t>-1.29%</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Sheet1!$A$2:$A$15</c:f>
              <c:strCache>
                <c:ptCount val="14"/>
                <c:pt idx="0">
                  <c:v>Distribution</c:v>
                </c:pt>
                <c:pt idx="1">
                  <c:v>Seasonality</c:v>
                </c:pt>
                <c:pt idx="2">
                  <c:v>E-com</c:v>
                </c:pt>
                <c:pt idx="3">
                  <c:v>Base</c:v>
                </c:pt>
                <c:pt idx="4">
                  <c:v>OOH</c:v>
                </c:pt>
                <c:pt idx="5">
                  <c:v>TV</c:v>
                </c:pt>
                <c:pt idx="6">
                  <c:v>Digital_Video</c:v>
                </c:pt>
                <c:pt idx="7">
                  <c:v>Digital_DA</c:v>
                </c:pt>
                <c:pt idx="8">
                  <c:v>Digital_Perform...</c:v>
                </c:pt>
                <c:pt idx="9">
                  <c:v>Digital_Special...</c:v>
                </c:pt>
                <c:pt idx="10">
                  <c:v>PR</c:v>
                </c:pt>
                <c:pt idx="11">
                  <c:v>POS</c:v>
                </c:pt>
                <c:pt idx="12">
                  <c:v>Price volatilit...</c:v>
                </c:pt>
                <c:pt idx="13">
                  <c:v>Relative price</c:v>
                </c:pt>
              </c:strCache>
            </c:strRef>
          </c:cat>
          <c:val>
            <c:numRef>
              <c:f>Sheet1!$C$2:$C$15</c:f>
              <c:numCache>
                <c:formatCode>General</c:formatCode>
                <c:ptCount val="14"/>
                <c:pt idx="0">
                  <c:v>61.604802340086664</c:v>
                </c:pt>
                <c:pt idx="1">
                  <c:v>23.02782118627854</c:v>
                </c:pt>
                <c:pt idx="2">
                  <c:v>5.733852214154293</c:v>
                </c:pt>
                <c:pt idx="3">
                  <c:v>4.976772036163031</c:v>
                </c:pt>
                <c:pt idx="4">
                  <c:v>2.4678351006222603</c:v>
                </c:pt>
                <c:pt idx="5">
                  <c:v>1.0277530157448886</c:v>
                </c:pt>
                <c:pt idx="6">
                  <c:v>1.0204106654808893</c:v>
                </c:pt>
                <c:pt idx="7">
                  <c:v>0.6516543915491555</c:v>
                </c:pt>
                <c:pt idx="8">
                  <c:v>0.6386548503025145</c:v>
                </c:pt>
                <c:pt idx="9">
                  <c:v>0.5846911895652732</c:v>
                </c:pt>
                <c:pt idx="10">
                  <c:v>0.19229491103342794</c:v>
                </c:pt>
                <c:pt idx="11">
                  <c:v>0.014963855304952839</c:v>
                </c:pt>
                <c:pt idx="12">
                  <c:v>0.6517745693077428</c:v>
                </c:pt>
                <c:pt idx="13">
                  <c:v>1.2897311869781625</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F76A9EDC-627D-0ADC-19C8-49B5F8D525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F49D6338-EA08-40BC-2F87-CC2B74FC24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5B955E-0F27-F14D-99B1-4A1AF0977132}" type="datetimeFigureOut">
              <a:rPr lang="ru-RU" smtClean="0"/>
              <a:t>29.08.2024</a:t>
            </a:fld>
            <a:endParaRPr lang="ru-RU"/>
          </a:p>
        </p:txBody>
      </p:sp>
      <p:sp>
        <p:nvSpPr>
          <p:cNvPr id="4" name="Нижний колонтитул 3">
            <a:extLst>
              <a:ext uri="{FF2B5EF4-FFF2-40B4-BE49-F238E27FC236}">
                <a16:creationId xmlns:a16="http://schemas.microsoft.com/office/drawing/2014/main" id="{2DE62C8A-1197-4C2F-5C06-D17EAD865CB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9A356B4D-2804-BB3A-C702-3B19C0B30D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1EB63F-08BB-A743-8651-16C5AB004D6E}" type="slidenum">
              <a:rPr lang="ru-RU" smtClean="0"/>
              <a:t>‹#›</a:t>
            </a:fld>
            <a:endParaRPr lang="ru-RU"/>
          </a:p>
        </p:txBody>
      </p:sp>
    </p:spTree>
    <p:extLst>
      <p:ext uri="{BB962C8B-B14F-4D97-AF65-F5344CB8AC3E}">
        <p14:creationId xmlns:p14="http://schemas.microsoft.com/office/powerpoint/2010/main" val="38052248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40993F-CE62-474D-87A4-50F9655D1AE0}" type="datetimeFigureOut">
              <a:rPr lang="ru-RU" smtClean="0"/>
              <a:t>29.08.2024</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8CF779-AF06-C74B-AA41-F7945B288291}" type="slidenum">
              <a:rPr lang="ru-RU" smtClean="0"/>
              <a:t>‹#›</a:t>
            </a:fld>
            <a:endParaRPr lang="ru-RU"/>
          </a:p>
        </p:txBody>
      </p:sp>
    </p:spTree>
    <p:extLst>
      <p:ext uri="{BB962C8B-B14F-4D97-AF65-F5344CB8AC3E}">
        <p14:creationId xmlns:p14="http://schemas.microsoft.com/office/powerpoint/2010/main" val="841234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Текст 7">
            <a:extLst>
              <a:ext uri="{FF2B5EF4-FFF2-40B4-BE49-F238E27FC236}">
                <a16:creationId xmlns:a16="http://schemas.microsoft.com/office/drawing/2014/main" id="{D861CEF5-070B-859F-2162-ABE0AE4EB4F2}"/>
              </a:ext>
            </a:extLst>
          </p:cNvPr>
          <p:cNvSpPr>
            <a:spLocks noGrp="1"/>
          </p:cNvSpPr>
          <p:nvPr>
            <p:ph type="body" sz="quarter" idx="14" hasCustomPrompt="1"/>
          </p:nvPr>
        </p:nvSpPr>
        <p:spPr>
          <a:xfrm>
            <a:off x="628746" y="2968488"/>
            <a:ext cx="10980737" cy="1093304"/>
          </a:xfrm>
        </p:spPr>
        <p:txBody>
          <a:bodyPr/>
          <a:lstStyle>
            <a:lvl1pPr>
              <a:defRPr>
                <a:solidFill>
                  <a:schemeClr val="tx1"/>
                </a:solidFill>
              </a:defRPr>
            </a:lvl1pPr>
          </a:lstStyle>
          <a:p>
            <a:pPr lvl="0"/>
            <a:r>
              <a:rPr lang="ru-RU" dirty="0"/>
              <a:t>Подзаголовок</a:t>
            </a:r>
          </a:p>
        </p:txBody>
      </p:sp>
      <p:sp>
        <p:nvSpPr>
          <p:cNvPr id="10" name="Текст 9">
            <a:extLst>
              <a:ext uri="{FF2B5EF4-FFF2-40B4-BE49-F238E27FC236}">
                <a16:creationId xmlns:a16="http://schemas.microsoft.com/office/drawing/2014/main" id="{5BBD61AC-F57D-AC87-3626-48E094453F74}"/>
              </a:ext>
            </a:extLst>
          </p:cNvPr>
          <p:cNvSpPr>
            <a:spLocks noGrp="1"/>
          </p:cNvSpPr>
          <p:nvPr>
            <p:ph type="body" sz="quarter" idx="15" hasCustomPrompt="1"/>
          </p:nvPr>
        </p:nvSpPr>
        <p:spPr>
          <a:xfrm>
            <a:off x="630238" y="5363017"/>
            <a:ext cx="5465763" cy="582613"/>
          </a:xfrm>
        </p:spPr>
        <p:txBody>
          <a:bodyPr bIns="0" anchor="b"/>
          <a:lstStyle>
            <a:lvl1pPr>
              <a:defRPr sz="2000">
                <a:solidFill>
                  <a:schemeClr val="tx1"/>
                </a:solidFill>
              </a:defRPr>
            </a:lvl1pPr>
          </a:lstStyle>
          <a:p>
            <a:pPr lvl="0"/>
            <a:r>
              <a:rPr lang="ru-RU" dirty="0"/>
              <a:t>Автор или дата</a:t>
            </a:r>
          </a:p>
        </p:txBody>
      </p:sp>
      <p:sp>
        <p:nvSpPr>
          <p:cNvPr id="5" name="Заголовок 4">
            <a:extLst>
              <a:ext uri="{FF2B5EF4-FFF2-40B4-BE49-F238E27FC236}">
                <a16:creationId xmlns:a16="http://schemas.microsoft.com/office/drawing/2014/main" id="{7F495D77-3429-69B0-1DA7-E5DF5E16E678}"/>
              </a:ext>
            </a:extLst>
          </p:cNvPr>
          <p:cNvSpPr>
            <a:spLocks noGrp="1"/>
          </p:cNvSpPr>
          <p:nvPr>
            <p:ph type="title" hasCustomPrompt="1"/>
          </p:nvPr>
        </p:nvSpPr>
        <p:spPr>
          <a:xfrm>
            <a:off x="628746" y="447450"/>
            <a:ext cx="10965239" cy="2238933"/>
          </a:xfrm>
        </p:spPr>
        <p:txBody>
          <a:bodyPr/>
          <a:lstStyle>
            <a:lvl1pPr>
              <a:defRPr sz="5400"/>
            </a:lvl1pPr>
          </a:lstStyle>
          <a:p>
            <a:r>
              <a:rPr lang="ru-RU" dirty="0"/>
              <a:t>Заголовок презентации в несколько строчек</a:t>
            </a:r>
          </a:p>
        </p:txBody>
      </p:sp>
    </p:spTree>
    <p:extLst>
      <p:ext uri="{BB962C8B-B14F-4D97-AF65-F5344CB8AC3E}">
        <p14:creationId xmlns:p14="http://schemas.microsoft.com/office/powerpoint/2010/main" val="3445236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_slide">
    <p:spTree>
      <p:nvGrpSpPr>
        <p:cNvPr id="1" name=""/>
        <p:cNvGrpSpPr/>
        <p:nvPr/>
      </p:nvGrpSpPr>
      <p:grpSpPr>
        <a:xfrm>
          <a:off x="0" y="0"/>
          <a:ext cx="0" cy="0"/>
          <a:chOff x="0" y="0"/>
          <a:chExt cx="0" cy="0"/>
        </a:xfrm>
      </p:grpSpPr>
      <p:sp>
        <p:nvSpPr>
          <p:cNvPr id="3" name="Нижний колонтитул 2">
            <a:extLst>
              <a:ext uri="{FF2B5EF4-FFF2-40B4-BE49-F238E27FC236}">
                <a16:creationId xmlns:a16="http://schemas.microsoft.com/office/drawing/2014/main" id="{737E9185-194A-6EEE-2608-CAE4F4EAF312}"/>
              </a:ext>
            </a:extLst>
          </p:cNvPr>
          <p:cNvSpPr>
            <a:spLocks noGrp="1"/>
          </p:cNvSpPr>
          <p:nvPr>
            <p:ph type="ftr" sz="quarter" idx="10"/>
          </p:nvPr>
        </p:nvSpPr>
        <p:spPr/>
        <p:txBody>
          <a:bodyPr/>
          <a:lstStyle/>
          <a:p>
            <a:r>
              <a:rPr lang="ru-RU"/>
              <a:t>Колонтитулы</a:t>
            </a:r>
            <a:endParaRPr lang="ru-RU" dirty="0"/>
          </a:p>
        </p:txBody>
      </p:sp>
      <p:sp>
        <p:nvSpPr>
          <p:cNvPr id="4" name="Номер слайда 3">
            <a:extLst>
              <a:ext uri="{FF2B5EF4-FFF2-40B4-BE49-F238E27FC236}">
                <a16:creationId xmlns:a16="http://schemas.microsoft.com/office/drawing/2014/main" id="{5B180FCF-82AE-009A-8134-D04824D64F48}"/>
              </a:ext>
            </a:extLst>
          </p:cNvPr>
          <p:cNvSpPr>
            <a:spLocks noGrp="1"/>
          </p:cNvSpPr>
          <p:nvPr>
            <p:ph type="sldNum" sz="quarter" idx="11"/>
          </p:nvPr>
        </p:nvSpPr>
        <p:spPr/>
        <p:txBody>
          <a:bodyPr/>
          <a:lstStyle/>
          <a:p>
            <a:fld id="{1899DD1A-AB47-7A46-8108-F13B73B7CDE0}" type="slidenum">
              <a:rPr lang="ru-RU" smtClean="0"/>
              <a:t>‹#›</a:t>
            </a:fld>
            <a:endParaRPr lang="ru-RU" dirty="0"/>
          </a:p>
        </p:txBody>
      </p:sp>
      <p:sp>
        <p:nvSpPr>
          <p:cNvPr id="5" name="Заголовок 4">
            <a:extLst>
              <a:ext uri="{FF2B5EF4-FFF2-40B4-BE49-F238E27FC236}">
                <a16:creationId xmlns:a16="http://schemas.microsoft.com/office/drawing/2014/main" id="{6DE8EC53-280F-4A8F-4939-F50A9DA1DC3A}"/>
              </a:ext>
            </a:extLst>
          </p:cNvPr>
          <p:cNvSpPr>
            <a:spLocks noGrp="1"/>
          </p:cNvSpPr>
          <p:nvPr>
            <p:ph type="title" hasCustomPrompt="1"/>
          </p:nvPr>
        </p:nvSpPr>
        <p:spPr/>
        <p:txBody>
          <a:bodyPr/>
          <a:lstStyle/>
          <a:p>
            <a:r>
              <a:rPr lang="ru-RU" dirty="0"/>
              <a:t>Заголовок</a:t>
            </a:r>
          </a:p>
        </p:txBody>
      </p:sp>
    </p:spTree>
    <p:extLst>
      <p:ext uri="{BB962C8B-B14F-4D97-AF65-F5344CB8AC3E}">
        <p14:creationId xmlns:p14="http://schemas.microsoft.com/office/powerpoint/2010/main" val="16794336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78D919-89FA-E6EC-EB0E-16FCFFDB4115}"/>
              </a:ext>
            </a:extLst>
          </p:cNvPr>
          <p:cNvSpPr>
            <a:spLocks noGrp="1"/>
          </p:cNvSpPr>
          <p:nvPr>
            <p:ph type="title"/>
          </p:nvPr>
        </p:nvSpPr>
        <p:spPr>
          <a:xfrm>
            <a:off x="628746" y="447451"/>
            <a:ext cx="10965239" cy="782862"/>
          </a:xfrm>
          <a:prstGeom prst="rect">
            <a:avLst/>
          </a:prstGeom>
        </p:spPr>
        <p:txBody>
          <a:bodyPr vert="horz" lIns="0" tIns="0" rIns="0" bIns="0" rtlCol="0" anchor="t">
            <a:noAutofit/>
          </a:bodyPr>
          <a:lstStyle/>
          <a:p>
            <a:r>
              <a:rPr lang="en-US" dirty="0"/>
              <a:t>Header</a:t>
            </a:r>
            <a:endParaRPr lang="ru-RU" dirty="0"/>
          </a:p>
        </p:txBody>
      </p:sp>
      <p:sp>
        <p:nvSpPr>
          <p:cNvPr id="3" name="Текст 2">
            <a:extLst>
              <a:ext uri="{FF2B5EF4-FFF2-40B4-BE49-F238E27FC236}">
                <a16:creationId xmlns:a16="http://schemas.microsoft.com/office/drawing/2014/main" id="{2007D975-8BE4-1415-02AF-554D6473DD53}"/>
              </a:ext>
            </a:extLst>
          </p:cNvPr>
          <p:cNvSpPr>
            <a:spLocks noGrp="1"/>
          </p:cNvSpPr>
          <p:nvPr>
            <p:ph type="body" idx="1"/>
          </p:nvPr>
        </p:nvSpPr>
        <p:spPr>
          <a:xfrm>
            <a:off x="628685" y="1491753"/>
            <a:ext cx="10965239" cy="4438604"/>
          </a:xfrm>
          <a:prstGeom prst="rect">
            <a:avLst/>
          </a:prstGeom>
        </p:spPr>
        <p:txBody>
          <a:bodyPr vert="horz" lIns="0" tIns="45720" rIns="91440" bIns="45720" rtlCol="0">
            <a:noAutofit/>
          </a:bodyPr>
          <a:lstStyle/>
          <a:p>
            <a:pPr lvl="0"/>
            <a:r>
              <a:rPr lang="en-US" dirty="0"/>
              <a:t>Text layout</a:t>
            </a:r>
            <a:endParaRPr lang="ru-RU" dirty="0"/>
          </a:p>
          <a:p>
            <a:pPr lvl="1"/>
            <a:r>
              <a:rPr lang="en-US" dirty="0"/>
              <a:t>Second level</a:t>
            </a:r>
            <a:endParaRPr lang="ru-RU" dirty="0"/>
          </a:p>
          <a:p>
            <a:pPr lvl="2"/>
            <a:r>
              <a:rPr lang="en-US" dirty="0"/>
              <a:t>Third level</a:t>
            </a:r>
            <a:endParaRPr lang="ru-RU" dirty="0"/>
          </a:p>
          <a:p>
            <a:pPr lvl="3"/>
            <a:r>
              <a:rPr lang="en-US" dirty="0"/>
              <a:t>Fourth level</a:t>
            </a:r>
            <a:endParaRPr lang="ru-RU" dirty="0"/>
          </a:p>
          <a:p>
            <a:pPr lvl="4"/>
            <a:r>
              <a:rPr lang="en-US" dirty="0"/>
              <a:t>Fifth level</a:t>
            </a:r>
            <a:endParaRPr lang="ru-RU" dirty="0"/>
          </a:p>
        </p:txBody>
      </p:sp>
      <p:sp>
        <p:nvSpPr>
          <p:cNvPr id="5" name="Нижний колонтитул 4">
            <a:extLst>
              <a:ext uri="{FF2B5EF4-FFF2-40B4-BE49-F238E27FC236}">
                <a16:creationId xmlns:a16="http://schemas.microsoft.com/office/drawing/2014/main" id="{3891C067-9E09-5C64-324C-1E0AD4DD6B72}"/>
              </a:ext>
            </a:extLst>
          </p:cNvPr>
          <p:cNvSpPr>
            <a:spLocks noGrp="1"/>
          </p:cNvSpPr>
          <p:nvPr>
            <p:ph type="ftr" sz="quarter" idx="3"/>
          </p:nvPr>
        </p:nvSpPr>
        <p:spPr>
          <a:xfrm>
            <a:off x="3441582" y="6285863"/>
            <a:ext cx="7388018" cy="269317"/>
          </a:xfrm>
          <a:prstGeom prst="rect">
            <a:avLst/>
          </a:prstGeom>
        </p:spPr>
        <p:txBody>
          <a:bodyPr vert="horz" lIns="46800" tIns="45720" rIns="0" bIns="45720" rtlCol="0" anchor="ctr"/>
          <a:lstStyle>
            <a:lvl1pPr algn="l">
              <a:defRPr sz="800">
                <a:solidFill>
                  <a:schemeClr val="tx1"/>
                </a:solidFill>
              </a:defRPr>
            </a:lvl1pPr>
          </a:lstStyle>
          <a:p>
            <a:r>
              <a:rPr lang="ru-RU"/>
              <a:t>Источник или колонтитулы</a:t>
            </a:r>
            <a:endParaRPr lang="ru-RU" dirty="0"/>
          </a:p>
        </p:txBody>
      </p:sp>
      <p:sp>
        <p:nvSpPr>
          <p:cNvPr id="6" name="Номер слайда 5">
            <a:extLst>
              <a:ext uri="{FF2B5EF4-FFF2-40B4-BE49-F238E27FC236}">
                <a16:creationId xmlns:a16="http://schemas.microsoft.com/office/drawing/2014/main" id="{CA7C00EF-3CF4-B73A-F6E5-16B685DE26CA}"/>
              </a:ext>
            </a:extLst>
          </p:cNvPr>
          <p:cNvSpPr>
            <a:spLocks noGrp="1"/>
          </p:cNvSpPr>
          <p:nvPr>
            <p:ph type="sldNum" sz="quarter" idx="4"/>
          </p:nvPr>
        </p:nvSpPr>
        <p:spPr>
          <a:xfrm>
            <a:off x="10940779" y="6346868"/>
            <a:ext cx="663846" cy="142875"/>
          </a:xfrm>
          <a:prstGeom prst="rect">
            <a:avLst/>
          </a:prstGeom>
        </p:spPr>
        <p:txBody>
          <a:bodyPr vert="horz" wrap="none" lIns="0" tIns="45720" rIns="0" bIns="45720" rtlCol="0" anchor="ctr"/>
          <a:lstStyle>
            <a:lvl1pPr algn="r">
              <a:defRPr sz="1200">
                <a:solidFill>
                  <a:schemeClr val="bg2">
                    <a:lumMod val="50000"/>
                  </a:schemeClr>
                </a:solidFill>
              </a:defRPr>
            </a:lvl1pPr>
          </a:lstStyle>
          <a:p>
            <a:fld id="{1899DD1A-AB47-7A46-8108-F13B73B7CDE0}" type="slidenum">
              <a:rPr lang="ru-RU" smtClean="0"/>
              <a:pPr/>
              <a:t>‹#›</a:t>
            </a:fld>
            <a:endParaRPr lang="ru-RU" dirty="0"/>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50789" y="6347447"/>
            <a:ext cx="253602" cy="253265"/>
          </a:xfrm>
          <a:prstGeom prst="rect">
            <a:avLst/>
          </a:prstGeom>
        </p:spPr>
      </p:pic>
      <p:sp>
        <p:nvSpPr>
          <p:cNvPr id="8" name="TextBox 7"/>
          <p:cNvSpPr txBox="1"/>
          <p:nvPr userDrawn="1"/>
        </p:nvSpPr>
        <p:spPr>
          <a:xfrm>
            <a:off x="999093" y="6352617"/>
            <a:ext cx="1826483" cy="153888"/>
          </a:xfrm>
          <a:prstGeom prst="rect">
            <a:avLst/>
          </a:prstGeom>
          <a:noFill/>
        </p:spPr>
        <p:txBody>
          <a:bodyPr wrap="square" lIns="0" tIns="0" rIns="0" bIns="0" rtlCol="0">
            <a:spAutoFit/>
          </a:bodyPr>
          <a:lstStyle/>
          <a:p>
            <a:pPr algn="l">
              <a:spcBef>
                <a:spcPts val="1000"/>
              </a:spcBef>
            </a:pPr>
            <a:r>
              <a:rPr lang="en-US" sz="1000" dirty="0" smtClean="0">
                <a:effectLst/>
                <a:latin typeface="Ony Okkam" panose="00000500000000000000" pitchFamily="2" charset="-52"/>
              </a:rPr>
              <a:t>Powered by FERMATRICA</a:t>
            </a:r>
            <a:r>
              <a:rPr lang="en-US" sz="1000" baseline="30000" dirty="0" smtClean="0">
                <a:effectLst/>
                <a:latin typeface="Ony Okkam" panose="00000500000000000000" pitchFamily="2" charset="-52"/>
              </a:rPr>
              <a:t>TM</a:t>
            </a:r>
            <a:endParaRPr lang="ru-RU" sz="1000" baseline="30000" dirty="0" err="1" smtClean="0">
              <a:effectLst/>
              <a:latin typeface="Ony Okkam" panose="00000500000000000000" pitchFamily="2" charset="-52"/>
            </a:endParaRPr>
          </a:p>
        </p:txBody>
      </p:sp>
    </p:spTree>
    <p:extLst>
      <p:ext uri="{BB962C8B-B14F-4D97-AF65-F5344CB8AC3E}">
        <p14:creationId xmlns:p14="http://schemas.microsoft.com/office/powerpoint/2010/main" val="2517285767"/>
      </p:ext>
    </p:extLst>
  </p:cSld>
  <p:clrMap bg1="lt1" tx1="dk1" bg2="lt2" tx2="dk2" accent1="accent1" accent2="accent2" accent3="accent3" accent4="accent4" accent5="accent5" accent6="accent6" hlink="hlink" folHlink="folHlink"/>
  <p:sldLayoutIdLst>
    <p:sldLayoutId id="2147483932" r:id="rId1"/>
    <p:sldLayoutId id="2147483950" r:id="rId2"/>
  </p:sldLayoutIdLst>
  <p:hf hd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393">
          <p15:clr>
            <a:srgbClr val="F26B43"/>
          </p15:clr>
        </p15:guide>
        <p15:guide id="3" pos="7310">
          <p15:clr>
            <a:srgbClr val="F26B43"/>
          </p15:clr>
        </p15:guide>
        <p15:guide id="4" orient="horz" pos="4088" userDrawn="1">
          <p15:clr>
            <a:srgbClr val="F26B43"/>
          </p15:clr>
        </p15:guide>
        <p15:guide id="5" orient="horz" pos="3748" userDrawn="1">
          <p15:clr>
            <a:srgbClr val="F26B43"/>
          </p15:clr>
        </p15:guide>
        <p15:guide id="6" orient="horz" pos="3997" userDrawn="1">
          <p15:clr>
            <a:srgbClr val="F26B43"/>
          </p15:clr>
        </p15:guide>
        <p15:guide id="7" orient="horz" pos="278">
          <p15:clr>
            <a:srgbClr val="F26B43"/>
          </p15:clr>
        </p15:guide>
        <p15:guide id="9" pos="3840">
          <p15:clr>
            <a:srgbClr val="F26B43"/>
          </p15:clr>
        </p15:guide>
        <p15:guide id="10" orient="horz" pos="777" userDrawn="1">
          <p15:clr>
            <a:srgbClr val="F26B43"/>
          </p15:clr>
        </p15:guide>
        <p15:guide id="11" orient="horz" pos="93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xml"/><Relationship Id="rId3" Type="http://schemas.openxmlformats.org/officeDocument/2006/relationships/chart" Target="../charts/char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9.xml"/><Relationship Id="rId3" Type="http://schemas.openxmlformats.org/officeDocument/2006/relationships/chart" Target="../charts/char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3.xml"/><Relationship Id="rId3" Type="http://schemas.openxmlformats.org/officeDocument/2006/relationships/chart" Target="../charts/char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7.xml"/><Relationship Id="rId3" Type="http://schemas.openxmlformats.org/officeDocument/2006/relationships/chart" Target="../charts/char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1.xml"/><Relationship Id="rId3" Type="http://schemas.openxmlformats.org/officeDocument/2006/relationships/chart" Target="../charts/chart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5.xml"/><Relationship Id="rId3" Type="http://schemas.openxmlformats.org/officeDocument/2006/relationships/chart" Target="../charts/chart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endParaRPr lang="ru-RU"/>
          </a:p>
        </p:txBody>
      </p:sp>
      <p:sp>
        <p:nvSpPr>
          <p:cNvPr id="3" name="Text Placeholder 2"/>
          <p:cNvSpPr>
            <a:spLocks noGrp="1"/>
          </p:cNvSpPr>
          <p:nvPr>
            <p:ph type="body" sz="quarter" idx="15"/>
          </p:nvPr>
        </p:nvSpPr>
        <p:spPr/>
        <p:txBody>
          <a:bodyPr/>
          <a:lstStyle/>
          <a:p>
            <a:endParaRPr lang="ru-RU"/>
          </a:p>
        </p:txBody>
      </p:sp>
      <p:sp>
        <p:nvSpPr>
          <p:cNvPr id="4" name="Title 3"/>
          <p:cNvSpPr>
            <a:spLocks noGrp="1"/>
          </p:cNvSpPr>
          <p:nvPr>
            <p:ph type="title"/>
          </p:nvPr>
        </p:nvSpPr>
        <p:spPr/>
        <p:txBody>
          <a:bodyPr/>
          <a:lstStyle/>
          <a:p>
            <a:endParaRPr lang="ru-RU"/>
          </a:p>
        </p:txBody>
      </p:sp>
    </p:spTree>
    <p:extLst>
      <p:ext uri="{BB962C8B-B14F-4D97-AF65-F5344CB8AC3E}">
        <p14:creationId xmlns:p14="http://schemas.microsoft.com/office/powerpoint/2010/main" val="1460508819"/>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2025 expected sales: 141.53 Mln. Packs, 31.91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210 172 500</a:t>
                      </a:r>
                    </a:p>
                  </a:txBody>
                  <a:tcPr marB="0" marT="0"/>
                </a:tc>
                <a:tc>
                  <a:txBody>
                    <a:bodyPr/>
                    <a:lstStyle/>
                    <a:p>
                      <a:pPr algn="ctr">
                        <a:defRPr sz="1000">
                          <a:latin typeface="Calibri"/>
                        </a:defRPr>
                      </a:pPr>
                      <a:r>
                        <a:t>211 691 047</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232 028 600</a:t>
                      </a:r>
                    </a:p>
                  </a:txBody>
                  <a:tcPr marB="0" marT="0"/>
                </a:tc>
                <a:tc>
                  <a:txBody>
                    <a:bodyPr/>
                    <a:lstStyle/>
                    <a:p>
                      <a:pPr algn="ctr">
                        <a:defRPr sz="1000">
                          <a:latin typeface="Calibri"/>
                        </a:defRPr>
                      </a:pPr>
                      <a:r>
                        <a:t>231 486 834</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240 305 900</a:t>
                      </a:r>
                    </a:p>
                  </a:txBody>
                  <a:tcPr marB="0" marT="0"/>
                </a:tc>
                <a:tc>
                  <a:txBody>
                    <a:bodyPr/>
                    <a:lstStyle/>
                    <a:p>
                      <a:pPr algn="ctr">
                        <a:defRPr sz="1000">
                          <a:latin typeface="Calibri"/>
                        </a:defRPr>
                      </a:pPr>
                      <a:r>
                        <a:t>240 228 046</a:t>
                      </a:r>
                    </a:p>
                  </a:txBody>
                  <a:tcPr marB="0" marT="0"/>
                </a:tc>
                <a:tc>
                  <a:txBody>
                    <a:bodyPr/>
                    <a:lstStyle/>
                    <a:p>
                      <a:pPr algn="ctr">
                        <a:defRPr sz="1000">
                          <a:latin typeface="Calibri"/>
                        </a:defRPr>
                      </a:pPr>
                      <a:r>
                        <a:t>-0.0%</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248 192 500</a:t>
                      </a:r>
                    </a:p>
                  </a:txBody>
                  <a:tcPr marB="0" marT="0"/>
                </a:tc>
                <a:tc>
                  <a:txBody>
                    <a:bodyPr/>
                    <a:lstStyle/>
                    <a:p>
                      <a:pPr algn="ctr">
                        <a:defRPr sz="1000">
                          <a:latin typeface="Calibri"/>
                        </a:defRPr>
                      </a:pPr>
                      <a:r>
                        <a:t>246 620 227</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267 359 800</a:t>
                      </a:r>
                    </a:p>
                  </a:txBody>
                  <a:tcPr marB="0" marT="0"/>
                </a:tc>
                <a:tc>
                  <a:txBody>
                    <a:bodyPr/>
                    <a:lstStyle/>
                    <a:p>
                      <a:pPr algn="ctr">
                        <a:defRPr sz="1000">
                          <a:latin typeface="Calibri"/>
                        </a:defRPr>
                      </a:pPr>
                      <a:r>
                        <a:t>268 140 799</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142 154 600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141 526 086</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-0.4%</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42 303 272 164</a:t>
                      </a:r>
                    </a:p>
                  </a:txBody>
                  <a:tcPr marB="0" marT="0"/>
                </a:tc>
                <a:tc>
                  <a:txBody>
                    <a:bodyPr/>
                    <a:lstStyle/>
                    <a:p>
                      <a:pPr algn="ctr">
                        <a:defRPr sz="1000">
                          <a:latin typeface="Calibri"/>
                        </a:defRPr>
                      </a:pPr>
                      <a:r>
                        <a:t>42 598 336 166</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46 842 007 128</a:t>
                      </a:r>
                    </a:p>
                  </a:txBody>
                  <a:tcPr marB="0" marT="0"/>
                </a:tc>
                <a:tc>
                  <a:txBody>
                    <a:bodyPr/>
                    <a:lstStyle/>
                    <a:p>
                      <a:pPr algn="ctr">
                        <a:defRPr sz="1000">
                          <a:latin typeface="Calibri"/>
                        </a:defRPr>
                      </a:pPr>
                      <a:r>
                        <a:t>46 739 825 022</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48 581 530 846</a:t>
                      </a:r>
                    </a:p>
                  </a:txBody>
                  <a:tcPr marB="0" marT="0"/>
                </a:tc>
                <a:tc>
                  <a:txBody>
                    <a:bodyPr/>
                    <a:lstStyle/>
                    <a:p>
                      <a:pPr algn="ctr">
                        <a:defRPr sz="1000">
                          <a:latin typeface="Calibri"/>
                        </a:defRPr>
                      </a:pPr>
                      <a:r>
                        <a:t>48 613 415 069</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50 888 616 753</a:t>
                      </a:r>
                    </a:p>
                  </a:txBody>
                  <a:tcPr marB="0" marT="0"/>
                </a:tc>
                <a:tc>
                  <a:txBody>
                    <a:bodyPr/>
                    <a:lstStyle/>
                    <a:p>
                      <a:pPr algn="ctr">
                        <a:defRPr sz="1000">
                          <a:latin typeface="Calibri"/>
                        </a:defRPr>
                      </a:pPr>
                      <a:r>
                        <a:t>50 604 324 983</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54 281 047 620</a:t>
                      </a:r>
                    </a:p>
                  </a:txBody>
                  <a:tcPr marB="0" marT="0"/>
                </a:tc>
                <a:tc>
                  <a:txBody>
                    <a:bodyPr/>
                    <a:lstStyle/>
                    <a:p>
                      <a:pPr algn="ctr">
                        <a:defRPr sz="1000">
                          <a:latin typeface="Calibri"/>
                        </a:defRPr>
                      </a:pPr>
                      <a:r>
                        <a:t>54 421 259 565</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32 060 655 946</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31 914 585 075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-0.5%</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Brand_1_Master_A Form_A. 2025 expected sales: 21.96 Mln. Packs, 4.94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31 924 200</a:t>
                      </a:r>
                    </a:p>
                  </a:txBody>
                  <a:tcPr marB="0" marT="0"/>
                </a:tc>
                <a:tc>
                  <a:txBody>
                    <a:bodyPr/>
                    <a:lstStyle/>
                    <a:p>
                      <a:pPr algn="ctr">
                        <a:defRPr sz="1000">
                          <a:latin typeface="Calibri"/>
                        </a:defRPr>
                      </a:pPr>
                      <a:r>
                        <a:t>32 175 338</a:t>
                      </a:r>
                    </a:p>
                  </a:txBody>
                  <a:tcPr marB="0" marT="0"/>
                </a:tc>
                <a:tc>
                  <a:txBody>
                    <a:bodyPr/>
                    <a:lstStyle/>
                    <a:p>
                      <a:pPr algn="ctr">
                        <a:defRPr sz="1000">
                          <a:latin typeface="Calibri"/>
                        </a:defRPr>
                      </a:pPr>
                      <a:r>
                        <a:t>0.8%</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35 450 400</a:t>
                      </a:r>
                    </a:p>
                  </a:txBody>
                  <a:tcPr marB="0" marT="0"/>
                </a:tc>
                <a:tc>
                  <a:txBody>
                    <a:bodyPr/>
                    <a:lstStyle/>
                    <a:p>
                      <a:pPr algn="ctr">
                        <a:defRPr sz="1000">
                          <a:latin typeface="Calibri"/>
                        </a:defRPr>
                      </a:pPr>
                      <a:r>
                        <a:t>35 466 793</a:t>
                      </a:r>
                    </a:p>
                  </a:txBody>
                  <a:tcPr marB="0" marT="0"/>
                </a:tc>
                <a:tc>
                  <a:txBody>
                    <a:bodyPr/>
                    <a:lstStyle/>
                    <a:p>
                      <a:pPr algn="ctr">
                        <a:defRPr sz="1000">
                          <a:latin typeface="Calibri"/>
                        </a:defRPr>
                      </a:pPr>
                      <a:r>
                        <a:t>0.0%</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37 182 000</a:t>
                      </a:r>
                    </a:p>
                  </a:txBody>
                  <a:tcPr marB="0" marT="0"/>
                </a:tc>
                <a:tc>
                  <a:txBody>
                    <a:bodyPr/>
                    <a:lstStyle/>
                    <a:p>
                      <a:pPr algn="ctr">
                        <a:defRPr sz="1000">
                          <a:latin typeface="Calibri"/>
                        </a:defRPr>
                      </a:pPr>
                      <a:r>
                        <a:t>36 920 410</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38 366 000</a:t>
                      </a:r>
                    </a:p>
                  </a:txBody>
                  <a:tcPr marB="0" marT="0"/>
                </a:tc>
                <a:tc>
                  <a:txBody>
                    <a:bodyPr/>
                    <a:lstStyle/>
                    <a:p>
                      <a:pPr algn="ctr">
                        <a:defRPr sz="1000">
                          <a:latin typeface="Calibri"/>
                        </a:defRPr>
                      </a:pPr>
                      <a:r>
                        <a:t>37 982 764</a:t>
                      </a:r>
                    </a:p>
                  </a:txBody>
                  <a:tcPr marB="0" marT="0"/>
                </a:tc>
                <a:tc>
                  <a:txBody>
                    <a:bodyPr/>
                    <a:lstStyle/>
                    <a:p>
                      <a:pPr algn="ctr">
                        <a:defRPr sz="1000">
                          <a:latin typeface="Calibri"/>
                        </a:defRPr>
                      </a:pPr>
                      <a:r>
                        <a:t>-1.0%</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41 291 800</a:t>
                      </a:r>
                    </a:p>
                  </a:txBody>
                  <a:tcPr marB="0" marT="0"/>
                </a:tc>
                <a:tc>
                  <a:txBody>
                    <a:bodyPr/>
                    <a:lstStyle/>
                    <a:p>
                      <a:pPr algn="ctr">
                        <a:defRPr sz="1000">
                          <a:latin typeface="Calibri"/>
                        </a:defRPr>
                      </a:pPr>
                      <a:r>
                        <a:t>41 530 522</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22 184 400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21 955 152</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-1.0%</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6 434 610 730</a:t>
                      </a:r>
                    </a:p>
                  </a:txBody>
                  <a:tcPr marB="0" marT="0"/>
                </a:tc>
                <a:tc>
                  <a:txBody>
                    <a:bodyPr/>
                    <a:lstStyle/>
                    <a:p>
                      <a:pPr algn="ctr">
                        <a:defRPr sz="1000">
                          <a:latin typeface="Calibri"/>
                        </a:defRPr>
                      </a:pPr>
                      <a:r>
                        <a:t>6 480 563 524</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7 137 953 801</a:t>
                      </a:r>
                    </a:p>
                  </a:txBody>
                  <a:tcPr marB="0" marT="0"/>
                </a:tc>
                <a:tc>
                  <a:txBody>
                    <a:bodyPr/>
                    <a:lstStyle/>
                    <a:p>
                      <a:pPr algn="ctr">
                        <a:defRPr sz="1000">
                          <a:latin typeface="Calibri"/>
                        </a:defRPr>
                      </a:pPr>
                      <a:r>
                        <a:t>7 123 365 893</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7 566 775 422</a:t>
                      </a:r>
                    </a:p>
                  </a:txBody>
                  <a:tcPr marB="0" marT="0"/>
                </a:tc>
                <a:tc>
                  <a:txBody>
                    <a:bodyPr/>
                    <a:lstStyle/>
                    <a:p>
                      <a:pPr algn="ctr">
                        <a:defRPr sz="1000">
                          <a:latin typeface="Calibri"/>
                        </a:defRPr>
                      </a:pPr>
                      <a:r>
                        <a:t>7 509 509 408</a:t>
                      </a:r>
                    </a:p>
                  </a:txBody>
                  <a:tcPr marB="0" marT="0"/>
                </a:tc>
                <a:tc>
                  <a:txBody>
                    <a:bodyPr/>
                    <a:lstStyle/>
                    <a:p>
                      <a:pPr algn="ctr">
                        <a:defRPr sz="1000">
                          <a:latin typeface="Calibri"/>
                        </a:defRPr>
                      </a:pPr>
                      <a:r>
                        <a:t>-0.8%</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7 895 208 009</a:t>
                      </a:r>
                    </a:p>
                  </a:txBody>
                  <a:tcPr marB="0" marT="0"/>
                </a:tc>
                <a:tc>
                  <a:txBody>
                    <a:bodyPr/>
                    <a:lstStyle/>
                    <a:p>
                      <a:pPr algn="ctr">
                        <a:defRPr sz="1000">
                          <a:latin typeface="Calibri"/>
                        </a:defRPr>
                      </a:pPr>
                      <a:r>
                        <a:t>7 818 411 957</a:t>
                      </a:r>
                    </a:p>
                  </a:txBody>
                  <a:tcPr marB="0" marT="0"/>
                </a:tc>
                <a:tc>
                  <a:txBody>
                    <a:bodyPr/>
                    <a:lstStyle/>
                    <a:p>
                      <a:pPr algn="ctr">
                        <a:defRPr sz="1000">
                          <a:latin typeface="Calibri"/>
                        </a:defRPr>
                      </a:pPr>
                      <a:r>
                        <a:t>-1.0%</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8 410 881 127</a:t>
                      </a:r>
                    </a:p>
                  </a:txBody>
                  <a:tcPr marB="0" marT="0"/>
                </a:tc>
                <a:tc>
                  <a:txBody>
                    <a:bodyPr/>
                    <a:lstStyle/>
                    <a:p>
                      <a:pPr algn="ctr">
                        <a:defRPr sz="1000">
                          <a:latin typeface="Calibri"/>
                        </a:defRPr>
                      </a:pPr>
                      <a:r>
                        <a:t>8 461 650 260</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4 992 546 341</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4 937 366 592</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-1.1%</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Brand_1_Master_A Form_A.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Brand_1_Master_A Form_A.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Brand_1_Master_A Form_B. 2025 expected sales: 34.86 Mln. Packs, 7.86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56 007 000</a:t>
                      </a:r>
                    </a:p>
                  </a:txBody>
                  <a:tcPr marB="0" marT="0"/>
                </a:tc>
                <a:tc>
                  <a:txBody>
                    <a:bodyPr/>
                    <a:lstStyle/>
                    <a:p>
                      <a:pPr algn="ctr">
                        <a:defRPr sz="1000">
                          <a:latin typeface="Calibri"/>
                        </a:defRPr>
                      </a:pPr>
                      <a:r>
                        <a:t>56 688 499</a:t>
                      </a:r>
                    </a:p>
                  </a:txBody>
                  <a:tcPr marB="0" marT="0"/>
                </a:tc>
                <a:tc>
                  <a:txBody>
                    <a:bodyPr/>
                    <a:lstStyle/>
                    <a:p>
                      <a:pPr algn="ctr">
                        <a:defRPr sz="1000">
                          <a:latin typeface="Calibri"/>
                        </a:defRPr>
                      </a:pPr>
                      <a:r>
                        <a:t>1.2%</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59 643 900</a:t>
                      </a:r>
                    </a:p>
                  </a:txBody>
                  <a:tcPr marB="0" marT="0"/>
                </a:tc>
                <a:tc>
                  <a:txBody>
                    <a:bodyPr/>
                    <a:lstStyle/>
                    <a:p>
                      <a:pPr algn="ctr">
                        <a:defRPr sz="1000">
                          <a:latin typeface="Calibri"/>
                        </a:defRPr>
                      </a:pPr>
                      <a:r>
                        <a:t>60 063 079</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61 144 200</a:t>
                      </a:r>
                    </a:p>
                  </a:txBody>
                  <a:tcPr marB="0" marT="0"/>
                </a:tc>
                <a:tc>
                  <a:txBody>
                    <a:bodyPr/>
                    <a:lstStyle/>
                    <a:p>
                      <a:pPr algn="ctr">
                        <a:defRPr sz="1000">
                          <a:latin typeface="Calibri"/>
                        </a:defRPr>
                      </a:pPr>
                      <a:r>
                        <a:t>61 493 974</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63 283 400</a:t>
                      </a:r>
                    </a:p>
                  </a:txBody>
                  <a:tcPr marB="0" marT="0"/>
                </a:tc>
                <a:tc>
                  <a:txBody>
                    <a:bodyPr/>
                    <a:lstStyle/>
                    <a:p>
                      <a:pPr algn="ctr">
                        <a:defRPr sz="1000">
                          <a:latin typeface="Calibri"/>
                        </a:defRPr>
                      </a:pPr>
                      <a:r>
                        <a:t>62 568 778</a:t>
                      </a:r>
                    </a:p>
                  </a:txBody>
                  <a:tcPr marB="0" marT="0"/>
                </a:tc>
                <a:tc>
                  <a:txBody>
                    <a:bodyPr/>
                    <a:lstStyle/>
                    <a:p>
                      <a:pPr algn="ctr">
                        <a:defRPr sz="1000">
                          <a:latin typeface="Calibri"/>
                        </a:defRPr>
                      </a:pPr>
                      <a:r>
                        <a:t>-1.1%</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67 271 500</a:t>
                      </a:r>
                    </a:p>
                  </a:txBody>
                  <a:tcPr marB="0" marT="0"/>
                </a:tc>
                <a:tc>
                  <a:txBody>
                    <a:bodyPr/>
                    <a:lstStyle/>
                    <a:p>
                      <a:pPr algn="ctr">
                        <a:defRPr sz="1000">
                          <a:latin typeface="Calibri"/>
                        </a:defRPr>
                      </a:pPr>
                      <a:r>
                        <a:t>66 520 489</a:t>
                      </a:r>
                    </a:p>
                  </a:txBody>
                  <a:tcPr marB="0" marT="0"/>
                </a:tc>
                <a:tc>
                  <a:txBody>
                    <a:bodyPr/>
                    <a:lstStyle/>
                    <a:p>
                      <a:pPr algn="ctr">
                        <a:defRPr sz="1000">
                          <a:latin typeface="Calibri"/>
                        </a:defRPr>
                      </a:pPr>
                      <a:r>
                        <a:t>-1.1%</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35 112 300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34 855 941</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-0.7%</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11 258 892 168</a:t>
                      </a:r>
                    </a:p>
                  </a:txBody>
                  <a:tcPr marB="0" marT="0"/>
                </a:tc>
                <a:tc>
                  <a:txBody>
                    <a:bodyPr/>
                    <a:lstStyle/>
                    <a:p>
                      <a:pPr algn="ctr">
                        <a:defRPr sz="1000">
                          <a:latin typeface="Calibri"/>
                        </a:defRPr>
                      </a:pPr>
                      <a:r>
                        <a:t>11 399 518 273</a:t>
                      </a:r>
                    </a:p>
                  </a:txBody>
                  <a:tcPr marB="0" marT="0"/>
                </a:tc>
                <a:tc>
                  <a:txBody>
                    <a:bodyPr/>
                    <a:lstStyle/>
                    <a:p>
                      <a:pPr algn="ctr">
                        <a:defRPr sz="1000">
                          <a:latin typeface="Calibri"/>
                        </a:defRPr>
                      </a:pPr>
                      <a:r>
                        <a:t>1.2%</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12 061 722 739</a:t>
                      </a:r>
                    </a:p>
                  </a:txBody>
                  <a:tcPr marB="0" marT="0"/>
                </a:tc>
                <a:tc>
                  <a:txBody>
                    <a:bodyPr/>
                    <a:lstStyle/>
                    <a:p>
                      <a:pPr algn="ctr">
                        <a:defRPr sz="1000">
                          <a:latin typeface="Calibri"/>
                        </a:defRPr>
                      </a:pPr>
                      <a:r>
                        <a:t>12 174 903 685</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12 357 239 431</a:t>
                      </a:r>
                    </a:p>
                  </a:txBody>
                  <a:tcPr marB="0" marT="0"/>
                </a:tc>
                <a:tc>
                  <a:txBody>
                    <a:bodyPr/>
                    <a:lstStyle/>
                    <a:p>
                      <a:pPr algn="ctr">
                        <a:defRPr sz="1000">
                          <a:latin typeface="Calibri"/>
                        </a:defRPr>
                      </a:pPr>
                      <a:r>
                        <a:t>12 439 583 613</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12 978 754 190</a:t>
                      </a:r>
                    </a:p>
                  </a:txBody>
                  <a:tcPr marB="0" marT="0"/>
                </a:tc>
                <a:tc>
                  <a:txBody>
                    <a:bodyPr/>
                    <a:lstStyle/>
                    <a:p>
                      <a:pPr algn="ctr">
                        <a:defRPr sz="1000">
                          <a:latin typeface="Calibri"/>
                        </a:defRPr>
                      </a:pPr>
                      <a:r>
                        <a:t>12 849 447 597</a:t>
                      </a:r>
                    </a:p>
                  </a:txBody>
                  <a:tcPr marB="0" marT="0"/>
                </a:tc>
                <a:tc>
                  <a:txBody>
                    <a:bodyPr/>
                    <a:lstStyle/>
                    <a:p>
                      <a:pPr algn="ctr">
                        <a:defRPr sz="1000">
                          <a:latin typeface="Calibri"/>
                        </a:defRPr>
                      </a:pPr>
                      <a:r>
                        <a:t>-1.0%</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13 634 675 965</a:t>
                      </a:r>
                    </a:p>
                  </a:txBody>
                  <a:tcPr marB="0" marT="0"/>
                </a:tc>
                <a:tc>
                  <a:txBody>
                    <a:bodyPr/>
                    <a:lstStyle/>
                    <a:p>
                      <a:pPr algn="ctr">
                        <a:defRPr sz="1000">
                          <a:latin typeface="Calibri"/>
                        </a:defRPr>
                      </a:pPr>
                      <a:r>
                        <a:t>13 455 190 234</a:t>
                      </a:r>
                    </a:p>
                  </a:txBody>
                  <a:tcPr marB="0" marT="0"/>
                </a:tc>
                <a:tc>
                  <a:txBody>
                    <a:bodyPr/>
                    <a:lstStyle/>
                    <a:p>
                      <a:pPr algn="ctr">
                        <a:defRPr sz="1000">
                          <a:latin typeface="Calibri"/>
                        </a:defRPr>
                      </a:pPr>
                      <a:r>
                        <a:t>-1.3%</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7 915 501 251</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7 863 200 593</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-0.7%</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Brand_1_Master_A Form_B.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Brand_1_Master_A Form_B.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Brand_1_Master_A Form_C. 2025 expected sales: 21.06 Mln. Packs, 4.79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29 968 000</a:t>
                      </a:r>
                    </a:p>
                  </a:txBody>
                  <a:tcPr marB="0" marT="0"/>
                </a:tc>
                <a:tc>
                  <a:txBody>
                    <a:bodyPr/>
                    <a:lstStyle/>
                    <a:p>
                      <a:pPr algn="ctr">
                        <a:defRPr sz="1000">
                          <a:latin typeface="Calibri"/>
                        </a:defRPr>
                      </a:pPr>
                      <a:r>
                        <a:t>30 522 677</a:t>
                      </a:r>
                    </a:p>
                  </a:txBody>
                  <a:tcPr marB="0" marT="0"/>
                </a:tc>
                <a:tc>
                  <a:txBody>
                    <a:bodyPr/>
                    <a:lstStyle/>
                    <a:p>
                      <a:pPr algn="ctr">
                        <a:defRPr sz="1000">
                          <a:latin typeface="Calibri"/>
                        </a:defRPr>
                      </a:pPr>
                      <a:r>
                        <a:t>1.9%</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33 859 300</a:t>
                      </a:r>
                    </a:p>
                  </a:txBody>
                  <a:tcPr marB="0" marT="0"/>
                </a:tc>
                <a:tc>
                  <a:txBody>
                    <a:bodyPr/>
                    <a:lstStyle/>
                    <a:p>
                      <a:pPr algn="ctr">
                        <a:defRPr sz="1000">
                          <a:latin typeface="Calibri"/>
                        </a:defRPr>
                      </a:pPr>
                      <a:r>
                        <a:t>33 790 728</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35 799 200</a:t>
                      </a:r>
                    </a:p>
                  </a:txBody>
                  <a:tcPr marB="0" marT="0"/>
                </a:tc>
                <a:tc>
                  <a:txBody>
                    <a:bodyPr/>
                    <a:lstStyle/>
                    <a:p>
                      <a:pPr algn="ctr">
                        <a:defRPr sz="1000">
                          <a:latin typeface="Calibri"/>
                        </a:defRPr>
                      </a:pPr>
                      <a:r>
                        <a:t>35 249 760</a:t>
                      </a:r>
                    </a:p>
                  </a:txBody>
                  <a:tcPr marB="0" marT="0"/>
                </a:tc>
                <a:tc>
                  <a:txBody>
                    <a:bodyPr/>
                    <a:lstStyle/>
                    <a:p>
                      <a:pPr algn="ctr">
                        <a:defRPr sz="1000">
                          <a:latin typeface="Calibri"/>
                        </a:defRPr>
                      </a:pPr>
                      <a:r>
                        <a:t>-1.5%</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36 540 500</a:t>
                      </a:r>
                    </a:p>
                  </a:txBody>
                  <a:tcPr marB="0" marT="0"/>
                </a:tc>
                <a:tc>
                  <a:txBody>
                    <a:bodyPr/>
                    <a:lstStyle/>
                    <a:p>
                      <a:pPr algn="ctr">
                        <a:defRPr sz="1000">
                          <a:latin typeface="Calibri"/>
                        </a:defRPr>
                      </a:pPr>
                      <a:r>
                        <a:t>36 311 744</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39 466 300</a:t>
                      </a:r>
                    </a:p>
                  </a:txBody>
                  <a:tcPr marB="0" marT="0"/>
                </a:tc>
                <a:tc>
                  <a:txBody>
                    <a:bodyPr/>
                    <a:lstStyle/>
                    <a:p>
                      <a:pPr algn="ctr">
                        <a:defRPr sz="1000">
                          <a:latin typeface="Calibri"/>
                        </a:defRPr>
                      </a:pPr>
                      <a:r>
                        <a:t>39 829 630</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20 670 600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21 062 500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1.9%</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5 999 558 100</a:t>
                      </a:r>
                    </a:p>
                  </a:txBody>
                  <a:tcPr marB="0" marT="0"/>
                </a:tc>
                <a:tc>
                  <a:txBody>
                    <a:bodyPr/>
                    <a:lstStyle/>
                    <a:p>
                      <a:pPr algn="ctr">
                        <a:defRPr sz="1000">
                          <a:latin typeface="Calibri"/>
                        </a:defRPr>
                      </a:pPr>
                      <a:r>
                        <a:t>6 107 816 930</a:t>
                      </a:r>
                    </a:p>
                  </a:txBody>
                  <a:tcPr marB="0" marT="0"/>
                </a:tc>
                <a:tc>
                  <a:txBody>
                    <a:bodyPr/>
                    <a:lstStyle/>
                    <a:p>
                      <a:pPr algn="ctr">
                        <a:defRPr sz="1000">
                          <a:latin typeface="Calibri"/>
                        </a:defRPr>
                      </a:pPr>
                      <a:r>
                        <a:t>1.8%</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6 815 810 046</a:t>
                      </a:r>
                    </a:p>
                  </a:txBody>
                  <a:tcPr marB="0" marT="0"/>
                </a:tc>
                <a:tc>
                  <a:txBody>
                    <a:bodyPr/>
                    <a:lstStyle/>
                    <a:p>
                      <a:pPr algn="ctr">
                        <a:defRPr sz="1000">
                          <a:latin typeface="Calibri"/>
                        </a:defRPr>
                      </a:pPr>
                      <a:r>
                        <a:t>6 813 530 877</a:t>
                      </a:r>
                    </a:p>
                  </a:txBody>
                  <a:tcPr marB="0" marT="0"/>
                </a:tc>
                <a:tc>
                  <a:txBody>
                    <a:bodyPr/>
                    <a:lstStyle/>
                    <a:p>
                      <a:pPr algn="ctr">
                        <a:defRPr sz="1000">
                          <a:latin typeface="Calibri"/>
                        </a:defRPr>
                      </a:pPr>
                      <a:r>
                        <a:t>-0.0%</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7 229 440 609</a:t>
                      </a:r>
                    </a:p>
                  </a:txBody>
                  <a:tcPr marB="0" marT="0"/>
                </a:tc>
                <a:tc>
                  <a:txBody>
                    <a:bodyPr/>
                    <a:lstStyle/>
                    <a:p>
                      <a:pPr algn="ctr">
                        <a:defRPr sz="1000">
                          <a:latin typeface="Calibri"/>
                        </a:defRPr>
                      </a:pPr>
                      <a:r>
                        <a:t>7 128 325 683</a:t>
                      </a:r>
                    </a:p>
                  </a:txBody>
                  <a:tcPr marB="0" marT="0"/>
                </a:tc>
                <a:tc>
                  <a:txBody>
                    <a:bodyPr/>
                    <a:lstStyle/>
                    <a:p>
                      <a:pPr algn="ctr">
                        <a:defRPr sz="1000">
                          <a:latin typeface="Calibri"/>
                        </a:defRPr>
                      </a:pPr>
                      <a:r>
                        <a:t>-1.4%</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7 461 092 365</a:t>
                      </a:r>
                    </a:p>
                  </a:txBody>
                  <a:tcPr marB="0" marT="0"/>
                </a:tc>
                <a:tc>
                  <a:txBody>
                    <a:bodyPr/>
                    <a:lstStyle/>
                    <a:p>
                      <a:pPr algn="ctr">
                        <a:defRPr sz="1000">
                          <a:latin typeface="Calibri"/>
                        </a:defRPr>
                      </a:pPr>
                      <a:r>
                        <a:t>7 432 317 911</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7 997 618 724</a:t>
                      </a:r>
                    </a:p>
                  </a:txBody>
                  <a:tcPr marB="0" marT="0"/>
                </a:tc>
                <a:tc>
                  <a:txBody>
                    <a:bodyPr/>
                    <a:lstStyle/>
                    <a:p>
                      <a:pPr algn="ctr">
                        <a:defRPr sz="1000">
                          <a:latin typeface="Calibri"/>
                        </a:defRPr>
                      </a:pPr>
                      <a:r>
                        <a:t>8 062 332 232</a:t>
                      </a:r>
                    </a:p>
                  </a:txBody>
                  <a:tcPr marB="0" marT="0"/>
                </a:tc>
                <a:tc>
                  <a:txBody>
                    <a:bodyPr/>
                    <a:lstStyle/>
                    <a:p>
                      <a:pPr algn="ctr">
                        <a:defRPr sz="1000">
                          <a:latin typeface="Calibri"/>
                        </a:defRPr>
                      </a:pPr>
                      <a:r>
                        <a:t>0.8%</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4 700 546 933</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4 790 250 291</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1.9%</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Brand_1_Master_A Form_C.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Brand_1_Master_A Form_C.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Brand_1_Master_B Form_A. 2025 expected sales: 21.24 Mln. Packs, 4.79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31 083 100</a:t>
                      </a:r>
                    </a:p>
                  </a:txBody>
                  <a:tcPr marB="0" marT="0"/>
                </a:tc>
                <a:tc>
                  <a:txBody>
                    <a:bodyPr/>
                    <a:lstStyle/>
                    <a:p>
                      <a:pPr algn="ctr">
                        <a:defRPr sz="1000">
                          <a:latin typeface="Calibri"/>
                        </a:defRPr>
                      </a:pPr>
                      <a:r>
                        <a:t>30 820 284</a:t>
                      </a:r>
                    </a:p>
                  </a:txBody>
                  <a:tcPr marB="0" marT="0"/>
                </a:tc>
                <a:tc>
                  <a:txBody>
                    <a:bodyPr/>
                    <a:lstStyle/>
                    <a:p>
                      <a:pPr algn="ctr">
                        <a:defRPr sz="1000">
                          <a:latin typeface="Calibri"/>
                        </a:defRPr>
                      </a:pPr>
                      <a:r>
                        <a:t>-0.8%</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34 079 600</a:t>
                      </a:r>
                    </a:p>
                  </a:txBody>
                  <a:tcPr marB="0" marT="0"/>
                </a:tc>
                <a:tc>
                  <a:txBody>
                    <a:bodyPr/>
                    <a:lstStyle/>
                    <a:p>
                      <a:pPr algn="ctr">
                        <a:defRPr sz="1000">
                          <a:latin typeface="Calibri"/>
                        </a:defRPr>
                      </a:pPr>
                      <a:r>
                        <a:t>34 104 903</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35 397 300</a:t>
                      </a:r>
                    </a:p>
                  </a:txBody>
                  <a:tcPr marB="0" marT="0"/>
                </a:tc>
                <a:tc>
                  <a:txBody>
                    <a:bodyPr/>
                    <a:lstStyle/>
                    <a:p>
                      <a:pPr algn="ctr">
                        <a:defRPr sz="1000">
                          <a:latin typeface="Calibri"/>
                        </a:defRPr>
                      </a:pPr>
                      <a:r>
                        <a:t>35 585 565</a:t>
                      </a:r>
                    </a:p>
                  </a:txBody>
                  <a:tcPr marB="0" marT="0"/>
                </a:tc>
                <a:tc>
                  <a:txBody>
                    <a:bodyPr/>
                    <a:lstStyle/>
                    <a:p>
                      <a:pPr algn="ctr">
                        <a:defRPr sz="1000">
                          <a:latin typeface="Calibri"/>
                        </a:defRPr>
                      </a:pPr>
                      <a:r>
                        <a:t>0.5%</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36 800 200</a:t>
                      </a:r>
                    </a:p>
                  </a:txBody>
                  <a:tcPr marB="0" marT="0"/>
                </a:tc>
                <a:tc>
                  <a:txBody>
                    <a:bodyPr/>
                    <a:lstStyle/>
                    <a:p>
                      <a:pPr algn="ctr">
                        <a:defRPr sz="1000">
                          <a:latin typeface="Calibri"/>
                        </a:defRPr>
                      </a:pPr>
                      <a:r>
                        <a:t>36 636 445</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39 799 700</a:t>
                      </a:r>
                    </a:p>
                  </a:txBody>
                  <a:tcPr marB="0" marT="0"/>
                </a:tc>
                <a:tc>
                  <a:txBody>
                    <a:bodyPr/>
                    <a:lstStyle/>
                    <a:p>
                      <a:pPr algn="ctr">
                        <a:defRPr sz="1000">
                          <a:latin typeface="Calibri"/>
                        </a:defRPr>
                      </a:pPr>
                      <a:r>
                        <a:t>40 144 662</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21 477 700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21 238 531</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-1.1%</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6 213 669 278</a:t>
                      </a:r>
                    </a:p>
                  </a:txBody>
                  <a:tcPr marB="0" marT="0"/>
                </a:tc>
                <a:tc>
                  <a:txBody>
                    <a:bodyPr/>
                    <a:lstStyle/>
                    <a:p>
                      <a:pPr algn="ctr">
                        <a:defRPr sz="1000">
                          <a:latin typeface="Calibri"/>
                        </a:defRPr>
                      </a:pPr>
                      <a:r>
                        <a:t>6 162 462 061</a:t>
                      </a:r>
                    </a:p>
                  </a:txBody>
                  <a:tcPr marB="0" marT="0"/>
                </a:tc>
                <a:tc>
                  <a:txBody>
                    <a:bodyPr/>
                    <a:lstStyle/>
                    <a:p>
                      <a:pPr algn="ctr">
                        <a:defRPr sz="1000">
                          <a:latin typeface="Calibri"/>
                        </a:defRPr>
                      </a:pPr>
                      <a:r>
                        <a:t>-0.8%</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6 927 713 815</a:t>
                      </a:r>
                    </a:p>
                  </a:txBody>
                  <a:tcPr marB="0" marT="0"/>
                </a:tc>
                <a:tc>
                  <a:txBody>
                    <a:bodyPr/>
                    <a:lstStyle/>
                    <a:p>
                      <a:pPr algn="ctr">
                        <a:defRPr sz="1000">
                          <a:latin typeface="Calibri"/>
                        </a:defRPr>
                      </a:pPr>
                      <a:r>
                        <a:t>6 926 180 355</a:t>
                      </a:r>
                    </a:p>
                  </a:txBody>
                  <a:tcPr marB="0" marT="0"/>
                </a:tc>
                <a:tc>
                  <a:txBody>
                    <a:bodyPr/>
                    <a:lstStyle/>
                    <a:p>
                      <a:pPr algn="ctr">
                        <a:defRPr sz="1000">
                          <a:latin typeface="Calibri"/>
                        </a:defRPr>
                      </a:pPr>
                      <a:r>
                        <a:t>-0.0%</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7 115 498 171</a:t>
                      </a:r>
                    </a:p>
                  </a:txBody>
                  <a:tcPr marB="0" marT="0"/>
                </a:tc>
                <a:tc>
                  <a:txBody>
                    <a:bodyPr/>
                    <a:lstStyle/>
                    <a:p>
                      <a:pPr algn="ctr">
                        <a:defRPr sz="1000">
                          <a:latin typeface="Calibri"/>
                        </a:defRPr>
                      </a:pPr>
                      <a:r>
                        <a:t>7 158 552 126</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7 527 132 747</a:t>
                      </a:r>
                    </a:p>
                  </a:txBody>
                  <a:tcPr marB="0" marT="0"/>
                </a:tc>
                <a:tc>
                  <a:txBody>
                    <a:bodyPr/>
                    <a:lstStyle/>
                    <a:p>
                      <a:pPr algn="ctr">
                        <a:defRPr sz="1000">
                          <a:latin typeface="Calibri"/>
                        </a:defRPr>
                      </a:pPr>
                      <a:r>
                        <a:t>7 504 698 955</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8 023 270 496</a:t>
                      </a:r>
                    </a:p>
                  </a:txBody>
                  <a:tcPr marB="0" marT="0"/>
                </a:tc>
                <a:tc>
                  <a:txBody>
                    <a:bodyPr/>
                    <a:lstStyle/>
                    <a:p>
                      <a:pPr algn="ctr">
                        <a:defRPr sz="1000">
                          <a:latin typeface="Calibri"/>
                        </a:defRPr>
                      </a:pPr>
                      <a:r>
                        <a:t>8 096 532 132</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4 847 247 746</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4 792 727 883</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-1.1%</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Brand_1_Master_B Form_A.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Brand_1_Master_B Form_A.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Brand_1_Master_B Form_B. 2025 expected sales: 22.59 Mln. Packs, 5.09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33 015 600</a:t>
                      </a:r>
                    </a:p>
                  </a:txBody>
                  <a:tcPr marB="0" marT="0"/>
                </a:tc>
                <a:tc>
                  <a:txBody>
                    <a:bodyPr/>
                    <a:lstStyle/>
                    <a:p>
                      <a:pPr algn="ctr">
                        <a:defRPr sz="1000">
                          <a:latin typeface="Calibri"/>
                        </a:defRPr>
                      </a:pPr>
                      <a:r>
                        <a:t>33 358 158</a:t>
                      </a:r>
                    </a:p>
                  </a:txBody>
                  <a:tcPr marB="0" marT="0"/>
                </a:tc>
                <a:tc>
                  <a:txBody>
                    <a:bodyPr/>
                    <a:lstStyle/>
                    <a:p>
                      <a:pPr algn="ctr">
                        <a:defRPr sz="1000">
                          <a:latin typeface="Calibri"/>
                        </a:defRPr>
                      </a:pPr>
                      <a:r>
                        <a:t>1.0%</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37 367 600</a:t>
                      </a:r>
                    </a:p>
                  </a:txBody>
                  <a:tcPr marB="0" marT="0"/>
                </a:tc>
                <a:tc>
                  <a:txBody>
                    <a:bodyPr/>
                    <a:lstStyle/>
                    <a:p>
                      <a:pPr algn="ctr">
                        <a:defRPr sz="1000">
                          <a:latin typeface="Calibri"/>
                        </a:defRPr>
                      </a:pPr>
                      <a:r>
                        <a:t>36 671 443</a:t>
                      </a:r>
                    </a:p>
                  </a:txBody>
                  <a:tcPr marB="0" marT="0"/>
                </a:tc>
                <a:tc>
                  <a:txBody>
                    <a:bodyPr/>
                    <a:lstStyle/>
                    <a:p>
                      <a:pPr algn="ctr">
                        <a:defRPr sz="1000">
                          <a:latin typeface="Calibri"/>
                        </a:defRPr>
                      </a:pPr>
                      <a:r>
                        <a:t>-1.9%</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38 145 300</a:t>
                      </a:r>
                    </a:p>
                  </a:txBody>
                  <a:tcPr marB="0" marT="0"/>
                </a:tc>
                <a:tc>
                  <a:txBody>
                    <a:bodyPr/>
                    <a:lstStyle/>
                    <a:p>
                      <a:pPr algn="ctr">
                        <a:defRPr sz="1000">
                          <a:latin typeface="Calibri"/>
                        </a:defRPr>
                      </a:pPr>
                      <a:r>
                        <a:t>38 116 447</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39 564 700</a:t>
                      </a:r>
                    </a:p>
                  </a:txBody>
                  <a:tcPr marB="0" marT="0"/>
                </a:tc>
                <a:tc>
                  <a:txBody>
                    <a:bodyPr/>
                    <a:lstStyle/>
                    <a:p>
                      <a:pPr algn="ctr">
                        <a:defRPr sz="1000">
                          <a:latin typeface="Calibri"/>
                        </a:defRPr>
                      </a:pPr>
                      <a:r>
                        <a:t>39 195 560</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41 981 000</a:t>
                      </a:r>
                    </a:p>
                  </a:txBody>
                  <a:tcPr marB="0" marT="0"/>
                </a:tc>
                <a:tc>
                  <a:txBody>
                    <a:bodyPr/>
                    <a:lstStyle/>
                    <a:p>
                      <a:pPr algn="ctr">
                        <a:defRPr sz="1000">
                          <a:latin typeface="Calibri"/>
                        </a:defRPr>
                      </a:pPr>
                      <a:r>
                        <a:t>42 717 386</a:t>
                      </a:r>
                    </a:p>
                  </a:txBody>
                  <a:tcPr marB="0" marT="0"/>
                </a:tc>
                <a:tc>
                  <a:txBody>
                    <a:bodyPr/>
                    <a:lstStyle/>
                    <a:p>
                      <a:pPr algn="ctr">
                        <a:defRPr sz="1000">
                          <a:latin typeface="Calibri"/>
                        </a:defRPr>
                      </a:pPr>
                      <a:r>
                        <a:t>1.8%</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23 017 200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22 594 705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-1.8%</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6 712 145 429</a:t>
                      </a:r>
                    </a:p>
                  </a:txBody>
                  <a:tcPr marB="0" marT="0"/>
                </a:tc>
                <a:tc>
                  <a:txBody>
                    <a:bodyPr/>
                    <a:lstStyle/>
                    <a:p>
                      <a:pPr algn="ctr">
                        <a:defRPr sz="1000">
                          <a:latin typeface="Calibri"/>
                        </a:defRPr>
                      </a:pPr>
                      <a:r>
                        <a:t>6 769 563 347</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7 535 289 652</a:t>
                      </a:r>
                    </a:p>
                  </a:txBody>
                  <a:tcPr marB="0" marT="0"/>
                </a:tc>
                <a:tc>
                  <a:txBody>
                    <a:bodyPr/>
                    <a:lstStyle/>
                    <a:p>
                      <a:pPr algn="ctr">
                        <a:defRPr sz="1000">
                          <a:latin typeface="Calibri"/>
                        </a:defRPr>
                      </a:pPr>
                      <a:r>
                        <a:t>7 382 722 084</a:t>
                      </a:r>
                    </a:p>
                  </a:txBody>
                  <a:tcPr marB="0" marT="0"/>
                </a:tc>
                <a:tc>
                  <a:txBody>
                    <a:bodyPr/>
                    <a:lstStyle/>
                    <a:p>
                      <a:pPr algn="ctr">
                        <a:defRPr sz="1000">
                          <a:latin typeface="Calibri"/>
                        </a:defRPr>
                      </a:pPr>
                      <a:r>
                        <a:t>-2.0%</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7 640 919 903</a:t>
                      </a:r>
                    </a:p>
                  </a:txBody>
                  <a:tcPr marB="0" marT="0"/>
                </a:tc>
                <a:tc>
                  <a:txBody>
                    <a:bodyPr/>
                    <a:lstStyle/>
                    <a:p>
                      <a:pPr algn="ctr">
                        <a:defRPr sz="1000">
                          <a:latin typeface="Calibri"/>
                        </a:defRPr>
                      </a:pPr>
                      <a:r>
                        <a:t>7 662 559 855</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8 131 684 459</a:t>
                      </a:r>
                    </a:p>
                  </a:txBody>
                  <a:tcPr marB="0" marT="0"/>
                </a:tc>
                <a:tc>
                  <a:txBody>
                    <a:bodyPr/>
                    <a:lstStyle/>
                    <a:p>
                      <a:pPr algn="ctr">
                        <a:defRPr sz="1000">
                          <a:latin typeface="Calibri"/>
                        </a:defRPr>
                      </a:pPr>
                      <a:r>
                        <a:t>8 040 858 787</a:t>
                      </a:r>
                    </a:p>
                  </a:txBody>
                  <a:tcPr marB="0" marT="0"/>
                </a:tc>
                <a:tc>
                  <a:txBody>
                    <a:bodyPr/>
                    <a:lstStyle/>
                    <a:p>
                      <a:pPr algn="ctr">
                        <a:defRPr sz="1000">
                          <a:latin typeface="Calibri"/>
                        </a:defRPr>
                      </a:pPr>
                      <a:r>
                        <a:t>-1.1%</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8 564 280 832</a:t>
                      </a:r>
                    </a:p>
                  </a:txBody>
                  <a:tcPr marB="0" marT="0"/>
                </a:tc>
                <a:tc>
                  <a:txBody>
                    <a:bodyPr/>
                    <a:lstStyle/>
                    <a:p>
                      <a:pPr algn="ctr">
                        <a:defRPr sz="1000">
                          <a:latin typeface="Calibri"/>
                        </a:defRPr>
                      </a:pPr>
                      <a:r>
                        <a:t>8 722 979 284</a:t>
                      </a:r>
                    </a:p>
                  </a:txBody>
                  <a:tcPr marB="0" marT="0"/>
                </a:tc>
                <a:tc>
                  <a:txBody>
                    <a:bodyPr/>
                    <a:lstStyle/>
                    <a:p>
                      <a:pPr algn="ctr">
                        <a:defRPr sz="1000">
                          <a:latin typeface="Calibri"/>
                        </a:defRPr>
                      </a:pPr>
                      <a:r>
                        <a:t>1.9%</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5 194 084 769</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5 094 069 768</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-1.9%</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Brand_1_Master_B Form_B.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Brand_1_Master_B Form_B.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Brand_1_Master_C Form_A. 2025 expected sales: 19.82 Mln. Packs, 4.44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28 174 600</a:t>
                      </a:r>
                    </a:p>
                  </a:txBody>
                  <a:tcPr marB="0" marT="0"/>
                </a:tc>
                <a:tc>
                  <a:txBody>
                    <a:bodyPr/>
                    <a:lstStyle/>
                    <a:p>
                      <a:pPr algn="ctr">
                        <a:defRPr sz="1000">
                          <a:latin typeface="Calibri"/>
                        </a:defRPr>
                      </a:pPr>
                      <a:r>
                        <a:t>28 126 092</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31 627 800</a:t>
                      </a:r>
                    </a:p>
                  </a:txBody>
                  <a:tcPr marB="0" marT="0"/>
                </a:tc>
                <a:tc>
                  <a:txBody>
                    <a:bodyPr/>
                    <a:lstStyle/>
                    <a:p>
                      <a:pPr algn="ctr">
                        <a:defRPr sz="1000">
                          <a:latin typeface="Calibri"/>
                        </a:defRPr>
                      </a:pPr>
                      <a:r>
                        <a:t>31 389 887</a:t>
                      </a:r>
                    </a:p>
                  </a:txBody>
                  <a:tcPr marB="0" marT="0"/>
                </a:tc>
                <a:tc>
                  <a:txBody>
                    <a:bodyPr/>
                    <a:lstStyle/>
                    <a:p>
                      <a:pPr algn="ctr">
                        <a:defRPr sz="1000">
                          <a:latin typeface="Calibri"/>
                        </a:defRPr>
                      </a:pPr>
                      <a:r>
                        <a:t>-0.8%</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32 637 900</a:t>
                      </a:r>
                    </a:p>
                  </a:txBody>
                  <a:tcPr marB="0" marT="0"/>
                </a:tc>
                <a:tc>
                  <a:txBody>
                    <a:bodyPr/>
                    <a:lstStyle/>
                    <a:p>
                      <a:pPr algn="ctr">
                        <a:defRPr sz="1000">
                          <a:latin typeface="Calibri"/>
                        </a:defRPr>
                      </a:pPr>
                      <a:r>
                        <a:t>32 861 891</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33 637 700</a:t>
                      </a:r>
                    </a:p>
                  </a:txBody>
                  <a:tcPr marB="0" marT="0"/>
                </a:tc>
                <a:tc>
                  <a:txBody>
                    <a:bodyPr/>
                    <a:lstStyle/>
                    <a:p>
                      <a:pPr algn="ctr">
                        <a:defRPr sz="1000">
                          <a:latin typeface="Calibri"/>
                        </a:defRPr>
                      </a:pPr>
                      <a:r>
                        <a:t>33 924 935</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37 549 500</a:t>
                      </a:r>
                    </a:p>
                  </a:txBody>
                  <a:tcPr marB="0" marT="0"/>
                </a:tc>
                <a:tc>
                  <a:txBody>
                    <a:bodyPr/>
                    <a:lstStyle/>
                    <a:p>
                      <a:pPr algn="ctr">
                        <a:defRPr sz="1000">
                          <a:latin typeface="Calibri"/>
                        </a:defRPr>
                      </a:pPr>
                      <a:r>
                        <a:t>37 398 110</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19 692 400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19 819 256</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0.6%</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5 684 396 459</a:t>
                      </a:r>
                    </a:p>
                  </a:txBody>
                  <a:tcPr marB="0" marT="0"/>
                </a:tc>
                <a:tc>
                  <a:txBody>
                    <a:bodyPr/>
                    <a:lstStyle/>
                    <a:p>
                      <a:pPr algn="ctr">
                        <a:defRPr sz="1000">
                          <a:latin typeface="Calibri"/>
                        </a:defRPr>
                      </a:pPr>
                      <a:r>
                        <a:t>5 678 412 031</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6 363 517 075</a:t>
                      </a:r>
                    </a:p>
                  </a:txBody>
                  <a:tcPr marB="0" marT="0"/>
                </a:tc>
                <a:tc>
                  <a:txBody>
                    <a:bodyPr/>
                    <a:lstStyle/>
                    <a:p>
                      <a:pPr algn="ctr">
                        <a:defRPr sz="1000">
                          <a:latin typeface="Calibri"/>
                        </a:defRPr>
                      </a:pPr>
                      <a:r>
                        <a:t>6 319 122 128</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6 671 657 310</a:t>
                      </a:r>
                    </a:p>
                  </a:txBody>
                  <a:tcPr marB="0" marT="0"/>
                </a:tc>
                <a:tc>
                  <a:txBody>
                    <a:bodyPr/>
                    <a:lstStyle/>
                    <a:p>
                      <a:pPr algn="ctr">
                        <a:defRPr sz="1000">
                          <a:latin typeface="Calibri"/>
                        </a:defRPr>
                      </a:pPr>
                      <a:r>
                        <a:t>6 714 884 385</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6 894 744 983</a:t>
                      </a:r>
                    </a:p>
                  </a:txBody>
                  <a:tcPr marB="0" marT="0"/>
                </a:tc>
                <a:tc>
                  <a:txBody>
                    <a:bodyPr/>
                    <a:lstStyle/>
                    <a:p>
                      <a:pPr algn="ctr">
                        <a:defRPr sz="1000">
                          <a:latin typeface="Calibri"/>
                        </a:defRPr>
                      </a:pPr>
                      <a:r>
                        <a:t>6 958 589 777</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7 650 320 476</a:t>
                      </a:r>
                    </a:p>
                  </a:txBody>
                  <a:tcPr marB="0" marT="0"/>
                </a:tc>
                <a:tc>
                  <a:txBody>
                    <a:bodyPr/>
                    <a:lstStyle/>
                    <a:p>
                      <a:pPr algn="ctr">
                        <a:defRPr sz="1000">
                          <a:latin typeface="Calibri"/>
                        </a:defRPr>
                      </a:pPr>
                      <a:r>
                        <a:t>7 622 575 423</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4 410 728 906</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4 436 969 950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0.6%</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Brand_1_Master_C Form_A.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Brand_1_Master_C Form_A.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Comparison of budget options</a:t>
            </a:r>
          </a:p>
        </p:txBody>
      </p:sp>
      <p:sp>
        <p:nvSpPr>
          <p:cNvPr id="3" name="TextBox 2"/>
          <p:cNvSpPr txBox="1"/>
          <p:nvPr/>
        </p:nvSpPr>
        <p:spPr>
          <a:xfrm>
            <a:off x="2804160" y="1573213"/>
            <a:ext cx="2194560" cy="342900"/>
          </a:xfrm>
          <a:prstGeom prst="rect">
            <a:avLst/>
          </a:prstGeom>
          <a:noFill/>
        </p:spPr>
        <p:txBody>
          <a:bodyPr wrap="square">
            <a:spAutoFit/>
          </a:bodyPr>
          <a:lstStyle/>
          <a:p>
            <a:pPr>
              <a:defRPr b="1" sz="1200">
                <a:latin typeface="Calibri"/>
              </a:defRPr>
            </a:pPr>
            <a:r>
              <a:t>Option 1. zero</a:t>
            </a:r>
          </a:p>
        </p:txBody>
      </p:sp>
      <p:sp>
        <p:nvSpPr>
          <p:cNvPr id="4" name="TextBox 3"/>
          <p:cNvSpPr txBox="1"/>
          <p:nvPr/>
        </p:nvSpPr>
        <p:spPr>
          <a:xfrm>
            <a:off x="4998720" y="1573213"/>
            <a:ext cx="2194560" cy="342900"/>
          </a:xfrm>
          <a:prstGeom prst="rect">
            <a:avLst/>
          </a:prstGeom>
          <a:noFill/>
        </p:spPr>
        <p:txBody>
          <a:bodyPr wrap="square">
            <a:spAutoFit/>
          </a:bodyPr>
          <a:lstStyle/>
          <a:p>
            <a:pPr>
              <a:defRPr b="1" sz="1200">
                <a:latin typeface="Calibri"/>
              </a:defRPr>
            </a:pPr>
            <a:r>
              <a:t>Option 2. predefined</a:t>
            </a:r>
          </a:p>
        </p:txBody>
      </p:sp>
      <p:graphicFrame>
        <p:nvGraphicFramePr>
          <p:cNvPr id="5" name="Table 4"/>
          <p:cNvGraphicFramePr>
            <a:graphicFrameLocks noGrp="1"/>
          </p:cNvGraphicFramePr>
          <p:nvPr/>
        </p:nvGraphicFramePr>
        <p:xfrm>
          <a:off x="609600" y="1916113"/>
          <a:ext cx="6583680" cy="2694219"/>
        </p:xfrm>
        <a:graphic>
          <a:graphicData uri="http://schemas.openxmlformats.org/drawingml/2006/table">
            <a:tbl>
              <a:tblPr firstRow="1" bandRow="1">
                <a:tableStyleId>{5C22544A-7EE6-4342-B048-85BDC9FD1C3A}</a:tableStyleId>
              </a:tblPr>
              <a:tblGrid>
                <a:gridCol w="2194560"/>
                <a:gridCol w="1097280"/>
                <a:gridCol w="1097280"/>
                <a:gridCol w="1097280"/>
                <a:gridCol w="1097280"/>
              </a:tblGrid>
              <a:tr h="244929">
                <a:tc>
                  <a:txBody>
                    <a:bodyPr/>
                    <a:lstStyle/>
                    <a:p>
                      <a:pPr algn="ctr">
                        <a:defRPr sz="1000">
                          <a:latin typeface="Calibri"/>
                        </a:defRPr>
                      </a:pPr>
                      <a:r>
                        <a:t>Costs, Mln. RUB</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244929">
                <a:tc>
                  <a:txBody>
                    <a:bodyPr/>
                    <a:lstStyle/>
                    <a:p>
                      <a:pPr algn="ctr">
                        <a:defRPr sz="1000">
                          <a:latin typeface="Calibri"/>
                        </a:defRPr>
                      </a:pPr>
                      <a:r>
                        <a:t>bdg_dgt_display</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30.0</a:t>
                      </a:r>
                    </a:p>
                  </a:txBody>
                  <a:tcPr/>
                </a:tc>
                <a:tc>
                  <a:txBody>
                    <a:bodyPr/>
                    <a:lstStyle/>
                    <a:p>
                      <a:pPr algn="ctr">
                        <a:defRPr sz="1000">
                          <a:latin typeface="Calibri"/>
                        </a:defRPr>
                      </a:pPr>
                      <a:r>
                        <a:t>150.0</a:t>
                      </a:r>
                    </a:p>
                  </a:txBody>
                  <a:tcPr/>
                </a:tc>
              </a:tr>
              <a:tr h="244929">
                <a:tc>
                  <a:txBody>
                    <a:bodyPr/>
                    <a:lstStyle/>
                    <a:p>
                      <a:pPr algn="ctr">
                        <a:defRPr sz="1000">
                          <a:latin typeface="Calibri"/>
                        </a:defRPr>
                      </a:pPr>
                      <a:r>
                        <a:t>bdg_dgt_perform</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20.0</a:t>
                      </a:r>
                    </a:p>
                  </a:txBody>
                  <a:tcPr/>
                </a:tc>
                <a:tc>
                  <a:txBody>
                    <a:bodyPr/>
                    <a:lstStyle/>
                    <a:p>
                      <a:pPr algn="ctr">
                        <a:defRPr sz="1000">
                          <a:latin typeface="Calibri"/>
                        </a:defRPr>
                      </a:pPr>
                      <a:r>
                        <a:t>100.0</a:t>
                      </a:r>
                    </a:p>
                  </a:txBody>
                  <a:tcPr/>
                </a:tc>
              </a:tr>
              <a:tr h="244929">
                <a:tc>
                  <a:txBody>
                    <a:bodyPr/>
                    <a:lstStyle/>
                    <a:p>
                      <a:pPr algn="ctr">
                        <a:defRPr sz="1000">
                          <a:latin typeface="Calibri"/>
                        </a:defRPr>
                      </a:pPr>
                      <a:r>
                        <a:t>bdg_dgt_special</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20.0</a:t>
                      </a:r>
                    </a:p>
                  </a:txBody>
                  <a:tcPr/>
                </a:tc>
                <a:tc>
                  <a:txBody>
                    <a:bodyPr/>
                    <a:lstStyle/>
                    <a:p>
                      <a:pPr algn="ctr">
                        <a:defRPr sz="1000">
                          <a:latin typeface="Calibri"/>
                        </a:defRPr>
                      </a:pPr>
                      <a:r>
                        <a:t>100.0</a:t>
                      </a:r>
                    </a:p>
                  </a:txBody>
                  <a:tcPr/>
                </a:tc>
              </a:tr>
              <a:tr h="244929">
                <a:tc>
                  <a:txBody>
                    <a:bodyPr/>
                    <a:lstStyle/>
                    <a:p>
                      <a:pPr algn="ctr">
                        <a:defRPr sz="1000">
                          <a:latin typeface="Calibri"/>
                        </a:defRPr>
                      </a:pPr>
                      <a:r>
                        <a:t>bdg_dgt_video</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30.0</a:t>
                      </a:r>
                    </a:p>
                  </a:txBody>
                  <a:tcPr/>
                </a:tc>
                <a:tc>
                  <a:txBody>
                    <a:bodyPr/>
                    <a:lstStyle/>
                    <a:p>
                      <a:pPr algn="ctr">
                        <a:defRPr sz="1000">
                          <a:latin typeface="Calibri"/>
                        </a:defRPr>
                      </a:pPr>
                      <a:r>
                        <a:t>150.0</a:t>
                      </a:r>
                    </a:p>
                  </a:txBody>
                  <a:tcPr/>
                </a:tc>
              </a:tr>
              <a:tr h="244929">
                <a:tc>
                  <a:txBody>
                    <a:bodyPr/>
                    <a:lstStyle/>
                    <a:p>
                      <a:pPr algn="ctr">
                        <a:defRPr sz="1000">
                          <a:latin typeface="Calibri"/>
                        </a:defRPr>
                      </a:pPr>
                      <a:r>
                        <a:t>bdg_ecom</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10.0</a:t>
                      </a:r>
                    </a:p>
                  </a:txBody>
                  <a:tcPr/>
                </a:tc>
                <a:tc>
                  <a:txBody>
                    <a:bodyPr/>
                    <a:lstStyle/>
                    <a:p>
                      <a:pPr algn="ctr">
                        <a:defRPr sz="1000">
                          <a:latin typeface="Calibri"/>
                        </a:defRPr>
                      </a:pPr>
                      <a:r>
                        <a:t>50.0</a:t>
                      </a:r>
                    </a:p>
                  </a:txBody>
                  <a:tcPr/>
                </a:tc>
              </a:tr>
              <a:tr h="244929">
                <a:tc>
                  <a:txBody>
                    <a:bodyPr/>
                    <a:lstStyle/>
                    <a:p>
                      <a:pPr algn="ctr">
                        <a:defRPr sz="1000">
                          <a:latin typeface="Calibri"/>
                        </a:defRPr>
                      </a:pPr>
                      <a:r>
                        <a:t>bdg_ooh</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30.0</a:t>
                      </a:r>
                    </a:p>
                  </a:txBody>
                  <a:tcPr/>
                </a:tc>
                <a:tc>
                  <a:txBody>
                    <a:bodyPr/>
                    <a:lstStyle/>
                    <a:p>
                      <a:pPr algn="ctr">
                        <a:defRPr sz="1000">
                          <a:latin typeface="Calibri"/>
                        </a:defRPr>
                      </a:pPr>
                      <a:r>
                        <a:t>150.0</a:t>
                      </a:r>
                    </a:p>
                  </a:txBody>
                  <a:tcPr/>
                </a:tc>
              </a:tr>
              <a:tr h="244929">
                <a:tc>
                  <a:txBody>
                    <a:bodyPr/>
                    <a:lstStyle/>
                    <a:p>
                      <a:pPr algn="ctr">
                        <a:defRPr sz="1000">
                          <a:latin typeface="Calibri"/>
                        </a:defRPr>
                      </a:pPr>
                      <a:r>
                        <a:t>bdg_pos</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20.0</a:t>
                      </a:r>
                    </a:p>
                  </a:txBody>
                  <a:tcPr/>
                </a:tc>
                <a:tc>
                  <a:txBody>
                    <a:bodyPr/>
                    <a:lstStyle/>
                    <a:p>
                      <a:pPr algn="ctr">
                        <a:defRPr sz="1000">
                          <a:latin typeface="Calibri"/>
                        </a:defRPr>
                      </a:pPr>
                      <a:r>
                        <a:t>100.0</a:t>
                      </a:r>
                    </a:p>
                  </a:txBody>
                  <a:tcPr/>
                </a:tc>
              </a:tr>
              <a:tr h="244929">
                <a:tc>
                  <a:txBody>
                    <a:bodyPr/>
                    <a:lstStyle/>
                    <a:p>
                      <a:pPr algn="ctr">
                        <a:defRPr sz="1000">
                          <a:latin typeface="Calibri"/>
                        </a:defRPr>
                      </a:pPr>
                      <a:r>
                        <a:t>PR</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10.0</a:t>
                      </a:r>
                    </a:p>
                  </a:txBody>
                  <a:tcPr/>
                </a:tc>
                <a:tc>
                  <a:txBody>
                    <a:bodyPr/>
                    <a:lstStyle/>
                    <a:p>
                      <a:pPr algn="ctr">
                        <a:defRPr sz="1000">
                          <a:latin typeface="Calibri"/>
                        </a:defRPr>
                      </a:pPr>
                      <a:r>
                        <a:t>50.0</a:t>
                      </a:r>
                    </a:p>
                  </a:txBody>
                  <a:tcPr/>
                </a:tc>
              </a:tr>
              <a:tr h="244929">
                <a:tc>
                  <a:txBody>
                    <a:bodyPr/>
                    <a:lstStyle/>
                    <a:p>
                      <a:pPr algn="ctr">
                        <a:defRPr sz="1000">
                          <a:latin typeface="Calibri"/>
                        </a:defRPr>
                      </a:pPr>
                      <a:r>
                        <a:t>TV</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200.0</a:t>
                      </a:r>
                    </a:p>
                  </a:txBody>
                  <a:tcPr/>
                </a:tc>
                <a:tc>
                  <a:txBody>
                    <a:bodyPr/>
                    <a:lstStyle/>
                    <a:p>
                      <a:pPr algn="ctr">
                        <a:defRPr sz="1000">
                          <a:latin typeface="Calibri"/>
                        </a:defRPr>
                      </a:pPr>
                      <a:r>
                        <a:t>1000.0</a:t>
                      </a:r>
                    </a:p>
                  </a:txBody>
                  <a:tcPr/>
                </a:tc>
              </a:tr>
              <a:tr h="244929">
                <a:tc>
                  <a:txBody>
                    <a:bodyPr/>
                    <a:lstStyle/>
                    <a:p>
                      <a:pPr algn="ctr">
                        <a:defRPr b="1" sz="1000">
                          <a:latin typeface="Calibri"/>
                        </a:defRPr>
                      </a:pPr>
                      <a:r>
                        <a:t>Total</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0.0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0.0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370.0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1850.0</a:t>
                      </a:r>
                    </a:p>
                  </a:txBody>
                  <a:tcPr>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609600" y="4953232"/>
          <a:ext cx="6583680" cy="1714503"/>
        </p:xfrm>
        <a:graphic>
          <a:graphicData uri="http://schemas.openxmlformats.org/drawingml/2006/table">
            <a:tbl>
              <a:tblPr firstRow="1" bandRow="1">
                <a:tableStyleId>{5C22544A-7EE6-4342-B048-85BDC9FD1C3A}</a:tableStyleId>
              </a:tblPr>
              <a:tblGrid>
                <a:gridCol w="2194560"/>
                <a:gridCol w="1097280"/>
                <a:gridCol w="1097280"/>
                <a:gridCol w="1097280"/>
                <a:gridCol w="1097280"/>
              </a:tblGrid>
              <a:tr h="244929">
                <a:tc>
                  <a:txBody>
                    <a:bodyPr/>
                    <a:lstStyle/>
                    <a:p>
                      <a:pPr algn="ctr">
                        <a:defRPr sz="1000">
                          <a:latin typeface="Calibri"/>
                        </a:defRPr>
                      </a:pPr>
                      <a:r>
                        <a:t>Sales</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244929">
                <a:tc>
                  <a:txBody>
                    <a:bodyPr/>
                    <a:lstStyle/>
                    <a:p>
                      <a:pPr algn="ctr">
                        <a:defRPr sz="1000">
                          <a:latin typeface="Calibri"/>
                        </a:defRPr>
                      </a:pPr>
                      <a:r>
                        <a:t>Volume Sales, Units</a:t>
                      </a:r>
                    </a:p>
                  </a:txBody>
                  <a:tcPr/>
                </a:tc>
                <a:tc>
                  <a:txBody>
                    <a:bodyPr/>
                    <a:lstStyle/>
                    <a:p>
                      <a:pPr algn="ctr">
                        <a:defRPr sz="1000">
                          <a:latin typeface="Calibri"/>
                        </a:defRPr>
                      </a:pPr>
                      <a:r>
                        <a:t>251 118 343</a:t>
                      </a:r>
                    </a:p>
                  </a:txBody>
                  <a:tcPr/>
                </a:tc>
                <a:tc>
                  <a:txBody>
                    <a:bodyPr/>
                    <a:lstStyle/>
                    <a:p>
                      <a:pPr algn="ctr">
                        <a:defRPr sz="1000">
                          <a:latin typeface="Calibri"/>
                        </a:defRPr>
                      </a:pPr>
                      <a:r>
                        <a:t>1 337 963 138</a:t>
                      </a:r>
                    </a:p>
                  </a:txBody>
                  <a:tcPr/>
                </a:tc>
                <a:tc>
                  <a:txBody>
                    <a:bodyPr/>
                    <a:lstStyle/>
                    <a:p>
                      <a:pPr algn="ctr">
                        <a:defRPr sz="1000">
                          <a:latin typeface="Calibri"/>
                        </a:defRPr>
                      </a:pPr>
                      <a:r>
                        <a:t>293 185 303</a:t>
                      </a:r>
                    </a:p>
                  </a:txBody>
                  <a:tcPr/>
                </a:tc>
                <a:tc>
                  <a:txBody>
                    <a:bodyPr/>
                    <a:lstStyle/>
                    <a:p>
                      <a:pPr algn="ctr">
                        <a:defRPr sz="1000">
                          <a:latin typeface="Calibri"/>
                        </a:defRPr>
                      </a:pPr>
                      <a:r>
                        <a:t>1 801 487 918</a:t>
                      </a:r>
                    </a:p>
                  </a:txBody>
                  <a:tcPr/>
                </a:tc>
              </a:tr>
              <a:tr h="244929">
                <a:tc>
                  <a:txBody>
                    <a:bodyPr/>
                    <a:lstStyle/>
                    <a:p>
                      <a:pPr algn="ctr">
                        <a:defRPr sz="1000">
                          <a:latin typeface="Calibri"/>
                        </a:defRPr>
                      </a:pPr>
                      <a:r>
                        <a:t>Value Sales, RUB</a:t>
                      </a:r>
                    </a:p>
                  </a:txBody>
                  <a:tcPr/>
                </a:tc>
                <a:tc>
                  <a:txBody>
                    <a:bodyPr/>
                    <a:lstStyle/>
                    <a:p>
                      <a:pPr algn="ctr">
                        <a:defRPr sz="1000">
                          <a:latin typeface="Calibri"/>
                        </a:defRPr>
                      </a:pPr>
                      <a:r>
                        <a:t>50 932 901 012</a:t>
                      </a:r>
                    </a:p>
                  </a:txBody>
                  <a:tcPr/>
                </a:tc>
                <a:tc>
                  <a:txBody>
                    <a:bodyPr/>
                    <a:lstStyle/>
                    <a:p>
                      <a:pPr algn="ctr">
                        <a:defRPr sz="1000">
                          <a:latin typeface="Calibri"/>
                        </a:defRPr>
                      </a:pPr>
                      <a:r>
                        <a:t>271 544 075 505</a:t>
                      </a:r>
                    </a:p>
                  </a:txBody>
                  <a:tcPr/>
                </a:tc>
                <a:tc>
                  <a:txBody>
                    <a:bodyPr/>
                    <a:lstStyle/>
                    <a:p>
                      <a:pPr algn="ctr">
                        <a:defRPr sz="1000">
                          <a:latin typeface="Calibri"/>
                        </a:defRPr>
                      </a:pPr>
                      <a:r>
                        <a:t>59 305 799 849</a:t>
                      </a:r>
                    </a:p>
                  </a:txBody>
                  <a:tcPr/>
                </a:tc>
                <a:tc>
                  <a:txBody>
                    <a:bodyPr/>
                    <a:lstStyle/>
                    <a:p>
                      <a:pPr algn="ctr">
                        <a:defRPr sz="1000">
                          <a:latin typeface="Calibri"/>
                        </a:defRPr>
                      </a:pPr>
                      <a:r>
                        <a:t>364 610 991 594</a:t>
                      </a:r>
                    </a:p>
                  </a:txBody>
                  <a:tcPr/>
                </a:tc>
              </a:tr>
              <a:tr h="244929">
                <a:tc>
                  <a:txBody>
                    <a:bodyPr/>
                    <a:lstStyle/>
                    <a:p>
                      <a:pPr algn="ctr">
                        <a:defRPr sz="1000">
                          <a:latin typeface="Calibri"/>
                        </a:defRPr>
                      </a:pPr>
                      <a:r>
                        <a:t>Incremental Sales, RUB</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8 372 898 837</a:t>
                      </a:r>
                    </a:p>
                  </a:txBody>
                  <a:tcPr/>
                </a:tc>
                <a:tc>
                  <a:txBody>
                    <a:bodyPr/>
                    <a:lstStyle/>
                    <a:p>
                      <a:pPr algn="ctr">
                        <a:defRPr sz="1000">
                          <a:latin typeface="Calibri"/>
                        </a:defRPr>
                      </a:pPr>
                      <a:r>
                        <a:t>93 066 916 089</a:t>
                      </a:r>
                    </a:p>
                  </a:txBody>
                  <a:tcPr/>
                </a:tc>
              </a:tr>
              <a:tr h="244929">
                <a:tc>
                  <a:txBody>
                    <a:bodyPr/>
                    <a:lstStyle/>
                    <a:p>
                      <a:pPr algn="ctr">
                        <a:defRPr sz="1000">
                          <a:latin typeface="Calibri"/>
                        </a:defRPr>
                      </a:pPr>
                      <a:r>
                        <a:t>Profit, RUB</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8 002 898 837</a:t>
                      </a:r>
                    </a:p>
                  </a:txBody>
                  <a:tcPr/>
                </a:tc>
                <a:tc>
                  <a:txBody>
                    <a:bodyPr/>
                    <a:lstStyle/>
                    <a:p>
                      <a:pPr algn="ctr">
                        <a:defRPr sz="1000">
                          <a:latin typeface="Calibri"/>
                        </a:defRPr>
                      </a:pPr>
                      <a:r>
                        <a:t>91 216 916 089</a:t>
                      </a:r>
                    </a:p>
                  </a:txBody>
                  <a:tcPr/>
                </a:tc>
              </a:tr>
              <a:tr h="244929">
                <a:tc>
                  <a:txBody>
                    <a:bodyPr/>
                    <a:lstStyle/>
                    <a:p>
                      <a:pPr algn="ctr">
                        <a:defRPr sz="1000">
                          <a:latin typeface="Calibri"/>
                        </a:defRPr>
                      </a:pPr>
                      <a:r>
                        <a:t>ROMI</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22.63</a:t>
                      </a:r>
                    </a:p>
                  </a:txBody>
                  <a:tcPr/>
                </a:tc>
                <a:tc>
                  <a:txBody>
                    <a:bodyPr/>
                    <a:lstStyle/>
                    <a:p>
                      <a:pPr algn="ctr">
                        <a:defRPr sz="1000">
                          <a:latin typeface="Calibri"/>
                        </a:defRPr>
                      </a:pPr>
                      <a:r>
                        <a:t>50.31</a:t>
                      </a:r>
                    </a:p>
                  </a:txBody>
                  <a:tcPr/>
                </a:tc>
              </a:tr>
              <a:tr h="244929">
                <a:tc>
                  <a:txBody>
                    <a:bodyPr/>
                    <a:lstStyle/>
                    <a:p>
                      <a:pPr algn="ctr">
                        <a:defRPr sz="1000">
                          <a:latin typeface="Calibri"/>
                        </a:defRPr>
                      </a:pPr>
                      <a:r>
                        <a:t>Volume growth to 2025</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-13.02%</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-7.31%</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1.55%</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24.80%</a:t>
                      </a:r>
                    </a:p>
                  </a:txBody>
                  <a:tcPr>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KKAM_gen">
  <a:themeElements>
    <a:clrScheme name="Custom 8">
      <a:dk1>
        <a:srgbClr val="000000"/>
      </a:dk1>
      <a:lt1>
        <a:srgbClr val="FFFFFF"/>
      </a:lt1>
      <a:dk2>
        <a:srgbClr val="000000"/>
      </a:dk2>
      <a:lt2>
        <a:srgbClr val="FFFFFF"/>
      </a:lt2>
      <a:accent1>
        <a:srgbClr val="043BF3"/>
      </a:accent1>
      <a:accent2>
        <a:srgbClr val="00E100"/>
      </a:accent2>
      <a:accent3>
        <a:srgbClr val="D400FD"/>
      </a:accent3>
      <a:accent4>
        <a:srgbClr val="FC5E5A"/>
      </a:accent4>
      <a:accent5>
        <a:srgbClr val="F4FF01"/>
      </a:accent5>
      <a:accent6>
        <a:srgbClr val="0DFCFC"/>
      </a:accent6>
      <a:hlink>
        <a:srgbClr val="023FFC"/>
      </a:hlink>
      <a:folHlink>
        <a:srgbClr val="918E93"/>
      </a:folHlink>
    </a:clrScheme>
    <a:fontScheme name="Custom 2">
      <a:majorFont>
        <a:latin typeface="Verdana"/>
        <a:ea typeface=""/>
        <a:cs typeface=""/>
      </a:majorFont>
      <a:minorFont>
        <a:latin typeface="Calibri"/>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gn="l">
          <a:spcBef>
            <a:spcPts val="1000"/>
          </a:spcBef>
          <a:defRPr sz="1200" dirty="0" err="1" smtClean="0">
            <a:effectLst/>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2013 – 2022">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19973</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vt:lpstr>
      <vt:lpstr>Verdana</vt:lpstr>
      <vt:lpstr>Arial</vt:lpstr>
      <vt:lpstr>Ony Okkam</vt:lpstr>
      <vt:lpstr>OKKAM_gen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ОККАМ</dc:title>
  <dc:creator>OKKAM</dc:creator>
  <cp:lastModifiedBy>Alexander Meshkov</cp:lastModifiedBy>
  <cp:revision>221</cp:revision>
  <dcterms:created xsi:type="dcterms:W3CDTF">2022-11-03T16:24:55Z</dcterms:created>
  <dcterms:modified xsi:type="dcterms:W3CDTF">2024-08-29T17:24:33Z</dcterms:modified>
</cp:coreProperties>
</file>