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931" r:id="rId1"/>
  </p:sldMasterIdLst>
  <p:notesMasterIdLst>
    <p:notesMasterId r:id="rId3"/>
  </p:notesMasterIdLst>
  <p:handoutMasterIdLst>
    <p:handoutMasterId r:id="rId4"/>
  </p:handoutMasterIdLst>
  <p:sldIdLst>
    <p:sldId id="576" r:id="rId2"/>
    <p:sldId id="577" r:id="rId19"/>
    <p:sldId id="578" r:id="rId20"/>
    <p:sldId id="579" r:id="rId21"/>
    <p:sldId id="580" r:id="rId22"/>
    <p:sldId id="581" r:id="rId23"/>
    <p:sldId id="582" r:id="rId24"/>
    <p:sldId id="583" r:id="rId25"/>
    <p:sldId id="584" r:id="rId26"/>
    <p:sldId id="585" r:id="rId27"/>
    <p:sldId id="586" r:id="rId28"/>
    <p:sldId id="587" r:id="rId29"/>
    <p:sldId id="588" r:id="rId30"/>
    <p:sldId id="589" r:id="rId31"/>
    <p:sldId id="590" r:id="rId32"/>
    <p:sldId id="591" r:id="rId33"/>
    <p:sldId id="592" r:id="rId34"/>
    <p:sldId id="593" r:id="rId35"/>
    <p:sldId id="594" r:id="rId36"/>
  </p:sldIdLst>
  <p:sldSz cx="12192000" cy="6858000"/>
  <p:notesSz cx="6858000" cy="9144000"/>
  <p:embeddedFontLst>
    <p:embeddedFont>
      <p:font typeface="Calibri" panose="020F0502020204030204" pitchFamily="34" charset="0"/>
      <p:regular r:id="rId5"/>
      <p:bold r:id="rId6"/>
      <p:italic r:id="rId7"/>
      <p:boldItalic r:id="rId8"/>
    </p:embeddedFont>
    <p:embeddedFont>
      <p:font typeface="Verdana" panose="020B0604030504040204" pitchFamily="34" charset="0"/>
      <p:regular r:id="rId9"/>
      <p:bold r:id="rId10"/>
      <p:italic r:id="rId11"/>
      <p:boldItalic r:id="rId12"/>
    </p:embeddedFont>
    <p:embeddedFont>
      <p:font typeface="Ony Okkam" panose="00000500000000000000" pitchFamily="2" charset="-52"/>
      <p:regular r:id="rId13"/>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951" userDrawn="1">
          <p15:clr>
            <a:srgbClr val="A4A3A4"/>
          </p15:clr>
        </p15:guide>
        <p15:guide id="3" orient="horz" pos="132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1D28051-6AD2-7CB4-B1E4-DA027CD99339}" name="Arkhipov Dmitrii" initials="" userId="S::Dmitrii.Arkhipov@okkam.ru::4cb249b1-51a9-4135-a203-1f644f52fb62" providerId="AD"/>
  <p188:author id="{552E7C6B-ECB8-E897-D771-AE427E643DF0}" name="Rodion Shevelkin" initials="RS" userId="Rodion Shevelkin"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8"/>
    <p:restoredTop sz="96327"/>
  </p:normalViewPr>
  <p:slideViewPr>
    <p:cSldViewPr snapToGrid="0">
      <p:cViewPr varScale="1">
        <p:scale>
          <a:sx n="115" d="100"/>
          <a:sy n="115" d="100"/>
        </p:scale>
        <p:origin x="450" y="108"/>
      </p:cViewPr>
      <p:guideLst>
        <p:guide pos="4951"/>
        <p:guide orient="horz" pos="1321"/>
      </p:guideLst>
    </p:cSldViewPr>
  </p:slideViewPr>
  <p:notesTextViewPr>
    <p:cViewPr>
      <p:scale>
        <a:sx n="1" d="1"/>
        <a:sy n="1" d="1"/>
      </p:scale>
      <p:origin x="0" y="0"/>
    </p:cViewPr>
  </p:notesTextViewPr>
  <p:notesViewPr>
    <p:cSldViewPr snapToGrid="0" showGuides="1">
      <p:cViewPr varScale="1">
        <p:scale>
          <a:sx n="137" d="100"/>
          <a:sy n="137" d="100"/>
        </p:scale>
        <p:origin x="5224"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font" Target="fonts/font5.fntdata"/><Relationship Id="rId10" Type="http://schemas.openxmlformats.org/officeDocument/2006/relationships/font" Target="fonts/font6.fntdata"/><Relationship Id="rId11" Type="http://schemas.openxmlformats.org/officeDocument/2006/relationships/font" Target="fonts/font7.fntdata"/><Relationship Id="rId12" Type="http://schemas.openxmlformats.org/officeDocument/2006/relationships/font" Target="fonts/font8.fntdata"/><Relationship Id="rId13" Type="http://schemas.openxmlformats.org/officeDocument/2006/relationships/font" Target="fonts/font9.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8/10/relationships/authors" Target="authors.xml"/><Relationship Id="rId19" Type="http://schemas.openxmlformats.org/officeDocument/2006/relationships/slide" Target="slides/slide2.xml"/><Relationship Id="rId20" Type="http://schemas.openxmlformats.org/officeDocument/2006/relationships/slide" Target="slides/slide3.xml"/><Relationship Id="rId21" Type="http://schemas.openxmlformats.org/officeDocument/2006/relationships/slide" Target="slides/slide4.xml"/><Relationship Id="rId22" Type="http://schemas.openxmlformats.org/officeDocument/2006/relationships/slide" Target="slides/slide5.xml"/><Relationship Id="rId23" Type="http://schemas.openxmlformats.org/officeDocument/2006/relationships/slide" Target="slides/slide6.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9.xml"/><Relationship Id="rId27" Type="http://schemas.openxmlformats.org/officeDocument/2006/relationships/slide" Target="slides/slide10.xml"/><Relationship Id="rId28" Type="http://schemas.openxmlformats.org/officeDocument/2006/relationships/slide" Target="slides/slide11.xml"/><Relationship Id="rId29" Type="http://schemas.openxmlformats.org/officeDocument/2006/relationships/slide" Target="slides/slide12.xml"/><Relationship Id="rId30" Type="http://schemas.openxmlformats.org/officeDocument/2006/relationships/slide" Target="slides/slide13.xml"/><Relationship Id="rId31" Type="http://schemas.openxmlformats.org/officeDocument/2006/relationships/slide" Target="slides/slide14.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4712132.0</c:v>
                </c:pt>
                <c:pt idx="1">
                  <c:v>4910783.0</c:v>
                </c:pt>
                <c:pt idx="2">
                  <c:v>5993918.0</c:v>
                </c:pt>
                <c:pt idx="3">
                  <c:v>5561784.0</c:v>
                </c:pt>
                <c:pt idx="4">
                  <c:v>4829988.0</c:v>
                </c:pt>
                <c:pt idx="5">
                  <c:v>5350766.0</c:v>
                </c:pt>
                <c:pt idx="6">
                  <c:v>4037943.0</c:v>
                </c:pt>
                <c:pt idx="7">
                  <c:v>4951444.0</c:v>
                </c:pt>
                <c:pt idx="8">
                  <c:v>3941950.0</c:v>
                </c:pt>
                <c:pt idx="9">
                  <c:v>4224780.0</c:v>
                </c:pt>
                <c:pt idx="10">
                  <c:v>5352935.0</c:v>
                </c:pt>
                <c:pt idx="11">
                  <c:v>4104025.0</c:v>
                </c:pt>
                <c:pt idx="12">
                  <c:v>5155743.0</c:v>
                </c:pt>
                <c:pt idx="13">
                  <c:v>4931502.0</c:v>
                </c:pt>
                <c:pt idx="14">
                  <c:v>6603864.0</c:v>
                </c:pt>
                <c:pt idx="15">
                  <c:v>5304051.0</c:v>
                </c:pt>
                <c:pt idx="16">
                  <c:v>6301571.0</c:v>
                </c:pt>
                <c:pt idx="17">
                  <c:v>4738622.0</c:v>
                </c:pt>
                <c:pt idx="18">
                  <c:v>4876466.0</c:v>
                </c:pt>
                <c:pt idx="19">
                  <c:v>5479178.0</c:v>
                </c:pt>
                <c:pt idx="20">
                  <c:v>4110193.0</c:v>
                </c:pt>
                <c:pt idx="21">
                  <c:v>4767842.0</c:v>
                </c:pt>
                <c:pt idx="22">
                  <c:v>5982965.0</c:v>
                </c:pt>
                <c:pt idx="23">
                  <c:v>4488141.0</c:v>
                </c:pt>
                <c:pt idx="24">
                  <c:v>6375464.0</c:v>
                </c:pt>
                <c:pt idx="25">
                  <c:v>5275483.0</c:v>
                </c:pt>
                <c:pt idx="26">
                  <c:v>5644690.0</c:v>
                </c:pt>
                <c:pt idx="27">
                  <c:v>5164522.0</c:v>
                </c:pt>
                <c:pt idx="28">
                  <c:v>6034999.0</c:v>
                </c:pt>
                <c:pt idx="29">
                  <c:v>5311601.0</c:v>
                </c:pt>
                <c:pt idx="30">
                  <c:v>4916314.0</c:v>
                </c:pt>
                <c:pt idx="31">
                  <c:v>6321204.0</c:v>
                </c:pt>
                <c:pt idx="32">
                  <c:v>4778557.0</c:v>
                </c:pt>
                <c:pt idx="33">
                  <c:v>6128889.0</c:v>
                </c:pt>
                <c:pt idx="34">
                  <c:v>5236071.0</c:v>
                </c:pt>
                <c:pt idx="35">
                  <c:v>5118076.0</c:v>
                </c:pt>
                <c:pt idx="36">
                  <c:v>6702048.0</c:v>
                </c:pt>
                <c:pt idx="37">
                  <c:v>5418387.0</c:v>
                </c:pt>
                <c:pt idx="38">
                  <c:v>6022100.0</c:v>
                </c:pt>
                <c:pt idx="39">
                  <c:v>5135873.0</c:v>
                </c:pt>
                <c:pt idx="40">
                  <c:v>6405720.0</c:v>
                </c:pt>
                <c:pt idx="41">
                  <c:v>5113923.0</c:v>
                </c:pt>
                <c:pt idx="42">
                  <c:v>6138888.0</c:v>
                </c:pt>
                <c:pt idx="43">
                  <c:v>5096918.0</c:v>
                </c:pt>
                <c:pt idx="44">
                  <c:v>4621944.0</c:v>
                </c:pt>
                <c:pt idx="45">
                  <c:v>5985182.0</c:v>
                </c:pt>
                <c:pt idx="46">
                  <c:v>4991302.0</c:v>
                </c:pt>
                <c:pt idx="47">
                  <c:v>4569543.0</c:v>
                </c:pt>
                <c:pt idx="48">
                  <c:v>6262507.0</c:v>
                </c:pt>
                <c:pt idx="49">
                  <c:v>5462396.0</c:v>
                </c:pt>
                <c:pt idx="50">
                  <c:v>5287422.0</c:v>
                </c:pt>
                <c:pt idx="51">
                  <c:v>6542180.0</c:v>
                </c:pt>
                <c:pt idx="52">
                  <c:v>5323723.0</c:v>
                </c:pt>
                <c:pt idx="53">
                  <c:v>5407666.0</c:v>
                </c:pt>
                <c:pt idx="54">
                  <c:v>5907145.0</c:v>
                </c:pt>
                <c:pt idx="55">
                  <c:v>4543797.0</c:v>
                </c:pt>
                <c:pt idx="56">
                  <c:v>4978248.0</c:v>
                </c:pt>
                <c:pt idx="57">
                  <c:v>4263725.0</c:v>
                </c:pt>
                <c:pt idx="58">
                  <c:v>4309773.0</c:v>
                </c:pt>
                <c:pt idx="59">
                  <c:v>5147605.0</c:v>
                </c:pt>
                <c:pt idx="60">
                  <c:v>1259238.0</c:v>
                </c:pt>
                <c:pt idx="61">
                  <c:v>6124295.0</c:v>
                </c:pt>
                <c:pt idx="62">
                  <c:v>5682604.0</c:v>
                </c:pt>
                <c:pt idx="63">
                  <c:v>7438181.0</c:v>
                </c:pt>
                <c:pt idx="64">
                  <c:v>5636671.0</c:v>
                </c:pt>
                <c:pt idx="65">
                  <c:v>5021537.0</c:v>
                </c:pt>
                <c:pt idx="66">
                  <c:v>4448525.0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4635141.3325152015</c:v>
                </c:pt>
                <c:pt idx="1">
                  <c:v>4779263.684044226</c:v>
                </c:pt>
                <c:pt idx="2">
                  <c:v>5955835.881805468</c:v>
                </c:pt>
                <c:pt idx="3">
                  <c:v>5502147.620612307</c:v>
                </c:pt>
                <c:pt idx="4">
                  <c:v>4788106.246465844</c:v>
                </c:pt>
                <c:pt idx="5">
                  <c:v>5423399.481228524</c:v>
                </c:pt>
                <c:pt idx="6">
                  <c:v>3914135.197766097</c:v>
                </c:pt>
                <c:pt idx="7">
                  <c:v>4927227.560213864</c:v>
                </c:pt>
                <c:pt idx="8">
                  <c:v>3915103.3982772497</c:v>
                </c:pt>
                <c:pt idx="9">
                  <c:v>4312988.147567123</c:v>
                </c:pt>
                <c:pt idx="10">
                  <c:v>5414734.554951358</c:v>
                </c:pt>
                <c:pt idx="11">
                  <c:v>4207799.67589067</c:v>
                </c:pt>
                <c:pt idx="12">
                  <c:v>5171452.723604194</c:v>
                </c:pt>
                <c:pt idx="13">
                  <c:v>4847814.086964558</c:v>
                </c:pt>
                <c:pt idx="14">
                  <c:v>6588325.23165976</c:v>
                </c:pt>
                <c:pt idx="15">
                  <c:v>5319961.386315755</c:v>
                </c:pt>
                <c:pt idx="16">
                  <c:v>6517826.280312289</c:v>
                </c:pt>
                <c:pt idx="17">
                  <c:v>4727293.436731322</c:v>
                </c:pt>
                <c:pt idx="18">
                  <c:v>4841024.064448036</c:v>
                </c:pt>
                <c:pt idx="19">
                  <c:v>5419117.412781924</c:v>
                </c:pt>
                <c:pt idx="20">
                  <c:v>4165319.0898412373</c:v>
                </c:pt>
                <c:pt idx="21">
                  <c:v>4778094.118672427</c:v>
                </c:pt>
                <c:pt idx="22">
                  <c:v>5900801.5223166915</c:v>
                </c:pt>
                <c:pt idx="23">
                  <c:v>4530187.158272215</c:v>
                </c:pt>
                <c:pt idx="24">
                  <c:v>6202685.503125952</c:v>
                </c:pt>
                <c:pt idx="25">
                  <c:v>5347534.10964453</c:v>
                </c:pt>
                <c:pt idx="26">
                  <c:v>5600453.876982732</c:v>
                </c:pt>
                <c:pt idx="27">
                  <c:v>5155870.571868451</c:v>
                </c:pt>
                <c:pt idx="28">
                  <c:v>6217030.442580895</c:v>
                </c:pt>
                <c:pt idx="29">
                  <c:v>5316202.268803554</c:v>
                </c:pt>
                <c:pt idx="30">
                  <c:v>4913792.285738577</c:v>
                </c:pt>
                <c:pt idx="31">
                  <c:v>6323483.85353042</c:v>
                </c:pt>
                <c:pt idx="32">
                  <c:v>4767300.871866544</c:v>
                </c:pt>
                <c:pt idx="33">
                  <c:v>5918519.69836876</c:v>
                </c:pt>
                <c:pt idx="34">
                  <c:v>5197271.593386248</c:v>
                </c:pt>
                <c:pt idx="35">
                  <c:v>5305963.41910298</c:v>
                </c:pt>
                <c:pt idx="36">
                  <c:v>6699046.647147422</c:v>
                </c:pt>
                <c:pt idx="37">
                  <c:v>5413232.916822369</c:v>
                </c:pt>
                <c:pt idx="38">
                  <c:v>6044383.526925347</c:v>
                </c:pt>
                <c:pt idx="39">
                  <c:v>5153341.537902012</c:v>
                </c:pt>
                <c:pt idx="40">
                  <c:v>6379175.079826277</c:v>
                </c:pt>
                <c:pt idx="41">
                  <c:v>5138815.670484937</c:v>
                </c:pt>
                <c:pt idx="42">
                  <c:v>6224149.13641457</c:v>
                </c:pt>
                <c:pt idx="43">
                  <c:v>5004236.0271339</c:v>
                </c:pt>
                <c:pt idx="44">
                  <c:v>4500390.350808317</c:v>
                </c:pt>
                <c:pt idx="45">
                  <c:v>5975100.822691282</c:v>
                </c:pt>
                <c:pt idx="46">
                  <c:v>4859322.220305775</c:v>
                </c:pt>
                <c:pt idx="47">
                  <c:v>4518089.99841644</c:v>
                </c:pt>
                <c:pt idx="48">
                  <c:v>6333411.854798856</c:v>
                </c:pt>
                <c:pt idx="49">
                  <c:v>5315202.973985737</c:v>
                </c:pt>
                <c:pt idx="50">
                  <c:v>5373867.662285026</c:v>
                </c:pt>
                <c:pt idx="51">
                  <c:v>6495400.868111036</c:v>
                </c:pt>
                <c:pt idx="52">
                  <c:v>5409990.413522638</c:v>
                </c:pt>
                <c:pt idx="53">
                  <c:v>5422150.079964811</c:v>
                </c:pt>
                <c:pt idx="54">
                  <c:v>5976769.420370536</c:v>
                </c:pt>
                <c:pt idx="55">
                  <c:v>4568889.570997041</c:v>
                </c:pt>
                <c:pt idx="56">
                  <c:v>5094765.115680725</c:v>
                </c:pt>
                <c:pt idx="57">
                  <c:v>4317715.155593251</c:v>
                </c:pt>
                <c:pt idx="58">
                  <c:v>4410615.795134308</c:v>
                </c:pt>
                <c:pt idx="59">
                  <c:v>5311369.0195481945</c:v>
                </c:pt>
                <c:pt idx="60">
                  <c:v>1281536.321943415</c:v>
                </c:pt>
                <c:pt idx="61">
                  <c:v>6205527.271615969</c:v>
                </c:pt>
                <c:pt idx="62">
                  <c:v>5839963.570645052</c:v>
                </c:pt>
                <c:pt idx="63">
                  <c:v>7521462.532338972</c:v>
                </c:pt>
                <c:pt idx="64">
                  <c:v>5708361.266487631</c:v>
                </c:pt>
                <c:pt idx="65">
                  <c:v>5135068.585371682</c:v>
                </c:pt>
                <c:pt idx="66">
                  <c:v>4452437.389413204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902575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1115827684.57</c:v>
                </c:pt>
                <c:pt idx="1">
                  <c:v>1214264379.29</c:v>
                </c:pt>
                <c:pt idx="2">
                  <c:v>1515872103.53</c:v>
                </c:pt>
                <c:pt idx="3">
                  <c:v>1381338119.72</c:v>
                </c:pt>
                <c:pt idx="4">
                  <c:v>1164771707.59</c:v>
                </c:pt>
                <c:pt idx="5">
                  <c:v>1201389019.01</c:v>
                </c:pt>
                <c:pt idx="6">
                  <c:v>858454966.79</c:v>
                </c:pt>
                <c:pt idx="7">
                  <c:v>1000256616.86</c:v>
                </c:pt>
                <c:pt idx="8">
                  <c:v>802971272.07</c:v>
                </c:pt>
                <c:pt idx="9">
                  <c:v>860755874.84</c:v>
                </c:pt>
                <c:pt idx="10">
                  <c:v>1136392682.58</c:v>
                </c:pt>
                <c:pt idx="11">
                  <c:v>927234291.44</c:v>
                </c:pt>
                <c:pt idx="12">
                  <c:v>1207178019.91</c:v>
                </c:pt>
                <c:pt idx="13">
                  <c:v>1227550387.56</c:v>
                </c:pt>
                <c:pt idx="14">
                  <c:v>1651981494.63</c:v>
                </c:pt>
                <c:pt idx="15">
                  <c:v>1315586053.58</c:v>
                </c:pt>
                <c:pt idx="16">
                  <c:v>1498733972.85</c:v>
                </c:pt>
                <c:pt idx="17">
                  <c:v>1070736768.89</c:v>
                </c:pt>
                <c:pt idx="18">
                  <c:v>1028136048.79</c:v>
                </c:pt>
                <c:pt idx="19">
                  <c:v>1116952422.26</c:v>
                </c:pt>
                <c:pt idx="20">
                  <c:v>827637030.6899999</c:v>
                </c:pt>
                <c:pt idx="21">
                  <c:v>981388140.36</c:v>
                </c:pt>
                <c:pt idx="22">
                  <c:v>1268096786.43</c:v>
                </c:pt>
                <c:pt idx="23">
                  <c:v>1016701496.94</c:v>
                </c:pt>
                <c:pt idx="24">
                  <c:v>1513089003.6100001</c:v>
                </c:pt>
                <c:pt idx="25">
                  <c:v>1292395468.82</c:v>
                </c:pt>
                <c:pt idx="26">
                  <c:v>1417946756.55</c:v>
                </c:pt>
                <c:pt idx="27">
                  <c:v>1287599444.58</c:v>
                </c:pt>
                <c:pt idx="28">
                  <c:v>1437123997.55</c:v>
                </c:pt>
                <c:pt idx="29">
                  <c:v>1166527610.3</c:v>
                </c:pt>
                <c:pt idx="30">
                  <c:v>1026145462.4499999</c:v>
                </c:pt>
                <c:pt idx="31">
                  <c:v>1285291500.9</c:v>
                </c:pt>
                <c:pt idx="32">
                  <c:v>943892585.72</c:v>
                </c:pt>
                <c:pt idx="33">
                  <c:v>1244390710.1</c:v>
                </c:pt>
                <c:pt idx="34">
                  <c:v>1115057469.21</c:v>
                </c:pt>
                <c:pt idx="35">
                  <c:v>1173809887.31</c:v>
                </c:pt>
                <c:pt idx="36">
                  <c:v>1580068780.9</c:v>
                </c:pt>
                <c:pt idx="37">
                  <c:v>1341031480.48</c:v>
                </c:pt>
                <c:pt idx="38">
                  <c:v>1500447280.84</c:v>
                </c:pt>
                <c:pt idx="39">
                  <c:v>1282287918.78</c:v>
                </c:pt>
                <c:pt idx="40">
                  <c:v>1536547739.54</c:v>
                </c:pt>
                <c:pt idx="41">
                  <c:v>1131204310.1</c:v>
                </c:pt>
                <c:pt idx="42">
                  <c:v>1284359003.56</c:v>
                </c:pt>
                <c:pt idx="43">
                  <c:v>1024981272.09</c:v>
                </c:pt>
                <c:pt idx="44">
                  <c:v>940847554.6</c:v>
                </c:pt>
                <c:pt idx="45">
                  <c:v>1232251583.02</c:v>
                </c:pt>
                <c:pt idx="46">
                  <c:v>1055729495.9</c:v>
                </c:pt>
                <c:pt idx="47">
                  <c:v>1035104248.6800001</c:v>
                </c:pt>
                <c:pt idx="48">
                  <c:v>1493922631.56</c:v>
                </c:pt>
                <c:pt idx="49">
                  <c:v>1353334920.39</c:v>
                </c:pt>
                <c:pt idx="50">
                  <c:v>1309793021.27</c:v>
                </c:pt>
                <c:pt idx="51">
                  <c:v>1640268907.3899999</c:v>
                </c:pt>
                <c:pt idx="52">
                  <c:v>1243899364.53</c:v>
                </c:pt>
                <c:pt idx="53">
                  <c:v>1202359069.21</c:v>
                </c:pt>
                <c:pt idx="54">
                  <c:v>1223737798.97</c:v>
                </c:pt>
                <c:pt idx="55">
                  <c:v>907302089.8199999</c:v>
                </c:pt>
                <c:pt idx="56">
                  <c:v>1007181557.02</c:v>
                </c:pt>
                <c:pt idx="57">
                  <c:v>864194614.38</c:v>
                </c:pt>
                <c:pt idx="58">
                  <c:v>930678372.85</c:v>
                </c:pt>
                <c:pt idx="59">
                  <c:v>1154096778.3899999</c:v>
                </c:pt>
                <c:pt idx="60">
                  <c:v>297664978.61</c:v>
                </c:pt>
                <c:pt idx="61">
                  <c:v>1443392792.55</c:v>
                </c:pt>
                <c:pt idx="62">
                  <c:v>1386176546.6299999</c:v>
                </c:pt>
                <c:pt idx="63">
                  <c:v>1841764772.75</c:v>
                </c:pt>
                <c:pt idx="64">
                  <c:v>1399295018.43</c:v>
                </c:pt>
                <c:pt idx="65">
                  <c:v>1187062711.1599998</c:v>
                </c:pt>
                <c:pt idx="66">
                  <c:v>984752854.17</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1102103200.7573047</c:v>
                </c:pt>
                <c:pt idx="1">
                  <c:v>1180883959.4753408</c:v>
                </c:pt>
                <c:pt idx="2">
                  <c:v>1504694562.8842404</c:v>
                </c:pt>
                <c:pt idx="3">
                  <c:v>1371830000.5418248</c:v>
                </c:pt>
                <c:pt idx="4">
                  <c:v>1155513909.2680476</c:v>
                </c:pt>
                <c:pt idx="5">
                  <c:v>1223127756.1024532</c:v>
                </c:pt>
                <c:pt idx="6">
                  <c:v>831144259.592266</c:v>
                </c:pt>
                <c:pt idx="7">
                  <c:v>998330494.7067674</c:v>
                </c:pt>
                <c:pt idx="8">
                  <c:v>796541431.0807893</c:v>
                </c:pt>
                <c:pt idx="9">
                  <c:v>879737903.4660887</c:v>
                </c:pt>
                <c:pt idx="10">
                  <c:v>1153454340.6829557</c:v>
                </c:pt>
                <c:pt idx="11">
                  <c:v>950824341.0518951</c:v>
                </c:pt>
                <c:pt idx="12">
                  <c:v>1216868145.6884549</c:v>
                </c:pt>
                <c:pt idx="13">
                  <c:v>1207281525.181413</c:v>
                </c:pt>
                <c:pt idx="14">
                  <c:v>1653417867.4798613</c:v>
                </c:pt>
                <c:pt idx="15">
                  <c:v>1323010701.6545637</c:v>
                </c:pt>
                <c:pt idx="16">
                  <c:v>1555389012.19903</c:v>
                </c:pt>
                <c:pt idx="17">
                  <c:v>1064066236.2386149</c:v>
                </c:pt>
                <c:pt idx="18">
                  <c:v>1015170774.8765243</c:v>
                </c:pt>
                <c:pt idx="19">
                  <c:v>1102206721.343122</c:v>
                </c:pt>
                <c:pt idx="20">
                  <c:v>836997514.3889526</c:v>
                </c:pt>
                <c:pt idx="21">
                  <c:v>983558134.8124962</c:v>
                </c:pt>
                <c:pt idx="22">
                  <c:v>1254026630.5700831</c:v>
                </c:pt>
                <c:pt idx="23">
                  <c:v>1027267766.247312</c:v>
                </c:pt>
                <c:pt idx="24">
                  <c:v>1473551342.7633584</c:v>
                </c:pt>
                <c:pt idx="25">
                  <c:v>1309390082.3690877</c:v>
                </c:pt>
                <c:pt idx="26">
                  <c:v>1407612774.4881985</c:v>
                </c:pt>
                <c:pt idx="27">
                  <c:v>1282943967.0158253</c:v>
                </c:pt>
                <c:pt idx="28">
                  <c:v>1484698627.2121491</c:v>
                </c:pt>
                <c:pt idx="29">
                  <c:v>1169252677.0889792</c:v>
                </c:pt>
                <c:pt idx="30">
                  <c:v>1024404512.9891266</c:v>
                </c:pt>
                <c:pt idx="31">
                  <c:v>1281546829.2122798</c:v>
                </c:pt>
                <c:pt idx="32">
                  <c:v>946825450.6101633</c:v>
                </c:pt>
                <c:pt idx="33">
                  <c:v>1202150689.7626686</c:v>
                </c:pt>
                <c:pt idx="34">
                  <c:v>1106259006.2258747</c:v>
                </c:pt>
                <c:pt idx="35">
                  <c:v>1205085388.5283575</c:v>
                </c:pt>
                <c:pt idx="36">
                  <c:v>1592970498.7633445</c:v>
                </c:pt>
                <c:pt idx="37">
                  <c:v>1338337211.8924687</c:v>
                </c:pt>
                <c:pt idx="38">
                  <c:v>1504396481.5747185</c:v>
                </c:pt>
                <c:pt idx="39">
                  <c:v>1284610388.0964775</c:v>
                </c:pt>
                <c:pt idx="40">
                  <c:v>1531634680.9261284</c:v>
                </c:pt>
                <c:pt idx="41">
                  <c:v>1132108091.2067091</c:v>
                </c:pt>
                <c:pt idx="42">
                  <c:v>1308837631.1487107</c:v>
                </c:pt>
                <c:pt idx="43">
                  <c:v>1003057663.279147</c:v>
                </c:pt>
                <c:pt idx="44">
                  <c:v>911131822.9326314</c:v>
                </c:pt>
                <c:pt idx="45">
                  <c:v>1232955180.092528</c:v>
                </c:pt>
                <c:pt idx="46">
                  <c:v>1029191926.2158806</c:v>
                </c:pt>
                <c:pt idx="47">
                  <c:v>1024098254.6467981</c:v>
                </c:pt>
                <c:pt idx="48">
                  <c:v>1507394701.3632002</c:v>
                </c:pt>
                <c:pt idx="49">
                  <c:v>1309752986.7141743</c:v>
                </c:pt>
                <c:pt idx="50">
                  <c:v>1335978995.6717901</c:v>
                </c:pt>
                <c:pt idx="51">
                  <c:v>1620533400.2240353</c:v>
                </c:pt>
                <c:pt idx="52">
                  <c:v>1269073875.6389818</c:v>
                </c:pt>
                <c:pt idx="53">
                  <c:v>1210258916.3461287</c:v>
                </c:pt>
                <c:pt idx="54">
                  <c:v>1238616763.5780044</c:v>
                </c:pt>
                <c:pt idx="55">
                  <c:v>914509353.5183275</c:v>
                </c:pt>
                <c:pt idx="56">
                  <c:v>1028777325.9222304</c:v>
                </c:pt>
                <c:pt idx="57">
                  <c:v>879517523.6469543</c:v>
                </c:pt>
                <c:pt idx="58">
                  <c:v>947740155.5837559</c:v>
                </c:pt>
                <c:pt idx="59">
                  <c:v>1192380376.8689716</c:v>
                </c:pt>
                <c:pt idx="60">
                  <c:v>301698201.460429</c:v>
                </c:pt>
                <c:pt idx="61">
                  <c:v>1471636716.5122652</c:v>
                </c:pt>
                <c:pt idx="62">
                  <c:v>1426060099.3203654</c:v>
                </c:pt>
                <c:pt idx="63">
                  <c:v>1870355833.3883898</c:v>
                </c:pt>
                <c:pt idx="64">
                  <c:v>1423447891.4783359</c:v>
                </c:pt>
                <c:pt idx="65">
                  <c:v>1210690011.36648</c:v>
                </c:pt>
                <c:pt idx="66">
                  <c:v>986316085.5652524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4442700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2681266.28310094</c:v>
                </c:pt>
                <c:pt idx="1">
                  <c:v>2681266.28310094</c:v>
                </c:pt>
                <c:pt idx="2">
                  <c:v>3351582.853876175</c:v>
                </c:pt>
                <c:pt idx="3">
                  <c:v>2681266.28310094</c:v>
                </c:pt>
                <c:pt idx="4">
                  <c:v>2681266.28310094</c:v>
                </c:pt>
                <c:pt idx="5">
                  <c:v>3351582.853876175</c:v>
                </c:pt>
                <c:pt idx="6">
                  <c:v>2681266.28310094</c:v>
                </c:pt>
                <c:pt idx="7">
                  <c:v>3351582.853876175</c:v>
                </c:pt>
                <c:pt idx="8">
                  <c:v>2681266.28310094</c:v>
                </c:pt>
                <c:pt idx="9">
                  <c:v>2681266.28310094</c:v>
                </c:pt>
                <c:pt idx="10">
                  <c:v>3351582.853876175</c:v>
                </c:pt>
                <c:pt idx="11">
                  <c:v>2681266.28310094</c:v>
                </c:pt>
                <c:pt idx="12">
                  <c:v>2681266.28310094</c:v>
                </c:pt>
                <c:pt idx="13">
                  <c:v>2681266.28310094</c:v>
                </c:pt>
                <c:pt idx="14">
                  <c:v>3351582.853876175</c:v>
                </c:pt>
                <c:pt idx="15">
                  <c:v>2681266.28310094</c:v>
                </c:pt>
                <c:pt idx="16">
                  <c:v>3351582.853876175</c:v>
                </c:pt>
                <c:pt idx="17">
                  <c:v>2681266.28310094</c:v>
                </c:pt>
                <c:pt idx="18">
                  <c:v>2681266.28310094</c:v>
                </c:pt>
                <c:pt idx="19">
                  <c:v>3351582.853876175</c:v>
                </c:pt>
                <c:pt idx="20">
                  <c:v>2681266.28310094</c:v>
                </c:pt>
                <c:pt idx="21">
                  <c:v>2681266.28310094</c:v>
                </c:pt>
                <c:pt idx="22">
                  <c:v>3351582.853876175</c:v>
                </c:pt>
                <c:pt idx="23">
                  <c:v>2681266.28310094</c:v>
                </c:pt>
                <c:pt idx="24">
                  <c:v>3351582.853876175</c:v>
                </c:pt>
                <c:pt idx="25">
                  <c:v>2681266.28310094</c:v>
                </c:pt>
                <c:pt idx="26">
                  <c:v>2681266.28310094</c:v>
                </c:pt>
                <c:pt idx="27">
                  <c:v>2681266.28310094</c:v>
                </c:pt>
                <c:pt idx="28">
                  <c:v>3351582.853876175</c:v>
                </c:pt>
                <c:pt idx="29">
                  <c:v>2681266.28310094</c:v>
                </c:pt>
                <c:pt idx="30">
                  <c:v>2681266.28310094</c:v>
                </c:pt>
                <c:pt idx="31">
                  <c:v>3351582.853876175</c:v>
                </c:pt>
                <c:pt idx="32">
                  <c:v>2681266.28310094</c:v>
                </c:pt>
                <c:pt idx="33">
                  <c:v>3351582.853876175</c:v>
                </c:pt>
                <c:pt idx="34">
                  <c:v>2681266.28310094</c:v>
                </c:pt>
                <c:pt idx="35">
                  <c:v>2681266.28310094</c:v>
                </c:pt>
                <c:pt idx="36">
                  <c:v>3351582.853876175</c:v>
                </c:pt>
                <c:pt idx="37">
                  <c:v>2681266.28310094</c:v>
                </c:pt>
                <c:pt idx="38">
                  <c:v>2681266.28310094</c:v>
                </c:pt>
                <c:pt idx="39">
                  <c:v>2681266.28310094</c:v>
                </c:pt>
                <c:pt idx="40">
                  <c:v>3351582.853876175</c:v>
                </c:pt>
                <c:pt idx="41">
                  <c:v>2681266.28310094</c:v>
                </c:pt>
                <c:pt idx="42">
                  <c:v>3351582.853876175</c:v>
                </c:pt>
                <c:pt idx="43">
                  <c:v>2681266.28310094</c:v>
                </c:pt>
                <c:pt idx="44">
                  <c:v>2681266.28310094</c:v>
                </c:pt>
                <c:pt idx="45">
                  <c:v>3351582.853876175</c:v>
                </c:pt>
                <c:pt idx="46">
                  <c:v>2681266.28310094</c:v>
                </c:pt>
                <c:pt idx="47">
                  <c:v>2681266.28310094</c:v>
                </c:pt>
                <c:pt idx="48">
                  <c:v>3351582.853876175</c:v>
                </c:pt>
                <c:pt idx="49">
                  <c:v>2681266.28310094</c:v>
                </c:pt>
                <c:pt idx="50">
                  <c:v>2681266.28310094</c:v>
                </c:pt>
                <c:pt idx="51">
                  <c:v>3351582.853876175</c:v>
                </c:pt>
                <c:pt idx="52">
                  <c:v>2681266.28310094</c:v>
                </c:pt>
                <c:pt idx="53">
                  <c:v>2681266.28310094</c:v>
                </c:pt>
                <c:pt idx="54">
                  <c:v>3351582.853876175</c:v>
                </c:pt>
                <c:pt idx="55">
                  <c:v>2681266.28310094</c:v>
                </c:pt>
                <c:pt idx="56">
                  <c:v>3351582.853876175</c:v>
                </c:pt>
                <c:pt idx="57">
                  <c:v>2681266.28310094</c:v>
                </c:pt>
                <c:pt idx="58">
                  <c:v>2681266.28310094</c:v>
                </c:pt>
                <c:pt idx="59">
                  <c:v>3351582.853876175</c:v>
                </c:pt>
                <c:pt idx="60">
                  <c:v>2681266.28310094</c:v>
                </c:pt>
                <c:pt idx="61">
                  <c:v>2681266.28310094</c:v>
                </c:pt>
                <c:pt idx="62">
                  <c:v>3351582.853876175</c:v>
                </c:pt>
                <c:pt idx="63">
                  <c:v>2681266.28310094</c:v>
                </c:pt>
                <c:pt idx="64">
                  <c:v>2681266.28310094</c:v>
                </c:pt>
                <c:pt idx="65">
                  <c:v>2681266.28310094</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87078.83408724224</c:v>
                </c:pt>
                <c:pt idx="1">
                  <c:v>50576.75635783122</c:v>
                </c:pt>
                <c:pt idx="2">
                  <c:v>1043.1325566943533</c:v>
                </c:pt>
                <c:pt idx="3">
                  <c:v>107213.30099379228</c:v>
                </c:pt>
                <c:pt idx="4">
                  <c:v>24444.944127205184</c:v>
                </c:pt>
                <c:pt idx="5">
                  <c:v>265.6549295786941</c:v>
                </c:pt>
                <c:pt idx="6">
                  <c:v>83210.46306590871</c:v>
                </c:pt>
                <c:pt idx="7">
                  <c:v>16578.767621685554</c:v>
                </c:pt>
                <c:pt idx="8">
                  <c:v>11364.276883847722</c:v>
                </c:pt>
                <c:pt idx="9">
                  <c:v>31037.408637632296</c:v>
                </c:pt>
                <c:pt idx="10">
                  <c:v>64303.403066049184</c:v>
                </c:pt>
                <c:pt idx="11">
                  <c:v>33937.84309460424</c:v>
                </c:pt>
                <c:pt idx="12">
                  <c:v>100065.41289860496</c:v>
                </c:pt>
                <c:pt idx="13">
                  <c:v>8617.275552296056</c:v>
                </c:pt>
                <c:pt idx="14">
                  <c:v>36451.309267447185</c:v>
                </c:pt>
                <c:pt idx="15">
                  <c:v>40602.09088698732</c:v>
                </c:pt>
                <c:pt idx="16">
                  <c:v>107518.75770162905</c:v>
                </c:pt>
                <c:pt idx="17">
                  <c:v>1717.6171899276592</c:v>
                </c:pt>
                <c:pt idx="18">
                  <c:v>21.42980602430819</c:v>
                </c:pt>
                <c:pt idx="19">
                  <c:v>58571.90612721489</c:v>
                </c:pt>
                <c:pt idx="20">
                  <c:v>31132.42186391142</c:v>
                </c:pt>
                <c:pt idx="21">
                  <c:v>86184.96432003233</c:v>
                </c:pt>
                <c:pt idx="22">
                  <c:v>79685.32110921116</c:v>
                </c:pt>
                <c:pt idx="23">
                  <c:v>80232.20856245045</c:v>
                </c:pt>
                <c:pt idx="24">
                  <c:v>32672.334837701237</c:v>
                </c:pt>
                <c:pt idx="25">
                  <c:v>2118.1424951900462</c:v>
                </c:pt>
                <c:pt idx="26">
                  <c:v>23820.7026458989</c:v>
                </c:pt>
                <c:pt idx="27">
                  <c:v>910.7685637724738</c:v>
                </c:pt>
                <c:pt idx="28">
                  <c:v>15873.697269462664</c:v>
                </c:pt>
                <c:pt idx="29">
                  <c:v>42347.198203732965</c:v>
                </c:pt>
                <c:pt idx="30">
                  <c:v>74424.74643038918</c:v>
                </c:pt>
                <c:pt idx="31">
                  <c:v>62954.40147922287</c:v>
                </c:pt>
                <c:pt idx="32">
                  <c:v>43881.1913385893</c:v>
                </c:pt>
                <c:pt idx="33">
                  <c:v>39795.58746077218</c:v>
                </c:pt>
                <c:pt idx="34">
                  <c:v>1294.85146117844</c:v>
                </c:pt>
                <c:pt idx="35">
                  <c:v>65797.53715092679</c:v>
                </c:pt>
                <c:pt idx="36">
                  <c:v>154168.10119499985</c:v>
                </c:pt>
                <c:pt idx="37">
                  <c:v>102250.1854218885</c:v>
                </c:pt>
                <c:pt idx="38">
                  <c:v>131196.87047999498</c:v>
                </c:pt>
                <c:pt idx="39">
                  <c:v>76767.19656204863</c:v>
                </c:pt>
                <c:pt idx="40">
                  <c:v>70464.41641063655</c:v>
                </c:pt>
                <c:pt idx="41">
                  <c:v>22008.44793526934</c:v>
                </c:pt>
                <c:pt idx="42">
                  <c:v>107707.22213709015</c:v>
                </c:pt>
                <c:pt idx="43">
                  <c:v>44058.72161698855</c:v>
                </c:pt>
                <c:pt idx="44">
                  <c:v>1791.8501511739119</c:v>
                </c:pt>
                <c:pt idx="45">
                  <c:v>28136.356863601686</c:v>
                </c:pt>
                <c:pt idx="46">
                  <c:v>58381.35259657359</c:v>
                </c:pt>
                <c:pt idx="47">
                  <c:v>4296.320235436501</c:v>
                </c:pt>
                <c:pt idx="48">
                  <c:v>51869.120928417295</c:v>
                </c:pt>
                <c:pt idx="49">
                  <c:v>48003.37664264964</c:v>
                </c:pt>
                <c:pt idx="50">
                  <c:v>41973.032052048264</c:v>
                </c:pt>
                <c:pt idx="51">
                  <c:v>100886.30238195119</c:v>
                </c:pt>
                <c:pt idx="52">
                  <c:v>96466.5153395153</c:v>
                </c:pt>
                <c:pt idx="53">
                  <c:v>51744.55004157092</c:v>
                </c:pt>
                <c:pt idx="54">
                  <c:v>888.7045874456371</c:v>
                </c:pt>
                <c:pt idx="55">
                  <c:v>47060.63633596253</c:v>
                </c:pt>
                <c:pt idx="56">
                  <c:v>90250.61712147758</c:v>
                </c:pt>
                <c:pt idx="57">
                  <c:v>135726.2757662473</c:v>
                </c:pt>
                <c:pt idx="58">
                  <c:v>91643.67061965424</c:v>
                </c:pt>
                <c:pt idx="59">
                  <c:v>66498.48408978649</c:v>
                </c:pt>
                <c:pt idx="60">
                  <c:v>119247.69734656993</c:v>
                </c:pt>
                <c:pt idx="61">
                  <c:v>7159.445549539103</c:v>
                </c:pt>
                <c:pt idx="62">
                  <c:v>986.6082094910821</c:v>
                </c:pt>
                <c:pt idx="63">
                  <c:v>131106.61644429897</c:v>
                </c:pt>
                <c:pt idx="64">
                  <c:v>32110.594836759137</c:v>
                </c:pt>
                <c:pt idx="65">
                  <c:v>919.1959796048582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219351.26220761464</c:v>
                </c:pt>
                <c:pt idx="1">
                  <c:v>223824.55153611582</c:v>
                </c:pt>
                <c:pt idx="2">
                  <c:v>205194.01975079754</c:v>
                </c:pt>
                <c:pt idx="3">
                  <c:v>544644.134227986</c:v>
                </c:pt>
                <c:pt idx="4">
                  <c:v>271279.8141773149</c:v>
                </c:pt>
                <c:pt idx="5">
                  <c:v>142359.98267809214</c:v>
                </c:pt>
                <c:pt idx="6">
                  <c:v>55130.91016856403</c:v>
                </c:pt>
                <c:pt idx="7">
                  <c:v>30025.474908620065</c:v>
                </c:pt>
                <c:pt idx="8">
                  <c:v>26880.261091272452</c:v>
                </c:pt>
                <c:pt idx="9">
                  <c:v>332937.9073935918</c:v>
                </c:pt>
                <c:pt idx="10">
                  <c:v>449942.42243559624</c:v>
                </c:pt>
                <c:pt idx="11">
                  <c:v>161931.90782680138</c:v>
                </c:pt>
                <c:pt idx="12">
                  <c:v>81192.53853685923</c:v>
                </c:pt>
                <c:pt idx="13">
                  <c:v>37830.2074999466</c:v>
                </c:pt>
                <c:pt idx="14">
                  <c:v>331384.2693286369</c:v>
                </c:pt>
                <c:pt idx="15">
                  <c:v>363874.1115747435</c:v>
                </c:pt>
                <c:pt idx="16">
                  <c:v>231063.23853866156</c:v>
                </c:pt>
                <c:pt idx="17">
                  <c:v>413017.8216576914</c:v>
                </c:pt>
                <c:pt idx="18">
                  <c:v>709419.4250861901</c:v>
                </c:pt>
                <c:pt idx="19">
                  <c:v>462723.374795693</c:v>
                </c:pt>
                <c:pt idx="20">
                  <c:v>391219.11966163456</c:v>
                </c:pt>
                <c:pt idx="21">
                  <c:v>487122.59815730964</c:v>
                </c:pt>
                <c:pt idx="22">
                  <c:v>682998.6325781267</c:v>
                </c:pt>
                <c:pt idx="23">
                  <c:v>233620.26639606062</c:v>
                </c:pt>
                <c:pt idx="24">
                  <c:v>376631.06104248733</c:v>
                </c:pt>
                <c:pt idx="25">
                  <c:v>524254.03467294597</c:v>
                </c:pt>
                <c:pt idx="26">
                  <c:v>598869.0411728623</c:v>
                </c:pt>
                <c:pt idx="27">
                  <c:v>413415.4605038667</c:v>
                </c:pt>
                <c:pt idx="28">
                  <c:v>355458.6404548646</c:v>
                </c:pt>
                <c:pt idx="29">
                  <c:v>500984.0543945575</c:v>
                </c:pt>
                <c:pt idx="30">
                  <c:v>569498.9997869548</c:v>
                </c:pt>
                <c:pt idx="31">
                  <c:v>1214413.6216011215</c:v>
                </c:pt>
                <c:pt idx="32">
                  <c:v>865471.2269802266</c:v>
                </c:pt>
                <c:pt idx="33">
                  <c:v>1091419.483392866</c:v>
                </c:pt>
                <c:pt idx="34">
                  <c:v>1043324.3149506276</c:v>
                </c:pt>
                <c:pt idx="35">
                  <c:v>549814.7682420145</c:v>
                </c:pt>
                <c:pt idx="36">
                  <c:v>349493.2365658202</c:v>
                </c:pt>
                <c:pt idx="37">
                  <c:v>670360.7596577967</c:v>
                </c:pt>
                <c:pt idx="38">
                  <c:v>676864.2415322961</c:v>
                </c:pt>
                <c:pt idx="39">
                  <c:v>278524.4585199294</c:v>
                </c:pt>
                <c:pt idx="40">
                  <c:v>555667.1422853075</c:v>
                </c:pt>
                <c:pt idx="41">
                  <c:v>600567.3658042835</c:v>
                </c:pt>
                <c:pt idx="42">
                  <c:v>734436.101090905</c:v>
                </c:pt>
                <c:pt idx="43">
                  <c:v>955334.0168231232</c:v>
                </c:pt>
                <c:pt idx="44">
                  <c:v>678496.4916731127</c:v>
                </c:pt>
                <c:pt idx="45">
                  <c:v>794652.5865380261</c:v>
                </c:pt>
                <c:pt idx="46">
                  <c:v>682682.8050171018</c:v>
                </c:pt>
                <c:pt idx="47">
                  <c:v>374869.51159805094</c:v>
                </c:pt>
                <c:pt idx="48">
                  <c:v>708008.3701684116</c:v>
                </c:pt>
                <c:pt idx="49">
                  <c:v>351658.4989707311</c:v>
                </c:pt>
                <c:pt idx="50">
                  <c:v>370068.71204930637</c:v>
                </c:pt>
                <c:pt idx="51">
                  <c:v>354190.0688289836</c:v>
                </c:pt>
                <c:pt idx="52">
                  <c:v>552994.2083290808</c:v>
                </c:pt>
                <c:pt idx="53">
                  <c:v>640179.7063592257</c:v>
                </c:pt>
                <c:pt idx="54">
                  <c:v>794626.9185620465</c:v>
                </c:pt>
                <c:pt idx="55">
                  <c:v>658322.4475862423</c:v>
                </c:pt>
                <c:pt idx="56">
                  <c:v>353304.2662515938</c:v>
                </c:pt>
                <c:pt idx="57">
                  <c:v>121225.98619581165</c:v>
                </c:pt>
                <c:pt idx="58">
                  <c:v>94016.38663713391</c:v>
                </c:pt>
                <c:pt idx="59">
                  <c:v>484955.2308701155</c:v>
                </c:pt>
                <c:pt idx="60">
                  <c:v>648402.8579821691</c:v>
                </c:pt>
                <c:pt idx="61">
                  <c:v>648522.7140452767</c:v>
                </c:pt>
                <c:pt idx="62">
                  <c:v>968111.2635575451</c:v>
                </c:pt>
                <c:pt idx="63">
                  <c:v>317831.7128707474</c:v>
                </c:pt>
                <c:pt idx="64">
                  <c:v>138819.38018984284</c:v>
                </c:pt>
                <c:pt idx="65">
                  <c:v>66790.55574055795</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70857.54713774871</c:v>
                </c:pt>
                <c:pt idx="1">
                  <c:v>63460.875943040766</c:v>
                </c:pt>
                <c:pt idx="2">
                  <c:v>81389.5573826602</c:v>
                </c:pt>
                <c:pt idx="3">
                  <c:v>88671.65321574503</c:v>
                </c:pt>
                <c:pt idx="4">
                  <c:v>146982.42628432266</c:v>
                </c:pt>
                <c:pt idx="5">
                  <c:v>32011.768068289726</c:v>
                </c:pt>
                <c:pt idx="6">
                  <c:v>1165.9019053686761</c:v>
                </c:pt>
                <c:pt idx="7">
                  <c:v>97579.79537306352</c:v>
                </c:pt>
                <c:pt idx="8">
                  <c:v>98416.55379591013</c:v>
                </c:pt>
                <c:pt idx="9">
                  <c:v>107067.88359283903</c:v>
                </c:pt>
                <c:pt idx="10">
                  <c:v>4085.8420691892566</c:v>
                </c:pt>
                <c:pt idx="11">
                  <c:v>58625.13421140015</c:v>
                </c:pt>
                <c:pt idx="12">
                  <c:v>80218.16180012563</c:v>
                </c:pt>
                <c:pt idx="13">
                  <c:v>51822.998187286474</c:v>
                </c:pt>
                <c:pt idx="14">
                  <c:v>134203.56116198827</c:v>
                </c:pt>
                <c:pt idx="15">
                  <c:v>179969.2268523106</c:v>
                </c:pt>
                <c:pt idx="16">
                  <c:v>131358.8832110024</c:v>
                </c:pt>
                <c:pt idx="17">
                  <c:v>105339.33252666367</c:v>
                </c:pt>
                <c:pt idx="18">
                  <c:v>23006.56971905796</c:v>
                </c:pt>
                <c:pt idx="19">
                  <c:v>19623.17144527363</c:v>
                </c:pt>
                <c:pt idx="20">
                  <c:v>67019.12628794895</c:v>
                </c:pt>
                <c:pt idx="21">
                  <c:v>148092.58521765334</c:v>
                </c:pt>
                <c:pt idx="22">
                  <c:v>10012.26769002918</c:v>
                </c:pt>
                <c:pt idx="23">
                  <c:v>99556.8160821249</c:v>
                </c:pt>
                <c:pt idx="24">
                  <c:v>121702.15382930679</c:v>
                </c:pt>
                <c:pt idx="25">
                  <c:v>117084.4106248745</c:v>
                </c:pt>
                <c:pt idx="26">
                  <c:v>57904.912997538115</c:v>
                </c:pt>
                <c:pt idx="27">
                  <c:v>88285.10019581213</c:v>
                </c:pt>
                <c:pt idx="28">
                  <c:v>70200.94674790995</c:v>
                </c:pt>
                <c:pt idx="29">
                  <c:v>4593.852840978683</c:v>
                </c:pt>
                <c:pt idx="30">
                  <c:v>27571.316293674856</c:v>
                </c:pt>
                <c:pt idx="31">
                  <c:v>68140.60632879967</c:v>
                </c:pt>
                <c:pt idx="32">
                  <c:v>46346.059694196665</c:v>
                </c:pt>
                <c:pt idx="33">
                  <c:v>176595.22598636165</c:v>
                </c:pt>
                <c:pt idx="34">
                  <c:v>43617.28199169789</c:v>
                </c:pt>
                <c:pt idx="35">
                  <c:v>90441.68009073424</c:v>
                </c:pt>
                <c:pt idx="36">
                  <c:v>140790.7560124343</c:v>
                </c:pt>
                <c:pt idx="37">
                  <c:v>99375.83111415053</c:v>
                </c:pt>
                <c:pt idx="38">
                  <c:v>104608.29464912531</c:v>
                </c:pt>
                <c:pt idx="39">
                  <c:v>111004.44475911668</c:v>
                </c:pt>
                <c:pt idx="40">
                  <c:v>75217.15608764133</c:v>
                </c:pt>
                <c:pt idx="41">
                  <c:v>49162.73279464031</c:v>
                </c:pt>
                <c:pt idx="42">
                  <c:v>134600.78543944214</c:v>
                </c:pt>
                <c:pt idx="43">
                  <c:v>82213.22619285464</c:v>
                </c:pt>
                <c:pt idx="44">
                  <c:v>53653.28934413737</c:v>
                </c:pt>
                <c:pt idx="45">
                  <c:v>187448.7175458958</c:v>
                </c:pt>
                <c:pt idx="46">
                  <c:v>82866.63753546128</c:v>
                </c:pt>
                <c:pt idx="47">
                  <c:v>3511.1160249938393</c:v>
                </c:pt>
                <c:pt idx="48">
                  <c:v>61281.22821313044</c:v>
                </c:pt>
                <c:pt idx="49">
                  <c:v>104449.10557873809</c:v>
                </c:pt>
                <c:pt idx="50">
                  <c:v>50115.347652909084</c:v>
                </c:pt>
                <c:pt idx="51">
                  <c:v>230956.0898234508</c:v>
                </c:pt>
                <c:pt idx="52">
                  <c:v>74222.29221060735</c:v>
                </c:pt>
                <c:pt idx="53">
                  <c:v>62484.770133142694</c:v>
                </c:pt>
                <c:pt idx="54">
                  <c:v>79047.76429720302</c:v>
                </c:pt>
                <c:pt idx="55">
                  <c:v>137.41479689896892</c:v>
                </c:pt>
                <c:pt idx="56">
                  <c:v>3728.326489151318</c:v>
                </c:pt>
                <c:pt idx="57">
                  <c:v>41974.602988585626</c:v>
                </c:pt>
                <c:pt idx="58">
                  <c:v>144395.19123566846</c:v>
                </c:pt>
                <c:pt idx="59">
                  <c:v>196556.82451767943</c:v>
                </c:pt>
                <c:pt idx="60">
                  <c:v>181558.82720333932</c:v>
                </c:pt>
                <c:pt idx="61">
                  <c:v>91404.55727332585</c:v>
                </c:pt>
                <c:pt idx="62">
                  <c:v>52066.336445865716</c:v>
                </c:pt>
                <c:pt idx="63">
                  <c:v>187608.94040300584</c:v>
                </c:pt>
                <c:pt idx="64">
                  <c:v>55843.09580020177</c:v>
                </c:pt>
                <c:pt idx="65">
                  <c:v>4092.1190258625707</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22350.858436475242</c:v>
                </c:pt>
                <c:pt idx="1">
                  <c:v>47343.888396982984</c:v>
                </c:pt>
                <c:pt idx="2">
                  <c:v>32621.968874548802</c:v>
                </c:pt>
                <c:pt idx="3">
                  <c:v>22997.83031883274</c:v>
                </c:pt>
                <c:pt idx="4">
                  <c:v>386.7987877375553</c:v>
                </c:pt>
                <c:pt idx="5">
                  <c:v>28887.976847679096</c:v>
                </c:pt>
                <c:pt idx="6">
                  <c:v>13613.742040140736</c:v>
                </c:pt>
                <c:pt idx="7">
                  <c:v>593.4599509988433</c:v>
                </c:pt>
                <c:pt idx="8">
                  <c:v>60243.324867641204</c:v>
                </c:pt>
                <c:pt idx="9">
                  <c:v>1679.1435775781772</c:v>
                </c:pt>
                <c:pt idx="10">
                  <c:v>26506.421111183678</c:v>
                </c:pt>
                <c:pt idx="11">
                  <c:v>18347.30585418501</c:v>
                </c:pt>
                <c:pt idx="12">
                  <c:v>57832.160769101545</c:v>
                </c:pt>
                <c:pt idx="13">
                  <c:v>1549.379643222681</c:v>
                </c:pt>
                <c:pt idx="14">
                  <c:v>8427.713962182472</c:v>
                </c:pt>
                <c:pt idx="15">
                  <c:v>40761.49167379043</c:v>
                </c:pt>
                <c:pt idx="16">
                  <c:v>83246.9779926012</c:v>
                </c:pt>
                <c:pt idx="17">
                  <c:v>50135.48110870239</c:v>
                </c:pt>
                <c:pt idx="18">
                  <c:v>44013.48935061958</c:v>
                </c:pt>
                <c:pt idx="19">
                  <c:v>8115.363799278769</c:v>
                </c:pt>
                <c:pt idx="20">
                  <c:v>39670.51931319325</c:v>
                </c:pt>
                <c:pt idx="21">
                  <c:v>13119.649406481245</c:v>
                </c:pt>
                <c:pt idx="22">
                  <c:v>47621.52486346291</c:v>
                </c:pt>
                <c:pt idx="23">
                  <c:v>583.6263375476312</c:v>
                </c:pt>
                <c:pt idx="24">
                  <c:v>640.1763781467097</c:v>
                </c:pt>
                <c:pt idx="25">
                  <c:v>1591.5255491404616</c:v>
                </c:pt>
                <c:pt idx="26">
                  <c:v>27810.40242048632</c:v>
                </c:pt>
                <c:pt idx="27">
                  <c:v>22664.398486860064</c:v>
                </c:pt>
                <c:pt idx="28">
                  <c:v>1374.465250298807</c:v>
                </c:pt>
                <c:pt idx="29">
                  <c:v>68909.39682393314</c:v>
                </c:pt>
                <c:pt idx="30">
                  <c:v>54287.751025404556</c:v>
                </c:pt>
                <c:pt idx="31">
                  <c:v>53069.65213030641</c:v>
                </c:pt>
                <c:pt idx="32">
                  <c:v>8901.57970693494</c:v>
                </c:pt>
                <c:pt idx="33">
                  <c:v>9940.916371615373</c:v>
                </c:pt>
                <c:pt idx="34">
                  <c:v>354.52989063920984</c:v>
                </c:pt>
                <c:pt idx="35">
                  <c:v>69728.80499766469</c:v>
                </c:pt>
                <c:pt idx="36">
                  <c:v>67771.51172372146</c:v>
                </c:pt>
                <c:pt idx="37">
                  <c:v>25342.600231214994</c:v>
                </c:pt>
                <c:pt idx="38">
                  <c:v>41989.200860530735</c:v>
                </c:pt>
                <c:pt idx="39">
                  <c:v>36104.05514300057</c:v>
                </c:pt>
                <c:pt idx="40">
                  <c:v>432.94997064463723</c:v>
                </c:pt>
                <c:pt idx="41">
                  <c:v>836.8757973233826</c:v>
                </c:pt>
                <c:pt idx="42">
                  <c:v>27474.953730867746</c:v>
                </c:pt>
                <c:pt idx="43">
                  <c:v>45473.15448954361</c:v>
                </c:pt>
                <c:pt idx="44">
                  <c:v>321.1713792281417</c:v>
                </c:pt>
                <c:pt idx="45">
                  <c:v>89121.54890204158</c:v>
                </c:pt>
                <c:pt idx="46">
                  <c:v>18940.05689787157</c:v>
                </c:pt>
                <c:pt idx="47">
                  <c:v>46697.014424134126</c:v>
                </c:pt>
                <c:pt idx="48">
                  <c:v>38046.87476699483</c:v>
                </c:pt>
                <c:pt idx="49">
                  <c:v>16810.64963254962</c:v>
                </c:pt>
                <c:pt idx="50">
                  <c:v>484.6594397746993</c:v>
                </c:pt>
                <c:pt idx="51">
                  <c:v>19451.60524872884</c:v>
                </c:pt>
                <c:pt idx="52">
                  <c:v>67333.31080218946</c:v>
                </c:pt>
                <c:pt idx="53">
                  <c:v>322.6297309155598</c:v>
                </c:pt>
                <c:pt idx="54">
                  <c:v>36964.36112031694</c:v>
                </c:pt>
                <c:pt idx="55">
                  <c:v>49626.3456066332</c:v>
                </c:pt>
                <c:pt idx="56">
                  <c:v>34143.691757049586</c:v>
                </c:pt>
                <c:pt idx="57">
                  <c:v>263.5749244313048</c:v>
                </c:pt>
                <c:pt idx="58">
                  <c:v>852.4748719143828</c:v>
                </c:pt>
                <c:pt idx="59">
                  <c:v>50692.3438642449</c:v>
                </c:pt>
                <c:pt idx="60">
                  <c:v>77529.22561909052</c:v>
                </c:pt>
                <c:pt idx="61">
                  <c:v>56051.879599218126</c:v>
                </c:pt>
                <c:pt idx="62">
                  <c:v>76693.15840710852</c:v>
                </c:pt>
                <c:pt idx="63">
                  <c:v>23520.072501133618</c:v>
                </c:pt>
                <c:pt idx="64">
                  <c:v>23691.82276433559</c:v>
                </c:pt>
                <c:pt idx="65">
                  <c:v>47141.0428322532</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2510.4478327066918</c:v>
                </c:pt>
                <c:pt idx="1">
                  <c:v>39286.259287785186</c:v>
                </c:pt>
                <c:pt idx="2">
                  <c:v>19014.240960209467</c:v>
                </c:pt>
                <c:pt idx="3">
                  <c:v>62.9312497760227</c:v>
                </c:pt>
                <c:pt idx="4">
                  <c:v>62899.89402020021</c:v>
                </c:pt>
                <c:pt idx="5">
                  <c:v>50448.22370075534</c:v>
                </c:pt>
                <c:pt idx="6">
                  <c:v>22265.994622643688</c:v>
                </c:pt>
                <c:pt idx="7">
                  <c:v>2414.520446807216</c:v>
                </c:pt>
                <c:pt idx="8">
                  <c:v>103465.12183036983</c:v>
                </c:pt>
                <c:pt idx="9">
                  <c:v>49587.95841737686</c:v>
                </c:pt>
                <c:pt idx="10">
                  <c:v>56384.22524527217</c:v>
                </c:pt>
                <c:pt idx="11">
                  <c:v>472.34139459770586</c:v>
                </c:pt>
                <c:pt idx="12">
                  <c:v>53500.497128559</c:v>
                </c:pt>
                <c:pt idx="13">
                  <c:v>23078.264926659627</c:v>
                </c:pt>
                <c:pt idx="14">
                  <c:v>104346.85105218692</c:v>
                </c:pt>
                <c:pt idx="15">
                  <c:v>64844.40055492436</c:v>
                </c:pt>
                <c:pt idx="16">
                  <c:v>104521.66166284948</c:v>
                </c:pt>
                <c:pt idx="17">
                  <c:v>1890.2850476348272</c:v>
                </c:pt>
                <c:pt idx="18">
                  <c:v>54317.65398917455</c:v>
                </c:pt>
                <c:pt idx="19">
                  <c:v>78268.40056077328</c:v>
                </c:pt>
                <c:pt idx="20">
                  <c:v>2267.053419909189</c:v>
                </c:pt>
                <c:pt idx="21">
                  <c:v>41854.566060767116</c:v>
                </c:pt>
                <c:pt idx="22">
                  <c:v>44157.36790523098</c:v>
                </c:pt>
                <c:pt idx="23">
                  <c:v>17839.17586873958</c:v>
                </c:pt>
                <c:pt idx="24">
                  <c:v>35104.599623962014</c:v>
                </c:pt>
                <c:pt idx="25">
                  <c:v>167.85938573678771</c:v>
                </c:pt>
                <c:pt idx="26">
                  <c:v>785.1450469160716</c:v>
                </c:pt>
                <c:pt idx="27">
                  <c:v>42114.27711031354</c:v>
                </c:pt>
                <c:pt idx="28">
                  <c:v>54742.212538020874</c:v>
                </c:pt>
                <c:pt idx="29">
                  <c:v>10402.41235031885</c:v>
                </c:pt>
                <c:pt idx="30">
                  <c:v>21033.624322838274</c:v>
                </c:pt>
                <c:pt idx="31">
                  <c:v>85090.51168199933</c:v>
                </c:pt>
                <c:pt idx="32">
                  <c:v>66251.25700747933</c:v>
                </c:pt>
                <c:pt idx="33">
                  <c:v>36734.40493227067</c:v>
                </c:pt>
                <c:pt idx="34">
                  <c:v>22814.507284178293</c:v>
                </c:pt>
                <c:pt idx="35">
                  <c:v>50531.254931489355</c:v>
                </c:pt>
                <c:pt idx="36">
                  <c:v>70046.4773382562</c:v>
                </c:pt>
                <c:pt idx="37">
                  <c:v>162.13741158463114</c:v>
                </c:pt>
                <c:pt idx="38">
                  <c:v>101666.82493119962</c:v>
                </c:pt>
                <c:pt idx="39">
                  <c:v>22463.70520077828</c:v>
                </c:pt>
                <c:pt idx="40">
                  <c:v>68350.61626015935</c:v>
                </c:pt>
                <c:pt idx="41">
                  <c:v>55107.618871900435</c:v>
                </c:pt>
                <c:pt idx="42">
                  <c:v>91462.85821461862</c:v>
                </c:pt>
                <c:pt idx="43">
                  <c:v>3390.3742040397337</c:v>
                </c:pt>
                <c:pt idx="44">
                  <c:v>29904.928028262533</c:v>
                </c:pt>
                <c:pt idx="45">
                  <c:v>95098.41105990199</c:v>
                </c:pt>
                <c:pt idx="46">
                  <c:v>51144.80016701497</c:v>
                </c:pt>
                <c:pt idx="47">
                  <c:v>1390.5802838052218</c:v>
                </c:pt>
                <c:pt idx="48">
                  <c:v>79430.19961178878</c:v>
                </c:pt>
                <c:pt idx="49">
                  <c:v>32942.49654217022</c:v>
                </c:pt>
                <c:pt idx="50">
                  <c:v>65621.36722176101</c:v>
                </c:pt>
                <c:pt idx="51">
                  <c:v>92609.53353084037</c:v>
                </c:pt>
                <c:pt idx="52">
                  <c:v>111121.55133783266</c:v>
                </c:pt>
                <c:pt idx="53">
                  <c:v>87927.32965090602</c:v>
                </c:pt>
                <c:pt idx="54">
                  <c:v>51235.669285419826</c:v>
                </c:pt>
                <c:pt idx="55">
                  <c:v>101595.92188079511</c:v>
                </c:pt>
                <c:pt idx="56">
                  <c:v>34558.312526872265</c:v>
                </c:pt>
                <c:pt idx="57">
                  <c:v>1962.6055465168427</c:v>
                </c:pt>
                <c:pt idx="58">
                  <c:v>1706.4113242495046</c:v>
                </c:pt>
                <c:pt idx="59">
                  <c:v>0.3425148791112998</c:v>
                </c:pt>
                <c:pt idx="60">
                  <c:v>28158.335636776952</c:v>
                </c:pt>
                <c:pt idx="61">
                  <c:v>47477.99382939043</c:v>
                </c:pt>
                <c:pt idx="62">
                  <c:v>64814.73084057093</c:v>
                </c:pt>
                <c:pt idx="63">
                  <c:v>2490.5845749436653</c:v>
                </c:pt>
                <c:pt idx="64">
                  <c:v>82793.23892353507</c:v>
                </c:pt>
                <c:pt idx="65">
                  <c:v>75499.85001529612</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8337.036693138145</c:v>
                </c:pt>
                <c:pt idx="1">
                  <c:v>13682.123110293276</c:v>
                </c:pt>
                <c:pt idx="2">
                  <c:v>38391.489606433555</c:v>
                </c:pt>
                <c:pt idx="3">
                  <c:v>118441.68773423189</c:v>
                </c:pt>
                <c:pt idx="4">
                  <c:v>12097.077740867813</c:v>
                </c:pt>
                <c:pt idx="5">
                  <c:v>114625.65974232987</c:v>
                </c:pt>
                <c:pt idx="6">
                  <c:v>10484.459309286194</c:v>
                </c:pt>
                <c:pt idx="7">
                  <c:v>214914.03242966317</c:v>
                </c:pt>
                <c:pt idx="8">
                  <c:v>84683.81259676241</c:v>
                </c:pt>
                <c:pt idx="9">
                  <c:v>120882.54928225615</c:v>
                </c:pt>
                <c:pt idx="10">
                  <c:v>173207.2512333057</c:v>
                </c:pt>
                <c:pt idx="11">
                  <c:v>75076.23485896249</c:v>
                </c:pt>
                <c:pt idx="12">
                  <c:v>233394.55150357806</c:v>
                </c:pt>
                <c:pt idx="13">
                  <c:v>32955.417537483736</c:v>
                </c:pt>
                <c:pt idx="14">
                  <c:v>10853.347661719368</c:v>
                </c:pt>
                <c:pt idx="15">
                  <c:v>44788.22803537675</c:v>
                </c:pt>
                <c:pt idx="16">
                  <c:v>171382.87370867058</c:v>
                </c:pt>
                <c:pt idx="17">
                  <c:v>89275.4133098171</c:v>
                </c:pt>
                <c:pt idx="18">
                  <c:v>91083.0817819012</c:v>
                </c:pt>
                <c:pt idx="19">
                  <c:v>164747.76538091223</c:v>
                </c:pt>
                <c:pt idx="20">
                  <c:v>113942.39710144125</c:v>
                </c:pt>
                <c:pt idx="21">
                  <c:v>91240.7015523911</c:v>
                </c:pt>
                <c:pt idx="22">
                  <c:v>58977.68130202014</c:v>
                </c:pt>
                <c:pt idx="23">
                  <c:v>11872.148509305554</c:v>
                </c:pt>
                <c:pt idx="24">
                  <c:v>159925.1664519774</c:v>
                </c:pt>
                <c:pt idx="25">
                  <c:v>77286.69499293106</c:v>
                </c:pt>
                <c:pt idx="26">
                  <c:v>117820.69447799183</c:v>
                </c:pt>
                <c:pt idx="27">
                  <c:v>10815.468627930239</c:v>
                </c:pt>
                <c:pt idx="28">
                  <c:v>93216.80389051349</c:v>
                </c:pt>
                <c:pt idx="29">
                  <c:v>173143.26185366797</c:v>
                </c:pt>
                <c:pt idx="30">
                  <c:v>63903.482138608684</c:v>
                </c:pt>
                <c:pt idx="31">
                  <c:v>200704.02787061862</c:v>
                </c:pt>
                <c:pt idx="32">
                  <c:v>186163.26641958917</c:v>
                </c:pt>
                <c:pt idx="33">
                  <c:v>223223.3466474701</c:v>
                </c:pt>
                <c:pt idx="34">
                  <c:v>116809.69785444213</c:v>
                </c:pt>
                <c:pt idx="35">
                  <c:v>200868.80591630845</c:v>
                </c:pt>
                <c:pt idx="36">
                  <c:v>74157.2137139838</c:v>
                </c:pt>
                <c:pt idx="37">
                  <c:v>6689.896971987362</c:v>
                </c:pt>
                <c:pt idx="38">
                  <c:v>15162.148212498187</c:v>
                </c:pt>
                <c:pt idx="39">
                  <c:v>38071.33284684712</c:v>
                </c:pt>
                <c:pt idx="40">
                  <c:v>119070.2402127021</c:v>
                </c:pt>
                <c:pt idx="41">
                  <c:v>116011.41708182797</c:v>
                </c:pt>
                <c:pt idx="42">
                  <c:v>188252.88013203203</c:v>
                </c:pt>
                <c:pt idx="43">
                  <c:v>158464.62807637293</c:v>
                </c:pt>
                <c:pt idx="44">
                  <c:v>37045.799943540034</c:v>
                </c:pt>
                <c:pt idx="45">
                  <c:v>221367.89951940413</c:v>
                </c:pt>
                <c:pt idx="46">
                  <c:v>217185.12572987116</c:v>
                </c:pt>
                <c:pt idx="47">
                  <c:v>16337.54901458214</c:v>
                </c:pt>
                <c:pt idx="48">
                  <c:v>6781.036754943756</c:v>
                </c:pt>
                <c:pt idx="49">
                  <c:v>9346.227370203285</c:v>
                </c:pt>
                <c:pt idx="50">
                  <c:v>175488.05728777376</c:v>
                </c:pt>
                <c:pt idx="51">
                  <c:v>38094.12330982573</c:v>
                </c:pt>
                <c:pt idx="52">
                  <c:v>3394.670793092646</c:v>
                </c:pt>
                <c:pt idx="53">
                  <c:v>262018.48497493673</c:v>
                </c:pt>
                <c:pt idx="54">
                  <c:v>170416.11554717537</c:v>
                </c:pt>
                <c:pt idx="55">
                  <c:v>103044.68760794465</c:v>
                </c:pt>
                <c:pt idx="56">
                  <c:v>68007.79805914327</c:v>
                </c:pt>
                <c:pt idx="57">
                  <c:v>287619.95941206435</c:v>
                </c:pt>
                <c:pt idx="58">
                  <c:v>45555.592299375</c:v>
                </c:pt>
                <c:pt idx="59">
                  <c:v>260408.6920635029</c:v>
                </c:pt>
                <c:pt idx="60">
                  <c:v>276555.41818502295</c:v>
                </c:pt>
                <c:pt idx="61">
                  <c:v>233463.3538893106</c:v>
                </c:pt>
                <c:pt idx="62">
                  <c:v>325126.21755692794</c:v>
                </c:pt>
                <c:pt idx="63">
                  <c:v>143484.2835722728</c:v>
                </c:pt>
                <c:pt idx="64">
                  <c:v>250413.0748242511</c:v>
                </c:pt>
                <c:pt idx="65">
                  <c:v>74039.25695002163</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18018.04130546013</c:v>
                </c:pt>
                <c:pt idx="1">
                  <c:v>15170.202282706356</c:v>
                </c:pt>
                <c:pt idx="2">
                  <c:v>150195.36441247747</c:v>
                </c:pt>
                <c:pt idx="3">
                  <c:v>86969.01086026918</c:v>
                </c:pt>
                <c:pt idx="4">
                  <c:v>17137.723883948584</c:v>
                </c:pt>
                <c:pt idx="5">
                  <c:v>170462.0151136723</c:v>
                </c:pt>
                <c:pt idx="6">
                  <c:v>65193.96602835068</c:v>
                </c:pt>
                <c:pt idx="7">
                  <c:v>125037.14091085989</c:v>
                </c:pt>
                <c:pt idx="8">
                  <c:v>18407.163217837966</c:v>
                </c:pt>
                <c:pt idx="9">
                  <c:v>181433.40594375323</c:v>
                </c:pt>
                <c:pt idx="10">
                  <c:v>210245.45104808206</c:v>
                </c:pt>
                <c:pt idx="11">
                  <c:v>72551.737048192</c:v>
                </c:pt>
                <c:pt idx="12">
                  <c:v>18724.834107039052</c:v>
                </c:pt>
                <c:pt idx="13">
                  <c:v>190214.34521071578</c:v>
                </c:pt>
                <c:pt idx="14">
                  <c:v>111868.5609617398</c:v>
                </c:pt>
                <c:pt idx="15">
                  <c:v>18345.2637180486</c:v>
                </c:pt>
                <c:pt idx="16">
                  <c:v>198059.9324922027</c:v>
                </c:pt>
                <c:pt idx="17">
                  <c:v>17720.410447563136</c:v>
                </c:pt>
                <c:pt idx="18">
                  <c:v>80272.65271039189</c:v>
                </c:pt>
                <c:pt idx="19">
                  <c:v>161167.26514160697</c:v>
                </c:pt>
                <c:pt idx="20">
                  <c:v>33992.699453958296</c:v>
                </c:pt>
                <c:pt idx="21">
                  <c:v>141046.75055004985</c:v>
                </c:pt>
                <c:pt idx="22">
                  <c:v>156907.50758338074</c:v>
                </c:pt>
                <c:pt idx="23">
                  <c:v>81619.91336352973</c:v>
                </c:pt>
                <c:pt idx="24">
                  <c:v>25887.417376998008</c:v>
                </c:pt>
                <c:pt idx="25">
                  <c:v>19788.80509091</c:v>
                </c:pt>
                <c:pt idx="26">
                  <c:v>19916.404522361365</c:v>
                </c:pt>
                <c:pt idx="27">
                  <c:v>123776.36287969479</c:v>
                </c:pt>
                <c:pt idx="28">
                  <c:v>28678.520263432983</c:v>
                </c:pt>
                <c:pt idx="29">
                  <c:v>220555.45005329157</c:v>
                </c:pt>
                <c:pt idx="30">
                  <c:v>153410.94646606714</c:v>
                </c:pt>
                <c:pt idx="31">
                  <c:v>106251.21107349468</c:v>
                </c:pt>
                <c:pt idx="32">
                  <c:v>57100.4190992528</c:v>
                </c:pt>
                <c:pt idx="33">
                  <c:v>24007.659817251908</c:v>
                </c:pt>
                <c:pt idx="34">
                  <c:v>112583.04730380522</c:v>
                </c:pt>
                <c:pt idx="35">
                  <c:v>234382.54191394296</c:v>
                </c:pt>
                <c:pt idx="36">
                  <c:v>271744.4444371324</c:v>
                </c:pt>
                <c:pt idx="37">
                  <c:v>117487.70744714428</c:v>
                </c:pt>
                <c:pt idx="38">
                  <c:v>319264.92768178653</c:v>
                </c:pt>
                <c:pt idx="39">
                  <c:v>234186.81335041983</c:v>
                </c:pt>
                <c:pt idx="40">
                  <c:v>110820.1010097584</c:v>
                </c:pt>
                <c:pt idx="41">
                  <c:v>127644.42802567259</c:v>
                </c:pt>
                <c:pt idx="42">
                  <c:v>51398.67652924224</c:v>
                </c:pt>
                <c:pt idx="43">
                  <c:v>81356.64052673844</c:v>
                </c:pt>
                <c:pt idx="44">
                  <c:v>245509.33004953072</c:v>
                </c:pt>
                <c:pt idx="45">
                  <c:v>61347.386411158914</c:v>
                </c:pt>
                <c:pt idx="46">
                  <c:v>22638.174251007942</c:v>
                </c:pt>
                <c:pt idx="47">
                  <c:v>23177.707141420164</c:v>
                </c:pt>
                <c:pt idx="48">
                  <c:v>67215.96357623077</c:v>
                </c:pt>
                <c:pt idx="49">
                  <c:v>279771.8152071517</c:v>
                </c:pt>
                <c:pt idx="50">
                  <c:v>60888.5654879081</c:v>
                </c:pt>
                <c:pt idx="51">
                  <c:v>25404.448889278145</c:v>
                </c:pt>
                <c:pt idx="52">
                  <c:v>21075.704409566188</c:v>
                </c:pt>
                <c:pt idx="53">
                  <c:v>104031.97183462369</c:v>
                </c:pt>
                <c:pt idx="54">
                  <c:v>33106.03283302878</c:v>
                </c:pt>
                <c:pt idx="55">
                  <c:v>21629.56359419748</c:v>
                </c:pt>
                <c:pt idx="56">
                  <c:v>27595.16141886284</c:v>
                </c:pt>
                <c:pt idx="57">
                  <c:v>159125.77399936173</c:v>
                </c:pt>
                <c:pt idx="58">
                  <c:v>154517.17661565397</c:v>
                </c:pt>
                <c:pt idx="59">
                  <c:v>100134.38982330775</c:v>
                </c:pt>
                <c:pt idx="60">
                  <c:v>24070.208025410488</c:v>
                </c:pt>
                <c:pt idx="61">
                  <c:v>144881.55725695618</c:v>
                </c:pt>
                <c:pt idx="62">
                  <c:v>58386.76455016553</c:v>
                </c:pt>
                <c:pt idx="63">
                  <c:v>137137.5329354272</c:v>
                </c:pt>
                <c:pt idx="64">
                  <c:v>137736.2559648138</c:v>
                </c:pt>
                <c:pt idx="65">
                  <c:v>155431.1715771743</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343742.31667903916</c:v>
                </c:pt>
                <c:pt idx="1">
                  <c:v>312604.4225537564</c:v>
                </c:pt>
                <c:pt idx="2">
                  <c:v>349021.6446341891</c:v>
                </c:pt>
                <c:pt idx="3">
                  <c:v>364314.01622689626</c:v>
                </c:pt>
                <c:pt idx="4">
                  <c:v>339038.92566507775</c:v>
                </c:pt>
                <c:pt idx="5">
                  <c:v>390517.4188787694</c:v>
                </c:pt>
                <c:pt idx="6">
                  <c:v>287367.0268800631</c:v>
                </c:pt>
                <c:pt idx="7">
                  <c:v>413842.04195764684</c:v>
                </c:pt>
                <c:pt idx="8">
                  <c:v>332320.8652908683</c:v>
                </c:pt>
                <c:pt idx="9">
                  <c:v>317901.67000353365</c:v>
                </c:pt>
                <c:pt idx="10">
                  <c:v>389450.78460548626</c:v>
                </c:pt>
                <c:pt idx="11">
                  <c:v>274364.5410649753</c:v>
                </c:pt>
                <c:pt idx="12">
                  <c:v>376628.0210569902</c:v>
                </c:pt>
                <c:pt idx="13">
                  <c:v>301674.66137537407</c:v>
                </c:pt>
                <c:pt idx="14">
                  <c:v>470383.0340427177</c:v>
                </c:pt>
                <c:pt idx="15">
                  <c:v>368231.08847964276</c:v>
                </c:pt>
                <c:pt idx="16">
                  <c:v>462368.3426386124</c:v>
                </c:pt>
                <c:pt idx="17">
                  <c:v>306202.04275943304</c:v>
                </c:pt>
                <c:pt idx="18">
                  <c:v>306316.99841735134</c:v>
                </c:pt>
                <c:pt idx="19">
                  <c:v>441070.7166605904</c:v>
                </c:pt>
                <c:pt idx="20">
                  <c:v>325346.16552959435</c:v>
                </c:pt>
                <c:pt idx="21">
                  <c:v>351713.0315049883</c:v>
                </c:pt>
                <c:pt idx="22">
                  <c:v>444456.44489375805</c:v>
                </c:pt>
                <c:pt idx="23">
                  <c:v>339626.42925402056</c:v>
                </c:pt>
                <c:pt idx="24">
                  <c:v>463781.7789190047</c:v>
                </c:pt>
                <c:pt idx="25">
                  <c:v>400413.7675087423</c:v>
                </c:pt>
                <c:pt idx="26">
                  <c:v>417380.47898646095</c:v>
                </c:pt>
                <c:pt idx="27">
                  <c:v>316121.563270519</c:v>
                </c:pt>
                <c:pt idx="28">
                  <c:v>513801.9768842153</c:v>
                </c:pt>
                <c:pt idx="29">
                  <c:v>410506.68807247176</c:v>
                </c:pt>
                <c:pt idx="30">
                  <c:v>368981.1562864234</c:v>
                </c:pt>
                <c:pt idx="31">
                  <c:v>420442.99671782274</c:v>
                </c:pt>
                <c:pt idx="32">
                  <c:v>375213.1662375109</c:v>
                </c:pt>
                <c:pt idx="33">
                  <c:v>444516.74993878393</c:v>
                </c:pt>
                <c:pt idx="34">
                  <c:v>437808.2468197882</c:v>
                </c:pt>
                <c:pt idx="35">
                  <c:v>357067.8337336327</c:v>
                </c:pt>
                <c:pt idx="36">
                  <c:v>610936.8805188019</c:v>
                </c:pt>
                <c:pt idx="37">
                  <c:v>392048.3116026985</c:v>
                </c:pt>
                <c:pt idx="38">
                  <c:v>419152.6008509892</c:v>
                </c:pt>
                <c:pt idx="39">
                  <c:v>327764.3677466651</c:v>
                </c:pt>
                <c:pt idx="40">
                  <c:v>490702.8364649878</c:v>
                </c:pt>
                <c:pt idx="41">
                  <c:v>372848.1673027864</c:v>
                </c:pt>
                <c:pt idx="42">
                  <c:v>500382.7975889044</c:v>
                </c:pt>
                <c:pt idx="43">
                  <c:v>407139.7233396311</c:v>
                </c:pt>
                <c:pt idx="44">
                  <c:v>378681.5181019008</c:v>
                </c:pt>
                <c:pt idx="45">
                  <c:v>525363.4238905439</c:v>
                </c:pt>
                <c:pt idx="46">
                  <c:v>426156.3482669203</c:v>
                </c:pt>
                <c:pt idx="47">
                  <c:v>440558.24243111385</c:v>
                </c:pt>
                <c:pt idx="48">
                  <c:v>407240.2715162816</c:v>
                </c:pt>
                <c:pt idx="49">
                  <c:v>382566.1729718665</c:v>
                </c:pt>
                <c:pt idx="50">
                  <c:v>437557.5112989741</c:v>
                </c:pt>
                <c:pt idx="51">
                  <c:v>501892.38956593536</c:v>
                </c:pt>
                <c:pt idx="52">
                  <c:v>426353.76552727725</c:v>
                </c:pt>
                <c:pt idx="53">
                  <c:v>428441.28114594315</c:v>
                </c:pt>
                <c:pt idx="54">
                  <c:v>524998.6459608164</c:v>
                </c:pt>
                <c:pt idx="55">
                  <c:v>426191.0730828565</c:v>
                </c:pt>
                <c:pt idx="56">
                  <c:v>569659.6819136752</c:v>
                </c:pt>
                <c:pt idx="57">
                  <c:v>427562.5433864218</c:v>
                </c:pt>
                <c:pt idx="58">
                  <c:v>444895.45745764393</c:v>
                </c:pt>
                <c:pt idx="59">
                  <c:v>579286.7721286083</c:v>
                </c:pt>
                <c:pt idx="60">
                  <c:v>487877.8870098745</c:v>
                </c:pt>
                <c:pt idx="61">
                  <c:v>436227.20472999563</c:v>
                </c:pt>
                <c:pt idx="62">
                  <c:v>540639.390109081</c:v>
                </c:pt>
                <c:pt idx="63">
                  <c:v>501363.1626516478</c:v>
                </c:pt>
                <c:pt idx="64">
                  <c:v>414130.7013513887</c:v>
                </c:pt>
                <c:pt idx="65">
                  <c:v>438582.31666749745</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33517.39844473807</c:v>
                </c:pt>
                <c:pt idx="1">
                  <c:v>116653.2498472971</c:v>
                </c:pt>
                <c:pt idx="2">
                  <c:v>123308.1762825216</c:v>
                </c:pt>
                <c:pt idx="3">
                  <c:v>45992.18336301098</c:v>
                </c:pt>
                <c:pt idx="4">
                  <c:v>16863.084714653363</c:v>
                </c:pt>
                <c:pt idx="5">
                  <c:v>107726.16934303372</c:v>
                </c:pt>
                <c:pt idx="6">
                  <c:v>126852.27567519018</c:v>
                </c:pt>
                <c:pt idx="7">
                  <c:v>153974.27694377158</c:v>
                </c:pt>
                <c:pt idx="8">
                  <c:v>181862.83122898173</c:v>
                </c:pt>
                <c:pt idx="9">
                  <c:v>105176.74310769844</c:v>
                </c:pt>
                <c:pt idx="10">
                  <c:v>93362.3055162299</c:v>
                </c:pt>
                <c:pt idx="11">
                  <c:v>73337.96081849899</c:v>
                </c:pt>
                <c:pt idx="12">
                  <c:v>207605.5098381359</c:v>
                </c:pt>
                <c:pt idx="13">
                  <c:v>192910.26781978176</c:v>
                </c:pt>
                <c:pt idx="14">
                  <c:v>260548.09033897158</c:v>
                </c:pt>
                <c:pt idx="15">
                  <c:v>71109.24501962672</c:v>
                </c:pt>
                <c:pt idx="16">
                  <c:v>135913.93641406676</c:v>
                </c:pt>
                <c:pt idx="17">
                  <c:v>131356.03304645244</c:v>
                </c:pt>
                <c:pt idx="18">
                  <c:v>111683.88515485467</c:v>
                </c:pt>
                <c:pt idx="19">
                  <c:v>153159.94748757294</c:v>
                </c:pt>
                <c:pt idx="20">
                  <c:v>177570.2707171099</c:v>
                </c:pt>
                <c:pt idx="21">
                  <c:v>241625.82436770818</c:v>
                </c:pt>
                <c:pt idx="22">
                  <c:v>186757.57424338392</c:v>
                </c:pt>
                <c:pt idx="23">
                  <c:v>134606.21902452622</c:v>
                </c:pt>
                <c:pt idx="24">
                  <c:v>216166.51533763763</c:v>
                </c:pt>
                <c:pt idx="25">
                  <c:v>191219.92473072518</c:v>
                </c:pt>
                <c:pt idx="26">
                  <c:v>160365.63227959702</c:v>
                </c:pt>
                <c:pt idx="27">
                  <c:v>111629.38340414444</c:v>
                </c:pt>
                <c:pt idx="28">
                  <c:v>193378.47579250147</c:v>
                </c:pt>
                <c:pt idx="29">
                  <c:v>200419.20773556273</c:v>
                </c:pt>
                <c:pt idx="30">
                  <c:v>192469.3666630233</c:v>
                </c:pt>
                <c:pt idx="31">
                  <c:v>147121.10236579235</c:v>
                </c:pt>
                <c:pt idx="32">
                  <c:v>112969.96864462047</c:v>
                </c:pt>
                <c:pt idx="33">
                  <c:v>48917.21369899353</c:v>
                </c:pt>
                <c:pt idx="34">
                  <c:v>62413.64366817136</c:v>
                </c:pt>
                <c:pt idx="35">
                  <c:v>52802.53990359991</c:v>
                </c:pt>
                <c:pt idx="36">
                  <c:v>45704.582572576124</c:v>
                </c:pt>
                <c:pt idx="37">
                  <c:v>20521.62991702465</c:v>
                </c:pt>
                <c:pt idx="38">
                  <c:v>89606.08237873192</c:v>
                </c:pt>
                <c:pt idx="39">
                  <c:v>32350.39047300306</c:v>
                </c:pt>
                <c:pt idx="40">
                  <c:v>39607.119562242144</c:v>
                </c:pt>
                <c:pt idx="41">
                  <c:v>147664.2732332809</c:v>
                </c:pt>
                <c:pt idx="42">
                  <c:v>193293.79341391005</c:v>
                </c:pt>
                <c:pt idx="43">
                  <c:v>87781.71519122955</c:v>
                </c:pt>
                <c:pt idx="44">
                  <c:v>72744.93436718677</c:v>
                </c:pt>
                <c:pt idx="45">
                  <c:v>128014.09945291029</c:v>
                </c:pt>
                <c:pt idx="46">
                  <c:v>73459.95872370736</c:v>
                </c:pt>
                <c:pt idx="47">
                  <c:v>142004.71607101525</c:v>
                </c:pt>
                <c:pt idx="48">
                  <c:v>106497.84997093567</c:v>
                </c:pt>
                <c:pt idx="49">
                  <c:v>99762.29183175966</c:v>
                </c:pt>
                <c:pt idx="50">
                  <c:v>80500.63876057415</c:v>
                </c:pt>
                <c:pt idx="51">
                  <c:v>124866.62266269508</c:v>
                </c:pt>
                <c:pt idx="52">
                  <c:v>173628.41719213937</c:v>
                </c:pt>
                <c:pt idx="53">
                  <c:v>130994.88416956512</c:v>
                </c:pt>
                <c:pt idx="54">
                  <c:v>138121.2996045974</c:v>
                </c:pt>
                <c:pt idx="55">
                  <c:v>108933.0817140958</c:v>
                </c:pt>
                <c:pt idx="56">
                  <c:v>209337.89964490864</c:v>
                </c:pt>
                <c:pt idx="57">
                  <c:v>154240.55689563949</c:v>
                </c:pt>
                <c:pt idx="58">
                  <c:v>214199.85010707044</c:v>
                </c:pt>
                <c:pt idx="59">
                  <c:v>302890.9786632599</c:v>
                </c:pt>
                <c:pt idx="60">
                  <c:v>231491.88792075668</c:v>
                </c:pt>
                <c:pt idx="61">
                  <c:v>127791.98528464802</c:v>
                </c:pt>
                <c:pt idx="62">
                  <c:v>149187.59828579973</c:v>
                </c:pt>
                <c:pt idx="63">
                  <c:v>171751.82030073606</c:v>
                </c:pt>
                <c:pt idx="64">
                  <c:v>128744.66424659656</c:v>
                </c:pt>
                <c:pt idx="65">
                  <c:v>67123.30927505507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20347.134508499807</c:v>
                </c:pt>
                <c:pt idx="1">
                  <c:v>12337.414370029514</c:v>
                </c:pt>
                <c:pt idx="2">
                  <c:v>15799.824620293752</c:v>
                </c:pt>
                <c:pt idx="3">
                  <c:v>10077.055001539178</c:v>
                </c:pt>
                <c:pt idx="4">
                  <c:v>25258.986219380637</c:v>
                </c:pt>
                <c:pt idx="5">
                  <c:v>11164.316636559548</c:v>
                </c:pt>
                <c:pt idx="6">
                  <c:v>19366.473990713817</c:v>
                </c:pt>
                <c:pt idx="7">
                  <c:v>14135.2013002294</c:v>
                </c:pt>
                <c:pt idx="8">
                  <c:v>628.8615622566064</c:v>
                </c:pt>
                <c:pt idx="9">
                  <c:v>10270.223661258693</c:v>
                </c:pt>
                <c:pt idx="10">
                  <c:v>5087.343804801072</c:v>
                </c:pt>
                <c:pt idx="11">
                  <c:v>3074.8291785621323</c:v>
                </c:pt>
                <c:pt idx="12">
                  <c:v>15403.002023606892</c:v>
                </c:pt>
                <c:pt idx="13">
                  <c:v>13337.756533245698</c:v>
                </c:pt>
                <c:pt idx="14">
                  <c:v>23911.748458008704</c:v>
                </c:pt>
                <c:pt idx="15">
                  <c:v>27035.09616390293</c:v>
                </c:pt>
                <c:pt idx="16">
                  <c:v>19445.23945810068</c:v>
                </c:pt>
                <c:pt idx="17">
                  <c:v>25552.89955626153</c:v>
                </c:pt>
                <c:pt idx="18">
                  <c:v>28825.559060357027</c:v>
                </c:pt>
                <c:pt idx="19">
                  <c:v>27161.15498378154</c:v>
                </c:pt>
                <c:pt idx="20">
                  <c:v>20019.334389060943</c:v>
                </c:pt>
                <c:pt idx="21">
                  <c:v>22617.531642142876</c:v>
                </c:pt>
                <c:pt idx="22">
                  <c:v>41166.91158907984</c:v>
                </c:pt>
                <c:pt idx="23">
                  <c:v>37847.0648094174</c:v>
                </c:pt>
                <c:pt idx="24">
                  <c:v>1973.443288580715</c:v>
                </c:pt>
                <c:pt idx="25">
                  <c:v>22487.34032318708</c:v>
                </c:pt>
                <c:pt idx="26">
                  <c:v>10889.4369882954</c:v>
                </c:pt>
                <c:pt idx="27">
                  <c:v>331.684721374417</c:v>
                </c:pt>
                <c:pt idx="28">
                  <c:v>27626.40015119355</c:v>
                </c:pt>
                <c:pt idx="29">
                  <c:v>16642.718211839572</c:v>
                </c:pt>
                <c:pt idx="30">
                  <c:v>7733.343247829944</c:v>
                </c:pt>
                <c:pt idx="31">
                  <c:v>23335.27316354674</c:v>
                </c:pt>
                <c:pt idx="32">
                  <c:v>12489.93266587682</c:v>
                </c:pt>
                <c:pt idx="33">
                  <c:v>401.5098035595622</c:v>
                </c:pt>
                <c:pt idx="34">
                  <c:v>46954.379243253796</c:v>
                </c:pt>
                <c:pt idx="35">
                  <c:v>14981.946540315057</c:v>
                </c:pt>
                <c:pt idx="36">
                  <c:v>42021.368497081225</c:v>
                </c:pt>
                <c:pt idx="37">
                  <c:v>10239.44316357063</c:v>
                </c:pt>
                <c:pt idx="38">
                  <c:v>6317.621881864763</c:v>
                </c:pt>
                <c:pt idx="39">
                  <c:v>2709.5515049504756</c:v>
                </c:pt>
                <c:pt idx="40">
                  <c:v>7489.145456242916</c:v>
                </c:pt>
                <c:pt idx="41">
                  <c:v>5.3467203230146945</c:v>
                </c:pt>
                <c:pt idx="42">
                  <c:v>430.2267356582133</c:v>
                </c:pt>
                <c:pt idx="43">
                  <c:v>41962.427174571494</c:v>
                </c:pt>
                <c:pt idx="44">
                  <c:v>2567.844986756936</c:v>
                </c:pt>
                <c:pt idx="45">
                  <c:v>28570.031456466393</c:v>
                </c:pt>
                <c:pt idx="46">
                  <c:v>14611.423922886652</c:v>
                </c:pt>
                <c:pt idx="47">
                  <c:v>5458.266918750625</c:v>
                </c:pt>
                <c:pt idx="48">
                  <c:v>9780.289787549887</c:v>
                </c:pt>
                <c:pt idx="49">
                  <c:v>5256.894986394167</c:v>
                </c:pt>
                <c:pt idx="50">
                  <c:v>13468.492750367483</c:v>
                </c:pt>
                <c:pt idx="51">
                  <c:v>431.6373401590518</c:v>
                </c:pt>
                <c:pt idx="52">
                  <c:v>11846.359551494494</c:v>
                </c:pt>
                <c:pt idx="53">
                  <c:v>6163.681553940513</c:v>
                </c:pt>
                <c:pt idx="54">
                  <c:v>22104.93862885803</c:v>
                </c:pt>
                <c:pt idx="55">
                  <c:v>247.13361970220478</c:v>
                </c:pt>
                <c:pt idx="56">
                  <c:v>17978.52199515122</c:v>
                </c:pt>
                <c:pt idx="57">
                  <c:v>107.51427943224428</c:v>
                </c:pt>
                <c:pt idx="58">
                  <c:v>7527.235978296706</c:v>
                </c:pt>
                <c:pt idx="59">
                  <c:v>25855.622394808124</c:v>
                </c:pt>
                <c:pt idx="60">
                  <c:v>12245.100639780609</c:v>
                </c:pt>
                <c:pt idx="61">
                  <c:v>17750.294419778915</c:v>
                </c:pt>
                <c:pt idx="62">
                  <c:v>6775.309571856538</c:v>
                </c:pt>
                <c:pt idx="63">
                  <c:v>11397.049629305546</c:v>
                </c:pt>
                <c:pt idx="64">
                  <c:v>936.3686896260248</c:v>
                </c:pt>
                <c:pt idx="65">
                  <c:v>22851.59420236069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250.73578032520012</c:v>
                </c:pt>
                <c:pt idx="1">
                  <c:v>15536.60924139425</c:v>
                </c:pt>
                <c:pt idx="2">
                  <c:v>3176.692091700109</c:v>
                </c:pt>
                <c:pt idx="3">
                  <c:v>494.6020410964663</c:v>
                </c:pt>
                <c:pt idx="4">
                  <c:v>3964.865247789594</c:v>
                </c:pt>
                <c:pt idx="5">
                  <c:v>11602.144449442041</c:v>
                </c:pt>
                <c:pt idx="6">
                  <c:v>10326.97398485868</c:v>
                </c:pt>
                <c:pt idx="7">
                  <c:v>22415.154158323887</c:v>
                </c:pt>
                <c:pt idx="8">
                  <c:v>1018.6911236856074</c:v>
                </c:pt>
                <c:pt idx="9">
                  <c:v>484.151647549122</c:v>
                </c:pt>
                <c:pt idx="10">
                  <c:v>6057.854637979956</c:v>
                </c:pt>
                <c:pt idx="11">
                  <c:v>3428.257112381539</c:v>
                </c:pt>
                <c:pt idx="12">
                  <c:v>14036.621679357038</c:v>
                </c:pt>
                <c:pt idx="13">
                  <c:v>1029.50938776761</c:v>
                </c:pt>
                <c:pt idx="14">
                  <c:v>880.4180509116815</c:v>
                </c:pt>
                <c:pt idx="15">
                  <c:v>382.419921196141</c:v>
                </c:pt>
                <c:pt idx="16">
                  <c:v>7695.042628988852</c:v>
                </c:pt>
                <c:pt idx="17">
                  <c:v>148.25429041803648</c:v>
                </c:pt>
                <c:pt idx="18">
                  <c:v>10436.754861557169</c:v>
                </c:pt>
                <c:pt idx="19">
                  <c:v>819.002433048342</c:v>
                </c:pt>
                <c:pt idx="20">
                  <c:v>1943.2634529021564</c:v>
                </c:pt>
                <c:pt idx="21">
                  <c:v>17451.730938096385</c:v>
                </c:pt>
                <c:pt idx="22">
                  <c:v>14868.92380153478</c:v>
                </c:pt>
                <c:pt idx="23">
                  <c:v>617.8997927560628</c:v>
                </c:pt>
                <c:pt idx="24">
                  <c:v>579.5993547336983</c:v>
                </c:pt>
                <c:pt idx="25">
                  <c:v>14104.54075231393</c:v>
                </c:pt>
                <c:pt idx="26">
                  <c:v>2816.896958552419</c:v>
                </c:pt>
                <c:pt idx="27">
                  <c:v>7533.836719527421</c:v>
                </c:pt>
                <c:pt idx="28">
                  <c:v>12406.169980808607</c:v>
                </c:pt>
                <c:pt idx="29">
                  <c:v>6517.687679738503</c:v>
                </c:pt>
                <c:pt idx="30">
                  <c:v>5372.525458682267</c:v>
                </c:pt>
                <c:pt idx="31">
                  <c:v>92.19233914579057</c:v>
                </c:pt>
                <c:pt idx="32">
                  <c:v>212.72252783525758</c:v>
                </c:pt>
                <c:pt idx="33">
                  <c:v>554.7086905624873</c:v>
                </c:pt>
                <c:pt idx="34">
                  <c:v>540.2056558995166</c:v>
                </c:pt>
                <c:pt idx="35">
                  <c:v>15228.579514841751</c:v>
                </c:pt>
                <c:pt idx="36">
                  <c:v>10844.57839878727</c:v>
                </c:pt>
                <c:pt idx="37">
                  <c:v>192.78754504107854</c:v>
                </c:pt>
                <c:pt idx="38">
                  <c:v>136.88570162805652</c:v>
                </c:pt>
                <c:pt idx="39">
                  <c:v>9726.440071323692</c:v>
                </c:pt>
                <c:pt idx="40">
                  <c:v>1032.6114649661029</c:v>
                </c:pt>
                <c:pt idx="41">
                  <c:v>15.518315970556262</c:v>
                </c:pt>
                <c:pt idx="42">
                  <c:v>17666.10712606169</c:v>
                </c:pt>
                <c:pt idx="43">
                  <c:v>2781.0956093047266</c:v>
                </c:pt>
                <c:pt idx="44">
                  <c:v>138.29921651128774</c:v>
                </c:pt>
                <c:pt idx="45">
                  <c:v>5662.534957144941</c:v>
                </c:pt>
                <c:pt idx="46">
                  <c:v>553.708080878693</c:v>
                </c:pt>
                <c:pt idx="47">
                  <c:v>247.67079834826367</c:v>
                </c:pt>
                <c:pt idx="48">
                  <c:v>673.5074923192249</c:v>
                </c:pt>
                <c:pt idx="49">
                  <c:v>3044.1652566297807</c:v>
                </c:pt>
                <c:pt idx="50">
                  <c:v>3289.711137577935</c:v>
                </c:pt>
                <c:pt idx="51">
                  <c:v>15055.1933358297</c:v>
                </c:pt>
                <c:pt idx="52">
                  <c:v>8793.573383955174</c:v>
                </c:pt>
                <c:pt idx="53">
                  <c:v>741.2739573886959</c:v>
                </c:pt>
                <c:pt idx="54">
                  <c:v>157.20002489778693</c:v>
                </c:pt>
                <c:pt idx="55">
                  <c:v>12674.035068185018</c:v>
                </c:pt>
                <c:pt idx="56">
                  <c:v>6328.003672732661</c:v>
                </c:pt>
                <c:pt idx="57">
                  <c:v>1168.8380932362413</c:v>
                </c:pt>
                <c:pt idx="58">
                  <c:v>374.56662597626183</c:v>
                </c:pt>
                <c:pt idx="59">
                  <c:v>12973.627352450576</c:v>
                </c:pt>
                <c:pt idx="60">
                  <c:v>5013.561458918544</c:v>
                </c:pt>
                <c:pt idx="61">
                  <c:v>14362.318961448591</c:v>
                </c:pt>
                <c:pt idx="62">
                  <c:v>22600.840110224948</c:v>
                </c:pt>
                <c:pt idx="63">
                  <c:v>1061.539541690017</c:v>
                </c:pt>
                <c:pt idx="64">
                  <c:v>166.1129688185896</c:v>
                </c:pt>
                <c:pt idx="65">
                  <c:v>12436.436613174646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27294.172712011605</c:v>
                </c:pt>
                <c:pt idx="1">
                  <c:v>-17987.097258668477</c:v>
                </c:pt>
                <c:pt idx="2">
                  <c:v>-15081.466521695427</c:v>
                </c:pt>
                <c:pt idx="3">
                  <c:v>10015.705518016646</c:v>
                </c:pt>
                <c:pt idx="4">
                  <c:v>-914.597761532498</c:v>
                </c:pt>
                <c:pt idx="5">
                  <c:v>-29442.973236229325</c:v>
                </c:pt>
                <c:pt idx="6">
                  <c:v>16701.23013479675</c:v>
                </c:pt>
                <c:pt idx="7">
                  <c:v>-31475.054817411154</c:v>
                </c:pt>
                <c:pt idx="8">
                  <c:v>15770.286449259998</c:v>
                </c:pt>
                <c:pt idx="9">
                  <c:v>19854.445608853704</c:v>
                </c:pt>
                <c:pt idx="10">
                  <c:v>-51108.22346117032</c:v>
                </c:pt>
                <c:pt idx="11">
                  <c:v>869.7564891609338</c:v>
                </c:pt>
                <c:pt idx="12">
                  <c:v>-3346.1949989542372</c:v>
                </c:pt>
                <c:pt idx="13">
                  <c:v>21008.885832969558</c:v>
                </c:pt>
                <c:pt idx="14">
                  <c:v>-24618.021158788863</c:v>
                </c:pt>
                <c:pt idx="15">
                  <c:v>5603.6840140463655</c:v>
                </c:pt>
                <c:pt idx="16">
                  <c:v>-34167.94795631116</c:v>
                </c:pt>
                <c:pt idx="17">
                  <c:v>7112.078039249911</c:v>
                </c:pt>
                <c:pt idx="18">
                  <c:v>28267.533672742386</c:v>
                </c:pt>
                <c:pt idx="19">
                  <c:v>-20038.870606727476</c:v>
                </c:pt>
                <c:pt idx="20">
                  <c:v>4054.0814455875066</c:v>
                </c:pt>
                <c:pt idx="21">
                  <c:v>29369.99926345416</c:v>
                </c:pt>
                <c:pt idx="22">
                  <c:v>-3300.0744473518325</c:v>
                </c:pt>
                <c:pt idx="23">
                  <c:v>6196.213900036729</c:v>
                </c:pt>
                <c:pt idx="24">
                  <c:v>-15082.689293041609</c:v>
                </c:pt>
                <c:pt idx="25">
                  <c:v>-30624.357086701555</c:v>
                </c:pt>
                <c:pt idx="26">
                  <c:v>-14395.189378422598</c:v>
                </c:pt>
                <c:pt idx="27">
                  <c:v>9359.112067181943</c:v>
                </c:pt>
                <c:pt idx="28">
                  <c:v>-3464.3431454898155</c:v>
                </c:pt>
                <c:pt idx="29">
                  <c:v>34770.3690209145</c:v>
                </c:pt>
                <c:pt idx="30">
                  <c:v>27837.441572433636</c:v>
                </c:pt>
                <c:pt idx="31">
                  <c:v>42927.09676212446</c:v>
                </c:pt>
                <c:pt idx="32">
                  <c:v>-21385.889014603767</c:v>
                </c:pt>
                <c:pt idx="33">
                  <c:v>20517.20071816179</c:v>
                </c:pt>
                <c:pt idx="34">
                  <c:v>19857.047163777424</c:v>
                </c:pt>
                <c:pt idx="35">
                  <c:v>46015.62401138999</c:v>
                </c:pt>
                <c:pt idx="36">
                  <c:v>-11800.705103024651</c:v>
                </c:pt>
                <c:pt idx="37">
                  <c:v>-5094.26517224145</c:v>
                </c:pt>
                <c:pt idx="38">
                  <c:v>-27833.428405019295</c:v>
                </c:pt>
                <c:pt idx="39">
                  <c:v>-18056.06161702196</c:v>
                </c:pt>
                <c:pt idx="40">
                  <c:v>-24933.58680171222</c:v>
                </c:pt>
                <c:pt idx="41">
                  <c:v>7669.691738355448</c:v>
                </c:pt>
                <c:pt idx="42">
                  <c:v>-22961.079716732052</c:v>
                </c:pt>
                <c:pt idx="43">
                  <c:v>-33037.68621955486</c:v>
                </c:pt>
                <c:pt idx="44">
                  <c:v>-10273.731551188612</c:v>
                </c:pt>
                <c:pt idx="45">
                  <c:v>-28915.447246152566</c:v>
                </c:pt>
                <c:pt idx="46">
                  <c:v>-48605.37287036746</c:v>
                </c:pt>
                <c:pt idx="47">
                  <c:v>-24005.5405325196</c:v>
                </c:pt>
                <c:pt idx="48">
                  <c:v>-38570.47287694154</c:v>
                </c:pt>
                <c:pt idx="49">
                  <c:v>-27798.396242924216</c:v>
                </c:pt>
                <c:pt idx="50">
                  <c:v>2738.1189682311942</c:v>
                </c:pt>
                <c:pt idx="51">
                  <c:v>25721.43889788695</c:v>
                </c:pt>
                <c:pt idx="52">
                  <c:v>-52946.617961814234</c:v>
                </c:pt>
                <c:pt idx="53">
                  <c:v>7862.873956919133</c:v>
                </c:pt>
                <c:pt idx="54">
                  <c:v>22429.019085822874</c:v>
                </c:pt>
                <c:pt idx="55">
                  <c:v>1889.1921992845125</c:v>
                </c:pt>
                <c:pt idx="56">
                  <c:v>7332.624609458668</c:v>
                </c:pt>
                <c:pt idx="57">
                  <c:v>-17805.309221976353</c:v>
                </c:pt>
                <c:pt idx="58">
                  <c:v>14613.253692603023</c:v>
                </c:pt>
                <c:pt idx="59">
                  <c:v>-19084.04092843191</c:v>
                </c:pt>
                <c:pt idx="60">
                  <c:v>-22978.3014450127</c:v>
                </c:pt>
                <c:pt idx="61">
                  <c:v>-45177.849120409686</c:v>
                </c:pt>
                <c:pt idx="62">
                  <c:v>-12976.183665661763</c:v>
                </c:pt>
                <c:pt idx="63">
                  <c:v>25983.257157090786</c:v>
                </c:pt>
                <c:pt idx="64">
                  <c:v>-28555.849072961493</c:v>
                </c:pt>
                <c:pt idx="65">
                  <c:v>-14269.736610446153</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20650.38707830394</c:v>
                </c:pt>
                <c:pt idx="1">
                  <c:v>12756.668759473005</c:v>
                </c:pt>
                <c:pt idx="2">
                  <c:v>19964.184115275788</c:v>
                </c:pt>
                <c:pt idx="3">
                  <c:v>17286.77913657853</c:v>
                </c:pt>
                <c:pt idx="4">
                  <c:v>15756.96810781856</c:v>
                </c:pt>
                <c:pt idx="5">
                  <c:v>10561.239392527517</c:v>
                </c:pt>
                <c:pt idx="6">
                  <c:v>1153.6741461645397</c:v>
                </c:pt>
                <c:pt idx="7">
                  <c:v>6489.5981349647745</c:v>
                </c:pt>
                <c:pt idx="8">
                  <c:v>7072.730269880463</c:v>
                </c:pt>
                <c:pt idx="9">
                  <c:v>12487.94435156847</c:v>
                </c:pt>
                <c:pt idx="10">
                  <c:v>9725.970282511973</c:v>
                </c:pt>
                <c:pt idx="11">
                  <c:v>10267.253933789496</c:v>
                </c:pt>
                <c:pt idx="12">
                  <c:v>12583.921573600948</c:v>
                </c:pt>
                <c:pt idx="13">
                  <c:v>16983.49161170107</c:v>
                </c:pt>
                <c:pt idx="14">
                  <c:v>21685.165036555714</c:v>
                </c:pt>
                <c:pt idx="15">
                  <c:v>12944.941541508048</c:v>
                </c:pt>
                <c:pt idx="16">
                  <c:v>13438.719188201489</c:v>
                </c:pt>
                <c:pt idx="17">
                  <c:v>12726.427121197288</c:v>
                </c:pt>
                <c:pt idx="18">
                  <c:v>15781.523029445365</c:v>
                </c:pt>
                <c:pt idx="19">
                  <c:v>24088.192527696592</c:v>
                </c:pt>
                <c:pt idx="20">
                  <c:v>17712.011004000808</c:v>
                </c:pt>
                <c:pt idx="21">
                  <c:v>16944.344418365836</c:v>
                </c:pt>
                <c:pt idx="22">
                  <c:v>26790.035401568428</c:v>
                </c:pt>
                <c:pt idx="23">
                  <c:v>8826.469193535835</c:v>
                </c:pt>
                <c:pt idx="24">
                  <c:v>27005.176373812625</c:v>
                </c:pt>
                <c:pt idx="25">
                  <c:v>19522.340685786017</c:v>
                </c:pt>
                <c:pt idx="26">
                  <c:v>21113.621229444994</c:v>
                </c:pt>
                <c:pt idx="27">
                  <c:v>10636.579351764374</c:v>
                </c:pt>
                <c:pt idx="28">
                  <c:v>16348.441929611248</c:v>
                </c:pt>
                <c:pt idx="29">
                  <c:v>20654.69539165214</c:v>
                </c:pt>
                <c:pt idx="30">
                  <c:v>11339.106459040926</c:v>
                </c:pt>
                <c:pt idx="31">
                  <c:v>16384.562898910637</c:v>
                </c:pt>
                <c:pt idx="32">
                  <c:v>7670.404599113709</c:v>
                </c:pt>
                <c:pt idx="33">
                  <c:v>15866.510537602304</c:v>
                </c:pt>
                <c:pt idx="34">
                  <c:v>15091.91071877224</c:v>
                </c:pt>
                <c:pt idx="35">
                  <c:v>14252.382565459191</c:v>
                </c:pt>
                <c:pt idx="36">
                  <c:v>13465.697930189614</c:v>
                </c:pt>
                <c:pt idx="37">
                  <c:v>13530.893296798595</c:v>
                </c:pt>
                <c:pt idx="38">
                  <c:v>11849.182085660734</c:v>
                </c:pt>
                <c:pt idx="39">
                  <c:v>18251.67868170587</c:v>
                </c:pt>
                <c:pt idx="40">
                  <c:v>19783.024649172105</c:v>
                </c:pt>
                <c:pt idx="41">
                  <c:v>24850.965224488882</c:v>
                </c:pt>
                <c:pt idx="42">
                  <c:v>23179.39787616504</c:v>
                </c:pt>
                <c:pt idx="43">
                  <c:v>12053.43461807437</c:v>
                </c:pt>
                <c:pt idx="44">
                  <c:v>12448.408655257363</c:v>
                </c:pt>
                <c:pt idx="45">
                  <c:v>13315.990088916735</c:v>
                </c:pt>
                <c:pt idx="46">
                  <c:v>12756.216413485792</c:v>
                </c:pt>
                <c:pt idx="47">
                  <c:v>14123.581425529694</c:v>
                </c:pt>
                <c:pt idx="48">
                  <c:v>26699.130472631856</c:v>
                </c:pt>
                <c:pt idx="49">
                  <c:v>19799.811221256427</c:v>
                </c:pt>
                <c:pt idx="50">
                  <c:v>7381.051987370825</c:v>
                </c:pt>
                <c:pt idx="51">
                  <c:v>23347.594728466906</c:v>
                </c:pt>
                <c:pt idx="52">
                  <c:v>22693.025893932474</c:v>
                </c:pt>
                <c:pt idx="53">
                  <c:v>20152.978166115536</c:v>
                </c:pt>
                <c:pt idx="54">
                  <c:v>11958.664209118902</c:v>
                </c:pt>
                <c:pt idx="55">
                  <c:v>15600.399806478981</c:v>
                </c:pt>
                <c:pt idx="56">
                  <c:v>28292.617052739097</c:v>
                </c:pt>
                <c:pt idx="57">
                  <c:v>19520.713859659307</c:v>
                </c:pt>
                <c:pt idx="58">
                  <c:v>21148.952510350675</c:v>
                </c:pt>
                <c:pt idx="59">
                  <c:v>37853.85175702357</c:v>
                </c:pt>
                <c:pt idx="60">
                  <c:v>21892.587357332748</c:v>
                </c:pt>
                <c:pt idx="61">
                  <c:v>30392.048462377414</c:v>
                </c:pt>
                <c:pt idx="62">
                  <c:v>19880.412689675</c:v>
                </c:pt>
                <c:pt idx="63">
                  <c:v>14833.402361825045</c:v>
                </c:pt>
                <c:pt idx="64">
                  <c:v>30153.019890821786</c:v>
                </c:pt>
                <c:pt idx="65">
                  <c:v>9428.115683082373</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106848.33719801102</c:v>
                </c:pt>
                <c:pt idx="1">
                  <c:v>90537.11131690186</c:v>
                </c:pt>
                <c:pt idx="2">
                  <c:v>111422.05775040419</c:v>
                </c:pt>
                <c:pt idx="3">
                  <c:v>110706.3389482627</c:v>
                </c:pt>
                <c:pt idx="4">
                  <c:v>113539.91478284818</c:v>
                </c:pt>
                <c:pt idx="5">
                  <c:v>127312.68344721537</c:v>
                </c:pt>
                <c:pt idx="6">
                  <c:v>82980.27715129923</c:v>
                </c:pt>
                <c:pt idx="7">
                  <c:v>188282.72078537018</c:v>
                </c:pt>
                <c:pt idx="8">
                  <c:v>128249.14675434932</c:v>
                </c:pt>
                <c:pt idx="9">
                  <c:v>124986.7208733244</c:v>
                </c:pt>
                <c:pt idx="10">
                  <c:v>130144.46028478541</c:v>
                </c:pt>
                <c:pt idx="11">
                  <c:v>123460.63416116739</c:v>
                </c:pt>
                <c:pt idx="12">
                  <c:v>180600.87897221287</c:v>
                </c:pt>
                <c:pt idx="13">
                  <c:v>167166.38758558178</c:v>
                </c:pt>
                <c:pt idx="14">
                  <c:v>140358.51348461</c:v>
                </c:pt>
                <c:pt idx="15">
                  <c:v>142467.9286098248</c:v>
                </c:pt>
                <c:pt idx="16">
                  <c:v>142602.5333695955</c:v>
                </c:pt>
                <c:pt idx="17">
                  <c:v>122701.8911229484</c:v>
                </c:pt>
                <c:pt idx="18">
                  <c:v>127747.23738684882</c:v>
                </c:pt>
                <c:pt idx="19">
                  <c:v>138701.07199997685</c:v>
                </c:pt>
                <c:pt idx="20">
                  <c:v>69156.24538124944</c:v>
                </c:pt>
                <c:pt idx="21">
                  <c:v>147801.42434343378</c:v>
                </c:pt>
                <c:pt idx="22">
                  <c:v>191897.66520862657</c:v>
                </c:pt>
                <c:pt idx="23">
                  <c:v>130567.43660611963</c:v>
                </c:pt>
                <c:pt idx="24">
                  <c:v>86709.56652019115</c:v>
                </c:pt>
                <c:pt idx="25">
                  <c:v>100193.91363461282</c:v>
                </c:pt>
                <c:pt idx="26">
                  <c:v>131077.48554777147</c:v>
                </c:pt>
                <c:pt idx="27">
                  <c:v>104073.79159968186</c:v>
                </c:pt>
                <c:pt idx="28">
                  <c:v>111841.38133435803</c:v>
                </c:pt>
                <c:pt idx="29">
                  <c:v>93075.92143880032</c:v>
                </c:pt>
                <c:pt idx="30">
                  <c:v>100807.25446951404</c:v>
                </c:pt>
                <c:pt idx="31">
                  <c:v>118877.5627045791</c:v>
                </c:pt>
                <c:pt idx="32">
                  <c:v>112248.65201044007</c:v>
                </c:pt>
                <c:pt idx="33">
                  <c:v>95768.08095012273</c:v>
                </c:pt>
                <c:pt idx="34">
                  <c:v>62243.869250512</c:v>
                </c:pt>
                <c:pt idx="35">
                  <c:v>82104.3551816954</c:v>
                </c:pt>
                <c:pt idx="36">
                  <c:v>97205.4672939628</c:v>
                </c:pt>
                <c:pt idx="37">
                  <c:v>58514.100133461114</c:v>
                </c:pt>
                <c:pt idx="38">
                  <c:v>31193.240705263102</c:v>
                </c:pt>
                <c:pt idx="39">
                  <c:v>97170.5439582964</c:v>
                </c:pt>
                <c:pt idx="40">
                  <c:v>127415.38758241468</c:v>
                </c:pt>
                <c:pt idx="41">
                  <c:v>106198.66636566355</c:v>
                </c:pt>
                <c:pt idx="42">
                  <c:v>153206.31828959048</c:v>
                </c:pt>
                <c:pt idx="43">
                  <c:v>121924.25577281824</c:v>
                </c:pt>
                <c:pt idx="44">
                  <c:v>110212.96155326146</c:v>
                </c:pt>
                <c:pt idx="45">
                  <c:v>121588.96804097688</c:v>
                </c:pt>
                <c:pt idx="46">
                  <c:v>81131.30650994276</c:v>
                </c:pt>
                <c:pt idx="47">
                  <c:v>118333.80304727741</c:v>
                </c:pt>
                <c:pt idx="48">
                  <c:v>130308.26634286196</c:v>
                </c:pt>
                <c:pt idx="49">
                  <c:v>77218.23981093934</c:v>
                </c:pt>
                <c:pt idx="50">
                  <c:v>77592.62124098776</c:v>
                </c:pt>
                <c:pt idx="51">
                  <c:v>85953.98263713814</c:v>
                </c:pt>
                <c:pt idx="52">
                  <c:v>74756.25517266226</c:v>
                </c:pt>
                <c:pt idx="53">
                  <c:v>91643.50643049524</c:v>
                </c:pt>
                <c:pt idx="54">
                  <c:v>102826.4147698613</c:v>
                </c:pt>
                <c:pt idx="55">
                  <c:v>62932.78047679843</c:v>
                </c:pt>
                <c:pt idx="56">
                  <c:v>61653.80398892517</c:v>
                </c:pt>
                <c:pt idx="57">
                  <c:v>57252.283158090984</c:v>
                </c:pt>
                <c:pt idx="58">
                  <c:v>53571.78938412229</c:v>
                </c:pt>
                <c:pt idx="59">
                  <c:v>125520.67433650613</c:v>
                </c:pt>
                <c:pt idx="60">
                  <c:v>96081.60468901228</c:v>
                </c:pt>
                <c:pt idx="61">
                  <c:v>59204.73657689724</c:v>
                </c:pt>
                <c:pt idx="62">
                  <c:v>101395.54198022996</c:v>
                </c:pt>
                <c:pt idx="63">
                  <c:v>68747.66962287192</c:v>
                </c:pt>
                <c:pt idx="64">
                  <c:v>77160.12443381186</c:v>
                </c:pt>
                <c:pt idx="65">
                  <c:v>84978.66918990941</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20068.388723275268</c:v>
                </c:pt>
                <c:pt idx="1">
                  <c:v>33861.62186285497</c:v>
                </c:pt>
                <c:pt idx="2">
                  <c:v>21884.18660286022</c:v>
                </c:pt>
                <c:pt idx="3">
                  <c:v>8805.453749641372</c:v>
                </c:pt>
                <c:pt idx="4">
                  <c:v>24324.793108044058</c:v>
                </c:pt>
                <c:pt idx="5">
                  <c:v>14854.686420506434</c:v>
                </c:pt>
                <c:pt idx="6">
                  <c:v>19751.169509082247</c:v>
                </c:pt>
                <c:pt idx="7">
                  <c:v>18496.382785465266</c:v>
                </c:pt>
                <c:pt idx="8">
                  <c:v>24940.648651457883</c:v>
                </c:pt>
                <c:pt idx="9">
                  <c:v>15617.058655384644</c:v>
                </c:pt>
                <c:pt idx="10">
                  <c:v>13297.495633397903</c:v>
                </c:pt>
                <c:pt idx="11">
                  <c:v>16272.398076705198</c:v>
                </c:pt>
                <c:pt idx="12">
                  <c:v>31462.516673356462</c:v>
                </c:pt>
                <c:pt idx="13">
                  <c:v>23329.87233725119</c:v>
                </c:pt>
                <c:pt idx="14">
                  <c:v>27962.73750697081</c:v>
                </c:pt>
                <c:pt idx="15">
                  <c:v>18180.01674024562</c:v>
                </c:pt>
                <c:pt idx="16">
                  <c:v>14164.78022089978</c:v>
                </c:pt>
                <c:pt idx="17">
                  <c:v>11937.738274241523</c:v>
                </c:pt>
                <c:pt idx="18">
                  <c:v>14260.286990009623</c:v>
                </c:pt>
                <c:pt idx="19">
                  <c:v>27667.797601825612</c:v>
                </c:pt>
                <c:pt idx="20">
                  <c:v>28498.750226524342</c:v>
                </c:pt>
                <c:pt idx="21">
                  <c:v>17443.909178088896</c:v>
                </c:pt>
                <c:pt idx="22">
                  <c:v>25954.939957675626</c:v>
                </c:pt>
                <c:pt idx="23">
                  <c:v>18247.93501038964</c:v>
                </c:pt>
                <c:pt idx="24">
                  <c:v>30225.44174421234</c:v>
                </c:pt>
                <c:pt idx="25">
                  <c:v>18127.457748242534</c:v>
                </c:pt>
                <c:pt idx="26">
                  <c:v>13847.110215898174</c:v>
                </c:pt>
                <c:pt idx="27">
                  <c:v>20583.45894338543</c:v>
                </c:pt>
                <c:pt idx="28">
                  <c:v>26777.113805168654</c:v>
                </c:pt>
                <c:pt idx="29">
                  <c:v>15365.355793876934</c:v>
                </c:pt>
                <c:pt idx="30">
                  <c:v>19881.581360382523</c:v>
                </c:pt>
                <c:pt idx="31">
                  <c:v>18820.026656194008</c:v>
                </c:pt>
                <c:pt idx="32">
                  <c:v>22427.070297028655</c:v>
                </c:pt>
                <c:pt idx="33">
                  <c:v>29310.692166165787</c:v>
                </c:pt>
                <c:pt idx="34">
                  <c:v>30118.277986267563</c:v>
                </c:pt>
                <c:pt idx="35">
                  <c:v>26133.408852702705</c:v>
                </c:pt>
                <c:pt idx="36">
                  <c:v>9853.164984251362</c:v>
                </c:pt>
                <c:pt idx="37">
                  <c:v>12967.736553008916</c:v>
                </c:pt>
                <c:pt idx="38">
                  <c:v>20395.310597102172</c:v>
                </c:pt>
                <c:pt idx="39">
                  <c:v>22255.31419857153</c:v>
                </c:pt>
                <c:pt idx="40">
                  <c:v>21070.71892401491</c:v>
                </c:pt>
                <c:pt idx="41">
                  <c:v>17442.8216436476</c:v>
                </c:pt>
                <c:pt idx="42">
                  <c:v>28381.965886753376</c:v>
                </c:pt>
                <c:pt idx="43">
                  <c:v>16101.999459625704</c:v>
                </c:pt>
                <c:pt idx="44">
                  <c:v>20942.46498022863</c:v>
                </c:pt>
                <c:pt idx="45">
                  <c:v>36105.41764730606</c:v>
                </c:pt>
                <c:pt idx="46">
                  <c:v>23711.319614847424</c:v>
                </c:pt>
                <c:pt idx="47">
                  <c:v>16220.544624135435</c:v>
                </c:pt>
                <c:pt idx="48">
                  <c:v>20057.361075820627</c:v>
                </c:pt>
                <c:pt idx="49">
                  <c:v>22535.980810963225</c:v>
                </c:pt>
                <c:pt idx="50">
                  <c:v>19102.58239895513</c:v>
                </c:pt>
                <c:pt idx="51">
                  <c:v>24993.522904957943</c:v>
                </c:pt>
                <c:pt idx="52">
                  <c:v>16432.407601792984</c:v>
                </c:pt>
                <c:pt idx="53">
                  <c:v>4407.8800507480755</c:v>
                </c:pt>
                <c:pt idx="54">
                  <c:v>17638.062349716365</c:v>
                </c:pt>
                <c:pt idx="55">
                  <c:v>21009.22048216991</c:v>
                </c:pt>
                <c:pt idx="56">
                  <c:v>25405.74137600029</c:v>
                </c:pt>
                <c:pt idx="57">
                  <c:v>15547.109212954729</c:v>
                </c:pt>
                <c:pt idx="58">
                  <c:v>12489.23663473036</c:v>
                </c:pt>
                <c:pt idx="59">
                  <c:v>22766.553481473016</c:v>
                </c:pt>
                <c:pt idx="60">
                  <c:v>27209.994759526624</c:v>
                </c:pt>
                <c:pt idx="61">
                  <c:v>13737.647332705552</c:v>
                </c:pt>
                <c:pt idx="62">
                  <c:v>22395.143934443346</c:v>
                </c:pt>
                <c:pt idx="63">
                  <c:v>7710.421661892565</c:v>
                </c:pt>
                <c:pt idx="64">
                  <c:v>12497.367152549463</c:v>
                </c:pt>
                <c:pt idx="65">
                  <c:v>13304.274934005545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9820.109964830359</c:v>
                </c:pt>
                <c:pt idx="1">
                  <c:v>8270.272731872687</c:v>
                </c:pt>
                <c:pt idx="2">
                  <c:v>10783.717103900974</c:v>
                </c:pt>
                <c:pt idx="3">
                  <c:v>4623.409912879766</c:v>
                </c:pt>
                <c:pt idx="4">
                  <c:v>2932.2055300752763</c:v>
                </c:pt>
                <c:pt idx="5">
                  <c:v>5183.904068005205</c:v>
                </c:pt>
                <c:pt idx="6">
                  <c:v>2947.8401067202562</c:v>
                </c:pt>
                <c:pt idx="7">
                  <c:v>12177.615664154227</c:v>
                </c:pt>
                <c:pt idx="8">
                  <c:v>2553.887277729177</c:v>
                </c:pt>
                <c:pt idx="9">
                  <c:v>584.3227706951143</c:v>
                </c:pt>
                <c:pt idx="10">
                  <c:v>2673.7729485954474</c:v>
                </c:pt>
                <c:pt idx="11">
                  <c:v>2144.8425975436726</c:v>
                </c:pt>
                <c:pt idx="12">
                  <c:v>4205.769465599959</c:v>
                </c:pt>
                <c:pt idx="13">
                  <c:v>8782.832483318292</c:v>
                </c:pt>
                <c:pt idx="14">
                  <c:v>5924.738648386407</c:v>
                </c:pt>
                <c:pt idx="15">
                  <c:v>12391.643524397106</c:v>
                </c:pt>
                <c:pt idx="16">
                  <c:v>671.4570686134324</c:v>
                </c:pt>
                <c:pt idx="17">
                  <c:v>8600.29367592925</c:v>
                </c:pt>
                <c:pt idx="18">
                  <c:v>3763.750047148187</c:v>
                </c:pt>
                <c:pt idx="19">
                  <c:v>14054.236010777575</c:v>
                </c:pt>
                <c:pt idx="20">
                  <c:v>11281.505147596676</c:v>
                </c:pt>
                <c:pt idx="21">
                  <c:v>8203.458949697473</c:v>
                </c:pt>
                <c:pt idx="22">
                  <c:v>14815.81795189594</c:v>
                </c:pt>
                <c:pt idx="23">
                  <c:v>3419.8675866384538</c:v>
                </c:pt>
                <c:pt idx="24">
                  <c:v>15573.247266305243</c:v>
                </c:pt>
                <c:pt idx="25">
                  <c:v>14146.471394621285</c:v>
                </c:pt>
                <c:pt idx="26">
                  <c:v>11640.305454464376</c:v>
                </c:pt>
                <c:pt idx="27">
                  <c:v>886.3162872561064</c:v>
                </c:pt>
                <c:pt idx="28">
                  <c:v>7235.633671896611</c:v>
                </c:pt>
                <c:pt idx="29">
                  <c:v>6225.071702881192</c:v>
                </c:pt>
                <c:pt idx="30">
                  <c:v>10742.42954528017</c:v>
                </c:pt>
                <c:pt idx="31">
                  <c:v>7069.143295379829</c:v>
                </c:pt>
                <c:pt idx="32">
                  <c:v>5423.264836283607</c:v>
                </c:pt>
                <c:pt idx="33">
                  <c:v>7945.254894777347</c:v>
                </c:pt>
                <c:pt idx="34">
                  <c:v>11674.370580963225</c:v>
                </c:pt>
                <c:pt idx="35">
                  <c:v>6827.458351758868</c:v>
                </c:pt>
                <c:pt idx="36">
                  <c:v>10616.697192872203</c:v>
                </c:pt>
                <c:pt idx="37">
                  <c:v>7671.418176832798</c:v>
                </c:pt>
                <c:pt idx="38">
                  <c:v>6007.428037374684</c:v>
                </c:pt>
                <c:pt idx="39">
                  <c:v>8426.985369809852</c:v>
                </c:pt>
                <c:pt idx="40">
                  <c:v>1058.9162009092984</c:v>
                </c:pt>
                <c:pt idx="41">
                  <c:v>11934.03633608394</c:v>
                </c:pt>
                <c:pt idx="42">
                  <c:v>15015.220552982046</c:v>
                </c:pt>
                <c:pt idx="43">
                  <c:v>6039.540686894192</c:v>
                </c:pt>
                <c:pt idx="44">
                  <c:v>12229.237233495922</c:v>
                </c:pt>
                <c:pt idx="45">
                  <c:v>13085.727918602672</c:v>
                </c:pt>
                <c:pt idx="46">
                  <c:v>1991.281900177994</c:v>
                </c:pt>
                <c:pt idx="47">
                  <c:v>9426.130276799711</c:v>
                </c:pt>
                <c:pt idx="48">
                  <c:v>7010.9512233598025</c:v>
                </c:pt>
                <c:pt idx="49">
                  <c:v>4192.748464751625</c:v>
                </c:pt>
                <c:pt idx="50">
                  <c:v>15655.033138346947</c:v>
                </c:pt>
                <c:pt idx="51">
                  <c:v>3842.436505598693</c:v>
                </c:pt>
                <c:pt idx="52">
                  <c:v>10255.707821671405</c:v>
                </c:pt>
                <c:pt idx="53">
                  <c:v>12075.956986175781</c:v>
                </c:pt>
                <c:pt idx="54">
                  <c:v>13242.473897513808</c:v>
                </c:pt>
                <c:pt idx="55">
                  <c:v>3699.106400797984</c:v>
                </c:pt>
                <c:pt idx="56">
                  <c:v>14689.547372556315</c:v>
                </c:pt>
                <c:pt idx="57">
                  <c:v>1034.0412822482003</c:v>
                </c:pt>
                <c:pt idx="58">
                  <c:v>2566.76917316505</c:v>
                </c:pt>
                <c:pt idx="59">
                  <c:v>21996.30547146788</c:v>
                </c:pt>
                <c:pt idx="60">
                  <c:v>8670.644903052294</c:v>
                </c:pt>
                <c:pt idx="61">
                  <c:v>6153.958803535854</c:v>
                </c:pt>
                <c:pt idx="62">
                  <c:v>13267.072898218947</c:v>
                </c:pt>
                <c:pt idx="63">
                  <c:v>10074.791051749911</c:v>
                </c:pt>
                <c:pt idx="64">
                  <c:v>6322.036410779805</c:v>
                </c:pt>
                <c:pt idx="65">
                  <c:v>10059.069621397528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-9589.424217155241</c:v>
                </c:pt>
                <c:pt idx="1">
                  <c:v>-4055.546503051124</c:v>
                </c:pt>
                <c:pt idx="2">
                  <c:v>-5499.733837131354</c:v>
                </c:pt>
                <c:pt idx="3">
                  <c:v>-7629.314615927773</c:v>
                </c:pt>
                <c:pt idx="4">
                  <c:v>-9416.462340318662</c:v>
                </c:pt>
                <c:pt idx="5">
                  <c:v>-4835.3236125791655</c:v>
                </c:pt>
                <c:pt idx="6">
                  <c:v>-4845.943490028506</c:v>
                </c:pt>
                <c:pt idx="7">
                  <c:v>-5119.180955679077</c:v>
                </c:pt>
                <c:pt idx="8">
                  <c:v>-7836.079999536935</c:v>
                </c:pt>
                <c:pt idx="9">
                  <c:v>-5994.767286596267</c:v>
                </c:pt>
                <c:pt idx="10">
                  <c:v>-7409.369740754106</c:v>
                </c:pt>
                <c:pt idx="11">
                  <c:v>-3062.2444946397554</c:v>
                </c:pt>
                <c:pt idx="12">
                  <c:v>-9861.591582990925</c:v>
                </c:pt>
                <c:pt idx="13">
                  <c:v>-6730.278604164404</c:v>
                </c:pt>
                <c:pt idx="14">
                  <c:v>-7436.817534838159</c:v>
                </c:pt>
                <c:pt idx="15">
                  <c:v>-6805.010762464197</c:v>
                </c:pt>
                <c:pt idx="16">
                  <c:v>-7843.380838662816</c:v>
                </c:pt>
                <c:pt idx="17">
                  <c:v>-5116.693582484762</c:v>
                </c:pt>
                <c:pt idx="18">
                  <c:v>-4870.3622937703085</c:v>
                </c:pt>
                <c:pt idx="19">
                  <c:v>-6208.86984234502</c:v>
                </c:pt>
                <c:pt idx="20">
                  <c:v>-1836.9449179523779</c:v>
                </c:pt>
                <c:pt idx="21">
                  <c:v>-6157.2556743391315</c:v>
                </c:pt>
                <c:pt idx="22">
                  <c:v>-6116.834891353299</c:v>
                </c:pt>
                <c:pt idx="23">
                  <c:v>-1077.8906178875673</c:v>
                </c:pt>
                <c:pt idx="24">
                  <c:v>-6426.887791429445</c:v>
                </c:pt>
                <c:pt idx="25">
                  <c:v>-3918.3820855287577</c:v>
                </c:pt>
                <c:pt idx="26">
                  <c:v>-9413.897465578828</c:v>
                </c:pt>
                <c:pt idx="27">
                  <c:v>-1460.110732381377</c:v>
                </c:pt>
                <c:pt idx="28">
                  <c:v>-4698.27446554939</c:v>
                </c:pt>
                <c:pt idx="29">
                  <c:v>-9923.25772870301</c:v>
                </c:pt>
                <c:pt idx="30">
                  <c:v>-5077.183959289849</c:v>
                </c:pt>
                <c:pt idx="31">
                  <c:v>-8905.97059084012</c:v>
                </c:pt>
                <c:pt idx="32">
                  <c:v>-6509.9978366249625</c:v>
                </c:pt>
                <c:pt idx="33">
                  <c:v>-9200.81052422676</c:v>
                </c:pt>
                <c:pt idx="34">
                  <c:v>-9712.184888985339</c:v>
                </c:pt>
                <c:pt idx="35">
                  <c:v>-7321.59280378622</c:v>
                </c:pt>
                <c:pt idx="36">
                  <c:v>-8024.0546000967715</c:v>
                </c:pt>
                <c:pt idx="37">
                  <c:v>-4152.312009843813</c:v>
                </c:pt>
                <c:pt idx="38">
                  <c:v>-3533.281645075507</c:v>
                </c:pt>
                <c:pt idx="39">
                  <c:v>-4648.16739144361</c:v>
                </c:pt>
                <c:pt idx="40">
                  <c:v>-8308.890330051461</c:v>
                </c:pt>
                <c:pt idx="41">
                  <c:v>-9615.455661842594</c:v>
                </c:pt>
                <c:pt idx="42">
                  <c:v>-13936.980241894267</c:v>
                </c:pt>
                <c:pt idx="43">
                  <c:v>-9918.445755303188</c:v>
                </c:pt>
                <c:pt idx="44">
                  <c:v>-7600.793484891355</c:v>
                </c:pt>
                <c:pt idx="45">
                  <c:v>-8758.887339496949</c:v>
                </c:pt>
                <c:pt idx="46">
                  <c:v>-7545.341621375758</c:v>
                </c:pt>
                <c:pt idx="47">
                  <c:v>-7006.973514769954</c:v>
                </c:pt>
                <c:pt idx="48">
                  <c:v>-5692.311796087182</c:v>
                </c:pt>
                <c:pt idx="49">
                  <c:v>-8372.406748853065</c:v>
                </c:pt>
                <c:pt idx="50">
                  <c:v>-11301.7379213835</c:v>
                </c:pt>
                <c:pt idx="51">
                  <c:v>-13904.863855287944</c:v>
                </c:pt>
                <c:pt idx="52">
                  <c:v>-2826.604559934304</c:v>
                </c:pt>
                <c:pt idx="53">
                  <c:v>-2335.172692188511</c:v>
                </c:pt>
                <c:pt idx="54">
                  <c:v>-12377.322352823383</c:v>
                </c:pt>
                <c:pt idx="55">
                  <c:v>-5273.986289672005</c:v>
                </c:pt>
                <c:pt idx="56">
                  <c:v>-3905.8889860070344</c:v>
                </c:pt>
                <c:pt idx="57">
                  <c:v>-8911.527050490982</c:v>
                </c:pt>
                <c:pt idx="58">
                  <c:v>-8264.69400205886</c:v>
                </c:pt>
                <c:pt idx="59">
                  <c:v>-15591.445737012687</c:v>
                </c:pt>
                <c:pt idx="60">
                  <c:v>-11598.903134753966</c:v>
                </c:pt>
                <c:pt idx="61">
                  <c:v>-9261.425289477405</c:v>
                </c:pt>
                <c:pt idx="62">
                  <c:v>-8368.067549681098</c:v>
                </c:pt>
                <c:pt idx="63">
                  <c:v>-13318.163685568215</c:v>
                </c:pt>
                <c:pt idx="64">
                  <c:v>-3466.3768357498006</c:v>
                </c:pt>
                <c:pt idx="65">
                  <c:v>-9111.847607880361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3412.060729285607</c:v>
                </c:pt>
                <c:pt idx="1">
                  <c:v>4122.898944767975</c:v>
                </c:pt>
                <c:pt idx="2">
                  <c:v>6482.370211049978</c:v>
                </c:pt>
                <c:pt idx="3">
                  <c:v>7855.083246493049</c:v>
                </c:pt>
                <c:pt idx="4">
                  <c:v>4157.224233244231</c:v>
                </c:pt>
                <c:pt idx="5">
                  <c:v>6658.85223466622</c:v>
                </c:pt>
                <c:pt idx="6">
                  <c:v>1957.1800205292511</c:v>
                </c:pt>
                <c:pt idx="7">
                  <c:v>5583.814286748034</c:v>
                </c:pt>
                <c:pt idx="8">
                  <c:v>3272.4682926035644</c:v>
                </c:pt>
                <c:pt idx="9">
                  <c:v>5063.137014657532</c:v>
                </c:pt>
                <c:pt idx="10">
                  <c:v>8101.780179242835</c:v>
                </c:pt>
                <c:pt idx="11">
                  <c:v>5606.031484600179</c:v>
                </c:pt>
                <c:pt idx="12">
                  <c:v>7226.888571378367</c:v>
                </c:pt>
                <c:pt idx="13">
                  <c:v>4329.043755064122</c:v>
                </c:pt>
                <c:pt idx="14">
                  <c:v>6915.280320765724</c:v>
                </c:pt>
                <c:pt idx="15">
                  <c:v>5549.419074683434</c:v>
                </c:pt>
                <c:pt idx="16">
                  <c:v>6046.479370485503</c:v>
                </c:pt>
                <c:pt idx="17">
                  <c:v>3166.580386043545</c:v>
                </c:pt>
                <c:pt idx="18">
                  <c:v>3228.147635506575</c:v>
                </c:pt>
                <c:pt idx="19">
                  <c:v>1876.3002031883311</c:v>
                </c:pt>
                <c:pt idx="20">
                  <c:v>3314.4162804350412</c:v>
                </c:pt>
                <c:pt idx="21">
                  <c:v>5951.122891909454</c:v>
                </c:pt>
                <c:pt idx="22">
                  <c:v>11051.721631130587</c:v>
                </c:pt>
                <c:pt idx="23">
                  <c:v>4112.9484561871695</c:v>
                </c:pt>
                <c:pt idx="24">
                  <c:v>2458.8081325428234</c:v>
                </c:pt>
                <c:pt idx="25">
                  <c:v>3343.9074580299775</c:v>
                </c:pt>
                <c:pt idx="26">
                  <c:v>10732.898147936132</c:v>
                </c:pt>
                <c:pt idx="27">
                  <c:v>3843.7243306707264</c:v>
                </c:pt>
                <c:pt idx="28">
                  <c:v>4803.681393126238</c:v>
                </c:pt>
                <c:pt idx="29">
                  <c:v>7805.555896526602</c:v>
                </c:pt>
                <c:pt idx="30">
                  <c:v>6034.570127172153</c:v>
                </c:pt>
                <c:pt idx="31">
                  <c:v>4222.252708344811</c:v>
                </c:pt>
                <c:pt idx="32">
                  <c:v>6030.164348495218</c:v>
                </c:pt>
                <c:pt idx="33">
                  <c:v>6946.669113119591</c:v>
                </c:pt>
                <c:pt idx="34">
                  <c:v>4964.845230818273</c:v>
                </c:pt>
                <c:pt idx="35">
                  <c:v>5986.136216644437</c:v>
                </c:pt>
                <c:pt idx="36">
                  <c:v>10088.10916829024</c:v>
                </c:pt>
                <c:pt idx="37">
                  <c:v>2436.122957902537</c:v>
                </c:pt>
                <c:pt idx="38">
                  <c:v>9719.539765287353</c:v>
                </c:pt>
                <c:pt idx="39">
                  <c:v>3667.779988599291</c:v>
                </c:pt>
                <c:pt idx="40">
                  <c:v>7035.798502512757</c:v>
                </c:pt>
                <c:pt idx="41">
                  <c:v>7822.016898258333</c:v>
                </c:pt>
                <c:pt idx="42">
                  <c:v>5817.682412717083</c:v>
                </c:pt>
                <c:pt idx="43">
                  <c:v>8946.62947896683</c:v>
                </c:pt>
                <c:pt idx="44">
                  <c:v>12056.913170954133</c:v>
                </c:pt>
                <c:pt idx="45">
                  <c:v>7998.117460394074</c:v>
                </c:pt>
                <c:pt idx="46">
                  <c:v>4002.6699645378003</c:v>
                </c:pt>
                <c:pt idx="47">
                  <c:v>8967.04219709035</c:v>
                </c:pt>
                <c:pt idx="48">
                  <c:v>4741.330857693546</c:v>
                </c:pt>
                <c:pt idx="49">
                  <c:v>7643.833441548958</c:v>
                </c:pt>
                <c:pt idx="50">
                  <c:v>7587.946651199892</c:v>
                </c:pt>
                <c:pt idx="51">
                  <c:v>8636.870320094833</c:v>
                </c:pt>
                <c:pt idx="52">
                  <c:v>7960.284326765818</c:v>
                </c:pt>
                <c:pt idx="53">
                  <c:v>8664.718319017955</c:v>
                </c:pt>
                <c:pt idx="54">
                  <c:v>6779.995384018746</c:v>
                </c:pt>
                <c:pt idx="55">
                  <c:v>6922.60764198352</c:v>
                </c:pt>
                <c:pt idx="56">
                  <c:v>5868.472385019677</c:v>
                </c:pt>
                <c:pt idx="57">
                  <c:v>6373.139925135983</c:v>
                </c:pt>
                <c:pt idx="58">
                  <c:v>8664.028024079103</c:v>
                </c:pt>
                <c:pt idx="59">
                  <c:v>14123.147435508547</c:v>
                </c:pt>
                <c:pt idx="60">
                  <c:v>12370.610880438928</c:v>
                </c:pt>
                <c:pt idx="61">
                  <c:v>6473.219069756139</c:v>
                </c:pt>
                <c:pt idx="62">
                  <c:v>6729.16740892105</c:v>
                </c:pt>
                <c:pt idx="63">
                  <c:v>2595.525180776564</c:v>
                </c:pt>
                <c:pt idx="64">
                  <c:v>5182.293659695444</c:v>
                </c:pt>
                <c:pt idx="65">
                  <c:v>6671.594332196296</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3368.4305595493984</c:v>
                </c:pt>
                <c:pt idx="1">
                  <c:v>1351.7325751323322</c:v>
                </c:pt>
                <c:pt idx="2">
                  <c:v>1879.8131585342524</c:v>
                </c:pt>
                <c:pt idx="3">
                  <c:v>1464.2240960564106</c:v>
                </c:pt>
                <c:pt idx="4">
                  <c:v>1362.4949608706856</c:v>
                </c:pt>
                <c:pt idx="5">
                  <c:v>2244.4849976620044</c:v>
                </c:pt>
                <c:pt idx="6">
                  <c:v>1101.7642581077619</c:v>
                </c:pt>
                <c:pt idx="7">
                  <c:v>1941.1683886812698</c:v>
                </c:pt>
                <c:pt idx="8">
                  <c:v>2159.8631584660243</c:v>
                </c:pt>
                <c:pt idx="9">
                  <c:v>1821.0346658034246</c:v>
                </c:pt>
                <c:pt idx="10">
                  <c:v>3131.834597582698</c:v>
                </c:pt>
                <c:pt idx="11">
                  <c:v>1972.6574057288294</c:v>
                </c:pt>
                <c:pt idx="12">
                  <c:v>1156.8943678441135</c:v>
                </c:pt>
                <c:pt idx="13">
                  <c:v>2956.777625048313</c:v>
                </c:pt>
                <c:pt idx="14">
                  <c:v>2110.736422239025</c:v>
                </c:pt>
                <c:pt idx="15">
                  <c:v>2308.864168122694</c:v>
                </c:pt>
                <c:pt idx="16">
                  <c:v>1490.7977508672436</c:v>
                </c:pt>
                <c:pt idx="17">
                  <c:v>1394.5338364753702</c:v>
                </c:pt>
                <c:pt idx="18">
                  <c:v>418.1413055350832</c:v>
                </c:pt>
                <c:pt idx="19">
                  <c:v>670.3647123667879</c:v>
                </c:pt>
                <c:pt idx="20">
                  <c:v>2800.5047337157557</c:v>
                </c:pt>
                <c:pt idx="21">
                  <c:v>4101.664625341264</c:v>
                </c:pt>
                <c:pt idx="22">
                  <c:v>2898.365002697744</c:v>
                </c:pt>
                <c:pt idx="23">
                  <c:v>1830.7650723056263</c:v>
                </c:pt>
                <c:pt idx="24">
                  <c:v>3633.860147830066</c:v>
                </c:pt>
                <c:pt idx="25">
                  <c:v>943.1139250147386</c:v>
                </c:pt>
                <c:pt idx="26">
                  <c:v>1710.7773549039787</c:v>
                </c:pt>
                <c:pt idx="27">
                  <c:v>2131.4170983654794</c:v>
                </c:pt>
                <c:pt idx="28">
                  <c:v>2539.3706763185637</c:v>
                </c:pt>
                <c:pt idx="29">
                  <c:v>1546.3143181269243</c:v>
                </c:pt>
                <c:pt idx="30">
                  <c:v>2785.010453719809</c:v>
                </c:pt>
                <c:pt idx="31">
                  <c:v>1928.7972365106968</c:v>
                </c:pt>
                <c:pt idx="32">
                  <c:v>1061.0786354939362</c:v>
                </c:pt>
                <c:pt idx="33">
                  <c:v>2089.098486798509</c:v>
                </c:pt>
                <c:pt idx="34">
                  <c:v>2546.6897417880864</c:v>
                </c:pt>
                <c:pt idx="35">
                  <c:v>1515.858204989501</c:v>
                </c:pt>
                <c:pt idx="36">
                  <c:v>3521.672951965937</c:v>
                </c:pt>
                <c:pt idx="37">
                  <c:v>2560.0493607606636</c:v>
                </c:pt>
                <c:pt idx="38">
                  <c:v>4431.239235298574</c:v>
                </c:pt>
                <c:pt idx="39">
                  <c:v>1834.9866153915907</c:v>
                </c:pt>
                <c:pt idx="40">
                  <c:v>3911.769403206025</c:v>
                </c:pt>
                <c:pt idx="41">
                  <c:v>1893.4014265078488</c:v>
                </c:pt>
                <c:pt idx="42">
                  <c:v>1257.559070891852</c:v>
                </c:pt>
                <c:pt idx="43">
                  <c:v>3421.5779917861582</c:v>
                </c:pt>
                <c:pt idx="44">
                  <c:v>1381.4203764060596</c:v>
                </c:pt>
                <c:pt idx="45">
                  <c:v>1672.1517431238892</c:v>
                </c:pt>
                <c:pt idx="46">
                  <c:v>1238.9915912215965</c:v>
                </c:pt>
                <c:pt idx="47">
                  <c:v>927.5832813365143</c:v>
                </c:pt>
                <c:pt idx="48">
                  <c:v>2441.8414307257735</c:v>
                </c:pt>
                <c:pt idx="49">
                  <c:v>2280.120139856387</c:v>
                </c:pt>
                <c:pt idx="50">
                  <c:v>1882.544259345475</c:v>
                </c:pt>
                <c:pt idx="51">
                  <c:v>1004.7014090245228</c:v>
                </c:pt>
                <c:pt idx="52">
                  <c:v>1063.6969936776486</c:v>
                </c:pt>
                <c:pt idx="53">
                  <c:v>3475.960404622409</c:v>
                </c:pt>
                <c:pt idx="54">
                  <c:v>2735.4951244427357</c:v>
                </c:pt>
                <c:pt idx="55">
                  <c:v>2723.3661002045515</c:v>
                </c:pt>
                <c:pt idx="56">
                  <c:v>3073.4787613577823</c:v>
                </c:pt>
                <c:pt idx="57">
                  <c:v>2816.8534773027327</c:v>
                </c:pt>
                <c:pt idx="58">
                  <c:v>4116.000446354281</c:v>
                </c:pt>
                <c:pt idx="59">
                  <c:v>4261.877477980937</c:v>
                </c:pt>
                <c:pt idx="60">
                  <c:v>2319.7903713705173</c:v>
                </c:pt>
                <c:pt idx="61">
                  <c:v>1545.716258083402</c:v>
                </c:pt>
                <c:pt idx="62">
                  <c:v>2239.2977739778357</c:v>
                </c:pt>
                <c:pt idx="63">
                  <c:v>1038.825114029199</c:v>
                </c:pt>
                <c:pt idx="64">
                  <c:v>898.480968225556</c:v>
                </c:pt>
                <c:pt idx="65">
                  <c:v>804.9535223475509</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945640.9735531614</c:v>
                </c:pt>
                <c:pt idx="1">
                  <c:v>1058663.3855867705</c:v>
                </c:pt>
                <c:pt idx="2">
                  <c:v>1433261.7881735696</c:v>
                </c:pt>
                <c:pt idx="3">
                  <c:v>1277875.2522861913</c:v>
                </c:pt>
                <c:pt idx="4">
                  <c:v>1034742.881875356</c:v>
                </c:pt>
                <c:pt idx="5">
                  <c:v>879207.7432523726</c:v>
                </c:pt>
                <c:pt idx="6">
                  <c:v>416143.53515739704</c:v>
                </c:pt>
                <c:pt idx="7">
                  <c:v>287757.7760637254</c:v>
                </c:pt>
                <c:pt idx="8">
                  <c:v>138362.40083266652</c:v>
                </c:pt>
                <c:pt idx="9">
                  <c:v>198842.9225474248</c:v>
                </c:pt>
                <c:pt idx="10">
                  <c:v>475960.67557781603</c:v>
                </c:pt>
                <c:pt idx="11">
                  <c:v>593853.9706725134</c:v>
                </c:pt>
                <c:pt idx="12">
                  <c:v>1027556.0461192491</c:v>
                </c:pt>
                <c:pt idx="13">
                  <c:v>1073700.7075630685</c:v>
                </c:pt>
                <c:pt idx="14">
                  <c:v>1570581.1407711739</c:v>
                </c:pt>
                <c:pt idx="15">
                  <c:v>1226110.9534239012</c:v>
                </c:pt>
                <c:pt idx="16">
                  <c:v>1377265.1018150393</c:v>
                </c:pt>
                <c:pt idx="17">
                  <c:v>741148.713816217</c:v>
                </c:pt>
                <c:pt idx="18">
                  <c:v>511764.0236361513</c:v>
                </c:pt>
                <c:pt idx="19">
                  <c:v>311296.2674832449</c:v>
                </c:pt>
                <c:pt idx="20">
                  <c:v>144949.86624847603</c:v>
                </c:pt>
                <c:pt idx="21">
                  <c:v>231099.23385791533</c:v>
                </c:pt>
                <c:pt idx="22">
                  <c:v>517616.87506640865</c:v>
                </c:pt>
                <c:pt idx="23">
                  <c:v>638775.361963471</c:v>
                </c:pt>
                <c:pt idx="24">
                  <c:v>1271941.8797088175</c:v>
                </c:pt>
                <c:pt idx="25">
                  <c:v>1174016.3147428164</c:v>
                </c:pt>
                <c:pt idx="26">
                  <c:v>1314494.7342784137</c:v>
                </c:pt>
                <c:pt idx="27">
                  <c:v>1186951.6953377724</c:v>
                </c:pt>
                <c:pt idx="28">
                  <c:v>1337306.274282057</c:v>
                </c:pt>
                <c:pt idx="29">
                  <c:v>810394.031648445</c:v>
                </c:pt>
                <c:pt idx="30">
                  <c:v>519488.53448948765</c:v>
                </c:pt>
                <c:pt idx="31">
                  <c:v>388961.9312311715</c:v>
                </c:pt>
                <c:pt idx="32">
                  <c:v>184069.05056786496</c:v>
                </c:pt>
                <c:pt idx="33">
                  <c:v>301587.34140955645</c:v>
                </c:pt>
                <c:pt idx="34">
                  <c:v>490705.7783777126</c:v>
                </c:pt>
                <c:pt idx="35">
                  <c:v>747537.2124857161</c:v>
                </c:pt>
                <c:pt idx="36">
                  <c:v>1384858.5924792415</c:v>
                </c:pt>
                <c:pt idx="37">
                  <c:v>1198861.599940648</c:v>
                </c:pt>
                <c:pt idx="38">
                  <c:v>1404922.3142878704</c:v>
                </c:pt>
                <c:pt idx="39">
                  <c:v>1173499.43881908</c:v>
                </c:pt>
                <c:pt idx="40">
                  <c:v>1341704.7526343472</c:v>
                </c:pt>
                <c:pt idx="41">
                  <c:v>797481.0515295562</c:v>
                </c:pt>
                <c:pt idx="42">
                  <c:v>635499.7962691892</c:v>
                </c:pt>
                <c:pt idx="43">
                  <c:v>287482.71475525474</c:v>
                </c:pt>
                <c:pt idx="44">
                  <c:v>166871.7295325124</c:v>
                </c:pt>
                <c:pt idx="45">
                  <c:v>302642.9339043407</c:v>
                </c:pt>
                <c:pt idx="46">
                  <c:v>460754.4745130704</c:v>
                </c:pt>
                <c:pt idx="47">
                  <c:v>641288.8495689697</c:v>
                </c:pt>
                <c:pt idx="48">
                  <c:v>1298008.1914056125</c:v>
                </c:pt>
                <c:pt idx="49">
                  <c:v>1202825.0649964148</c:v>
                </c:pt>
                <c:pt idx="50">
                  <c:v>1272507.1233220578</c:v>
                </c:pt>
                <c:pt idx="51">
                  <c:v>1480384.3157693034</c:v>
                </c:pt>
                <c:pt idx="52">
                  <c:v>1104105.606256194</c:v>
                </c:pt>
                <c:pt idx="53">
                  <c:v>819884.5316898071</c:v>
                </c:pt>
                <c:pt idx="54">
                  <c:v>608286.1135748841</c:v>
                </c:pt>
                <c:pt idx="55">
                  <c:v>248658.26018454114</c:v>
                </c:pt>
                <c:pt idx="56">
                  <c:v>185879.5843938823</c:v>
                </c:pt>
                <c:pt idx="57">
                  <c:v>229643.33636163847</c:v>
                </c:pt>
                <c:pt idx="58">
                  <c:v>420760.16239738534</c:v>
                </c:pt>
                <c:pt idx="59">
                  <c:v>969222.2560382764</c:v>
                </c:pt>
                <c:pt idx="60">
                  <c:v>1298141.9531063528</c:v>
                </c:pt>
                <c:pt idx="61">
                  <c:v>1270535.9306117562</c:v>
                </c:pt>
                <c:pt idx="62">
                  <c:v>1759929.0753480368</c:v>
                </c:pt>
                <c:pt idx="63">
                  <c:v>1280675.9394968145</c:v>
                </c:pt>
                <c:pt idx="64">
                  <c:v>1088225.8951034006</c:v>
                </c:pt>
                <c:pt idx="65">
                  <c:v>704399.1643687941</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54.39574657735853</c:v>
                </c:pt>
                <c:pt idx="2">
                  <c:v>69.46221540157718</c:v>
                </c:pt>
                <c:pt idx="3">
                  <c:v>77.97010434916871</c:v>
                </c:pt>
                <c:pt idx="4">
                  <c:v>86.36607646903664</c:v>
                </c:pt>
                <c:pt idx="5">
                  <c:v>89.18942177445585</c:v>
                </c:pt>
                <c:pt idx="6">
                  <c:v>91.3791914333781</c:v>
                </c:pt>
                <c:pt idx="7">
                  <c:v>92.99375179844466</c:v>
                </c:pt>
                <c:pt idx="8">
                  <c:v>94.6004305573163</c:v>
                </c:pt>
                <c:pt idx="9">
                  <c:v>96.13343438230909</c:v>
                </c:pt>
                <c:pt idx="10">
                  <c:v>97.39356309485616</c:v>
                </c:pt>
                <c:pt idx="11">
                  <c:v>98.40519179275559</c:v>
                </c:pt>
                <c:pt idx="12">
                  <c:v>98.88748301732525</c:v>
                </c:pt>
                <c:pt idx="13">
                  <c:v>99.27707454995765</c:v>
                </c:pt>
                <c:pt idx="14">
                  <c:v>99.61757359071495</c:v>
                </c:pt>
                <c:pt idx="15">
                  <c:v>99.80248433716011</c:v>
                </c:pt>
                <c:pt idx="16">
                  <c:v>99.97130723462564</c:v>
                </c:pt>
                <c:pt idx="17">
                  <c:v>100.11518099287935</c:v>
                </c:pt>
                <c:pt idx="18">
                  <c:v>100.2151228274053</c:v>
                </c:pt>
                <c:pt idx="19">
                  <c:v>100.1512102514626</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95B577"/>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54.4%</a:t>
                    </a:r>
                  </a:p>
                </c:rich>
              </c:tx>
              <c:dLblPos val="inEnd"/>
              <c:showLegendKey val="0"/>
              <c:showVal val="1"/>
              <c:showCatName val="0"/>
              <c:showSerName val="0"/>
              <c:showPercent val="0"/>
              <c:showBubbleSize val="0"/>
            </c:dLbl>
            <c:dLbl>
              <c:idx val="1"/>
              <c:tx>
                <c:rich>
                  <a:bodyPr/>
                  <a:lstStyle/>
                  <a:p>
                    <a:r>
                      <a:t>15.07%</a:t>
                    </a:r>
                  </a:p>
                </c:rich>
              </c:tx>
              <c:dLblPos val="inEnd"/>
              <c:showLegendKey val="0"/>
              <c:showVal val="1"/>
              <c:showCatName val="0"/>
              <c:showSerName val="0"/>
              <c:showPercent val="0"/>
              <c:showBubbleSize val="0"/>
            </c:dLbl>
            <c:dLbl>
              <c:idx val="2"/>
              <c:tx>
                <c:rich>
                  <a:bodyPr/>
                  <a:lstStyle/>
                  <a:p>
                    <a:r>
                      <a:t>8.51%</a:t>
                    </a:r>
                  </a:p>
                </c:rich>
              </c:tx>
              <c:dLblPos val="inEnd"/>
              <c:showLegendKey val="0"/>
              <c:showVal val="1"/>
              <c:showCatName val="0"/>
              <c:showSerName val="0"/>
              <c:showPercent val="0"/>
              <c:showBubbleSize val="0"/>
            </c:dLbl>
            <c:dLbl>
              <c:idx val="3"/>
              <c:tx>
                <c:rich>
                  <a:bodyPr/>
                  <a:lstStyle/>
                  <a:p>
                    <a:r>
                      <a:t>8.4%</a:t>
                    </a:r>
                  </a:p>
                </c:rich>
              </c:tx>
              <c:dLblPos val="inEnd"/>
              <c:showLegendKey val="0"/>
              <c:showVal val="1"/>
              <c:showCatName val="0"/>
              <c:showSerName val="0"/>
              <c:showPercent val="0"/>
              <c:showBubbleSize val="0"/>
            </c:dLbl>
            <c:dLbl>
              <c:idx val="4"/>
              <c:tx>
                <c:rich>
                  <a:bodyPr/>
                  <a:lstStyle/>
                  <a:p>
                    <a:r>
                      <a:t>2.82%</a:t>
                    </a:r>
                  </a:p>
                </c:rich>
              </c:tx>
              <c:dLblPos val="inEnd"/>
              <c:showLegendKey val="0"/>
              <c:showVal val="1"/>
              <c:showCatName val="0"/>
              <c:showSerName val="0"/>
              <c:showPercent val="0"/>
              <c:showBubbleSize val="0"/>
            </c:dLbl>
            <c:dLbl>
              <c:idx val="5"/>
              <c:tx>
                <c:rich>
                  <a:bodyPr/>
                  <a:lstStyle/>
                  <a:p>
                    <a:r>
                      <a:t>2.19%</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1.61%</a:t>
                    </a:r>
                  </a:p>
                </c:rich>
              </c:tx>
              <c:dLblPos val="inEnd"/>
              <c:showLegendKey val="0"/>
              <c:showVal val="1"/>
              <c:showCatName val="0"/>
              <c:showSerName val="0"/>
              <c:showPercent val="0"/>
              <c:showBubbleSize val="0"/>
            </c:dLbl>
            <c:dLbl>
              <c:idx val="8"/>
              <c:tx>
                <c:rich>
                  <a:bodyPr/>
                  <a:lstStyle/>
                  <a:p>
                    <a:r>
                      <a:t>1.53%</a:t>
                    </a:r>
                  </a:p>
                </c:rich>
              </c:tx>
              <c:dLblPos val="inEnd"/>
              <c:showLegendKey val="0"/>
              <c:showVal val="1"/>
              <c:showCatName val="0"/>
              <c:showSerName val="0"/>
              <c:showPercent val="0"/>
              <c:showBubbleSize val="0"/>
            </c:dLbl>
            <c:dLbl>
              <c:idx val="9"/>
              <c:tx>
                <c:rich>
                  <a:bodyPr/>
                  <a:lstStyle/>
                  <a:p>
                    <a:r>
                      <a:t>1.26%</a:t>
                    </a:r>
                  </a:p>
                </c:rich>
              </c:tx>
              <c:dLblPos val="inEnd"/>
              <c:showLegendKey val="0"/>
              <c:showVal val="1"/>
              <c:showCatName val="0"/>
              <c:showSerName val="0"/>
              <c:showPercent val="0"/>
              <c:showBubbleSize val="0"/>
            </c:dLbl>
            <c:dLbl>
              <c:idx val="10"/>
              <c:tx>
                <c:rich>
                  <a:bodyPr/>
                  <a:lstStyle/>
                  <a:p>
                    <a:r>
                      <a:t>1.01%</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0.39%</a:t>
                    </a:r>
                  </a:p>
                </c:rich>
              </c:tx>
              <c:dLblPos val="inEnd"/>
              <c:showLegendKey val="0"/>
              <c:showVal val="1"/>
              <c:showCatName val="0"/>
              <c:showSerName val="0"/>
              <c:showPercent val="0"/>
              <c:showBubbleSize val="0"/>
            </c:dLbl>
            <c:dLbl>
              <c:idx val="13"/>
              <c:tx>
                <c:rich>
                  <a:bodyPr/>
                  <a:lstStyle/>
                  <a:p>
                    <a:r>
                      <a:t>0.34%</a:t>
                    </a:r>
                  </a:p>
                </c:rich>
              </c:tx>
              <c:dLblPos val="inEnd"/>
              <c:showLegendKey val="0"/>
              <c:showVal val="1"/>
              <c:showCatName val="0"/>
              <c:showSerName val="0"/>
              <c:showPercent val="0"/>
              <c:showBubbleSize val="0"/>
            </c:dLbl>
            <c:dLbl>
              <c:idx val="14"/>
              <c:tx>
                <c:rich>
                  <a:bodyPr/>
                  <a:lstStyle/>
                  <a:p>
                    <a:r>
                      <a:t>0.18%</a:t>
                    </a:r>
                  </a:p>
                </c:rich>
              </c:tx>
              <c:dLblPos val="inEnd"/>
              <c:showLegendKey val="0"/>
              <c:showVal val="1"/>
              <c:showCatName val="0"/>
              <c:showSerName val="0"/>
              <c:showPercent val="0"/>
              <c:showBubbleSize val="0"/>
            </c:dLbl>
            <c:dLbl>
              <c:idx val="15"/>
              <c:tx>
                <c:rich>
                  <a:bodyPr/>
                  <a:lstStyle/>
                  <a:p>
                    <a:r>
                      <a:t>0.17%</a:t>
                    </a:r>
                  </a:p>
                </c:rich>
              </c:tx>
              <c:dLblPos val="inEnd"/>
              <c:showLegendKey val="0"/>
              <c:showVal val="1"/>
              <c:showCatName val="0"/>
              <c:showSerName val="0"/>
              <c:showPercent val="0"/>
              <c:showBubbleSize val="0"/>
            </c:dLbl>
            <c:dLbl>
              <c:idx val="16"/>
              <c:tx>
                <c:rich>
                  <a:bodyPr/>
                  <a:lstStyle/>
                  <a:p>
                    <a:r>
                      <a:t>0.14%</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-0.11%</a:t>
                    </a:r>
                  </a:p>
                </c:rich>
              </c:tx>
              <c:dLblPos val="inEnd"/>
              <c:showLegendKey val="0"/>
              <c:showVal val="1"/>
              <c:showCatName val="0"/>
              <c:showSerName val="0"/>
              <c:showPercent val="0"/>
              <c:showBubbleSize val="0"/>
            </c:dLbl>
            <c:dLbl>
              <c:idx val="20"/>
              <c:tx>
                <c:rich>
                  <a:bodyPr/>
                  <a:lstStyle/>
                  <a:p>
                    <a:r>
                      <a:t>-0.15%</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Brand_TV</c:v>
                </c:pt>
                <c:pt idx="7">
                  <c:v>Brand_Digital_P...</c:v>
                </c:pt>
                <c:pt idx="8">
                  <c:v>Region_Digital_...</c:v>
                </c:pt>
                <c:pt idx="9">
                  <c:v>Brand_Digital_D...</c:v>
                </c:pt>
                <c:pt idx="10">
                  <c:v>Brand_Digital_V...</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54.39574657735853</c:v>
                </c:pt>
                <c:pt idx="1">
                  <c:v>15.066468824218655</c:v>
                </c:pt>
                <c:pt idx="2">
                  <c:v>8.507888947591525</c:v>
                </c:pt>
                <c:pt idx="3">
                  <c:v>8.395972119867928</c:v>
                </c:pt>
                <c:pt idx="4">
                  <c:v>2.82334530541921</c:v>
                </c:pt>
                <c:pt idx="5">
                  <c:v>2.189769658922242</c:v>
                </c:pt>
                <c:pt idx="6">
                  <c:v>1.6145603650665616</c:v>
                </c:pt>
                <c:pt idx="7">
                  <c:v>1.6066787588716436</c:v>
                </c:pt>
                <c:pt idx="8">
                  <c:v>1.5330038249927946</c:v>
                </c:pt>
                <c:pt idx="9">
                  <c:v>1.260128712547075</c:v>
                </c:pt>
                <c:pt idx="10">
                  <c:v>1.011628697899413</c:v>
                </c:pt>
                <c:pt idx="11">
                  <c:v>0.4822912245696806</c:v>
                </c:pt>
                <c:pt idx="12">
                  <c:v>0.38959153263239227</c:v>
                </c:pt>
                <c:pt idx="13">
                  <c:v>0.3404990407573084</c:v>
                </c:pt>
                <c:pt idx="14">
                  <c:v>0.18491074644515088</c:v>
                </c:pt>
                <c:pt idx="15">
                  <c:v>0.16882289746552634</c:v>
                </c:pt>
                <c:pt idx="16">
                  <c:v>0.14387375825372595</c:v>
                </c:pt>
                <c:pt idx="17">
                  <c:v>0.09994183452594795</c:v>
                </c:pt>
                <c:pt idx="18">
                  <c:v>0.04880587048090183</c:v>
                </c:pt>
                <c:pt idx="19">
                  <c:v>0.11271844642362007</c:v>
                </c:pt>
                <c:pt idx="20">
                  <c:v>0.15121025146258218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775465.0</c:v>
                </c:pt>
                <c:pt idx="1">
                  <c:v>756023.0</c:v>
                </c:pt>
                <c:pt idx="2">
                  <c:v>849446.0</c:v>
                </c:pt>
                <c:pt idx="3">
                  <c:v>890561.0</c:v>
                </c:pt>
                <c:pt idx="4">
                  <c:v>756393.0</c:v>
                </c:pt>
                <c:pt idx="5">
                  <c:v>951521.0</c:v>
                </c:pt>
                <c:pt idx="6">
                  <c:v>693528.0</c:v>
                </c:pt>
                <c:pt idx="7">
                  <c:v>1000433.0</c:v>
                </c:pt>
                <c:pt idx="8">
                  <c:v>845923.0</c:v>
                </c:pt>
                <c:pt idx="9">
                  <c:v>929300.0</c:v>
                </c:pt>
                <c:pt idx="10">
                  <c:v>1096015.0</c:v>
                </c:pt>
                <c:pt idx="11">
                  <c:v>708208.0</c:v>
                </c:pt>
                <c:pt idx="12">
                  <c:v>973153.0</c:v>
                </c:pt>
                <c:pt idx="13">
                  <c:v>696099.0</c:v>
                </c:pt>
                <c:pt idx="14">
                  <c:v>1052738.0</c:v>
                </c:pt>
                <c:pt idx="15">
                  <c:v>846964.0</c:v>
                </c:pt>
                <c:pt idx="16">
                  <c:v>1123500.0</c:v>
                </c:pt>
                <c:pt idx="17">
                  <c:v>744281.0</c:v>
                </c:pt>
                <c:pt idx="18">
                  <c:v>933329.0</c:v>
                </c:pt>
                <c:pt idx="19">
                  <c:v>1060918.0</c:v>
                </c:pt>
                <c:pt idx="20">
                  <c:v>863867.0</c:v>
                </c:pt>
                <c:pt idx="21">
                  <c:v>1136117.0</c:v>
                </c:pt>
                <c:pt idx="22">
                  <c:v>1382845.0</c:v>
                </c:pt>
                <c:pt idx="23">
                  <c:v>871409.0</c:v>
                </c:pt>
                <c:pt idx="24">
                  <c:v>1040931.0</c:v>
                </c:pt>
                <c:pt idx="25">
                  <c:v>1015205.0</c:v>
                </c:pt>
                <c:pt idx="26">
                  <c:v>958902.0</c:v>
                </c:pt>
                <c:pt idx="27">
                  <c:v>777677.0</c:v>
                </c:pt>
                <c:pt idx="28">
                  <c:v>982890.0</c:v>
                </c:pt>
                <c:pt idx="29">
                  <c:v>1097205.0</c:v>
                </c:pt>
                <c:pt idx="30">
                  <c:v>1002741.0</c:v>
                </c:pt>
                <c:pt idx="31">
                  <c:v>1409176.0</c:v>
                </c:pt>
                <c:pt idx="32">
                  <c:v>1152016.0</c:v>
                </c:pt>
                <c:pt idx="33">
                  <c:v>1340501.0</c:v>
                </c:pt>
                <c:pt idx="34">
                  <c:v>1306479.0</c:v>
                </c:pt>
                <c:pt idx="35">
                  <c:v>1040916.0</c:v>
                </c:pt>
                <c:pt idx="36">
                  <c:v>1245773.0</c:v>
                </c:pt>
                <c:pt idx="37">
                  <c:v>944105.0</c:v>
                </c:pt>
                <c:pt idx="38">
                  <c:v>1063031.0</c:v>
                </c:pt>
                <c:pt idx="39">
                  <c:v>824469.0</c:v>
                </c:pt>
                <c:pt idx="40">
                  <c:v>1026432.0</c:v>
                </c:pt>
                <c:pt idx="41">
                  <c:v>903720.0</c:v>
                </c:pt>
                <c:pt idx="42">
                  <c:v>1311627.0</c:v>
                </c:pt>
                <c:pt idx="43">
                  <c:v>1271948.0</c:v>
                </c:pt>
                <c:pt idx="44">
                  <c:v>1035418.0</c:v>
                </c:pt>
                <c:pt idx="45">
                  <c:v>1322069.0</c:v>
                </c:pt>
                <c:pt idx="46">
                  <c:v>1070925.0</c:v>
                </c:pt>
                <c:pt idx="47">
                  <c:v>799002.0</c:v>
                </c:pt>
                <c:pt idx="48">
                  <c:v>1052971.0</c:v>
                </c:pt>
                <c:pt idx="49">
                  <c:v>833396.0</c:v>
                </c:pt>
                <c:pt idx="50">
                  <c:v>878259.0</c:v>
                </c:pt>
                <c:pt idx="51">
                  <c:v>937141.0</c:v>
                </c:pt>
                <c:pt idx="52">
                  <c:v>943712.0</c:v>
                </c:pt>
                <c:pt idx="53">
                  <c:v>1086730.0</c:v>
                </c:pt>
                <c:pt idx="54">
                  <c:v>1164408.0</c:v>
                </c:pt>
                <c:pt idx="55">
                  <c:v>974049.0</c:v>
                </c:pt>
                <c:pt idx="56">
                  <c:v>1136163.0</c:v>
                </c:pt>
                <c:pt idx="57">
                  <c:v>935649.0</c:v>
                </c:pt>
                <c:pt idx="58">
                  <c:v>974392.0</c:v>
                </c:pt>
                <c:pt idx="59">
                  <c:v>1030530.0</c:v>
                </c:pt>
                <c:pt idx="60">
                  <c:v>245486.0</c:v>
                </c:pt>
                <c:pt idx="61">
                  <c:v>1219997.0</c:v>
                </c:pt>
                <c:pt idx="62">
                  <c:v>1129647.0</c:v>
                </c:pt>
                <c:pt idx="63">
                  <c:v>1340660.0</c:v>
                </c:pt>
                <c:pt idx="64">
                  <c:v>926857.0</c:v>
                </c:pt>
                <c:pt idx="65">
                  <c:v>791226.0</c:v>
                </c:pt>
                <c:pt idx="66">
                  <c:v>731749.0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737668.1319873681</c:v>
                </c:pt>
                <c:pt idx="1">
                  <c:v>743061.4742779315</c:v>
                </c:pt>
                <c:pt idx="2">
                  <c:v>874395.0771343079</c:v>
                </c:pt>
                <c:pt idx="3">
                  <c:v>853567.71376357</c:v>
                </c:pt>
                <c:pt idx="4">
                  <c:v>732648.768970576</c:v>
                </c:pt>
                <c:pt idx="5">
                  <c:v>938490.168269946</c:v>
                </c:pt>
                <c:pt idx="6">
                  <c:v>698347.3387794364</c:v>
                </c:pt>
                <c:pt idx="7">
                  <c:v>971249.3665959728</c:v>
                </c:pt>
                <c:pt idx="8">
                  <c:v>851561.5619106143</c:v>
                </c:pt>
                <c:pt idx="9">
                  <c:v>941897.6516620447</c:v>
                </c:pt>
                <c:pt idx="10">
                  <c:v>1113626.6141831605</c:v>
                </c:pt>
                <c:pt idx="11">
                  <c:v>734590.7803682452</c:v>
                </c:pt>
                <c:pt idx="12">
                  <c:v>936884.1561132544</c:v>
                </c:pt>
                <c:pt idx="13">
                  <c:v>710199.5440566282</c:v>
                </c:pt>
                <c:pt idx="14">
                  <c:v>1028556.5790588037</c:v>
                </c:pt>
                <c:pt idx="15">
                  <c:v>828091.7507660717</c:v>
                </c:pt>
                <c:pt idx="16">
                  <c:v>1083798.970978043</c:v>
                </c:pt>
                <c:pt idx="17">
                  <c:v>776836.5657949459</c:v>
                </c:pt>
                <c:pt idx="18">
                  <c:v>975873.681579702</c:v>
                </c:pt>
                <c:pt idx="19">
                  <c:v>1061324.796520184</c:v>
                </c:pt>
                <c:pt idx="20">
                  <c:v>888151.063028331</c:v>
                </c:pt>
                <c:pt idx="21">
                  <c:v>1149184.3513957313</c:v>
                </c:pt>
                <c:pt idx="22">
                  <c:v>1363058.8743128437</c:v>
                </c:pt>
                <c:pt idx="23">
                  <c:v>881741.742668216</c:v>
                </c:pt>
                <c:pt idx="24">
                  <c:v>1034766.2346866027</c:v>
                </c:pt>
                <c:pt idx="25">
                  <c:v>986013.3069233468</c:v>
                </c:pt>
                <c:pt idx="26">
                  <c:v>909728.8181157664</c:v>
                </c:pt>
                <c:pt idx="27">
                  <c:v>810156.2278120897</c:v>
                </c:pt>
                <c:pt idx="28">
                  <c:v>961554.8509340842</c:v>
                </c:pt>
                <c:pt idx="29">
                  <c:v>1062507.4608073402</c:v>
                </c:pt>
                <c:pt idx="30">
                  <c:v>1017523.1266515327</c:v>
                </c:pt>
                <c:pt idx="31">
                  <c:v>1466507.4842473292</c:v>
                </c:pt>
                <c:pt idx="32">
                  <c:v>1160089.7428835598</c:v>
                </c:pt>
                <c:pt idx="33">
                  <c:v>1361282.932769894</c:v>
                </c:pt>
                <c:pt idx="34">
                  <c:v>1255879.8538686985</c:v>
                </c:pt>
                <c:pt idx="35">
                  <c:v>1067198.567112317</c:v>
                </c:pt>
                <c:pt idx="36">
                  <c:v>1126817.6074944232</c:v>
                </c:pt>
                <c:pt idx="37">
                  <c:v>949612.7749989999</c:v>
                </c:pt>
                <c:pt idx="38">
                  <c:v>1054154.6440475204</c:v>
                </c:pt>
                <c:pt idx="39">
                  <c:v>857709.3560073869</c:v>
                </c:pt>
                <c:pt idx="40">
                  <c:v>1026546.7488786387</c:v>
                </c:pt>
                <c:pt idx="41">
                  <c:v>942078.9771175957</c:v>
                </c:pt>
                <c:pt idx="42">
                  <c:v>1301853.2294921638</c:v>
                </c:pt>
                <c:pt idx="43">
                  <c:v>1260865.0401789695</c:v>
                </c:pt>
                <c:pt idx="44">
                  <c:v>1047172.7483283202</c:v>
                </c:pt>
                <c:pt idx="45">
                  <c:v>1308935.9946207115</c:v>
                </c:pt>
                <c:pt idx="46">
                  <c:v>1049047.0095824269</c:v>
                </c:pt>
                <c:pt idx="47">
                  <c:v>799931.5608783264</c:v>
                </c:pt>
                <c:pt idx="48">
                  <c:v>1141038.4007827104</c:v>
                </c:pt>
                <c:pt idx="49">
                  <c:v>854965.379988014</c:v>
                </c:pt>
                <c:pt idx="50">
                  <c:v>861621.0501984414</c:v>
                </c:pt>
                <c:pt idx="51">
                  <c:v>961320.6062634516</c:v>
                </c:pt>
                <c:pt idx="52">
                  <c:v>944913.7945292077</c:v>
                </c:pt>
                <c:pt idx="53">
                  <c:v>1075751.7264052816</c:v>
                </c:pt>
                <c:pt idx="54">
                  <c:v>1189602.993732729</c:v>
                </c:pt>
                <c:pt idx="55">
                  <c:v>988184.0455270997</c:v>
                </c:pt>
                <c:pt idx="56">
                  <c:v>1144855.0282102637</c:v>
                </c:pt>
                <c:pt idx="57">
                  <c:v>966415.6416693063</c:v>
                </c:pt>
                <c:pt idx="58">
                  <c:v>992041.3109596792</c:v>
                </c:pt>
                <c:pt idx="59">
                  <c:v>1045828.5322916905</c:v>
                </c:pt>
                <c:pt idx="60">
                  <c:v>241090.7161525211</c:v>
                </c:pt>
                <c:pt idx="61">
                  <c:v>1180789.6034997292</c:v>
                </c:pt>
                <c:pt idx="62">
                  <c:v>1149581.235398631</c:v>
                </c:pt>
                <c:pt idx="63">
                  <c:v>1323963.7096958992</c:v>
                </c:pt>
                <c:pt idx="64">
                  <c:v>907644.7330058146</c:v>
                </c:pt>
                <c:pt idx="65">
                  <c:v>838511.8863950048</c:v>
                </c:pt>
                <c:pt idx="66">
                  <c:v>749031.6313240478</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1759809.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135059459.82</c:v>
                </c:pt>
                <c:pt idx="1">
                  <c:v>118238049.36</c:v>
                </c:pt>
                <c:pt idx="2">
                  <c:v>126219054.4</c:v>
                </c:pt>
                <c:pt idx="3">
                  <c:v>128033840.55</c:v>
                </c:pt>
                <c:pt idx="4">
                  <c:v>110336339.4</c:v>
                </c:pt>
                <c:pt idx="5">
                  <c:v>153877507.64</c:v>
                </c:pt>
                <c:pt idx="6">
                  <c:v>125415666.97999999</c:v>
                </c:pt>
                <c:pt idx="7">
                  <c:v>197950999.81</c:v>
                </c:pt>
                <c:pt idx="8">
                  <c:v>181226218.4</c:v>
                </c:pt>
                <c:pt idx="9">
                  <c:v>202586570.4</c:v>
                </c:pt>
                <c:pt idx="10">
                  <c:v>232286829.19</c:v>
                </c:pt>
                <c:pt idx="11">
                  <c:v>138919804.56</c:v>
                </c:pt>
                <c:pt idx="12">
                  <c:v>173078822.9</c:v>
                </c:pt>
                <c:pt idx="13">
                  <c:v>112337624.0</c:v>
                </c:pt>
                <c:pt idx="14">
                  <c:v>152056442.56</c:v>
                </c:pt>
                <c:pt idx="15">
                  <c:v>117681615.0</c:v>
                </c:pt>
                <c:pt idx="16">
                  <c:v>164635161.19</c:v>
                </c:pt>
                <c:pt idx="17">
                  <c:v>121669078.91</c:v>
                </c:pt>
                <c:pt idx="18">
                  <c:v>167470837.55</c:v>
                </c:pt>
                <c:pt idx="19">
                  <c:v>211635024.7</c:v>
                </c:pt>
                <c:pt idx="20">
                  <c:v>185134302.98</c:v>
                </c:pt>
                <c:pt idx="21">
                  <c:v>251564989.64</c:v>
                </c:pt>
                <c:pt idx="22">
                  <c:v>298005795.95</c:v>
                </c:pt>
                <c:pt idx="23">
                  <c:v>173134557.42000002</c:v>
                </c:pt>
                <c:pt idx="24">
                  <c:v>182035242.09</c:v>
                </c:pt>
                <c:pt idx="25">
                  <c:v>157477053.54000002</c:v>
                </c:pt>
                <c:pt idx="26">
                  <c:v>143029203.51</c:v>
                </c:pt>
                <c:pt idx="27">
                  <c:v>108033801.3</c:v>
                </c:pt>
                <c:pt idx="28">
                  <c:v>147447735.7</c:v>
                </c:pt>
                <c:pt idx="29">
                  <c:v>175620107.17</c:v>
                </c:pt>
                <c:pt idx="30">
                  <c:v>180684579.19</c:v>
                </c:pt>
                <c:pt idx="31">
                  <c:v>282272031.98</c:v>
                </c:pt>
                <c:pt idx="32">
                  <c:v>248179179.36</c:v>
                </c:pt>
                <c:pt idx="33">
                  <c:v>289297546.4</c:v>
                </c:pt>
                <c:pt idx="34">
                  <c:v>279907771.33</c:v>
                </c:pt>
                <c:pt idx="35">
                  <c:v>205482956.24</c:v>
                </c:pt>
                <c:pt idx="36">
                  <c:v>220977778.72</c:v>
                </c:pt>
                <c:pt idx="37">
                  <c:v>148686380.17</c:v>
                </c:pt>
                <c:pt idx="38">
                  <c:v>157729127.87</c:v>
                </c:pt>
                <c:pt idx="39">
                  <c:v>116227353.32</c:v>
                </c:pt>
                <c:pt idx="40">
                  <c:v>154529551.14</c:v>
                </c:pt>
                <c:pt idx="41">
                  <c:v>148233506.97</c:v>
                </c:pt>
                <c:pt idx="42">
                  <c:v>243507128.46</c:v>
                </c:pt>
                <c:pt idx="43">
                  <c:v>252258649.74</c:v>
                </c:pt>
                <c:pt idx="44">
                  <c:v>225335235.71</c:v>
                </c:pt>
                <c:pt idx="45">
                  <c:v>291992241.65</c:v>
                </c:pt>
                <c:pt idx="46">
                  <c:v>227583924.1</c:v>
                </c:pt>
                <c:pt idx="47">
                  <c:v>163637501.18</c:v>
                </c:pt>
                <c:pt idx="48">
                  <c:v>184507550.29000002</c:v>
                </c:pt>
                <c:pt idx="49">
                  <c:v>133624000.52000001</c:v>
                </c:pt>
                <c:pt idx="50">
                  <c:v>122719803.49999999</c:v>
                </c:pt>
                <c:pt idx="51">
                  <c:v>131335362.4</c:v>
                </c:pt>
                <c:pt idx="52">
                  <c:v>142520775.57</c:v>
                </c:pt>
                <c:pt idx="53">
                  <c:v>176540055.67000002</c:v>
                </c:pt>
                <c:pt idx="54">
                  <c:v>213194625.06</c:v>
                </c:pt>
                <c:pt idx="55">
                  <c:v>197972464.44</c:v>
                </c:pt>
                <c:pt idx="56">
                  <c:v>248915353.21</c:v>
                </c:pt>
                <c:pt idx="57">
                  <c:v>205582740.63</c:v>
                </c:pt>
                <c:pt idx="58">
                  <c:v>206733433.14000002</c:v>
                </c:pt>
                <c:pt idx="59">
                  <c:v>202604845.47</c:v>
                </c:pt>
                <c:pt idx="60">
                  <c:v>44899389.4</c:v>
                </c:pt>
                <c:pt idx="61">
                  <c:v>209804458.22</c:v>
                </c:pt>
                <c:pt idx="62">
                  <c:v>171178007.3</c:v>
                </c:pt>
                <c:pt idx="63">
                  <c:v>192633485.29</c:v>
                </c:pt>
                <c:pt idx="64">
                  <c:v>137488916.41</c:v>
                </c:pt>
                <c:pt idx="65">
                  <c:v>114439506.96</c:v>
                </c:pt>
                <c:pt idx="66">
                  <c:v>118405930.41999999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128649413.57745712</c:v>
                </c:pt>
                <c:pt idx="1">
                  <c:v>116411572.01094046</c:v>
                </c:pt>
                <c:pt idx="2">
                  <c:v>129854324.3067483</c:v>
                </c:pt>
                <c:pt idx="3">
                  <c:v>122831929.37158898</c:v>
                </c:pt>
                <c:pt idx="4">
                  <c:v>106858739.59798579</c:v>
                </c:pt>
                <c:pt idx="5">
                  <c:v>151893175.6552865</c:v>
                </c:pt>
                <c:pt idx="6">
                  <c:v>126197444.74729508</c:v>
                </c:pt>
                <c:pt idx="7">
                  <c:v>192188075.07278988</c:v>
                </c:pt>
                <c:pt idx="8">
                  <c:v>182552561.8208105</c:v>
                </c:pt>
                <c:pt idx="9">
                  <c:v>205164333.66629314</c:v>
                </c:pt>
                <c:pt idx="10">
                  <c:v>235983346.28802094</c:v>
                </c:pt>
                <c:pt idx="11">
                  <c:v>144221226.62304628</c:v>
                </c:pt>
                <c:pt idx="12">
                  <c:v>166614613.50472286</c:v>
                </c:pt>
                <c:pt idx="13">
                  <c:v>114421507.83394888</c:v>
                </c:pt>
                <c:pt idx="14">
                  <c:v>148317511.38100654</c:v>
                </c:pt>
                <c:pt idx="15">
                  <c:v>115010898.40616444</c:v>
                </c:pt>
                <c:pt idx="16">
                  <c:v>158879107.1543783</c:v>
                </c:pt>
                <c:pt idx="17">
                  <c:v>126964320.22289287</c:v>
                </c:pt>
                <c:pt idx="18">
                  <c:v>175038067.72904462</c:v>
                </c:pt>
                <c:pt idx="19">
                  <c:v>211864617.95508218</c:v>
                </c:pt>
                <c:pt idx="20">
                  <c:v>190595956.56269193</c:v>
                </c:pt>
                <c:pt idx="21">
                  <c:v>254328945.01010108</c:v>
                </c:pt>
                <c:pt idx="22">
                  <c:v>293811688.8449335</c:v>
                </c:pt>
                <c:pt idx="23">
                  <c:v>175220288.05756912</c:v>
                </c:pt>
                <c:pt idx="24">
                  <c:v>180492315.44250607</c:v>
                </c:pt>
                <c:pt idx="25">
                  <c:v>153054895.42504978</c:v>
                </c:pt>
                <c:pt idx="26">
                  <c:v>135792572.47509423</c:v>
                </c:pt>
                <c:pt idx="27">
                  <c:v>112593655.35888477</c:v>
                </c:pt>
                <c:pt idx="28">
                  <c:v>144268730.96809024</c:v>
                </c:pt>
                <c:pt idx="29">
                  <c:v>170036005.8622944</c:v>
                </c:pt>
                <c:pt idx="30">
                  <c:v>182982566.67835525</c:v>
                </c:pt>
                <c:pt idx="31">
                  <c:v>294137916.29597914</c:v>
                </c:pt>
                <c:pt idx="32">
                  <c:v>249898277.18395007</c:v>
                </c:pt>
                <c:pt idx="33">
                  <c:v>293729131.06497717</c:v>
                </c:pt>
                <c:pt idx="34">
                  <c:v>269098269.52789104</c:v>
                </c:pt>
                <c:pt idx="35">
                  <c:v>210886634.11742702</c:v>
                </c:pt>
                <c:pt idx="36">
                  <c:v>199944606.20118758</c:v>
                </c:pt>
                <c:pt idx="37">
                  <c:v>149697932.2128321</c:v>
                </c:pt>
                <c:pt idx="38">
                  <c:v>156532693.11426377</c:v>
                </c:pt>
                <c:pt idx="39">
                  <c:v>121058960.71246874</c:v>
                </c:pt>
                <c:pt idx="40">
                  <c:v>154621216.39181125</c:v>
                </c:pt>
                <c:pt idx="41">
                  <c:v>154536850.56031582</c:v>
                </c:pt>
                <c:pt idx="42">
                  <c:v>242443134.26108274</c:v>
                </c:pt>
                <c:pt idx="43">
                  <c:v>250455689.8449594</c:v>
                </c:pt>
                <c:pt idx="44">
                  <c:v>227971660.1710027</c:v>
                </c:pt>
                <c:pt idx="45">
                  <c:v>288925070.11208457</c:v>
                </c:pt>
                <c:pt idx="46">
                  <c:v>222715689.83293223</c:v>
                </c:pt>
                <c:pt idx="47">
                  <c:v>163823958.00977796</c:v>
                </c:pt>
                <c:pt idx="48">
                  <c:v>200110670.6061225</c:v>
                </c:pt>
                <c:pt idx="49">
                  <c:v>137126931.6582135</c:v>
                </c:pt>
                <c:pt idx="50">
                  <c:v>120242251.67359172</c:v>
                </c:pt>
                <c:pt idx="51">
                  <c:v>134826645.3499481</c:v>
                </c:pt>
                <c:pt idx="52">
                  <c:v>142587839.5327424</c:v>
                </c:pt>
                <c:pt idx="53">
                  <c:v>175278203.3294067</c:v>
                </c:pt>
                <c:pt idx="54">
                  <c:v>217991087.55000165</c:v>
                </c:pt>
                <c:pt idx="55">
                  <c:v>200518819.56688315</c:v>
                </c:pt>
                <c:pt idx="56">
                  <c:v>250729945.61782926</c:v>
                </c:pt>
                <c:pt idx="57">
                  <c:v>212387454.21936953</c:v>
                </c:pt>
                <c:pt idx="58">
                  <c:v>210585962.99432465</c:v>
                </c:pt>
                <c:pt idx="59">
                  <c:v>205657747.08880717</c:v>
                </c:pt>
                <c:pt idx="60">
                  <c:v>44095491.98429611</c:v>
                </c:pt>
                <c:pt idx="61">
                  <c:v>203040697.61256966</c:v>
                </c:pt>
                <c:pt idx="62">
                  <c:v>174193261.08540753</c:v>
                </c:pt>
                <c:pt idx="63">
                  <c:v>190597899.0195377</c:v>
                </c:pt>
                <c:pt idx="64">
                  <c:v>134639486.0323845</c:v>
                </c:pt>
                <c:pt idx="65">
                  <c:v>121258251.5923433</c:v>
                </c:pt>
                <c:pt idx="66">
                  <c:v>121313480.06365272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357606955.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Cairo: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423397.93132522167</c:v>
                </c:pt>
                <c:pt idx="1">
                  <c:v>423397.93132522167</c:v>
                </c:pt>
                <c:pt idx="2">
                  <c:v>529247.414156527</c:v>
                </c:pt>
                <c:pt idx="3">
                  <c:v>423397.93132522167</c:v>
                </c:pt>
                <c:pt idx="4">
                  <c:v>423397.93132522167</c:v>
                </c:pt>
                <c:pt idx="5">
                  <c:v>529247.414156527</c:v>
                </c:pt>
                <c:pt idx="6">
                  <c:v>423397.93132522167</c:v>
                </c:pt>
                <c:pt idx="7">
                  <c:v>529247.414156527</c:v>
                </c:pt>
                <c:pt idx="8">
                  <c:v>423397.93132522167</c:v>
                </c:pt>
                <c:pt idx="9">
                  <c:v>423397.93132522167</c:v>
                </c:pt>
                <c:pt idx="10">
                  <c:v>529247.414156527</c:v>
                </c:pt>
                <c:pt idx="11">
                  <c:v>423397.93132522167</c:v>
                </c:pt>
                <c:pt idx="12">
                  <c:v>423397.93132522167</c:v>
                </c:pt>
                <c:pt idx="13">
                  <c:v>423397.93132522167</c:v>
                </c:pt>
                <c:pt idx="14">
                  <c:v>529247.414156527</c:v>
                </c:pt>
                <c:pt idx="15">
                  <c:v>423397.93132522167</c:v>
                </c:pt>
                <c:pt idx="16">
                  <c:v>529247.414156527</c:v>
                </c:pt>
                <c:pt idx="17">
                  <c:v>423397.93132522167</c:v>
                </c:pt>
                <c:pt idx="18">
                  <c:v>423397.93132522167</c:v>
                </c:pt>
                <c:pt idx="19">
                  <c:v>529247.414156527</c:v>
                </c:pt>
                <c:pt idx="20">
                  <c:v>423397.93132522167</c:v>
                </c:pt>
                <c:pt idx="21">
                  <c:v>423397.93132522167</c:v>
                </c:pt>
                <c:pt idx="22">
                  <c:v>529247.414156527</c:v>
                </c:pt>
                <c:pt idx="23">
                  <c:v>423397.93132522167</c:v>
                </c:pt>
                <c:pt idx="24">
                  <c:v>529247.414156527</c:v>
                </c:pt>
                <c:pt idx="25">
                  <c:v>423397.93132522167</c:v>
                </c:pt>
                <c:pt idx="26">
                  <c:v>423397.93132522167</c:v>
                </c:pt>
                <c:pt idx="27">
                  <c:v>423397.93132522167</c:v>
                </c:pt>
                <c:pt idx="28">
                  <c:v>529247.414156527</c:v>
                </c:pt>
                <c:pt idx="29">
                  <c:v>423397.93132522167</c:v>
                </c:pt>
                <c:pt idx="30">
                  <c:v>423397.93132522167</c:v>
                </c:pt>
                <c:pt idx="31">
                  <c:v>529247.414156527</c:v>
                </c:pt>
                <c:pt idx="32">
                  <c:v>423397.93132522167</c:v>
                </c:pt>
                <c:pt idx="33">
                  <c:v>529247.414156527</c:v>
                </c:pt>
                <c:pt idx="34">
                  <c:v>423397.93132522167</c:v>
                </c:pt>
                <c:pt idx="35">
                  <c:v>423397.93132522167</c:v>
                </c:pt>
                <c:pt idx="36">
                  <c:v>529247.414156527</c:v>
                </c:pt>
                <c:pt idx="37">
                  <c:v>423397.93132522167</c:v>
                </c:pt>
                <c:pt idx="38">
                  <c:v>423397.93132522167</c:v>
                </c:pt>
                <c:pt idx="39">
                  <c:v>423397.93132522167</c:v>
                </c:pt>
                <c:pt idx="40">
                  <c:v>529247.414156527</c:v>
                </c:pt>
                <c:pt idx="41">
                  <c:v>423397.93132522167</c:v>
                </c:pt>
                <c:pt idx="42">
                  <c:v>529247.414156527</c:v>
                </c:pt>
                <c:pt idx="43">
                  <c:v>423397.93132522167</c:v>
                </c:pt>
                <c:pt idx="44">
                  <c:v>423397.93132522167</c:v>
                </c:pt>
                <c:pt idx="45">
                  <c:v>529247.414156527</c:v>
                </c:pt>
                <c:pt idx="46">
                  <c:v>423397.93132522167</c:v>
                </c:pt>
                <c:pt idx="47">
                  <c:v>423397.93132522167</c:v>
                </c:pt>
                <c:pt idx="48">
                  <c:v>529247.414156527</c:v>
                </c:pt>
                <c:pt idx="49">
                  <c:v>423397.93132522167</c:v>
                </c:pt>
                <c:pt idx="50">
                  <c:v>423397.93132522167</c:v>
                </c:pt>
                <c:pt idx="51">
                  <c:v>529247.414156527</c:v>
                </c:pt>
                <c:pt idx="52">
                  <c:v>423397.93132522167</c:v>
                </c:pt>
                <c:pt idx="53">
                  <c:v>423397.93132522167</c:v>
                </c:pt>
                <c:pt idx="54">
                  <c:v>529247.414156527</c:v>
                </c:pt>
                <c:pt idx="55">
                  <c:v>423397.93132522167</c:v>
                </c:pt>
                <c:pt idx="56">
                  <c:v>529247.414156527</c:v>
                </c:pt>
                <c:pt idx="57">
                  <c:v>423397.93132522167</c:v>
                </c:pt>
                <c:pt idx="58">
                  <c:v>423397.93132522167</c:v>
                </c:pt>
                <c:pt idx="59">
                  <c:v>529247.414156527</c:v>
                </c:pt>
                <c:pt idx="60">
                  <c:v>423397.93132522167</c:v>
                </c:pt>
                <c:pt idx="61">
                  <c:v>423397.93132522167</c:v>
                </c:pt>
                <c:pt idx="62">
                  <c:v>529247.414156527</c:v>
                </c:pt>
                <c:pt idx="63">
                  <c:v>423397.93132522167</c:v>
                </c:pt>
                <c:pt idx="64">
                  <c:v>423397.93132522167</c:v>
                </c:pt>
                <c:pt idx="65">
                  <c:v>423397.93132522167</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28383.264143425837</c:v>
                </c:pt>
                <c:pt idx="1">
                  <c:v>18348.814674050318</c:v>
                </c:pt>
                <c:pt idx="2">
                  <c:v>418.2674677587006</c:v>
                </c:pt>
                <c:pt idx="3">
                  <c:v>32553.65592621587</c:v>
                </c:pt>
                <c:pt idx="4">
                  <c:v>7195.736863544166</c:v>
                </c:pt>
                <c:pt idx="5">
                  <c:v>76.54056974156065</c:v>
                </c:pt>
                <c:pt idx="6">
                  <c:v>25207.150475652066</c:v>
                </c:pt>
                <c:pt idx="7">
                  <c:v>4013.4643788921285</c:v>
                </c:pt>
                <c:pt idx="8">
                  <c:v>2867.761608613314</c:v>
                </c:pt>
                <c:pt idx="9">
                  <c:v>8059.547799447764</c:v>
                </c:pt>
                <c:pt idx="10">
                  <c:v>16356.854875663466</c:v>
                </c:pt>
                <c:pt idx="11">
                  <c:v>10188.781042687158</c:v>
                </c:pt>
                <c:pt idx="12">
                  <c:v>37011.16581628607</c:v>
                </c:pt>
                <c:pt idx="13">
                  <c:v>2785.8499174749445</c:v>
                </c:pt>
                <c:pt idx="14">
                  <c:v>13490.943269856549</c:v>
                </c:pt>
                <c:pt idx="15">
                  <c:v>13483.976702816304</c:v>
                </c:pt>
                <c:pt idx="16">
                  <c:v>35004.25611290979</c:v>
                </c:pt>
                <c:pt idx="17">
                  <c:v>493.41617830149426</c:v>
                </c:pt>
                <c:pt idx="18">
                  <c:v>9.406149114164016</c:v>
                </c:pt>
                <c:pt idx="19">
                  <c:v>14857.38547002262</c:v>
                </c:pt>
                <c:pt idx="20">
                  <c:v>10124.764675933704</c:v>
                </c:pt>
                <c:pt idx="21">
                  <c:v>27983.947064542524</c:v>
                </c:pt>
                <c:pt idx="22">
                  <c:v>29137.452656249952</c:v>
                </c:pt>
                <c:pt idx="23">
                  <c:v>27726.728608143178</c:v>
                </c:pt>
                <c:pt idx="24">
                  <c:v>9502.0977044598</c:v>
                </c:pt>
                <c:pt idx="25">
                  <c:v>776.4650537078373</c:v>
                </c:pt>
                <c:pt idx="26">
                  <c:v>7408.002213151508</c:v>
                </c:pt>
                <c:pt idx="27">
                  <c:v>301.6416777654393</c:v>
                </c:pt>
                <c:pt idx="28">
                  <c:v>5313.195124541937</c:v>
                </c:pt>
                <c:pt idx="29">
                  <c:v>17284.637903752817</c:v>
                </c:pt>
                <c:pt idx="30">
                  <c:v>21945.01753324562</c:v>
                </c:pt>
                <c:pt idx="31">
                  <c:v>20932.414208726015</c:v>
                </c:pt>
                <c:pt idx="32">
                  <c:v>14562.960893498126</c:v>
                </c:pt>
                <c:pt idx="33">
                  <c:v>11379.289355717474</c:v>
                </c:pt>
                <c:pt idx="34">
                  <c:v>540.0758706672544</c:v>
                </c:pt>
                <c:pt idx="35">
                  <c:v>18727.84992362767</c:v>
                </c:pt>
                <c:pt idx="36">
                  <c:v>45356.65840424442</c:v>
                </c:pt>
                <c:pt idx="37">
                  <c:v>32162.75926357318</c:v>
                </c:pt>
                <c:pt idx="38">
                  <c:v>43682.12297453382</c:v>
                </c:pt>
                <c:pt idx="39">
                  <c:v>27888.169087352544</c:v>
                </c:pt>
                <c:pt idx="40">
                  <c:v>21507.5360240716</c:v>
                </c:pt>
                <c:pt idx="41">
                  <c:v>6876.680219718558</c:v>
                </c:pt>
                <c:pt idx="42">
                  <c:v>35410.37318360992</c:v>
                </c:pt>
                <c:pt idx="43">
                  <c:v>22310.54058427391</c:v>
                </c:pt>
                <c:pt idx="44">
                  <c:v>560.1370257806069</c:v>
                </c:pt>
                <c:pt idx="45">
                  <c:v>6886.252560166236</c:v>
                </c:pt>
                <c:pt idx="46">
                  <c:v>17878.073669437494</c:v>
                </c:pt>
                <c:pt idx="47">
                  <c:v>1035.2452716368584</c:v>
                </c:pt>
                <c:pt idx="48">
                  <c:v>18058.626375866705</c:v>
                </c:pt>
                <c:pt idx="49">
                  <c:v>15668.078938139679</c:v>
                </c:pt>
                <c:pt idx="50">
                  <c:v>14687.361352666414</c:v>
                </c:pt>
                <c:pt idx="51">
                  <c:v>26751.244172093513</c:v>
                </c:pt>
                <c:pt idx="52">
                  <c:v>34057.408980584856</c:v>
                </c:pt>
                <c:pt idx="53">
                  <c:v>18891.106585886173</c:v>
                </c:pt>
                <c:pt idx="54">
                  <c:v>265.7590054090846</c:v>
                </c:pt>
                <c:pt idx="55">
                  <c:v>13025.331364402991</c:v>
                </c:pt>
                <c:pt idx="56">
                  <c:v>28239.323775252073</c:v>
                </c:pt>
                <c:pt idx="57">
                  <c:v>38949.55535608705</c:v>
                </c:pt>
                <c:pt idx="58">
                  <c:v>34460.13934932654</c:v>
                </c:pt>
                <c:pt idx="59">
                  <c:v>19100.835427443737</c:v>
                </c:pt>
                <c:pt idx="60">
                  <c:v>38035.33852826568</c:v>
                </c:pt>
                <c:pt idx="61">
                  <c:v>3052.091900081791</c:v>
                </c:pt>
                <c:pt idx="62">
                  <c:v>321.283162827025</c:v>
                </c:pt>
                <c:pt idx="63">
                  <c:v>36215.99225883646</c:v>
                </c:pt>
                <c:pt idx="64">
                  <c:v>10631.550938066324</c:v>
                </c:pt>
                <c:pt idx="65">
                  <c:v>364.9973657535735</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71281.5351773295</c:v>
                </c:pt>
                <c:pt idx="1">
                  <c:v>73380.515719061</c:v>
                </c:pt>
                <c:pt idx="2">
                  <c:v>65668.7002220011</c:v>
                </c:pt>
                <c:pt idx="3">
                  <c:v>169279.60639127545</c:v>
                </c:pt>
                <c:pt idx="4">
                  <c:v>91405.0687862857</c:v>
                </c:pt>
                <c:pt idx="5">
                  <c:v>44843.73443224637</c:v>
                </c:pt>
                <c:pt idx="6">
                  <c:v>16080.91897195561</c:v>
                </c:pt>
                <c:pt idx="7">
                  <c:v>9062.702414125337</c:v>
                </c:pt>
                <c:pt idx="8">
                  <c:v>9133.134507650264</c:v>
                </c:pt>
                <c:pt idx="9">
                  <c:v>99074.89109099211</c:v>
                </c:pt>
                <c:pt idx="10">
                  <c:v>138041.6998452332</c:v>
                </c:pt>
                <c:pt idx="11">
                  <c:v>45804.93721659072</c:v>
                </c:pt>
                <c:pt idx="12">
                  <c:v>30166.09123149755</c:v>
                </c:pt>
                <c:pt idx="13">
                  <c:v>8874.961697109935</c:v>
                </c:pt>
                <c:pt idx="14">
                  <c:v>99037.09548450797</c:v>
                </c:pt>
                <c:pt idx="15">
                  <c:v>122744.1334174024</c:v>
                </c:pt>
                <c:pt idx="16">
                  <c:v>80752.09850012745</c:v>
                </c:pt>
                <c:pt idx="17">
                  <c:v>119399.33078467939</c:v>
                </c:pt>
                <c:pt idx="18">
                  <c:v>232943.01962837914</c:v>
                </c:pt>
                <c:pt idx="19">
                  <c:v>113308.86731070605</c:v>
                </c:pt>
                <c:pt idx="20">
                  <c:v>114990.516036833</c:v>
                </c:pt>
                <c:pt idx="21">
                  <c:v>161058.64993306744</c:v>
                </c:pt>
                <c:pt idx="22">
                  <c:v>246908.95025424016</c:v>
                </c:pt>
                <c:pt idx="23">
                  <c:v>76310.74029991032</c:v>
                </c:pt>
                <c:pt idx="24">
                  <c:v>113644.45989444408</c:v>
                </c:pt>
                <c:pt idx="25">
                  <c:v>213710.98919369135</c:v>
                </c:pt>
                <c:pt idx="26">
                  <c:v>210766.1941532274</c:v>
                </c:pt>
                <c:pt idx="27">
                  <c:v>134723.58695836813</c:v>
                </c:pt>
                <c:pt idx="28">
                  <c:v>108856.67712779238</c:v>
                </c:pt>
                <c:pt idx="29">
                  <c:v>189203.949879613</c:v>
                </c:pt>
                <c:pt idx="30">
                  <c:v>184779.17584335088</c:v>
                </c:pt>
                <c:pt idx="31">
                  <c:v>386033.1652762074</c:v>
                </c:pt>
                <c:pt idx="32">
                  <c:v>284255.75871580874</c:v>
                </c:pt>
                <c:pt idx="33">
                  <c:v>315319.02593583846</c:v>
                </c:pt>
                <c:pt idx="34">
                  <c:v>384332.2615207328</c:v>
                </c:pt>
                <c:pt idx="35">
                  <c:v>168496.0036936617</c:v>
                </c:pt>
                <c:pt idx="36">
                  <c:v>97202.68034079167</c:v>
                </c:pt>
                <c:pt idx="37">
                  <c:v>246192.63728765727</c:v>
                </c:pt>
                <c:pt idx="38">
                  <c:v>232689.99015436176</c:v>
                </c:pt>
                <c:pt idx="39">
                  <c:v>100984.53934359924</c:v>
                </c:pt>
                <c:pt idx="40">
                  <c:v>174592.16400510268</c:v>
                </c:pt>
                <c:pt idx="41">
                  <c:v>176963.61104560614</c:v>
                </c:pt>
                <c:pt idx="42">
                  <c:v>233518.56918031216</c:v>
                </c:pt>
                <c:pt idx="43">
                  <c:v>367891.0341098242</c:v>
                </c:pt>
                <c:pt idx="44">
                  <c:v>208577.9321598919</c:v>
                </c:pt>
                <c:pt idx="45">
                  <c:v>209177.01929987568</c:v>
                </c:pt>
                <c:pt idx="46">
                  <c:v>201340.20882567856</c:v>
                </c:pt>
                <c:pt idx="47">
                  <c:v>102181.47100693859</c:v>
                </c:pt>
                <c:pt idx="48">
                  <c:v>267924.33523423236</c:v>
                </c:pt>
                <c:pt idx="49">
                  <c:v>109802.09689467515</c:v>
                </c:pt>
                <c:pt idx="50">
                  <c:v>121769.09739120558</c:v>
                </c:pt>
                <c:pt idx="51">
                  <c:v>104616.71295237563</c:v>
                </c:pt>
                <c:pt idx="52">
                  <c:v>193878.59824354877</c:v>
                </c:pt>
                <c:pt idx="53">
                  <c:v>229379.60171858425</c:v>
                </c:pt>
                <c:pt idx="54">
                  <c:v>239132.5623476634</c:v>
                </c:pt>
                <c:pt idx="55">
                  <c:v>184568.4155558011</c:v>
                </c:pt>
                <c:pt idx="56">
                  <c:v>112866.9177455602</c:v>
                </c:pt>
                <c:pt idx="57">
                  <c:v>33721.04552883392</c:v>
                </c:pt>
                <c:pt idx="58">
                  <c:v>32617.7329257984</c:v>
                </c:pt>
                <c:pt idx="59">
                  <c:v>138268.1358018026</c:v>
                </c:pt>
                <c:pt idx="60">
                  <c:v>205578.37913598842</c:v>
                </c:pt>
                <c:pt idx="61">
                  <c:v>264857.7158021222</c:v>
                </c:pt>
                <c:pt idx="62">
                  <c:v>326813.1200505706</c:v>
                </c:pt>
                <c:pt idx="63">
                  <c:v>92204.53267406288</c:v>
                </c:pt>
                <c:pt idx="64">
                  <c:v>46494.54411280753</c:v>
                </c:pt>
                <c:pt idx="65">
                  <c:v>22192.229700993634</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25382.563943929075</c:v>
                </c:pt>
                <c:pt idx="1">
                  <c:v>18152.82122730274</c:v>
                </c:pt>
                <c:pt idx="2">
                  <c:v>27246.328353790504</c:v>
                </c:pt>
                <c:pt idx="3">
                  <c:v>30911.72778189109</c:v>
                </c:pt>
                <c:pt idx="4">
                  <c:v>49917.538856155734</c:v>
                </c:pt>
                <c:pt idx="5">
                  <c:v>9014.89793184073</c:v>
                </c:pt>
                <c:pt idx="6">
                  <c:v>383.7352907437892</c:v>
                </c:pt>
                <c:pt idx="7">
                  <c:v>29764.80209080418</c:v>
                </c:pt>
                <c:pt idx="8">
                  <c:v>34561.619348707216</c:v>
                </c:pt>
                <c:pt idx="9">
                  <c:v>36165.3895830647</c:v>
                </c:pt>
                <c:pt idx="10">
                  <c:v>1269.4961661598597</c:v>
                </c:pt>
                <c:pt idx="11">
                  <c:v>14215.501193356098</c:v>
                </c:pt>
                <c:pt idx="12">
                  <c:v>27674.027129919978</c:v>
                </c:pt>
                <c:pt idx="13">
                  <c:v>15687.604435471561</c:v>
                </c:pt>
                <c:pt idx="14">
                  <c:v>47752.35806835664</c:v>
                </c:pt>
                <c:pt idx="15">
                  <c:v>60213.57240913599</c:v>
                </c:pt>
                <c:pt idx="16">
                  <c:v>45897.79220744806</c:v>
                </c:pt>
                <c:pt idx="17">
                  <c:v>31300.63361329061</c:v>
                </c:pt>
                <c:pt idx="18">
                  <c:v>10462.973431846582</c:v>
                </c:pt>
                <c:pt idx="19">
                  <c:v>4472.4177692542635</c:v>
                </c:pt>
                <c:pt idx="20">
                  <c:v>15484.440291927727</c:v>
                </c:pt>
                <c:pt idx="21">
                  <c:v>50191.490875926946</c:v>
                </c:pt>
                <c:pt idx="22">
                  <c:v>3208.869029624873</c:v>
                </c:pt>
                <c:pt idx="23">
                  <c:v>30185.690662937857</c:v>
                </c:pt>
                <c:pt idx="24">
                  <c:v>35166.97753441049</c:v>
                </c:pt>
                <c:pt idx="25">
                  <c:v>48085.82605885127</c:v>
                </c:pt>
                <c:pt idx="26">
                  <c:v>24002.63889612403</c:v>
                </c:pt>
                <c:pt idx="27">
                  <c:v>30103.630410198515</c:v>
                </c:pt>
                <c:pt idx="28">
                  <c:v>20689.215491308736</c:v>
                </c:pt>
                <c:pt idx="29">
                  <c:v>1873.9682715877389</c:v>
                </c:pt>
                <c:pt idx="30">
                  <c:v>6786.945950408227</c:v>
                </c:pt>
                <c:pt idx="31">
                  <c:v>19958.296319006273</c:v>
                </c:pt>
                <c:pt idx="32">
                  <c:v>12893.20977704732</c:v>
                </c:pt>
                <c:pt idx="33">
                  <c:v>52385.62787473465</c:v>
                </c:pt>
                <c:pt idx="34">
                  <c:v>16557.74023942272</c:v>
                </c:pt>
                <c:pt idx="35">
                  <c:v>30220.7649827848</c:v>
                </c:pt>
                <c:pt idx="36">
                  <c:v>39423.787136069506</c:v>
                </c:pt>
                <c:pt idx="37">
                  <c:v>36907.538005545844</c:v>
                </c:pt>
                <c:pt idx="38">
                  <c:v>41235.16933921423</c:v>
                </c:pt>
                <c:pt idx="39">
                  <c:v>42008.51482617919</c:v>
                </c:pt>
                <c:pt idx="40">
                  <c:v>23242.760322210008</c:v>
                </c:pt>
                <c:pt idx="41">
                  <c:v>10491.442893980855</c:v>
                </c:pt>
                <c:pt idx="42">
                  <c:v>43958.26535341094</c:v>
                </c:pt>
                <c:pt idx="43">
                  <c:v>30734.51715001555</c:v>
                </c:pt>
                <c:pt idx="44">
                  <c:v>14007.95658826249</c:v>
                </c:pt>
                <c:pt idx="45">
                  <c:v>52629.95468106459</c:v>
                </c:pt>
                <c:pt idx="46">
                  <c:v>25960.068280759093</c:v>
                </c:pt>
                <c:pt idx="47">
                  <c:v>828.381741117179</c:v>
                </c:pt>
                <c:pt idx="48">
                  <c:v>22133.97770015615</c:v>
                </c:pt>
                <c:pt idx="49">
                  <c:v>34590.861629063205</c:v>
                </c:pt>
                <c:pt idx="50">
                  <c:v>15554.63501243708</c:v>
                </c:pt>
                <c:pt idx="51">
                  <c:v>67377.51979350418</c:v>
                </c:pt>
                <c:pt idx="52">
                  <c:v>27237.71565065176</c:v>
                </c:pt>
                <c:pt idx="53">
                  <c:v>22276.03182465187</c:v>
                </c:pt>
                <c:pt idx="54">
                  <c:v>25660.06977472489</c:v>
                </c:pt>
                <c:pt idx="55">
                  <c:v>40.68783218537809</c:v>
                </c:pt>
                <c:pt idx="56">
                  <c:v>1159.0477659972812</c:v>
                </c:pt>
                <c:pt idx="57">
                  <c:v>11520.557038531995</c:v>
                </c:pt>
                <c:pt idx="58">
                  <c:v>49913.450173470905</c:v>
                </c:pt>
                <c:pt idx="59">
                  <c:v>58517.705560937946</c:v>
                </c:pt>
                <c:pt idx="60">
                  <c:v>57819.34780229826</c:v>
                </c:pt>
                <c:pt idx="61">
                  <c:v>38588.10444959273</c:v>
                </c:pt>
                <c:pt idx="62">
                  <c:v>18391.09136931551</c:v>
                </c:pt>
                <c:pt idx="63">
                  <c:v>53309.068093222726</c:v>
                </c:pt>
                <c:pt idx="64">
                  <c:v>18574.192725831097</c:v>
                </c:pt>
                <c:pt idx="65">
                  <c:v>1263.1728012470628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7434.2279837309925</c:v>
                </c:pt>
                <c:pt idx="1">
                  <c:v>17898.74559357571</c:v>
                </c:pt>
                <c:pt idx="2">
                  <c:v>10690.696964916222</c:v>
                </c:pt>
                <c:pt idx="3">
                  <c:v>6785.146801246842</c:v>
                </c:pt>
                <c:pt idx="4">
                  <c:v>125.9709220262822</c:v>
                </c:pt>
                <c:pt idx="5">
                  <c:v>12004.25449055993</c:v>
                </c:pt>
                <c:pt idx="6">
                  <c:v>4984.495267486501</c:v>
                </c:pt>
                <c:pt idx="7">
                  <c:v>147.85851689102645</c:v>
                </c:pt>
                <c:pt idx="8">
                  <c:v>21411.500754015284</c:v>
                </c:pt>
                <c:pt idx="9">
                  <c:v>482.10332826308706</c:v>
                </c:pt>
                <c:pt idx="10">
                  <c:v>9096.276249011313</c:v>
                </c:pt>
                <c:pt idx="11">
                  <c:v>6917.267359699144</c:v>
                </c:pt>
                <c:pt idx="12">
                  <c:v>21415.913751075648</c:v>
                </c:pt>
                <c:pt idx="13">
                  <c:v>368.33357716916953</c:v>
                </c:pt>
                <c:pt idx="14">
                  <c:v>2140.5639087225422</c:v>
                </c:pt>
                <c:pt idx="15">
                  <c:v>12821.6473978399</c:v>
                </c:pt>
                <c:pt idx="16">
                  <c:v>30411.465707758318</c:v>
                </c:pt>
                <c:pt idx="17">
                  <c:v>15170.029880332233</c:v>
                </c:pt>
                <c:pt idx="18">
                  <c:v>14433.658204607607</c:v>
                </c:pt>
                <c:pt idx="19">
                  <c:v>2051.078336771164</c:v>
                </c:pt>
                <c:pt idx="20">
                  <c:v>11754.17553496726</c:v>
                </c:pt>
                <c:pt idx="21">
                  <c:v>5390.859986171935</c:v>
                </c:pt>
                <c:pt idx="22">
                  <c:v>16633.387671884306</c:v>
                </c:pt>
                <c:pt idx="23">
                  <c:v>200.24914171746875</c:v>
                </c:pt>
                <c:pt idx="24">
                  <c:v>178.61628602964004</c:v>
                </c:pt>
                <c:pt idx="25">
                  <c:v>702.1462900013842</c:v>
                </c:pt>
                <c:pt idx="26">
                  <c:v>11687.453146534972</c:v>
                </c:pt>
                <c:pt idx="27">
                  <c:v>6638.635884058203</c:v>
                </c:pt>
                <c:pt idx="28">
                  <c:v>443.4847399243396</c:v>
                </c:pt>
                <c:pt idx="29">
                  <c:v>26421.187592723512</c:v>
                </c:pt>
                <c:pt idx="30">
                  <c:v>15980.338789141912</c:v>
                </c:pt>
                <c:pt idx="31">
                  <c:v>14040.111621856076</c:v>
                </c:pt>
                <c:pt idx="32">
                  <c:v>2390.7725453117428</c:v>
                </c:pt>
                <c:pt idx="33">
                  <c:v>2449.862015805432</c:v>
                </c:pt>
                <c:pt idx="34">
                  <c:v>111.84302662957693</c:v>
                </c:pt>
                <c:pt idx="35">
                  <c:v>22206.60796923704</c:v>
                </c:pt>
                <c:pt idx="36">
                  <c:v>18541.0268842689</c:v>
                </c:pt>
                <c:pt idx="37">
                  <c:v>9629.84330806488</c:v>
                </c:pt>
                <c:pt idx="38">
                  <c:v>10639.508798527713</c:v>
                </c:pt>
                <c:pt idx="39">
                  <c:v>12913.052992312498</c:v>
                </c:pt>
                <c:pt idx="40">
                  <c:v>117.18518463313644</c:v>
                </c:pt>
                <c:pt idx="41">
                  <c:v>269.9090400118095</c:v>
                </c:pt>
                <c:pt idx="42">
                  <c:v>9105.632074802292</c:v>
                </c:pt>
                <c:pt idx="43">
                  <c:v>19505.723817954236</c:v>
                </c:pt>
                <c:pt idx="44">
                  <c:v>92.33841366486637</c:v>
                </c:pt>
                <c:pt idx="45">
                  <c:v>24704.505606440638</c:v>
                </c:pt>
                <c:pt idx="46">
                  <c:v>5479.137224583748</c:v>
                </c:pt>
                <c:pt idx="47">
                  <c:v>14007.034251874871</c:v>
                </c:pt>
                <c:pt idx="48">
                  <c:v>13617.400408718884</c:v>
                </c:pt>
                <c:pt idx="49">
                  <c:v>4926.875237042489</c:v>
                </c:pt>
                <c:pt idx="50">
                  <c:v>167.52382303385508</c:v>
                </c:pt>
                <c:pt idx="51">
                  <c:v>7570.467058978923</c:v>
                </c:pt>
                <c:pt idx="52">
                  <c:v>22740.230921651982</c:v>
                </c:pt>
                <c:pt idx="53">
                  <c:v>108.89645033508877</c:v>
                </c:pt>
                <c:pt idx="54">
                  <c:v>10803.548952860316</c:v>
                </c:pt>
                <c:pt idx="55">
                  <c:v>14152.805193755607</c:v>
                </c:pt>
                <c:pt idx="56">
                  <c:v>8937.124704697195</c:v>
                </c:pt>
                <c:pt idx="57">
                  <c:v>68.14551744589146</c:v>
                </c:pt>
                <c:pt idx="58">
                  <c:v>313.40058227059484</c:v>
                </c:pt>
                <c:pt idx="59">
                  <c:v>14202.256943097118</c:v>
                </c:pt>
                <c:pt idx="60">
                  <c:v>24302.16132815446</c:v>
                </c:pt>
                <c:pt idx="61">
                  <c:v>22548.708580286624</c:v>
                </c:pt>
                <c:pt idx="62">
                  <c:v>29240.46878551143</c:v>
                </c:pt>
                <c:pt idx="63">
                  <c:v>8846.856392646792</c:v>
                </c:pt>
                <c:pt idx="64">
                  <c:v>7529.045386817349</c:v>
                </c:pt>
                <c:pt idx="65">
                  <c:v>18900.05329402233</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854.8545462371158</c:v>
                </c:pt>
                <c:pt idx="1">
                  <c:v>12011.60527291513</c:v>
                </c:pt>
                <c:pt idx="2">
                  <c:v>7067.041623963277</c:v>
                </c:pt>
                <c:pt idx="3">
                  <c:v>22.680546286203793</c:v>
                </c:pt>
                <c:pt idx="4">
                  <c:v>22846.272317935684</c:v>
                </c:pt>
                <c:pt idx="5">
                  <c:v>16178.492340058627</c:v>
                </c:pt>
                <c:pt idx="6">
                  <c:v>6747.280576614035</c:v>
                </c:pt>
                <c:pt idx="7">
                  <c:v>593.8506213464754</c:v>
                </c:pt>
                <c:pt idx="8">
                  <c:v>35444.89107041448</c:v>
                </c:pt>
                <c:pt idx="9">
                  <c:v>17604.91243312251</c:v>
                </c:pt>
                <c:pt idx="10">
                  <c:v>14045.577845569558</c:v>
                </c:pt>
                <c:pt idx="11">
                  <c:v>104.01393930054263</c:v>
                </c:pt>
                <c:pt idx="12">
                  <c:v>19412.091279249875</c:v>
                </c:pt>
                <c:pt idx="13">
                  <c:v>7803.971178334534</c:v>
                </c:pt>
                <c:pt idx="14">
                  <c:v>34556.50614341048</c:v>
                </c:pt>
                <c:pt idx="15">
                  <c:v>21963.19137086879</c:v>
                </c:pt>
                <c:pt idx="16">
                  <c:v>36274.11246155614</c:v>
                </c:pt>
                <c:pt idx="17">
                  <c:v>594.118352361531</c:v>
                </c:pt>
                <c:pt idx="18">
                  <c:v>17829.823995831277</c:v>
                </c:pt>
                <c:pt idx="19">
                  <c:v>19913.89526376901</c:v>
                </c:pt>
                <c:pt idx="20">
                  <c:v>623.9262281148989</c:v>
                </c:pt>
                <c:pt idx="21">
                  <c:v>14744.381053072644</c:v>
                </c:pt>
                <c:pt idx="22">
                  <c:v>16563.367473480117</c:v>
                </c:pt>
                <c:pt idx="23">
                  <c:v>3909.8372713092103</c:v>
                </c:pt>
                <c:pt idx="24">
                  <c:v>10556.207239628491</c:v>
                </c:pt>
                <c:pt idx="25">
                  <c:v>65.69663102601797</c:v>
                </c:pt>
                <c:pt idx="26">
                  <c:v>293.0531391423309</c:v>
                </c:pt>
                <c:pt idx="27">
                  <c:v>14799.253414148312</c:v>
                </c:pt>
                <c:pt idx="28">
                  <c:v>15309.400977576926</c:v>
                </c:pt>
                <c:pt idx="29">
                  <c:v>2894.477565079654</c:v>
                </c:pt>
                <c:pt idx="30">
                  <c:v>7412.205845125934</c:v>
                </c:pt>
                <c:pt idx="31">
                  <c:v>21949.01016722474</c:v>
                </c:pt>
                <c:pt idx="32">
                  <c:v>18385.008490018266</c:v>
                </c:pt>
                <c:pt idx="33">
                  <c:v>10498.082063238044</c:v>
                </c:pt>
                <c:pt idx="34">
                  <c:v>9744.341555501784</c:v>
                </c:pt>
                <c:pt idx="35">
                  <c:v>17275.069908763675</c:v>
                </c:pt>
                <c:pt idx="36">
                  <c:v>18952.53116693264</c:v>
                </c:pt>
                <c:pt idx="37">
                  <c:v>50.58965519607161</c:v>
                </c:pt>
                <c:pt idx="38">
                  <c:v>37150.87027634788</c:v>
                </c:pt>
                <c:pt idx="39">
                  <c:v>9603.336764377535</c:v>
                </c:pt>
                <c:pt idx="40">
                  <c:v>20400.59593322261</c:v>
                </c:pt>
                <c:pt idx="41">
                  <c:v>14708.545102835727</c:v>
                </c:pt>
                <c:pt idx="42">
                  <c:v>30414.578777207764</c:v>
                </c:pt>
                <c:pt idx="43">
                  <c:v>1695.024678004365</c:v>
                </c:pt>
                <c:pt idx="44">
                  <c:v>9240.633648040715</c:v>
                </c:pt>
                <c:pt idx="45">
                  <c:v>21854.554454937825</c:v>
                </c:pt>
                <c:pt idx="46">
                  <c:v>16221.316470860666</c:v>
                </c:pt>
                <c:pt idx="47">
                  <c:v>553.5949045603498</c:v>
                </c:pt>
                <c:pt idx="48">
                  <c:v>29115.33739308054</c:v>
                </c:pt>
                <c:pt idx="49">
                  <c:v>9554.392209605308</c:v>
                </c:pt>
                <c:pt idx="50">
                  <c:v>21087.789719864246</c:v>
                </c:pt>
                <c:pt idx="51">
                  <c:v>26981.693531977813</c:v>
                </c:pt>
                <c:pt idx="52">
                  <c:v>39563.357500003134</c:v>
                </c:pt>
                <c:pt idx="53">
                  <c:v>30704.966465457273</c:v>
                </c:pt>
                <c:pt idx="54">
                  <c:v>17144.84200103221</c:v>
                </c:pt>
                <c:pt idx="55">
                  <c:v>26578.143535874904</c:v>
                </c:pt>
                <c:pt idx="56">
                  <c:v>12990.403540202562</c:v>
                </c:pt>
                <c:pt idx="57">
                  <c:v>554.9104480746247</c:v>
                </c:pt>
                <c:pt idx="58">
                  <c:v>678.9303574974601</c:v>
                </c:pt>
                <c:pt idx="59">
                  <c:v>0.08651879940166073</c:v>
                </c:pt>
                <c:pt idx="60">
                  <c:v>9292.076169324951</c:v>
                </c:pt>
                <c:pt idx="61">
                  <c:v>19149.78001848804</c:v>
                </c:pt>
                <c:pt idx="62">
                  <c:v>24344.307984853636</c:v>
                </c:pt>
                <c:pt idx="63">
                  <c:v>723.0754110420069</c:v>
                </c:pt>
                <c:pt idx="64">
                  <c:v>28498.664610464788</c:v>
                </c:pt>
                <c:pt idx="65">
                  <c:v>24283.446513480478</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2707.5824662955874</c:v>
                </c:pt>
                <c:pt idx="1">
                  <c:v>4093.2214042386754</c:v>
                </c:pt>
                <c:pt idx="2">
                  <c:v>12374.98512828835</c:v>
                </c:pt>
                <c:pt idx="3">
                  <c:v>34763.4756452723</c:v>
                </c:pt>
                <c:pt idx="4">
                  <c:v>4061.366444063581</c:v>
                </c:pt>
                <c:pt idx="5">
                  <c:v>35885.02069357656</c:v>
                </c:pt>
                <c:pt idx="6">
                  <c:v>3413.006915951859</c:v>
                </c:pt>
                <c:pt idx="7">
                  <c:v>64554.16020944555</c:v>
                </c:pt>
                <c:pt idx="8">
                  <c:v>28848.193963892005</c:v>
                </c:pt>
                <c:pt idx="9">
                  <c:v>34518.89912786912</c:v>
                </c:pt>
                <c:pt idx="10">
                  <c:v>51984.969702616334</c:v>
                </c:pt>
                <c:pt idx="11">
                  <c:v>23692.495192794053</c:v>
                </c:pt>
                <c:pt idx="12">
                  <c:v>85127.68745849805</c:v>
                </c:pt>
                <c:pt idx="13">
                  <c:v>7453.44284250559</c:v>
                </c:pt>
                <c:pt idx="14">
                  <c:v>3359.981925366319</c:v>
                </c:pt>
                <c:pt idx="15">
                  <c:v>13729.605740259765</c:v>
                </c:pt>
                <c:pt idx="16">
                  <c:v>58290.91231789678</c:v>
                </c:pt>
                <c:pt idx="17">
                  <c:v>24458.251392352453</c:v>
                </c:pt>
                <c:pt idx="18">
                  <c:v>32699.96159338792</c:v>
                </c:pt>
                <c:pt idx="19">
                  <c:v>38542.029394831145</c:v>
                </c:pt>
                <c:pt idx="20">
                  <c:v>24689.718539407913</c:v>
                </c:pt>
                <c:pt idx="21">
                  <c:v>30464.21711424587</c:v>
                </c:pt>
                <c:pt idx="22">
                  <c:v>20820.474857300196</c:v>
                </c:pt>
                <c:pt idx="23">
                  <c:v>3620.4928831671136</c:v>
                </c:pt>
                <c:pt idx="24">
                  <c:v>47805.26111112625</c:v>
                </c:pt>
                <c:pt idx="25">
                  <c:v>32776.42824208517</c:v>
                </c:pt>
                <c:pt idx="26">
                  <c:v>37417.52045915694</c:v>
                </c:pt>
                <c:pt idx="27">
                  <c:v>3398.8048388858733</c:v>
                </c:pt>
                <c:pt idx="28">
                  <c:v>30604.415354229484</c:v>
                </c:pt>
                <c:pt idx="29">
                  <c:v>69287.99232238342</c:v>
                </c:pt>
                <c:pt idx="30">
                  <c:v>17289.21786251615</c:v>
                </c:pt>
                <c:pt idx="31">
                  <c:v>53695.28198542928</c:v>
                </c:pt>
                <c:pt idx="32">
                  <c:v>61286.37534235013</c:v>
                </c:pt>
                <c:pt idx="33">
                  <c:v>61985.116901425085</c:v>
                </c:pt>
                <c:pt idx="34">
                  <c:v>44877.42494609667</c:v>
                </c:pt>
                <c:pt idx="35">
                  <c:v>61951.30649145892</c:v>
                </c:pt>
                <c:pt idx="36">
                  <c:v>20018.194537744155</c:v>
                </c:pt>
                <c:pt idx="37">
                  <c:v>2172.2601951775814</c:v>
                </c:pt>
                <c:pt idx="38">
                  <c:v>4915.767954434868</c:v>
                </c:pt>
                <c:pt idx="39">
                  <c:v>17753.542163166618</c:v>
                </c:pt>
                <c:pt idx="40">
                  <c:v>34632.611357180256</c:v>
                </c:pt>
                <c:pt idx="41">
                  <c:v>38376.6584935091</c:v>
                </c:pt>
                <c:pt idx="42">
                  <c:v>62511.83896277429</c:v>
                </c:pt>
                <c:pt idx="43">
                  <c:v>54626.20190913878</c:v>
                </c:pt>
                <c:pt idx="44">
                  <c:v>12976.236978540772</c:v>
                </c:pt>
                <c:pt idx="45">
                  <c:v>60805.174290882474</c:v>
                </c:pt>
                <c:pt idx="46">
                  <c:v>66336.13062765331</c:v>
                </c:pt>
                <c:pt idx="47">
                  <c:v>4323.698397756141</c:v>
                </c:pt>
                <c:pt idx="48">
                  <c:v>2345.1393229648193</c:v>
                </c:pt>
                <c:pt idx="49">
                  <c:v>2776.772111707714</c:v>
                </c:pt>
                <c:pt idx="50">
                  <c:v>56264.616806543185</c:v>
                </c:pt>
                <c:pt idx="51">
                  <c:v>10739.564086485741</c:v>
                </c:pt>
                <c:pt idx="52">
                  <c:v>1199.2656161857258</c:v>
                </c:pt>
                <c:pt idx="53">
                  <c:v>93239.43851939456</c:v>
                </c:pt>
                <c:pt idx="54">
                  <c:v>50742.566084016784</c:v>
                </c:pt>
                <c:pt idx="55">
                  <c:v>31237.597331052475</c:v>
                </c:pt>
                <c:pt idx="56">
                  <c:v>29869.796411810006</c:v>
                </c:pt>
                <c:pt idx="57">
                  <c:v>85444.78031990257</c:v>
                </c:pt>
                <c:pt idx="58">
                  <c:v>18209.83105827296</c:v>
                </c:pt>
                <c:pt idx="59">
                  <c:v>72117.49863924898</c:v>
                </c:pt>
                <c:pt idx="60">
                  <c:v>88412.41013442044</c:v>
                </c:pt>
                <c:pt idx="61">
                  <c:v>96497.31326552256</c:v>
                </c:pt>
                <c:pt idx="62">
                  <c:v>118178.19001430186</c:v>
                </c:pt>
                <c:pt idx="63">
                  <c:v>45857.41287124027</c:v>
                </c:pt>
                <c:pt idx="64">
                  <c:v>87578.07024115005</c:v>
                </c:pt>
                <c:pt idx="65">
                  <c:v>21938.00494446136</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5877.30788885593</c:v>
                </c:pt>
                <c:pt idx="1">
                  <c:v>4704.925596657822</c:v>
                </c:pt>
                <c:pt idx="2">
                  <c:v>46358.55277608525</c:v>
                </c:pt>
                <c:pt idx="3">
                  <c:v>23238.803484952852</c:v>
                </c:pt>
                <c:pt idx="4">
                  <c:v>5960.19179078856</c:v>
                </c:pt>
                <c:pt idx="5">
                  <c:v>62783.556572147616</c:v>
                </c:pt>
                <c:pt idx="6">
                  <c:v>19966.676063644707</c:v>
                </c:pt>
                <c:pt idx="7">
                  <c:v>38995.497181863306</c:v>
                </c:pt>
                <c:pt idx="8">
                  <c:v>6200.364993257754</c:v>
                </c:pt>
                <c:pt idx="9">
                  <c:v>57781.69550215338</c:v>
                </c:pt>
                <c:pt idx="10">
                  <c:v>66935.87476612683</c:v>
                </c:pt>
                <c:pt idx="11">
                  <c:v>18389.493352147972</c:v>
                </c:pt>
                <c:pt idx="12">
                  <c:v>6853.330896051779</c:v>
                </c:pt>
                <c:pt idx="13">
                  <c:v>47260.26014906222</c:v>
                </c:pt>
                <c:pt idx="14">
                  <c:v>37351.55851162931</c:v>
                </c:pt>
                <c:pt idx="15">
                  <c:v>6029.860150801252</c:v>
                </c:pt>
                <c:pt idx="16">
                  <c:v>65390.04439809321</c:v>
                </c:pt>
                <c:pt idx="17">
                  <c:v>5127.15794176344</c:v>
                </c:pt>
                <c:pt idx="18">
                  <c:v>25945.17537414899</c:v>
                </c:pt>
                <c:pt idx="19">
                  <c:v>36340.207997388214</c:v>
                </c:pt>
                <c:pt idx="20">
                  <c:v>7671.814056233379</c:v>
                </c:pt>
                <c:pt idx="21">
                  <c:v>47539.71988880343</c:v>
                </c:pt>
                <c:pt idx="22">
                  <c:v>57262.47144294864</c:v>
                </c:pt>
                <c:pt idx="23">
                  <c:v>27843.549756227796</c:v>
                </c:pt>
                <c:pt idx="24">
                  <c:v>7765.095953091991</c:v>
                </c:pt>
                <c:pt idx="25">
                  <c:v>8044.20145884618</c:v>
                </c:pt>
                <c:pt idx="26">
                  <c:v>6814.801552975787</c:v>
                </c:pt>
                <c:pt idx="27">
                  <c:v>38997.42886351563</c:v>
                </c:pt>
                <c:pt idx="28">
                  <c:v>8415.77735120379</c:v>
                </c:pt>
                <c:pt idx="29">
                  <c:v>83012.51406847952</c:v>
                </c:pt>
                <c:pt idx="30">
                  <c:v>53342.942495395764</c:v>
                </c:pt>
                <c:pt idx="31">
                  <c:v>30911.882760763143</c:v>
                </c:pt>
                <c:pt idx="32">
                  <c:v>17269.92379857159</c:v>
                </c:pt>
                <c:pt idx="33">
                  <c:v>6892.891842640348</c:v>
                </c:pt>
                <c:pt idx="34">
                  <c:v>42824.99529576159</c:v>
                </c:pt>
                <c:pt idx="35">
                  <c:v>75725.02845702578</c:v>
                </c:pt>
                <c:pt idx="36">
                  <c:v>75515.1187481684</c:v>
                </c:pt>
                <c:pt idx="37">
                  <c:v>47130.540739517164</c:v>
                </c:pt>
                <c:pt idx="38">
                  <c:v>107309.31064999563</c:v>
                </c:pt>
                <c:pt idx="39">
                  <c:v>89888.06304782716</c:v>
                </c:pt>
                <c:pt idx="40">
                  <c:v>31744.04102955475</c:v>
                </c:pt>
                <c:pt idx="41">
                  <c:v>41778.909650092275</c:v>
                </c:pt>
                <c:pt idx="42">
                  <c:v>16871.700466438782</c:v>
                </c:pt>
                <c:pt idx="43">
                  <c:v>32272.850150425777</c:v>
                </c:pt>
                <c:pt idx="44">
                  <c:v>73315.82067766858</c:v>
                </c:pt>
                <c:pt idx="45">
                  <c:v>15242.35896789543</c:v>
                </c:pt>
                <c:pt idx="46">
                  <c:v>6881.348162102777</c:v>
                </c:pt>
                <c:pt idx="47">
                  <c:v>6051.859787256319</c:v>
                </c:pt>
                <c:pt idx="48">
                  <c:v>26338.84044373436</c:v>
                </c:pt>
                <c:pt idx="49">
                  <c:v>85470.47424193536</c:v>
                </c:pt>
                <c:pt idx="50">
                  <c:v>20719.39388542188</c:v>
                </c:pt>
                <c:pt idx="51">
                  <c:v>7292.070449371633</c:v>
                </c:pt>
                <c:pt idx="52">
                  <c:v>7489.67394862709</c:v>
                </c:pt>
                <c:pt idx="53">
                  <c:v>36804.56973934613</c:v>
                </c:pt>
                <c:pt idx="54">
                  <c:v>10380.818050540725</c:v>
                </c:pt>
                <c:pt idx="55">
                  <c:v>6072.627373338142</c:v>
                </c:pt>
                <c:pt idx="56">
                  <c:v>8875.69476163156</c:v>
                </c:pt>
                <c:pt idx="57">
                  <c:v>51647.17030496932</c:v>
                </c:pt>
                <c:pt idx="58">
                  <c:v>54811.34150553855</c:v>
                </c:pt>
                <c:pt idx="59">
                  <c:v>27154.77751673517</c:v>
                </c:pt>
                <c:pt idx="60">
                  <c:v>7732.334475333306</c:v>
                </c:pt>
                <c:pt idx="61">
                  <c:v>59506.884366475526</c:v>
                </c:pt>
                <c:pt idx="62">
                  <c:v>20697.684777834642</c:v>
                </c:pt>
                <c:pt idx="63">
                  <c:v>38398.299873507756</c:v>
                </c:pt>
                <c:pt idx="64">
                  <c:v>47020.81221332418</c:v>
                </c:pt>
                <c:pt idx="65">
                  <c:v>50339.469017994146</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11478.237905891312</c:v>
                </c:pt>
                <c:pt idx="1">
                  <c:v>35196.297587477544</c:v>
                </c:pt>
                <c:pt idx="2">
                  <c:v>40869.360449050255</c:v>
                </c:pt>
                <c:pt idx="3">
                  <c:v>13338.70534862193</c:v>
                </c:pt>
                <c:pt idx="4">
                  <c:v>5714.552812700025</c:v>
                </c:pt>
                <c:pt idx="5">
                  <c:v>38829.03629392168</c:v>
                </c:pt>
                <c:pt idx="6">
                  <c:v>38675.79253395588</c:v>
                </c:pt>
                <c:pt idx="7">
                  <c:v>40372.694067642165</c:v>
                </c:pt>
                <c:pt idx="8">
                  <c:v>60632.105499923215</c:v>
                </c:pt>
                <c:pt idx="9">
                  <c:v>35649.7981871312</c:v>
                </c:pt>
                <c:pt idx="10">
                  <c:v>28232.319142231565</c:v>
                </c:pt>
                <c:pt idx="11">
                  <c:v>22953.102556593647</c:v>
                </c:pt>
                <c:pt idx="12">
                  <c:v>74917.70356612134</c:v>
                </c:pt>
                <c:pt idx="13">
                  <c:v>46694.436576371416</c:v>
                </c:pt>
                <c:pt idx="14">
                  <c:v>91163.64915302469</c:v>
                </c:pt>
                <c:pt idx="15">
                  <c:v>23663.049384966245</c:v>
                </c:pt>
                <c:pt idx="16">
                  <c:v>47650.76191095027</c:v>
                </c:pt>
                <c:pt idx="17">
                  <c:v>37364.95721176268</c:v>
                </c:pt>
                <c:pt idx="18">
                  <c:v>35874.62323813399</c:v>
                </c:pt>
                <c:pt idx="19">
                  <c:v>36129.200985342904</c:v>
                </c:pt>
                <c:pt idx="20">
                  <c:v>48321.91107354275</c:v>
                </c:pt>
                <c:pt idx="21">
                  <c:v>79625.74572624183</c:v>
                </c:pt>
                <c:pt idx="22">
                  <c:v>67737.81133593636</c:v>
                </c:pt>
                <c:pt idx="23">
                  <c:v>42980.06609644761</c:v>
                </c:pt>
                <c:pt idx="24">
                  <c:v>64385.23805991543</c:v>
                </c:pt>
                <c:pt idx="25">
                  <c:v>77980.80993606475</c:v>
                </c:pt>
                <c:pt idx="26">
                  <c:v>53681.664484438705</c:v>
                </c:pt>
                <c:pt idx="27">
                  <c:v>38668.88141110406</c:v>
                </c:pt>
                <c:pt idx="28">
                  <c:v>57629.22388650371</c:v>
                </c:pt>
                <c:pt idx="29">
                  <c:v>77576.11038076162</c:v>
                </c:pt>
                <c:pt idx="30">
                  <c:v>61809.47495383964</c:v>
                </c:pt>
                <c:pt idx="31">
                  <c:v>44384.02791129798</c:v>
                </c:pt>
                <c:pt idx="32">
                  <c:v>35310.20852214923</c:v>
                </c:pt>
                <c:pt idx="33">
                  <c:v>13905.539695163501</c:v>
                </c:pt>
                <c:pt idx="34">
                  <c:v>22393.87802435685</c:v>
                </c:pt>
                <c:pt idx="35">
                  <c:v>16502.67049025162</c:v>
                </c:pt>
                <c:pt idx="36">
                  <c:v>12928.711082380312</c:v>
                </c:pt>
                <c:pt idx="37">
                  <c:v>7144.403475613555</c:v>
                </c:pt>
                <c:pt idx="38">
                  <c:v>31767.12164575611</c:v>
                </c:pt>
                <c:pt idx="39">
                  <c:v>12140.289964770527</c:v>
                </c:pt>
                <c:pt idx="40">
                  <c:v>11929.83373693937</c:v>
                </c:pt>
                <c:pt idx="41">
                  <c:v>45804.5162831137</c:v>
                </c:pt>
                <c:pt idx="42">
                  <c:v>63444.66836914543</c:v>
                </c:pt>
                <c:pt idx="43">
                  <c:v>36482.17219760071</c:v>
                </c:pt>
                <c:pt idx="44">
                  <c:v>21754.79852515505</c:v>
                </c:pt>
                <c:pt idx="45">
                  <c:v>35223.77600088987</c:v>
                </c:pt>
                <c:pt idx="46">
                  <c:v>22511.455771385776</c:v>
                </c:pt>
                <c:pt idx="47">
                  <c:v>36683.95125036849</c:v>
                </c:pt>
                <c:pt idx="48">
                  <c:v>39541.026377474984</c:v>
                </c:pt>
                <c:pt idx="49">
                  <c:v>30412.229503113325</c:v>
                </c:pt>
                <c:pt idx="50">
                  <c:v>26885.441397102222</c:v>
                </c:pt>
                <c:pt idx="51">
                  <c:v>36040.78955161333</c:v>
                </c:pt>
                <c:pt idx="52">
                  <c:v>61958.94695505447</c:v>
                </c:pt>
                <c:pt idx="53">
                  <c:v>47180.46657129747</c:v>
                </c:pt>
                <c:pt idx="54">
                  <c:v>41205.52659561152</c:v>
                </c:pt>
                <c:pt idx="55">
                  <c:v>31505.786120231856</c:v>
                </c:pt>
                <c:pt idx="56">
                  <c:v>68713.93560583759</c:v>
                </c:pt>
                <c:pt idx="57">
                  <c:v>42923.20065815728</c:v>
                </c:pt>
                <c:pt idx="58">
                  <c:v>79169.34971276406</c:v>
                </c:pt>
                <c:pt idx="59">
                  <c:v>84191.02396891023</c:v>
                </c:pt>
                <c:pt idx="60">
                  <c:v>73494.29501062473</c:v>
                </c:pt>
                <c:pt idx="61">
                  <c:v>52545.27284845606</c:v>
                </c:pt>
                <c:pt idx="62">
                  <c:v>52033.73884733718</c:v>
                </c:pt>
                <c:pt idx="63">
                  <c:v>50904.267038346865</c:v>
                </c:pt>
                <c:pt idx="64">
                  <c:v>43680.254768788865</c:v>
                </c:pt>
                <c:pt idx="65">
                  <c:v>21296.81349146667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7215.495307277222</c:v>
                </c:pt>
                <c:pt idx="1">
                  <c:v>4112.050114370627</c:v>
                </c:pt>
                <c:pt idx="2">
                  <c:v>3789.778367084228</c:v>
                </c:pt>
                <c:pt idx="3">
                  <c:v>3070.312426786186</c:v>
                </c:pt>
                <c:pt idx="4">
                  <c:v>8717.454270483906</c:v>
                </c:pt>
                <c:pt idx="5">
                  <c:v>3559.5930124605015</c:v>
                </c:pt>
                <c:pt idx="6">
                  <c:v>5750.320405563878</c:v>
                </c:pt>
                <c:pt idx="7">
                  <c:v>4595.410715461716</c:v>
                </c:pt>
                <c:pt idx="8">
                  <c:v>218.0255792377326</c:v>
                </c:pt>
                <c:pt idx="9">
                  <c:v>2703.8233136570625</c:v>
                </c:pt>
                <c:pt idx="10">
                  <c:v>1600.0381746940375</c:v>
                </c:pt>
                <c:pt idx="11">
                  <c:v>853.7221273479339</c:v>
                </c:pt>
                <c:pt idx="12">
                  <c:v>5726.815143996957</c:v>
                </c:pt>
                <c:pt idx="13">
                  <c:v>4149.838286683609</c:v>
                </c:pt>
                <c:pt idx="14">
                  <c:v>8829.833213149328</c:v>
                </c:pt>
                <c:pt idx="15">
                  <c:v>8712.437885611433</c:v>
                </c:pt>
                <c:pt idx="16">
                  <c:v>7658.219324260101</c:v>
                </c:pt>
                <c:pt idx="17">
                  <c:v>7279.6810755560855</c:v>
                </c:pt>
                <c:pt idx="18">
                  <c:v>8221.550908048463</c:v>
                </c:pt>
                <c:pt idx="19">
                  <c:v>6099.627835159194</c:v>
                </c:pt>
                <c:pt idx="20">
                  <c:v>5650.5599941003375</c:v>
                </c:pt>
                <c:pt idx="21">
                  <c:v>7748.943119252603</c:v>
                </c:pt>
                <c:pt idx="22">
                  <c:v>14726.848705439856</c:v>
                </c:pt>
                <c:pt idx="23">
                  <c:v>12084.990000457292</c:v>
                </c:pt>
                <c:pt idx="24">
                  <c:v>591.7497606655335</c:v>
                </c:pt>
                <c:pt idx="25">
                  <c:v>9218.330277596635</c:v>
                </c:pt>
                <c:pt idx="26">
                  <c:v>3073.591031530057</c:v>
                </c:pt>
                <c:pt idx="27">
                  <c:v>122.93495736629063</c:v>
                </c:pt>
                <c:pt idx="28">
                  <c:v>8001.269527814256</c:v>
                </c:pt>
                <c:pt idx="29">
                  <c:v>6468.3737614285</c:v>
                </c:pt>
                <c:pt idx="30">
                  <c:v>2714.254018050982</c:v>
                </c:pt>
                <c:pt idx="31">
                  <c:v>8383.302225931966</c:v>
                </c:pt>
                <c:pt idx="32">
                  <c:v>3603.302452535163</c:v>
                </c:pt>
                <c:pt idx="33">
                  <c:v>119.07308086911873</c:v>
                </c:pt>
                <c:pt idx="34">
                  <c:v>17353.88054596813</c:v>
                </c:pt>
                <c:pt idx="35">
                  <c:v>4236.0151508104955</c:v>
                </c:pt>
                <c:pt idx="36">
                  <c:v>12225.968907717901</c:v>
                </c:pt>
                <c:pt idx="37">
                  <c:v>4630.6137753855055</c:v>
                </c:pt>
                <c:pt idx="38">
                  <c:v>1411.866161059165</c:v>
                </c:pt>
                <c:pt idx="39">
                  <c:v>1297.0009758014571</c:v>
                </c:pt>
                <c:pt idx="40">
                  <c:v>2201.696613250027</c:v>
                </c:pt>
                <c:pt idx="41">
                  <c:v>1.1065339133515826</c:v>
                </c:pt>
                <c:pt idx="42">
                  <c:v>137.83570104364492</c:v>
                </c:pt>
                <c:pt idx="43">
                  <c:v>16856.476342836846</c:v>
                </c:pt>
                <c:pt idx="44">
                  <c:v>876.0715109300984</c:v>
                </c:pt>
                <c:pt idx="45">
                  <c:v>8181.932541280436</c:v>
                </c:pt>
                <c:pt idx="46">
                  <c:v>4346.772587675451</c:v>
                </c:pt>
                <c:pt idx="47">
                  <c:v>1411.4026881920015</c:v>
                </c:pt>
                <c:pt idx="48">
                  <c:v>3580.422750633053</c:v>
                </c:pt>
                <c:pt idx="49">
                  <c:v>1431.5627451224339</c:v>
                </c:pt>
                <c:pt idx="50">
                  <c:v>4729.301974097843</c:v>
                </c:pt>
                <c:pt idx="51">
                  <c:v>119.25956151506519</c:v>
                </c:pt>
                <c:pt idx="52">
                  <c:v>4203.40409978403</c:v>
                </c:pt>
                <c:pt idx="53">
                  <c:v>2250.541754472389</c:v>
                </c:pt>
                <c:pt idx="54">
                  <c:v>6807.698508261975</c:v>
                </c:pt>
                <c:pt idx="55">
                  <c:v>57.548205138140766</c:v>
                </c:pt>
                <c:pt idx="56">
                  <c:v>4811.1454221077465</c:v>
                </c:pt>
                <c:pt idx="57">
                  <c:v>35.22422632945379</c:v>
                </c:pt>
                <c:pt idx="58">
                  <c:v>2564.460890067494</c:v>
                </c:pt>
                <c:pt idx="59">
                  <c:v>7464.725839815046</c:v>
                </c:pt>
                <c:pt idx="60">
                  <c:v>4097.511883826079</c:v>
                </c:pt>
                <c:pt idx="61">
                  <c:v>7360.21991787405</c:v>
                </c:pt>
                <c:pt idx="62">
                  <c:v>2369.2424726327945</c:v>
                </c:pt>
                <c:pt idx="63">
                  <c:v>3147.616456382509</c:v>
                </c:pt>
                <c:pt idx="64">
                  <c:v>321.39752163868997</c:v>
                </c:pt>
                <c:pt idx="65">
                  <c:v>6592.515518930068</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81.0531647906644</c:v>
                </c:pt>
                <c:pt idx="1">
                  <c:v>4670.128040599339</c:v>
                </c:pt>
                <c:pt idx="2">
                  <c:v>1181.422353449239</c:v>
                </c:pt>
                <c:pt idx="3">
                  <c:v>128.8475327183373</c:v>
                </c:pt>
                <c:pt idx="4">
                  <c:v>1626.6477344477444</c:v>
                </c:pt>
                <c:pt idx="5">
                  <c:v>3783.2896192349663</c:v>
                </c:pt>
                <c:pt idx="6">
                  <c:v>3271.6157270018266</c:v>
                </c:pt>
                <c:pt idx="7">
                  <c:v>6857.994257249704</c:v>
                </c:pt>
                <c:pt idx="8">
                  <c:v>300.5082641838338</c:v>
                </c:pt>
                <c:pt idx="9">
                  <c:v>165.45009355978942</c:v>
                </c:pt>
                <c:pt idx="10">
                  <c:v>1690.8411488652728</c:v>
                </c:pt>
                <c:pt idx="11">
                  <c:v>901.9067206255409</c:v>
                </c:pt>
                <c:pt idx="12">
                  <c:v>5171.994591319038</c:v>
                </c:pt>
                <c:pt idx="13">
                  <c:v>249.9579833588122</c:v>
                </c:pt>
                <c:pt idx="14">
                  <c:v>272.4915019657499</c:v>
                </c:pt>
                <c:pt idx="15">
                  <c:v>120.43981609793425</c:v>
                </c:pt>
                <c:pt idx="16">
                  <c:v>2474.376331337546</c:v>
                </c:pt>
                <c:pt idx="17">
                  <c:v>46.08555620157401</c:v>
                </c:pt>
                <c:pt idx="18">
                  <c:v>3186.6892076020554</c:v>
                </c:pt>
                <c:pt idx="19">
                  <c:v>191.0331828271124</c:v>
                </c:pt>
                <c:pt idx="20">
                  <c:v>691.6510295344874</c:v>
                </c:pt>
                <c:pt idx="21">
                  <c:v>5871.226410079398</c:v>
                </c:pt>
                <c:pt idx="22">
                  <c:v>5472.360619193054</c:v>
                </c:pt>
                <c:pt idx="23">
                  <c:v>166.4944943767646</c:v>
                </c:pt>
                <c:pt idx="24">
                  <c:v>171.15523057572648</c:v>
                </c:pt>
                <c:pt idx="25">
                  <c:v>6041.960917886259</c:v>
                </c:pt>
                <c:pt idx="26">
                  <c:v>953.8180528411386</c:v>
                </c:pt>
                <c:pt idx="27">
                  <c:v>2797.6165970265847</c:v>
                </c:pt>
                <c:pt idx="28">
                  <c:v>3574.2224968348883</c:v>
                </c:pt>
                <c:pt idx="29">
                  <c:v>2276.243865271966</c:v>
                </c:pt>
                <c:pt idx="30">
                  <c:v>2040.228110561869</c:v>
                </c:pt>
                <c:pt idx="31">
                  <c:v>21.109699393086956</c:v>
                </c:pt>
                <c:pt idx="32">
                  <c:v>82.86218346758122</c:v>
                </c:pt>
                <c:pt idx="33">
                  <c:v>168.90533817210084</c:v>
                </c:pt>
                <c:pt idx="34">
                  <c:v>202.53950916583833</c:v>
                </c:pt>
                <c:pt idx="35">
                  <c:v>4938.737099057584</c:v>
                </c:pt>
                <c:pt idx="36">
                  <c:v>2793.976689742794</c:v>
                </c:pt>
                <c:pt idx="37">
                  <c:v>71.74774161302838</c:v>
                </c:pt>
                <c:pt idx="38">
                  <c:v>39.5582617862029</c:v>
                </c:pt>
                <c:pt idx="39">
                  <c:v>3843.948890912461</c:v>
                </c:pt>
                <c:pt idx="40">
                  <c:v>298.42112559128356</c:v>
                </c:pt>
                <c:pt idx="41">
                  <c:v>3.8194749656084515</c:v>
                </c:pt>
                <c:pt idx="42">
                  <c:v>5804.971588051891</c:v>
                </c:pt>
                <c:pt idx="43">
                  <c:v>1330.9965755816634</c:v>
                </c:pt>
                <c:pt idx="44">
                  <c:v>38.717014614247745</c:v>
                </c:pt>
                <c:pt idx="45">
                  <c:v>1755.2351476066106</c:v>
                </c:pt>
                <c:pt idx="46">
                  <c:v>170.1760139783513</c:v>
                </c:pt>
                <c:pt idx="47">
                  <c:v>74.2812898101332</c:v>
                </c:pt>
                <c:pt idx="48">
                  <c:v>241.44225723271916</c:v>
                </c:pt>
                <c:pt idx="49">
                  <c:v>988.5045188042454</c:v>
                </c:pt>
                <c:pt idx="50">
                  <c:v>1143.7713969875142</c:v>
                </c:pt>
                <c:pt idx="51">
                  <c:v>4066.9089960718193</c:v>
                </c:pt>
                <c:pt idx="52">
                  <c:v>3019.911107472314</c:v>
                </c:pt>
                <c:pt idx="53">
                  <c:v>263.0157431585245</c:v>
                </c:pt>
                <c:pt idx="54">
                  <c:v>52.19560847313893</c:v>
                </c:pt>
                <c:pt idx="55">
                  <c:v>3509.234041812622</c:v>
                </c:pt>
                <c:pt idx="56">
                  <c:v>2463.913245101663</c:v>
                </c:pt>
                <c:pt idx="57">
                  <c:v>293.9537189086489</c:v>
                </c:pt>
                <c:pt idx="58">
                  <c:v>135.47369410131662</c:v>
                </c:pt>
                <c:pt idx="59">
                  <c:v>3374.5046217508548</c:v>
                </c:pt>
                <c:pt idx="60">
                  <c:v>1776.9177973193491</c:v>
                </c:pt>
                <c:pt idx="61">
                  <c:v>5909.519591959752</c:v>
                </c:pt>
                <c:pt idx="62">
                  <c:v>7993.663528561747</c:v>
                </c:pt>
                <c:pt idx="63">
                  <c:v>295.38479077661947</c:v>
                </c:pt>
                <c:pt idx="64">
                  <c:v>52.81090090838861</c:v>
                </c:pt>
                <c:pt idx="65">
                  <c:v>4567.360744711363</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-1225.969806299462</c:v>
                </c:pt>
                <c:pt idx="1">
                  <c:v>-1406.6027197646426</c:v>
                </c:pt>
                <c:pt idx="2">
                  <c:v>3584.0531663077572</c:v>
                </c:pt>
                <c:pt idx="3">
                  <c:v>1430.1214974713203</c:v>
                </c:pt>
                <c:pt idx="4">
                  <c:v>1430.0809628208622</c:v>
                </c:pt>
                <c:pt idx="5">
                  <c:v>-8470.068112359939</c:v>
                </c:pt>
                <c:pt idx="6">
                  <c:v>2261.7865481642248</c:v>
                </c:pt>
                <c:pt idx="7">
                  <c:v>-4506.3229362135335</c:v>
                </c:pt>
                <c:pt idx="8">
                  <c:v>886.1726533282135</c:v>
                </c:pt>
                <c:pt idx="9">
                  <c:v>-3295.1428808860246</c:v>
                </c:pt>
                <c:pt idx="10">
                  <c:v>-7627.894087038844</c:v>
                </c:pt>
                <c:pt idx="11">
                  <c:v>-2673.4508878085708</c:v>
                </c:pt>
                <c:pt idx="12">
                  <c:v>5066.552205035731</c:v>
                </c:pt>
                <c:pt idx="13">
                  <c:v>-3966.4832184001407</c:v>
                </c:pt>
                <c:pt idx="14">
                  <c:v>2337.9705699564197</c:v>
                </c:pt>
                <c:pt idx="15">
                  <c:v>1763.581356570091</c:v>
                </c:pt>
                <c:pt idx="16">
                  <c:v>2425.188148321916</c:v>
                </c:pt>
                <c:pt idx="17">
                  <c:v>-11838.91808879723</c:v>
                </c:pt>
                <c:pt idx="18">
                  <c:v>-426.63849912144497</c:v>
                </c:pt>
                <c:pt idx="19">
                  <c:v>666.7918160389153</c:v>
                </c:pt>
                <c:pt idx="20">
                  <c:v>-434.99445237379314</c:v>
                </c:pt>
                <c:pt idx="21">
                  <c:v>15403.963845951108</c:v>
                </c:pt>
                <c:pt idx="22">
                  <c:v>-16365.159549160791</c:v>
                </c:pt>
                <c:pt idx="23">
                  <c:v>-3906.3858445896794</c:v>
                </c:pt>
                <c:pt idx="24">
                  <c:v>-9356.558457618185</c:v>
                </c:pt>
                <c:pt idx="25">
                  <c:v>-6550.704632716131</c:v>
                </c:pt>
                <c:pt idx="26">
                  <c:v>-14207.414059535142</c:v>
                </c:pt>
                <c:pt idx="27">
                  <c:v>933.248485094435</c:v>
                </c:pt>
                <c:pt idx="28">
                  <c:v>-213.04581909245007</c:v>
                </c:pt>
                <c:pt idx="29">
                  <c:v>-12306.471515786445</c:v>
                </c:pt>
                <c:pt idx="30">
                  <c:v>2078.145502736057</c:v>
                </c:pt>
                <c:pt idx="31">
                  <c:v>2696.689381278313</c:v>
                </c:pt>
                <c:pt idx="32">
                  <c:v>-7348.297466489825</c:v>
                </c:pt>
                <c:pt idx="33">
                  <c:v>2523.276729446731</c:v>
                </c:pt>
                <c:pt idx="34">
                  <c:v>1903.626937978659</c:v>
                </c:pt>
                <c:pt idx="35">
                  <c:v>7712.326115544037</c:v>
                </c:pt>
                <c:pt idx="36">
                  <c:v>-10756.041129509797</c:v>
                </c:pt>
                <c:pt idx="37">
                  <c:v>-1828.5682921871248</c:v>
                </c:pt>
                <c:pt idx="38">
                  <c:v>-3818.3274105328173</c:v>
                </c:pt>
                <c:pt idx="39">
                  <c:v>3764.749787719228</c:v>
                </c:pt>
                <c:pt idx="40">
                  <c:v>-7189.558487884872</c:v>
                </c:pt>
                <c:pt idx="41">
                  <c:v>9132.98271243802</c:v>
                </c:pt>
                <c:pt idx="42">
                  <c:v>-4567.332633247142</c:v>
                </c:pt>
                <c:pt idx="43">
                  <c:v>-21075.158393809284</c:v>
                </c:pt>
                <c:pt idx="44">
                  <c:v>-1402.8888958667767</c:v>
                </c:pt>
                <c:pt idx="45">
                  <c:v>-7105.613190617982</c:v>
                </c:pt>
                <c:pt idx="46">
                  <c:v>-3213.687078122916</c:v>
                </c:pt>
                <c:pt idx="47">
                  <c:v>-136.764503456149</c:v>
                </c:pt>
                <c:pt idx="48">
                  <c:v>-16346.104553185289</c:v>
                </c:pt>
                <c:pt idx="49">
                  <c:v>-14434.440914066585</c:v>
                </c:pt>
                <c:pt idx="50">
                  <c:v>16013.653360817383</c:v>
                </c:pt>
                <c:pt idx="51">
                  <c:v>-6867.610778889903</c:v>
                </c:pt>
                <c:pt idx="52">
                  <c:v>-14486.393581802757</c:v>
                </c:pt>
                <c:pt idx="53">
                  <c:v>-3140.006413157016</c:v>
                </c:pt>
                <c:pt idx="54">
                  <c:v>4823.437932026618</c:v>
                </c:pt>
                <c:pt idx="55">
                  <c:v>10049.14970723313</c:v>
                </c:pt>
                <c:pt idx="56">
                  <c:v>2312.161907091445</c:v>
                </c:pt>
                <c:pt idx="57">
                  <c:v>6981.8240717380795</c:v>
                </c:pt>
                <c:pt idx="58">
                  <c:v>14069.372774753854</c:v>
                </c:pt>
                <c:pt idx="59">
                  <c:v>3162.6505379497544</c:v>
                </c:pt>
                <c:pt idx="60">
                  <c:v>9965.236735924325</c:v>
                </c:pt>
                <c:pt idx="61">
                  <c:v>-6142.566502863655</c:v>
                </c:pt>
                <c:pt idx="62">
                  <c:v>17794.127047680475</c:v>
                </c:pt>
                <c:pt idx="63">
                  <c:v>11132.084819136831</c:v>
                </c:pt>
                <c:pt idx="64">
                  <c:v>-10679.59688172451</c:v>
                </c:pt>
                <c:pt idx="65">
                  <c:v>11.283772071081671</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2045.2244325578376</c:v>
                </c:pt>
                <c:pt idx="1">
                  <c:v>1761.212876581501</c:v>
                </c:pt>
                <c:pt idx="2">
                  <c:v>4896.79071608895</c:v>
                </c:pt>
                <c:pt idx="3">
                  <c:v>521.9681034690669</c:v>
                </c:pt>
                <c:pt idx="4">
                  <c:v>4110.484834408334</c:v>
                </c:pt>
                <c:pt idx="5">
                  <c:v>6421.128783701232</c:v>
                </c:pt>
                <c:pt idx="6">
                  <c:v>502.9711372006352</c:v>
                </c:pt>
                <c:pt idx="7">
                  <c:v>2972.2339652909545</c:v>
                </c:pt>
                <c:pt idx="8">
                  <c:v>391.892657614376</c:v>
                </c:pt>
                <c:pt idx="9">
                  <c:v>2088.0706560372137</c:v>
                </c:pt>
                <c:pt idx="10">
                  <c:v>79.44457136540994</c:v>
                </c:pt>
                <c:pt idx="11">
                  <c:v>168.4607287728383</c:v>
                </c:pt>
                <c:pt idx="12">
                  <c:v>2407.034008321999</c:v>
                </c:pt>
                <c:pt idx="13">
                  <c:v>5217.510535213416</c:v>
                </c:pt>
                <c:pt idx="14">
                  <c:v>1882.00906349548</c:v>
                </c:pt>
                <c:pt idx="15">
                  <c:v>238.8312912905415</c:v>
                </c:pt>
                <c:pt idx="16">
                  <c:v>3215.7772699409616</c:v>
                </c:pt>
                <c:pt idx="17">
                  <c:v>5005.358500046572</c:v>
                </c:pt>
                <c:pt idx="18">
                  <c:v>7661.871072200824</c:v>
                </c:pt>
                <c:pt idx="19">
                  <c:v>6668.506151757315</c:v>
                </c:pt>
                <c:pt idx="20">
                  <c:v>5642.5869260158115</c:v>
                </c:pt>
                <c:pt idx="21">
                  <c:v>4823.259580169776</c:v>
                </c:pt>
                <c:pt idx="22">
                  <c:v>3319.2300917332022</c:v>
                </c:pt>
                <c:pt idx="23">
                  <c:v>333.89674759220685</c:v>
                </c:pt>
                <c:pt idx="24">
                  <c:v>1108.41735403146</c:v>
                </c:pt>
                <c:pt idx="25">
                  <c:v>3447.2034785064616</c:v>
                </c:pt>
                <c:pt idx="26">
                  <c:v>6911.407454196345</c:v>
                </c:pt>
                <c:pt idx="27">
                  <c:v>3108.3166091426788</c:v>
                </c:pt>
                <c:pt idx="28">
                  <c:v>2138.8046601460014</c:v>
                </c:pt>
                <c:pt idx="29">
                  <c:v>2841.549091828031</c:v>
                </c:pt>
                <c:pt idx="30">
                  <c:v>2896.894146113603</c:v>
                </c:pt>
                <c:pt idx="31">
                  <c:v>6442.477606567562</c:v>
                </c:pt>
                <c:pt idx="32">
                  <c:v>1865.2923009742628</c:v>
                </c:pt>
                <c:pt idx="33">
                  <c:v>2036.9875526437372</c:v>
                </c:pt>
                <c:pt idx="34">
                  <c:v>2440.192232423695</c:v>
                </c:pt>
                <c:pt idx="35">
                  <c:v>2343.475066870766</c:v>
                </c:pt>
                <c:pt idx="36">
                  <c:v>209.71280077025918</c:v>
                </c:pt>
                <c:pt idx="37">
                  <c:v>3051.2050418983135</c:v>
                </c:pt>
                <c:pt idx="38">
                  <c:v>394.55337427826066</c:v>
                </c:pt>
                <c:pt idx="39">
                  <c:v>2404.0580405402166</c:v>
                </c:pt>
                <c:pt idx="40">
                  <c:v>2570.381672260132</c:v>
                </c:pt>
                <c:pt idx="41">
                  <c:v>4884.962970470858</c:v>
                </c:pt>
                <c:pt idx="42">
                  <c:v>26.45499459932168</c:v>
                </c:pt>
                <c:pt idx="43">
                  <c:v>1171.080113959115</c:v>
                </c:pt>
                <c:pt idx="44">
                  <c:v>667.133107520434</c:v>
                </c:pt>
                <c:pt idx="45">
                  <c:v>42.87623515128932</c:v>
                </c:pt>
                <c:pt idx="46">
                  <c:v>7148.368577763531</c:v>
                </c:pt>
                <c:pt idx="47">
                  <c:v>6941.559448485854</c:v>
                </c:pt>
                <c:pt idx="48">
                  <c:v>2422.2220561030636</c:v>
                </c:pt>
                <c:pt idx="49">
                  <c:v>760.3813661603596</c:v>
                </c:pt>
                <c:pt idx="50">
                  <c:v>2962.2536659940006</c:v>
                </c:pt>
                <c:pt idx="51">
                  <c:v>2097.0249110383397</c:v>
                </c:pt>
                <c:pt idx="52">
                  <c:v>7792.176030405893</c:v>
                </c:pt>
                <c:pt idx="53">
                  <c:v>8377.022756609462</c:v>
                </c:pt>
                <c:pt idx="54">
                  <c:v>5759.688300929116</c:v>
                </c:pt>
                <c:pt idx="55">
                  <c:v>2494.1658201873124</c:v>
                </c:pt>
                <c:pt idx="56">
                  <c:v>12288.363704346946</c:v>
                </c:pt>
                <c:pt idx="57">
                  <c:v>5970.811363616151</c:v>
                </c:pt>
                <c:pt idx="58">
                  <c:v>8825.225489740187</c:v>
                </c:pt>
                <c:pt idx="59">
                  <c:v>11829.315470977925</c:v>
                </c:pt>
                <c:pt idx="60">
                  <c:v>5305.0338997450735</c:v>
                </c:pt>
                <c:pt idx="61">
                  <c:v>2817.7076952958214</c:v>
                </c:pt>
                <c:pt idx="62">
                  <c:v>3140.0019820034086</c:v>
                </c:pt>
                <c:pt idx="63">
                  <c:v>736.9093470995036</c:v>
                </c:pt>
                <c:pt idx="64">
                  <c:v>8515.333543480734</c:v>
                </c:pt>
                <c:pt idx="65">
                  <c:v>741.5535115525406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12204.719480279306</c:v>
                </c:pt>
                <c:pt idx="1">
                  <c:v>12441.531793061238</c:v>
                </c:pt>
                <c:pt idx="2">
                  <c:v>19021.300181783106</c:v>
                </c:pt>
                <c:pt idx="3">
                  <c:v>11972.106653604356</c:v>
                </c:pt>
                <c:pt idx="4">
                  <c:v>9566.374891387768</c:v>
                </c:pt>
                <c:pt idx="5">
                  <c:v>40012.81791698049</c:v>
                </c:pt>
                <c:pt idx="6">
                  <c:v>16545.813130906878</c:v>
                </c:pt>
                <c:pt idx="7">
                  <c:v>25332.706208977885</c:v>
                </c:pt>
                <c:pt idx="8">
                  <c:v>23384.44009504329</c:v>
                </c:pt>
                <c:pt idx="9">
                  <c:v>10234.773697010209</c:v>
                </c:pt>
                <c:pt idx="10">
                  <c:v>6783.714498940244</c:v>
                </c:pt>
                <c:pt idx="11">
                  <c:v>14110.975667088489</c:v>
                </c:pt>
                <c:pt idx="12">
                  <c:v>20376.363171132747</c:v>
                </c:pt>
                <c:pt idx="13">
                  <c:v>34045.469777237195</c:v>
                </c:pt>
                <c:pt idx="14">
                  <c:v>21350.18521681454</c:v>
                </c:pt>
                <c:pt idx="15">
                  <c:v>9883.041373940845</c:v>
                </c:pt>
                <c:pt idx="16">
                  <c:v>5889.457786808643</c:v>
                </c:pt>
                <c:pt idx="17">
                  <c:v>3647.698104598785</c:v>
                </c:pt>
                <c:pt idx="18">
                  <c:v>3871.778983945371</c:v>
                </c:pt>
                <c:pt idx="19">
                  <c:v>20091.796796887673</c:v>
                </c:pt>
                <c:pt idx="20">
                  <c:v>8255.497734423352</c:v>
                </c:pt>
                <c:pt idx="21">
                  <c:v>18023.243219229644</c:v>
                </c:pt>
                <c:pt idx="22">
                  <c:v>60050.6495968059</c:v>
                </c:pt>
                <c:pt idx="23">
                  <c:v>52143.12796770244</c:v>
                </c:pt>
                <c:pt idx="24">
                  <c:v>27601.755121080943</c:v>
                </c:pt>
                <c:pt idx="25">
                  <c:v>30199.146818756028</c:v>
                </c:pt>
                <c:pt idx="26">
                  <c:v>19302.599678614082</c:v>
                </c:pt>
                <c:pt idx="27">
                  <c:v>20921.818983858193</c:v>
                </c:pt>
                <c:pt idx="28">
                  <c:v>18616.271055130666</c:v>
                </c:pt>
                <c:pt idx="29">
                  <c:v>18601.41331215354</c:v>
                </c:pt>
                <c:pt idx="30">
                  <c:v>22435.653023453182</c:v>
                </c:pt>
                <c:pt idx="31">
                  <c:v>51839.77858662804</c:v>
                </c:pt>
                <c:pt idx="32">
                  <c:v>31099.719402094226</c:v>
                </c:pt>
                <c:pt idx="33">
                  <c:v>35162.0590619843</c:v>
                </c:pt>
                <c:pt idx="34">
                  <c:v>11913.466023749603</c:v>
                </c:pt>
                <c:pt idx="35">
                  <c:v>7243.386467208751</c:v>
                </c:pt>
                <c:pt idx="36">
                  <c:v>8420.649526602308</c:v>
                </c:pt>
                <c:pt idx="37">
                  <c:v>3931.8001395041742</c:v>
                </c:pt>
                <c:pt idx="38">
                  <c:v>1800.8721069671724</c:v>
                </c:pt>
                <c:pt idx="39">
                  <c:v>19010.040684622647</c:v>
                </c:pt>
                <c:pt idx="40">
                  <c:v>38331.78620633746</c:v>
                </c:pt>
                <c:pt idx="41">
                  <c:v>27926.536746339498</c:v>
                </c:pt>
                <c:pt idx="42">
                  <c:v>22097.52683643312</c:v>
                </c:pt>
                <c:pt idx="43">
                  <c:v>16372.458261200576</c:v>
                </c:pt>
                <c:pt idx="44">
                  <c:v>32445.773475203696</c:v>
                </c:pt>
                <c:pt idx="45">
                  <c:v>20972.00530521217</c:v>
                </c:pt>
                <c:pt idx="46">
                  <c:v>8191.020301987408</c:v>
                </c:pt>
                <c:pt idx="47">
                  <c:v>4691.473406934084</c:v>
                </c:pt>
                <c:pt idx="48">
                  <c:v>3522.395652860583</c:v>
                </c:pt>
                <c:pt idx="49">
                  <c:v>15977.02518339598</c:v>
                </c:pt>
                <c:pt idx="50">
                  <c:v>13695.151904835857</c:v>
                </c:pt>
                <c:pt idx="51">
                  <c:v>8006.950692576758</c:v>
                </c:pt>
                <c:pt idx="52">
                  <c:v>3723.779160323782</c:v>
                </c:pt>
                <c:pt idx="53">
                  <c:v>3597.07187522259</c:v>
                </c:pt>
                <c:pt idx="54">
                  <c:v>10399.978661327566</c:v>
                </c:pt>
                <c:pt idx="55">
                  <c:v>14250.682482077387</c:v>
                </c:pt>
                <c:pt idx="56">
                  <c:v>10847.18776876726</c:v>
                </c:pt>
                <c:pt idx="57">
                  <c:v>19831.775845234733</c:v>
                </c:pt>
                <c:pt idx="58">
                  <c:v>27211.151286696517</c:v>
                </c:pt>
                <c:pt idx="59">
                  <c:v>29069.258548415222</c:v>
                </c:pt>
                <c:pt idx="60">
                  <c:v>25085.397061347976</c:v>
                </c:pt>
                <c:pt idx="61">
                  <c:v>11279.400588988872</c:v>
                </c:pt>
                <c:pt idx="62">
                  <c:v>21371.224238996983</c:v>
                </c:pt>
                <c:pt idx="63">
                  <c:v>12417.121335944768</c:v>
                </c:pt>
                <c:pt idx="64">
                  <c:v>8672.398797498616</c:v>
                </c:pt>
                <c:pt idx="65">
                  <c:v>4560.234279676454</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643.495456083519</c:v>
                </c:pt>
                <c:pt idx="1">
                  <c:v>3218.2509622121174</c:v>
                </c:pt>
                <c:pt idx="2">
                  <c:v>935.8689429136921</c:v>
                </c:pt>
                <c:pt idx="3">
                  <c:v>518.9005200047026</c:v>
                </c:pt>
                <c:pt idx="4">
                  <c:v>356.6012230993716</c:v>
                </c:pt>
                <c:pt idx="5">
                  <c:v>458.28123303510046</c:v>
                </c:pt>
                <c:pt idx="6">
                  <c:v>1506.8741417364886</c:v>
                </c:pt>
                <c:pt idx="7">
                  <c:v>1952.2243160760709</c:v>
                </c:pt>
                <c:pt idx="8">
                  <c:v>375.0355324486104</c:v>
                </c:pt>
                <c:pt idx="9">
                  <c:v>43.46197062195956</c:v>
                </c:pt>
                <c:pt idx="10">
                  <c:v>5196.046251670121</c:v>
                </c:pt>
                <c:pt idx="11">
                  <c:v>4249.322183085496</c:v>
                </c:pt>
                <c:pt idx="12">
                  <c:v>5593.918558078115</c:v>
                </c:pt>
                <c:pt idx="13">
                  <c:v>6327.340956208702</c:v>
                </c:pt>
                <c:pt idx="14">
                  <c:v>3544.2431674967593</c:v>
                </c:pt>
                <c:pt idx="15">
                  <c:v>5202.309180667972</c:v>
                </c:pt>
                <c:pt idx="16">
                  <c:v>365.1438409020745</c:v>
                </c:pt>
                <c:pt idx="17">
                  <c:v>607.8596002406543</c:v>
                </c:pt>
                <c:pt idx="18">
                  <c:v>3783.8679489978595</c:v>
                </c:pt>
                <c:pt idx="19">
                  <c:v>2656.773915660973</c:v>
                </c:pt>
                <c:pt idx="20">
                  <c:v>6891.84338699446</c:v>
                </c:pt>
                <c:pt idx="21">
                  <c:v>2752.8309472484234</c:v>
                </c:pt>
                <c:pt idx="22">
                  <c:v>6451.299406842127</c:v>
                </c:pt>
                <c:pt idx="23">
                  <c:v>2591.8181749616865</c:v>
                </c:pt>
                <c:pt idx="24">
                  <c:v>2711.6861779313035</c:v>
                </c:pt>
                <c:pt idx="25">
                  <c:v>106.65234759000548</c:v>
                </c:pt>
                <c:pt idx="26">
                  <c:v>3133.272566267713</c:v>
                </c:pt>
                <c:pt idx="27">
                  <c:v>1413.5904743427338</c:v>
                </c:pt>
                <c:pt idx="28">
                  <c:v>6197.306495271447</c:v>
                </c:pt>
                <c:pt idx="29">
                  <c:v>2289.689630980215</c:v>
                </c:pt>
                <c:pt idx="30">
                  <c:v>6970.194337267623</c:v>
                </c:pt>
                <c:pt idx="31">
                  <c:v>2164.6983817637806</c:v>
                </c:pt>
                <c:pt idx="32">
                  <c:v>2057.781841808362</c:v>
                </c:pt>
                <c:pt idx="33">
                  <c:v>9762.119836126267</c:v>
                </c:pt>
                <c:pt idx="34">
                  <c:v>2353.8214633800267</c:v>
                </c:pt>
                <c:pt idx="35">
                  <c:v>3782.5089557938527</c:v>
                </c:pt>
                <c:pt idx="36">
                  <c:v>7723.0969506717365</c:v>
                </c:pt>
                <c:pt idx="37">
                  <c:v>3808.9402793744157</c:v>
                </c:pt>
                <c:pt idx="38">
                  <c:v>5829.789693617209</c:v>
                </c:pt>
                <c:pt idx="39">
                  <c:v>6075.373929930431</c:v>
                </c:pt>
                <c:pt idx="40">
                  <c:v>3836.8982699905673</c:v>
                </c:pt>
                <c:pt idx="41">
                  <c:v>1773.8209151524359</c:v>
                </c:pt>
                <c:pt idx="42">
                  <c:v>7254.664488541178</c:v>
                </c:pt>
                <c:pt idx="43">
                  <c:v>3502.120153605317</c:v>
                </c:pt>
                <c:pt idx="44">
                  <c:v>8661.39760603851</c:v>
                </c:pt>
                <c:pt idx="45">
                  <c:v>4096.282690740533</c:v>
                </c:pt>
                <c:pt idx="46">
                  <c:v>2005.193899258759</c:v>
                </c:pt>
                <c:pt idx="47">
                  <c:v>1732.2748283161982</c:v>
                </c:pt>
                <c:pt idx="48">
                  <c:v>4755.426743055801</c:v>
                </c:pt>
                <c:pt idx="49">
                  <c:v>3190.8139781330283</c:v>
                </c:pt>
                <c:pt idx="50">
                  <c:v>447.66829967368835</c:v>
                </c:pt>
                <c:pt idx="51">
                  <c:v>3814.675045815835</c:v>
                </c:pt>
                <c:pt idx="52">
                  <c:v>5169.162510831073</c:v>
                </c:pt>
                <c:pt idx="53">
                  <c:v>3507.837729376951</c:v>
                </c:pt>
                <c:pt idx="54">
                  <c:v>6278.201143658461</c:v>
                </c:pt>
                <c:pt idx="55">
                  <c:v>4382.4204563135245</c:v>
                </c:pt>
                <c:pt idx="56">
                  <c:v>5934.991379766551</c:v>
                </c:pt>
                <c:pt idx="57">
                  <c:v>293.2175940687937</c:v>
                </c:pt>
                <c:pt idx="58">
                  <c:v>1014.3969018501235</c:v>
                </c:pt>
                <c:pt idx="59">
                  <c:v>4591.3512284095095</c:v>
                </c:pt>
                <c:pt idx="60">
                  <c:v>5169.821135581061</c:v>
                </c:pt>
                <c:pt idx="61">
                  <c:v>1668.0709479016307</c:v>
                </c:pt>
                <c:pt idx="62">
                  <c:v>6176.27096479977</c:v>
                </c:pt>
                <c:pt idx="63">
                  <c:v>2772.7728550124607</c:v>
                </c:pt>
                <c:pt idx="64">
                  <c:v>28.229085450794315</c:v>
                </c:pt>
                <c:pt idx="65">
                  <c:v>1564.8057745308402</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242.03796648684065</c:v>
                </c:pt>
                <c:pt idx="1">
                  <c:v>1587.7600174527608</c:v>
                </c:pt>
                <c:pt idx="2">
                  <c:v>3194.8126358475424</c:v>
                </c:pt>
                <c:pt idx="3">
                  <c:v>327.316275242699</c:v>
                </c:pt>
                <c:pt idx="4">
                  <c:v>2811.8225076359113</c:v>
                </c:pt>
                <c:pt idx="5">
                  <c:v>2904.891158174136</c:v>
                </c:pt>
                <c:pt idx="6">
                  <c:v>2078.624511216931</c:v>
                </c:pt>
                <c:pt idx="7">
                  <c:v>1083.1479201056836</c:v>
                </c:pt>
                <c:pt idx="8">
                  <c:v>2075.369707514698</c:v>
                </c:pt>
                <c:pt idx="9">
                  <c:v>30.52912980283825</c:v>
                </c:pt>
                <c:pt idx="10">
                  <c:v>2090.176223146767</c:v>
                </c:pt>
                <c:pt idx="11">
                  <c:v>1610.002953068645</c:v>
                </c:pt>
                <c:pt idx="12">
                  <c:v>2038.8557766137574</c:v>
                </c:pt>
                <c:pt idx="13">
                  <c:v>1465.7335091868572</c:v>
                </c:pt>
                <c:pt idx="14">
                  <c:v>2028.8911790503928</c:v>
                </c:pt>
                <c:pt idx="15">
                  <c:v>1551.7143194262576</c:v>
                </c:pt>
                <c:pt idx="16">
                  <c:v>107.226449819261</c:v>
                </c:pt>
                <c:pt idx="17">
                  <c:v>1471.0230402235961</c:v>
                </c:pt>
                <c:pt idx="18">
                  <c:v>1159.9992170254684</c:v>
                </c:pt>
                <c:pt idx="19">
                  <c:v>135.6763611753038</c:v>
                </c:pt>
                <c:pt idx="20">
                  <c:v>372.3086233006545</c:v>
                </c:pt>
                <c:pt idx="21">
                  <c:v>2299.159823811494</c:v>
                </c:pt>
                <c:pt idx="22">
                  <c:v>3410.900171624083</c:v>
                </c:pt>
                <c:pt idx="23">
                  <c:v>428.137734901493</c:v>
                </c:pt>
                <c:pt idx="24">
                  <c:v>2595.455044292994</c:v>
                </c:pt>
                <c:pt idx="25">
                  <c:v>4076.9610279666276</c:v>
                </c:pt>
                <c:pt idx="26">
                  <c:v>3737.5598413025346</c:v>
                </c:pt>
                <c:pt idx="27">
                  <c:v>134.35208085571915</c:v>
                </c:pt>
                <c:pt idx="28">
                  <c:v>2593.157575838599</c:v>
                </c:pt>
                <c:pt idx="29">
                  <c:v>53.362584088494096</c:v>
                </c:pt>
                <c:pt idx="30">
                  <c:v>142.8248339337773</c:v>
                </c:pt>
                <c:pt idx="31">
                  <c:v>112.57798283828258</c:v>
                </c:pt>
                <c:pt idx="32">
                  <c:v>2694.305762434987</c:v>
                </c:pt>
                <c:pt idx="33">
                  <c:v>1632.737783230534</c:v>
                </c:pt>
                <c:pt idx="34">
                  <c:v>262.4964067903254</c:v>
                </c:pt>
                <c:pt idx="35">
                  <c:v>321.665888246125</c:v>
                </c:pt>
                <c:pt idx="36">
                  <c:v>3836.230599765414</c:v>
                </c:pt>
                <c:pt idx="37">
                  <c:v>1962.4475761831222</c:v>
                </c:pt>
                <c:pt idx="38">
                  <c:v>302.0102205393411</c:v>
                </c:pt>
                <c:pt idx="39">
                  <c:v>8.000773304442451e-06</c:v>
                </c:pt>
                <c:pt idx="40">
                  <c:v>288.24679185423145</c:v>
                </c:pt>
                <c:pt idx="41">
                  <c:v>2385.570203050564</c:v>
                </c:pt>
                <c:pt idx="42">
                  <c:v>2133.437689165651</c:v>
                </c:pt>
                <c:pt idx="43">
                  <c:v>182.06250638063807</c:v>
                </c:pt>
                <c:pt idx="44">
                  <c:v>2529.3430802892062</c:v>
                </c:pt>
                <c:pt idx="45">
                  <c:v>3410.894929679915</c:v>
                </c:pt>
                <c:pt idx="46">
                  <c:v>289.51471503215805</c:v>
                </c:pt>
                <c:pt idx="47">
                  <c:v>52.91695197352158</c:v>
                </c:pt>
                <c:pt idx="48">
                  <c:v>512.0416711280131</c:v>
                </c:pt>
                <c:pt idx="49">
                  <c:v>2984.5589686720264</c:v>
                </c:pt>
                <c:pt idx="50">
                  <c:v>4365.874899998703</c:v>
                </c:pt>
                <c:pt idx="51">
                  <c:v>3334.9054069524964</c:v>
                </c:pt>
                <c:pt idx="52">
                  <c:v>103.5361063941813</c:v>
                </c:pt>
                <c:pt idx="53">
                  <c:v>8.585666216150211e-10</c:v>
                </c:pt>
                <c:pt idx="54">
                  <c:v>167.29816399471176</c:v>
                </c:pt>
                <c:pt idx="55">
                  <c:v>953.5644584317791</c:v>
                </c:pt>
                <c:pt idx="56">
                  <c:v>5128.967943111685</c:v>
                </c:pt>
                <c:pt idx="57">
                  <c:v>357.6345258670369</c:v>
                </c:pt>
                <c:pt idx="58">
                  <c:v>2235.437847971457</c:v>
                </c:pt>
                <c:pt idx="59">
                  <c:v>5524.565407544766</c:v>
                </c:pt>
                <c:pt idx="60">
                  <c:v>1834.6164872778738</c:v>
                </c:pt>
                <c:pt idx="61">
                  <c:v>289.8982755377409</c:v>
                </c:pt>
                <c:pt idx="62">
                  <c:v>128.20209423661603</c:v>
                </c:pt>
                <c:pt idx="63">
                  <c:v>1551.0968117629138</c:v>
                </c:pt>
                <c:pt idx="64">
                  <c:v>162.2781819653258</c:v>
                </c:pt>
                <c:pt idx="65">
                  <c:v>2534.0127690717036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-2171.925359547433</c:v>
                </c:pt>
                <c:pt idx="1">
                  <c:v>-67.6024650775769</c:v>
                </c:pt>
                <c:pt idx="2">
                  <c:v>-63.98606894787875</c:v>
                </c:pt>
                <c:pt idx="3">
                  <c:v>-449.52086869504177</c:v>
                </c:pt>
                <c:pt idx="4">
                  <c:v>-1615.2996359801837</c:v>
                </c:pt>
                <c:pt idx="5">
                  <c:v>-65.37447814004297</c:v>
                </c:pt>
                <c:pt idx="6">
                  <c:v>-1816.8490535965047</c:v>
                </c:pt>
                <c:pt idx="7">
                  <c:v>-2142.5022205721716</c:v>
                </c:pt>
                <c:pt idx="8">
                  <c:v>-511.724338673234</c:v>
                </c:pt>
                <c:pt idx="9">
                  <c:v>-559.3134528307892</c:v>
                </c:pt>
                <c:pt idx="10">
                  <c:v>-29.322118739831406</c:v>
                </c:pt>
                <c:pt idx="11">
                  <c:v>-479.1794611446304</c:v>
                </c:pt>
                <c:pt idx="12">
                  <c:v>-995.2591344211431</c:v>
                </c:pt>
                <c:pt idx="13">
                  <c:v>-2820.3106546114695</c:v>
                </c:pt>
                <c:pt idx="14">
                  <c:v>-1196.2650598612972</c:v>
                </c:pt>
                <c:pt idx="15">
                  <c:v>-384.35291250113875</c:v>
                </c:pt>
                <c:pt idx="16">
                  <c:v>-1600.480710754558</c:v>
                </c:pt>
                <c:pt idx="17">
                  <c:v>-971.1002208545306</c:v>
                </c:pt>
                <c:pt idx="18">
                  <c:v>-956.6770957359013</c:v>
                </c:pt>
                <c:pt idx="19">
                  <c:v>-3128.324453246937</c:v>
                </c:pt>
                <c:pt idx="20">
                  <c:v>-1155.7358108129947</c:v>
                </c:pt>
                <c:pt idx="21">
                  <c:v>-1178.340644542206</c:v>
                </c:pt>
                <c:pt idx="22">
                  <c:v>-750.8056196432871</c:v>
                </c:pt>
                <c:pt idx="23">
                  <c:v>-622.6028618967135</c:v>
                </c:pt>
                <c:pt idx="24">
                  <c:v>-881.0662918265695</c:v>
                </c:pt>
                <c:pt idx="25">
                  <c:v>-65.10846008170931</c:v>
                </c:pt>
                <c:pt idx="26">
                  <c:v>-3446.4963079437603</c:v>
                </c:pt>
                <c:pt idx="27">
                  <c:v>-183.19384145910618</c:v>
                </c:pt>
                <c:pt idx="28">
                  <c:v>-157.23039176755915</c:v>
                </c:pt>
                <c:pt idx="29">
                  <c:v>-0.08012978707728709</c:v>
                </c:pt>
                <c:pt idx="30">
                  <c:v>-73.83680026803287</c:v>
                </c:pt>
                <c:pt idx="31">
                  <c:v>-2598.8815490609036</c:v>
                </c:pt>
                <c:pt idx="32">
                  <c:v>-410.8860511084187</c:v>
                </c:pt>
                <c:pt idx="33">
                  <c:v>-2483.4270908234234</c:v>
                </c:pt>
                <c:pt idx="34">
                  <c:v>-1235.4804077427264</c:v>
                </c:pt>
                <c:pt idx="35">
                  <c:v>-1312.2025850215289</c:v>
                </c:pt>
                <c:pt idx="36">
                  <c:v>-44.8252626861248</c:v>
                </c:pt>
                <c:pt idx="37">
                  <c:v>-11.329679586408698</c:v>
                </c:pt>
                <c:pt idx="38">
                  <c:v>-53.51916562239188</c:v>
                </c:pt>
                <c:pt idx="39">
                  <c:v>-121.44922878948063</c:v>
                </c:pt>
                <c:pt idx="40">
                  <c:v>-1495.3092448248592</c:v>
                </c:pt>
                <c:pt idx="41">
                  <c:v>-612.5297231099667</c:v>
                </c:pt>
                <c:pt idx="42">
                  <c:v>-2447.0119223447277</c:v>
                </c:pt>
                <c:pt idx="43">
                  <c:v>-1623.6654668682577</c:v>
                </c:pt>
                <c:pt idx="44">
                  <c:v>-3201.916134732137</c:v>
                </c:pt>
                <c:pt idx="45">
                  <c:v>-916.7890945856572</c:v>
                </c:pt>
                <c:pt idx="46">
                  <c:v>-1825.5809926386592</c:v>
                </c:pt>
                <c:pt idx="47">
                  <c:v>-1081.7523065823334</c:v>
                </c:pt>
                <c:pt idx="48">
                  <c:v>-433.7027771475889</c:v>
                </c:pt>
                <c:pt idx="49">
                  <c:v>-1071.9751772843708</c:v>
                </c:pt>
                <c:pt idx="50">
                  <c:v>-3106.66000553894</c:v>
                </c:pt>
                <c:pt idx="51">
                  <c:v>-194.53848253687522</c:v>
                </c:pt>
                <c:pt idx="52">
                  <c:v>-1592.6668214663855</c:v>
                </c:pt>
                <c:pt idx="53">
                  <c:v>-130.7289679227214</c:v>
                </c:pt>
                <c:pt idx="54">
                  <c:v>-3015.9439237202632</c:v>
                </c:pt>
                <c:pt idx="55">
                  <c:v>-1184.9562931663704</c:v>
                </c:pt>
                <c:pt idx="56">
                  <c:v>-2479.439376598113</c:v>
                </c:pt>
                <c:pt idx="57">
                  <c:v>-901.1963838037066</c:v>
                </c:pt>
                <c:pt idx="58">
                  <c:v>-1180.9963932323128</c:v>
                </c:pt>
                <c:pt idx="59">
                  <c:v>-1154.5143826326887</c:v>
                </c:pt>
                <c:pt idx="60">
                  <c:v>-3201.2124671923375</c:v>
                </c:pt>
                <c:pt idx="61">
                  <c:v>-1929.005134901076</c:v>
                </c:pt>
                <c:pt idx="62">
                  <c:v>-3286.1776103710786</c:v>
                </c:pt>
                <c:pt idx="63">
                  <c:v>-2336.8889145540643</c:v>
                </c:pt>
                <c:pt idx="64">
                  <c:v>-1057.7494809685631</c:v>
                </c:pt>
                <c:pt idx="65">
                  <c:v>-1747.0955212606111</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199.96091074461032</c:v>
                </c:pt>
                <c:pt idx="1">
                  <c:v>173.33437024347526</c:v>
                </c:pt>
                <c:pt idx="2">
                  <c:v>452.93439041310796</c:v>
                </c:pt>
                <c:pt idx="3">
                  <c:v>1223.0577269697922</c:v>
                </c:pt>
                <c:pt idx="4">
                  <c:v>1522.1936437052877</c:v>
                </c:pt>
                <c:pt idx="5">
                  <c:v>2408.3704506006516</c:v>
                </c:pt>
                <c:pt idx="6">
                  <c:v>1291.1313182053918</c:v>
                </c:pt>
                <c:pt idx="7">
                  <c:v>3289.4087639553823</c:v>
                </c:pt>
                <c:pt idx="8">
                  <c:v>747.3014802966779</c:v>
                </c:pt>
                <c:pt idx="9">
                  <c:v>2013.4973869099222</c:v>
                </c:pt>
                <c:pt idx="10">
                  <c:v>1320.3766335659705</c:v>
                </c:pt>
                <c:pt idx="11">
                  <c:v>2260.5352170501856</c:v>
                </c:pt>
                <c:pt idx="12">
                  <c:v>1347.022086288904</c:v>
                </c:pt>
                <c:pt idx="13">
                  <c:v>234.6800358383323</c:v>
                </c:pt>
                <c:pt idx="14">
                  <c:v>1484.3376111933567</c:v>
                </c:pt>
                <c:pt idx="15">
                  <c:v>1634.7597991210673</c:v>
                </c:pt>
                <c:pt idx="16">
                  <c:v>2008.6016280656474</c:v>
                </c:pt>
                <c:pt idx="17">
                  <c:v>1206.7512032777927</c:v>
                </c:pt>
                <c:pt idx="18">
                  <c:v>406.2670154348434</c:v>
                </c:pt>
                <c:pt idx="19">
                  <c:v>488.5272981518817</c:v>
                </c:pt>
                <c:pt idx="20">
                  <c:v>210.701865291513</c:v>
                </c:pt>
                <c:pt idx="21">
                  <c:v>67.12656038002055</c:v>
                </c:pt>
                <c:pt idx="22">
                  <c:v>3326.7352303165776</c:v>
                </c:pt>
                <c:pt idx="23">
                  <c:v>1945.6241135080886</c:v>
                </c:pt>
                <c:pt idx="24">
                  <c:v>1752.7329508487462</c:v>
                </c:pt>
                <c:pt idx="25">
                  <c:v>1286.4091060343185</c:v>
                </c:pt>
                <c:pt idx="26">
                  <c:v>2543.2719112086284</c:v>
                </c:pt>
                <c:pt idx="27">
                  <c:v>1318.5587570931489</c:v>
                </c:pt>
                <c:pt idx="28">
                  <c:v>676.4423637049019</c:v>
                </c:pt>
                <c:pt idx="29">
                  <c:v>71.36376077273147</c:v>
                </c:pt>
                <c:pt idx="30">
                  <c:v>118.21022036667655</c:v>
                </c:pt>
                <c:pt idx="31">
                  <c:v>378.14764370899854</c:v>
                </c:pt>
                <c:pt idx="32">
                  <c:v>2545.8912741647227</c:v>
                </c:pt>
                <c:pt idx="33">
                  <c:v>1866.3206550430327</c:v>
                </c:pt>
                <c:pt idx="34">
                  <c:v>239.79032066741615</c:v>
                </c:pt>
                <c:pt idx="35">
                  <c:v>270.9078763266476</c:v>
                </c:pt>
                <c:pt idx="36">
                  <c:v>1439.9170404518036</c:v>
                </c:pt>
                <c:pt idx="37">
                  <c:v>352.77396851035013</c:v>
                </c:pt>
                <c:pt idx="38">
                  <c:v>596.162540681506</c:v>
                </c:pt>
                <c:pt idx="39">
                  <c:v>1293.3712358871885</c:v>
                </c:pt>
                <c:pt idx="40">
                  <c:v>1932.2854464779157</c:v>
                </c:pt>
                <c:pt idx="41">
                  <c:v>729.2639386000214</c:v>
                </c:pt>
                <c:pt idx="42">
                  <c:v>235.37569305715462</c:v>
                </c:pt>
                <c:pt idx="43">
                  <c:v>2382.4884582836303</c:v>
                </c:pt>
                <c:pt idx="44">
                  <c:v>2725.771211946793</c:v>
                </c:pt>
                <c:pt idx="45">
                  <c:v>2190.06351242684</c:v>
                </c:pt>
                <c:pt idx="46">
                  <c:v>271.9642292391262</c:v>
                </c:pt>
                <c:pt idx="47">
                  <c:v>590.8898446626914</c:v>
                </c:pt>
                <c:pt idx="48">
                  <c:v>2630.6465019090856</c:v>
                </c:pt>
                <c:pt idx="49">
                  <c:v>4129.458287446364</c:v>
                </c:pt>
                <c:pt idx="50">
                  <c:v>3702.415966532514</c:v>
                </c:pt>
                <c:pt idx="51">
                  <c:v>3059.455404495475</c:v>
                </c:pt>
                <c:pt idx="52">
                  <c:v>1285.03183682774</c:v>
                </c:pt>
                <c:pt idx="53">
                  <c:v>1376.5414015125457</c:v>
                </c:pt>
                <c:pt idx="54">
                  <c:v>768.1203484872325</c:v>
                </c:pt>
                <c:pt idx="55">
                  <c:v>243.47396380484736</c:v>
                </c:pt>
                <c:pt idx="56">
                  <c:v>707.8211810850511</c:v>
                </c:pt>
                <c:pt idx="57">
                  <c:v>368.376050236121</c:v>
                </c:pt>
                <c:pt idx="58">
                  <c:v>2444.13717354318</c:v>
                </c:pt>
                <c:pt idx="59">
                  <c:v>1407.7436969413038</c:v>
                </c:pt>
                <c:pt idx="60">
                  <c:v>3021.092130250274</c:v>
                </c:pt>
                <c:pt idx="61">
                  <c:v>589.6636855614196</c:v>
                </c:pt>
                <c:pt idx="62">
                  <c:v>3848.422829310812</c:v>
                </c:pt>
                <c:pt idx="63">
                  <c:v>560.8069110392006</c:v>
                </c:pt>
                <c:pt idx="64">
                  <c:v>606.6051422493713</c:v>
                </c:pt>
                <c:pt idx="65">
                  <c:v>1736.2794844097903</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779.7081753710123</c:v>
                </c:pt>
                <c:pt idx="1">
                  <c:v>811.7415289189921</c:v>
                </c:pt>
                <c:pt idx="2">
                  <c:v>104.7868945066873</c:v>
                </c:pt>
                <c:pt idx="3">
                  <c:v>65.32357051116294</c:v>
                </c:pt>
                <c:pt idx="4">
                  <c:v>67.87235454598431</c:v>
                </c:pt>
                <c:pt idx="5">
                  <c:v>63.6695374626066</c:v>
                </c:pt>
                <c:pt idx="6">
                  <c:v>58.15518422215131</c:v>
                </c:pt>
                <c:pt idx="7">
                  <c:v>77.34871365865405</c:v>
                </c:pt>
                <c:pt idx="8">
                  <c:v>214.748534996737</c:v>
                </c:pt>
                <c:pt idx="9">
                  <c:v>396.36631938574806</c:v>
                </c:pt>
                <c:pt idx="10">
                  <c:v>197.53277565014338</c:v>
                </c:pt>
                <c:pt idx="11">
                  <c:v>245.54624111720085</c:v>
                </c:pt>
                <c:pt idx="12">
                  <c:v>66.98523041010515</c:v>
                </c:pt>
                <c:pt idx="13">
                  <c:v>704.2588231576887</c:v>
                </c:pt>
                <c:pt idx="14">
                  <c:v>364.8207485704117</c:v>
                </c:pt>
                <c:pt idx="15">
                  <c:v>683.8167147260117</c:v>
                </c:pt>
                <c:pt idx="16">
                  <c:v>602.761428166943</c:v>
                </c:pt>
                <c:pt idx="17">
                  <c:v>61.43984294472189</c:v>
                </c:pt>
                <c:pt idx="18">
                  <c:v>53.06377939906233</c:v>
                </c:pt>
                <c:pt idx="19">
                  <c:v>263.85228017686796</c:v>
                </c:pt>
                <c:pt idx="20">
                  <c:v>316.84511251529784</c:v>
                </c:pt>
                <c:pt idx="21">
                  <c:v>783.5705019995461</c:v>
                </c:pt>
                <c:pt idx="22">
                  <c:v>524.9885457764515</c:v>
                </c:pt>
                <c:pt idx="23">
                  <c:v>85.31368040119351</c:v>
                </c:pt>
                <c:pt idx="24">
                  <c:v>97.55710747241973</c:v>
                </c:pt>
                <c:pt idx="25">
                  <c:v>76.79871720295118</c:v>
                </c:pt>
                <c:pt idx="26">
                  <c:v>80.77248932689423</c:v>
                </c:pt>
                <c:pt idx="27">
                  <c:v>783.8679297667584</c:v>
                </c:pt>
                <c:pt idx="28">
                  <c:v>242.77213669378563</c:v>
                </c:pt>
                <c:pt idx="29">
                  <c:v>77.95666966309383</c:v>
                </c:pt>
                <c:pt idx="30">
                  <c:v>773.4605182255831</c:v>
                </c:pt>
                <c:pt idx="31">
                  <c:v>189.30073290584602</c:v>
                </c:pt>
                <c:pt idx="32">
                  <c:v>63.07897216912362</c:v>
                </c:pt>
                <c:pt idx="33">
                  <c:v>559.407058519544</c:v>
                </c:pt>
                <c:pt idx="34">
                  <c:v>992.3190437788558</c:v>
                </c:pt>
                <c:pt idx="35">
                  <c:v>71.04543842247674</c:v>
                </c:pt>
                <c:pt idx="36">
                  <c:v>1118.1385551970543</c:v>
                </c:pt>
                <c:pt idx="37">
                  <c:v>110.07007712523162</c:v>
                </c:pt>
                <c:pt idx="38">
                  <c:v>922.570745294707</c:v>
                </c:pt>
                <c:pt idx="39">
                  <c:v>956.889832323632</c:v>
                </c:pt>
                <c:pt idx="40">
                  <c:v>270.61605091772196</c:v>
                </c:pt>
                <c:pt idx="41">
                  <c:v>75.76272590072223</c:v>
                </c:pt>
                <c:pt idx="42">
                  <c:v>94.07990068493305</c:v>
                </c:pt>
                <c:pt idx="43">
                  <c:v>82.87036027643143</c:v>
                </c:pt>
                <c:pt idx="44">
                  <c:v>726.0595879668613</c:v>
                </c:pt>
                <c:pt idx="45">
                  <c:v>780.3290487766137</c:v>
                </c:pt>
                <c:pt idx="46">
                  <c:v>95.07113560787968</c:v>
                </c:pt>
                <c:pt idx="47">
                  <c:v>421.24094746252024</c:v>
                </c:pt>
                <c:pt idx="48">
                  <c:v>940.8694982906102</c:v>
                </c:pt>
                <c:pt idx="49">
                  <c:v>514.8485626605698</c:v>
                </c:pt>
                <c:pt idx="50">
                  <c:v>92.93761559842049</c:v>
                </c:pt>
                <c:pt idx="51">
                  <c:v>102.95653110331348</c:v>
                </c:pt>
                <c:pt idx="52">
                  <c:v>646.486641458168</c:v>
                </c:pt>
                <c:pt idx="53">
                  <c:v>1444.8038524293333</c:v>
                </c:pt>
                <c:pt idx="54">
                  <c:v>972.6148099002824</c:v>
                </c:pt>
                <c:pt idx="55">
                  <c:v>87.7047874616767</c:v>
                </c:pt>
                <c:pt idx="56">
                  <c:v>101.9503758101533</c:v>
                </c:pt>
                <c:pt idx="57">
                  <c:v>73.05427926464498</c:v>
                </c:pt>
                <c:pt idx="58">
                  <c:v>458.7863774869701</c:v>
                </c:pt>
                <c:pt idx="59">
                  <c:v>177.71886015713315</c:v>
                </c:pt>
                <c:pt idx="60">
                  <c:v>596.3125897641503</c:v>
                </c:pt>
                <c:pt idx="61">
                  <c:v>493.38163900607566</c:v>
                </c:pt>
                <c:pt idx="62">
                  <c:v>95.5377012997569</c:v>
                </c:pt>
                <c:pt idx="63">
                  <c:v>561.5607252938742</c:v>
                </c:pt>
                <c:pt idx="64">
                  <c:v>544.1478520265116</c:v>
                </c:pt>
                <c:pt idx="65">
                  <c:v>427.80920096862343</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54921.24770894728</c:v>
                </c:pt>
                <c:pt idx="1">
                  <c:v>30423.685720394067</c:v>
                </c:pt>
                <c:pt idx="2">
                  <c:v>10100.557253933406</c:v>
                </c:pt>
                <c:pt idx="3">
                  <c:v>9389.043017779057</c:v>
                </c:pt>
                <c:pt idx="4">
                  <c:v>8670.174649030141</c:v>
                </c:pt>
                <c:pt idx="5">
                  <c:v>40921.26694848369</c:v>
                </c:pt>
                <c:pt idx="6">
                  <c:v>56198.151587572625</c:v>
                </c:pt>
                <c:pt idx="7">
                  <c:v>111524.76276503343</c:v>
                </c:pt>
                <c:pt idx="8">
                  <c:v>117902.07235021105</c:v>
                </c:pt>
                <c:pt idx="9">
                  <c:v>135865.5495506277</c:v>
                </c:pt>
                <c:pt idx="10">
                  <c:v>149752.48121053053</c:v>
                </c:pt>
                <c:pt idx="11">
                  <c:v>79088.28043440716</c:v>
                </c:pt>
                <c:pt idx="12">
                  <c:v>69950.9267583086</c:v>
                </c:pt>
                <c:pt idx="13">
                  <c:v>28846.090980190776</c:v>
                </c:pt>
                <c:pt idx="14">
                  <c:v>11962.232714891516</c:v>
                </c:pt>
                <c:pt idx="15">
                  <c:v>8580.431921897725</c:v>
                </c:pt>
                <c:pt idx="16">
                  <c:v>16141.75604825425</c:v>
                </c:pt>
                <c:pt idx="17">
                  <c:v>36464.3498115841</c:v>
                </c:pt>
                <c:pt idx="18">
                  <c:v>78736.08649689621</c:v>
                </c:pt>
                <c:pt idx="19">
                  <c:v>122060.35948583581</c:v>
                </c:pt>
                <c:pt idx="20">
                  <c:v>123314.05947476112</c:v>
                </c:pt>
                <c:pt idx="21">
                  <c:v>164264.16718861027</c:v>
                </c:pt>
                <c:pt idx="22">
                  <c:v>184257.51701228542</c:v>
                </c:pt>
                <c:pt idx="23">
                  <c:v>95409.43510221381</c:v>
                </c:pt>
                <c:pt idx="24">
                  <c:v>74176.53801976389</c:v>
                </c:pt>
                <c:pt idx="25">
                  <c:v>32531.721257924124</c:v>
                </c:pt>
                <c:pt idx="26">
                  <c:v>7832.0563413693435</c:v>
                </c:pt>
                <c:pt idx="27">
                  <c:v>8744.93117810669</c:v>
                </c:pt>
                <c:pt idx="28">
                  <c:v>14925.582402847469</c:v>
                </c:pt>
                <c:pt idx="29">
                  <c:v>48554.618449006084</c:v>
                </c:pt>
                <c:pt idx="30">
                  <c:v>92438.55907123983</c:v>
                </c:pt>
                <c:pt idx="31">
                  <c:v>170615.92996888058</c:v>
                </c:pt>
                <c:pt idx="32">
                  <c:v>160281.25124215503</c:v>
                </c:pt>
                <c:pt idx="33">
                  <c:v>194743.43543889583</c:v>
                </c:pt>
                <c:pt idx="34">
                  <c:v>165220.64828320057</c:v>
                </c:pt>
                <c:pt idx="35">
                  <c:v>113820.50996361696</c:v>
                </c:pt>
                <c:pt idx="36">
                  <c:v>89930.44022887218</c:v>
                </c:pt>
                <c:pt idx="37">
                  <c:v>30732.493214937494</c:v>
                </c:pt>
                <c:pt idx="38">
                  <c:v>9153.16418831094</c:v>
                </c:pt>
                <c:pt idx="39">
                  <c:v>666.8403989650833</c:v>
                </c:pt>
                <c:pt idx="40">
                  <c:v>15411.43356898072</c:v>
                </c:pt>
                <c:pt idx="41">
                  <c:v>43897.43474008813</c:v>
                </c:pt>
                <c:pt idx="42">
                  <c:v>121504.48723472384</c:v>
                </c:pt>
                <c:pt idx="43">
                  <c:v>150982.38451015562</c:v>
                </c:pt>
                <c:pt idx="44">
                  <c:v>144513.12189670737</c:v>
                </c:pt>
                <c:pt idx="45">
                  <c:v>188416.911503725</c:v>
                </c:pt>
                <c:pt idx="46">
                  <c:v>139023.43876823268</c:v>
                </c:pt>
                <c:pt idx="47">
                  <c:v>86031.30973801888</c:v>
                </c:pt>
                <c:pt idx="48">
                  <c:v>89080.57569000438</c:v>
                </c:pt>
                <c:pt idx="49">
                  <c:v>28253.38713549934</c:v>
                </c:pt>
                <c:pt idx="50">
                  <c:v>7651.512581204751</c:v>
                </c:pt>
                <c:pt idx="51">
                  <c:v>1690.0458308976104</c:v>
                </c:pt>
                <c:pt idx="52">
                  <c:v>16937.79691563081</c:v>
                </c:pt>
                <c:pt idx="53">
                  <c:v>49112.29718691837</c:v>
                </c:pt>
                <c:pt idx="54">
                  <c:v>100756.93572080012</c:v>
                </c:pt>
                <c:pt idx="55">
                  <c:v>116213.9639952275</c:v>
                </c:pt>
                <c:pt idx="56">
                  <c:v>159423.3857137389</c:v>
                </c:pt>
                <c:pt idx="57">
                  <c:v>137993.03403401672</c:v>
                </c:pt>
                <c:pt idx="58">
                  <c:v>129467.89356212833</c:v>
                </c:pt>
                <c:pt idx="59">
                  <c:v>133850.50104922854</c:v>
                </c:pt>
                <c:pt idx="60">
                  <c:v>77105.13058378489</c:v>
                </c:pt>
                <c:pt idx="61">
                  <c:v>38044.340955524334</c:v>
                </c:pt>
                <c:pt idx="62">
                  <c:v>9906.047770398585</c:v>
                </c:pt>
                <c:pt idx="63">
                  <c:v>1608.0412668806352</c:v>
                </c:pt>
                <c:pt idx="64">
                  <c:v>14408.290072160336</c:v>
                </c:pt>
                <c:pt idx="65">
                  <c:v>34421.17416787075</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45.214299102219044</c:v>
                </c:pt>
                <c:pt idx="2">
                  <c:v>59.467991084994146</c:v>
                </c:pt>
                <c:pt idx="3">
                  <c:v>70.66401706309617</c:v>
                </c:pt>
                <c:pt idx="4">
                  <c:v>78.48526406914154</c:v>
                </c:pt>
                <c:pt idx="5">
                  <c:v>83.23820850551812</c:v>
                </c:pt>
                <c:pt idx="6">
                  <c:v>86.8987536266589</c:v>
                </c:pt>
                <c:pt idx="7">
                  <c:v>89.66364485569946</c:v>
                </c:pt>
                <c:pt idx="8">
                  <c:v>92.37151316492513</c:v>
                </c:pt>
                <c:pt idx="9">
                  <c:v>94.48436458797384</c:v>
                </c:pt>
                <c:pt idx="10">
                  <c:v>96.21680556677684</c:v>
                </c:pt>
                <c:pt idx="11">
                  <c:v>97.50740190984786</c:v>
                </c:pt>
                <c:pt idx="12">
                  <c:v>98.29408463553537</c:v>
                </c:pt>
                <c:pt idx="13">
                  <c:v>98.87097688165454</c:v>
                </c:pt>
                <c:pt idx="14">
                  <c:v>99.22060179563545</c:v>
                </c:pt>
                <c:pt idx="15">
                  <c:v>99.52731063809038</c:v>
                </c:pt>
                <c:pt idx="16">
                  <c:v>99.73418646368977</c:v>
                </c:pt>
                <c:pt idx="17">
                  <c:v>99.91248983985123</c:v>
                </c:pt>
                <c:pt idx="18">
                  <c:v>100.07007698718301</c:v>
                </c:pt>
                <c:pt idx="19">
                  <c:v>100.11532924358937</c:v>
                </c:pt>
                <c:pt idx="20">
                  <c:v>99.99999999999997</c:v>
                </c:pt>
              </c:numCache>
            </c:numRef>
          </c:val>
        </c:ser>
        <c:ser>
          <c:idx val="1"/>
          <c:order val="1"/>
          <c:tx>
            <c:strRef>
              <c:f>Sheet1!$C$1</c:f>
              <c:strCache>
                <c:ptCount val="1"/>
                <c:pt idx="0">
                  <c:v>value</c:v>
                </c:pt>
              </c:strCache>
            </c:strRef>
          </c:tx>
          <c:dPt>
            <c:idx val="0"/>
            <c:spPr>
              <a:solidFill>
                <a:srgbClr val="D60000"/>
              </a:solidFill>
            </c:spPr>
          </c:dPt>
          <c:dPt>
            <c:idx val="1"/>
            <c:spPr>
              <a:solidFill>
                <a:srgbClr val="018700"/>
              </a:solidFill>
            </c:spPr>
          </c:dPt>
          <c:dPt>
            <c:idx val="2"/>
            <c:spPr>
              <a:solidFill>
                <a:srgbClr val="573B00"/>
              </a:solidFill>
            </c:spPr>
          </c:dPt>
          <c:dPt>
            <c:idx val="3"/>
            <c:spPr>
              <a:solidFill>
                <a:srgbClr val="FDF490"/>
              </a:solidFill>
            </c:spPr>
          </c:dPt>
          <c:dPt>
            <c:idx val="4"/>
            <c:spPr>
              <a:solidFill>
                <a:srgbClr val="005659"/>
              </a:solidFill>
            </c:spPr>
          </c:dPt>
          <c:dPt>
            <c:idx val="5"/>
            <c:spPr>
              <a:solidFill>
                <a:srgbClr val="6B004F"/>
              </a:solidFill>
            </c:spPr>
          </c:dPt>
          <c:dPt>
            <c:idx val="6"/>
            <c:spPr>
              <a:solidFill>
                <a:srgbClr val="FFA52F"/>
              </a:solidFill>
            </c:spPr>
          </c:dPt>
          <c:dPt>
            <c:idx val="7"/>
            <c:spPr>
              <a:solidFill>
                <a:srgbClr val="00ACC6"/>
              </a:solidFill>
            </c:spPr>
          </c:dPt>
          <c:dPt>
            <c:idx val="8"/>
            <c:spPr>
              <a:solidFill>
                <a:srgbClr val="8C3BFF"/>
              </a:solidFill>
            </c:spPr>
          </c:dPt>
          <c:dPt>
            <c:idx val="9"/>
            <c:spPr>
              <a:solidFill>
                <a:srgbClr val="FF7ED1"/>
              </a:solidFill>
            </c:spPr>
          </c:dPt>
          <c:dPt>
            <c:idx val="10"/>
            <c:spPr>
              <a:solidFill>
                <a:srgbClr val="95B577"/>
              </a:solidFill>
            </c:spPr>
          </c:dPt>
          <c:dPt>
            <c:idx val="11"/>
            <c:spPr>
              <a:solidFill>
                <a:srgbClr val="97FF00"/>
              </a:solidFill>
            </c:spPr>
          </c:dPt>
          <c:dPt>
            <c:idx val="12"/>
            <c:spPr>
              <a:solidFill>
                <a:srgbClr val="BCB6FF"/>
              </a:solidFill>
            </c:spPr>
          </c:dPt>
          <c:dPt>
            <c:idx val="13"/>
            <c:spPr>
              <a:solidFill>
                <a:srgbClr val="BF03B8"/>
              </a:solidFill>
            </c:spPr>
          </c:dPt>
          <c:dPt>
            <c:idx val="14"/>
            <c:spPr>
              <a:solidFill>
                <a:srgbClr val="0000DD"/>
              </a:solidFill>
            </c:spPr>
          </c:dPt>
          <c:dPt>
            <c:idx val="15"/>
            <c:spPr>
              <a:solidFill>
                <a:srgbClr val="645474"/>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45.21%</a:t>
                    </a:r>
                  </a:p>
                </c:rich>
              </c:tx>
              <c:dLblPos val="inEnd"/>
              <c:showLegendKey val="0"/>
              <c:showVal val="1"/>
              <c:showCatName val="0"/>
              <c:showSerName val="0"/>
              <c:showPercent val="0"/>
              <c:showBubbleSize val="0"/>
            </c:dLbl>
            <c:dLbl>
              <c:idx val="1"/>
              <c:tx>
                <c:rich>
                  <a:bodyPr/>
                  <a:lstStyle/>
                  <a:p>
                    <a:r>
                      <a:t>14.25%</a:t>
                    </a:r>
                  </a:p>
                </c:rich>
              </c:tx>
              <c:dLblPos val="inEnd"/>
              <c:showLegendKey val="0"/>
              <c:showVal val="1"/>
              <c:showCatName val="0"/>
              <c:showSerName val="0"/>
              <c:showPercent val="0"/>
              <c:showBubbleSize val="0"/>
            </c:dLbl>
            <c:dLbl>
              <c:idx val="2"/>
              <c:tx>
                <c:rich>
                  <a:bodyPr/>
                  <a:lstStyle/>
                  <a:p>
                    <a:r>
                      <a:t>11.2%</a:t>
                    </a:r>
                  </a:p>
                </c:rich>
              </c:tx>
              <c:dLblPos val="inEnd"/>
              <c:showLegendKey val="0"/>
              <c:showVal val="1"/>
              <c:showCatName val="0"/>
              <c:showSerName val="0"/>
              <c:showPercent val="0"/>
              <c:showBubbleSize val="0"/>
            </c:dLbl>
            <c:dLbl>
              <c:idx val="3"/>
              <c:tx>
                <c:rich>
                  <a:bodyPr/>
                  <a:lstStyle/>
                  <a:p>
                    <a:r>
                      <a:t>7.82%</a:t>
                    </a:r>
                  </a:p>
                </c:rich>
              </c:tx>
              <c:dLblPos val="inEnd"/>
              <c:showLegendKey val="0"/>
              <c:showVal val="1"/>
              <c:showCatName val="0"/>
              <c:showSerName val="0"/>
              <c:showPercent val="0"/>
              <c:showBubbleSize val="0"/>
            </c:dLbl>
            <c:dLbl>
              <c:idx val="4"/>
              <c:tx>
                <c:rich>
                  <a:bodyPr/>
                  <a:lstStyle/>
                  <a:p>
                    <a:r>
                      <a:t>4.75%</a:t>
                    </a:r>
                  </a:p>
                </c:rich>
              </c:tx>
              <c:dLblPos val="inEnd"/>
              <c:showLegendKey val="0"/>
              <c:showVal val="1"/>
              <c:showCatName val="0"/>
              <c:showSerName val="0"/>
              <c:showPercent val="0"/>
              <c:showBubbleSize val="0"/>
            </c:dLbl>
            <c:dLbl>
              <c:idx val="5"/>
              <c:tx>
                <c:rich>
                  <a:bodyPr/>
                  <a:lstStyle/>
                  <a:p>
                    <a:r>
                      <a:t>3.66%</a:t>
                    </a:r>
                  </a:p>
                </c:rich>
              </c:tx>
              <c:dLblPos val="inEnd"/>
              <c:showLegendKey val="0"/>
              <c:showVal val="1"/>
              <c:showCatName val="0"/>
              <c:showSerName val="0"/>
              <c:showPercent val="0"/>
              <c:showBubbleSize val="0"/>
            </c:dLbl>
            <c:dLbl>
              <c:idx val="6"/>
              <c:tx>
                <c:rich>
                  <a:bodyPr/>
                  <a:lstStyle/>
                  <a:p>
                    <a:r>
                      <a:t>2.76%</a:t>
                    </a:r>
                  </a:p>
                </c:rich>
              </c:tx>
              <c:dLblPos val="inEnd"/>
              <c:showLegendKey val="0"/>
              <c:showVal val="1"/>
              <c:showCatName val="0"/>
              <c:showSerName val="0"/>
              <c:showPercent val="0"/>
              <c:showBubbleSize val="0"/>
            </c:dLbl>
            <c:dLbl>
              <c:idx val="7"/>
              <c:tx>
                <c:rich>
                  <a:bodyPr/>
                  <a:lstStyle/>
                  <a:p>
                    <a:r>
                      <a:t>2.71%</a:t>
                    </a:r>
                  </a:p>
                </c:rich>
              </c:tx>
              <c:dLblPos val="inEnd"/>
              <c:showLegendKey val="0"/>
              <c:showVal val="1"/>
              <c:showCatName val="0"/>
              <c:showSerName val="0"/>
              <c:showPercent val="0"/>
              <c:showBubbleSize val="0"/>
            </c:dLbl>
            <c:dLbl>
              <c:idx val="8"/>
              <c:tx>
                <c:rich>
                  <a:bodyPr/>
                  <a:lstStyle/>
                  <a:p>
                    <a:r>
                      <a:t>2.11%</a:t>
                    </a:r>
                  </a:p>
                </c:rich>
              </c:tx>
              <c:dLblPos val="inEnd"/>
              <c:showLegendKey val="0"/>
              <c:showVal val="1"/>
              <c:showCatName val="0"/>
              <c:showSerName val="0"/>
              <c:showPercent val="0"/>
              <c:showBubbleSize val="0"/>
            </c:dLbl>
            <c:dLbl>
              <c:idx val="9"/>
              <c:tx>
                <c:rich>
                  <a:bodyPr/>
                  <a:lstStyle/>
                  <a:p>
                    <a:r>
                      <a:t>1.73%</a:t>
                    </a:r>
                  </a:p>
                </c:rich>
              </c:tx>
              <c:dLblPos val="inEnd"/>
              <c:showLegendKey val="0"/>
              <c:showVal val="1"/>
              <c:showCatName val="0"/>
              <c:showSerName val="0"/>
              <c:showPercent val="0"/>
              <c:showBubbleSize val="0"/>
            </c:dLbl>
            <c:dLbl>
              <c:idx val="10"/>
              <c:tx>
                <c:rich>
                  <a:bodyPr/>
                  <a:lstStyle/>
                  <a:p>
                    <a:r>
                      <a:t>1.29%</a:t>
                    </a:r>
                  </a:p>
                </c:rich>
              </c:tx>
              <c:dLblPos val="inEnd"/>
              <c:showLegendKey val="0"/>
              <c:showVal val="1"/>
              <c:showCatName val="0"/>
              <c:showSerName val="0"/>
              <c:showPercent val="0"/>
              <c:showBubbleSize val="0"/>
            </c:dLbl>
            <c:dLbl>
              <c:idx val="11"/>
              <c:tx>
                <c:rich>
                  <a:bodyPr/>
                  <a:lstStyle/>
                  <a:p>
                    <a:r>
                      <a:t>0.79%</a:t>
                    </a:r>
                  </a:p>
                </c:rich>
              </c:tx>
              <c:dLblPos val="inEnd"/>
              <c:showLegendKey val="0"/>
              <c:showVal val="1"/>
              <c:showCatName val="0"/>
              <c:showSerName val="0"/>
              <c:showPercent val="0"/>
              <c:showBubbleSize val="0"/>
            </c:dLbl>
            <c:dLbl>
              <c:idx val="12"/>
              <c:tx>
                <c:rich>
                  <a:bodyPr/>
                  <a:lstStyle/>
                  <a:p>
                    <a:r>
                      <a:t>0.58%</a:t>
                    </a:r>
                  </a:p>
                </c:rich>
              </c:tx>
              <c:dLblPos val="inEnd"/>
              <c:showLegendKey val="0"/>
              <c:showVal val="1"/>
              <c:showCatName val="0"/>
              <c:showSerName val="0"/>
              <c:showPercent val="0"/>
              <c:showBubbleSize val="0"/>
            </c:dLbl>
            <c:dLbl>
              <c:idx val="13"/>
              <c:tx>
                <c:rich>
                  <a:bodyPr/>
                  <a:lstStyle/>
                  <a:p>
                    <a:r>
                      <a:t>0.35%</a:t>
                    </a:r>
                  </a:p>
                </c:rich>
              </c:tx>
              <c:dLblPos val="inEnd"/>
              <c:showLegendKey val="0"/>
              <c:showVal val="1"/>
              <c:showCatName val="0"/>
              <c:showSerName val="0"/>
              <c:showPercent val="0"/>
              <c:showBubbleSize val="0"/>
            </c:dLbl>
            <c:dLbl>
              <c:idx val="14"/>
              <c:tx>
                <c:rich>
                  <a:bodyPr/>
                  <a:lstStyle/>
                  <a:p>
                    <a:r>
                      <a:t>0.31%</a:t>
                    </a:r>
                  </a:p>
                </c:rich>
              </c:tx>
              <c:dLblPos val="inEnd"/>
              <c:showLegendKey val="0"/>
              <c:showVal val="1"/>
              <c:showCatName val="0"/>
              <c:showSerName val="0"/>
              <c:showPercent val="0"/>
              <c:showBubbleSize val="0"/>
            </c:dLbl>
            <c:dLbl>
              <c:idx val="15"/>
              <c:tx>
                <c:rich>
                  <a:bodyPr/>
                  <a:lstStyle/>
                  <a:p>
                    <a:r>
                      <a:t>0.21%</a:t>
                    </a:r>
                  </a:p>
                </c:rich>
              </c:tx>
              <c:dLblPos val="inEnd"/>
              <c:showLegendKey val="0"/>
              <c:showVal val="1"/>
              <c:showCatName val="0"/>
              <c:showSerName val="0"/>
              <c:showPercent val="0"/>
              <c:showBubbleSize val="0"/>
            </c:dLbl>
            <c:dLbl>
              <c:idx val="16"/>
              <c:tx>
                <c:rich>
                  <a:bodyPr/>
                  <a:lstStyle/>
                  <a:p>
                    <a:r>
                      <a:t>0.18%</a:t>
                    </a:r>
                  </a:p>
                </c:rich>
              </c:tx>
              <c:dLblPos val="inEnd"/>
              <c:showLegendKey val="0"/>
              <c:showVal val="1"/>
              <c:showCatName val="0"/>
              <c:showSerName val="0"/>
              <c:showPercent val="0"/>
              <c:showBubbleSize val="0"/>
            </c:dLbl>
            <c:dLbl>
              <c:idx val="17"/>
              <c:tx>
                <c:rich>
                  <a:bodyPr/>
                  <a:lstStyle/>
                  <a:p>
                    <a:r>
                      <a:t>0.16%</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0.02%</a:t>
                    </a:r>
                  </a:p>
                </c:rich>
              </c:tx>
              <c:dLblPos val="inEnd"/>
              <c:showLegendKey val="0"/>
              <c:showVal val="1"/>
              <c:showCatName val="0"/>
              <c:showSerName val="0"/>
              <c:showPercent val="0"/>
              <c:showBubbleSize val="0"/>
            </c:dLbl>
            <c:dLbl>
              <c:idx val="20"/>
              <c:tx>
                <c:rich>
                  <a:bodyPr/>
                  <a:lstStyle/>
                  <a:p>
                    <a:r>
                      <a:t>-0.13%</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Brand_Digital_I...</c:v>
                </c:pt>
                <c:pt idx="2">
                  <c:v>Distribution</c:v>
                </c:pt>
                <c:pt idx="3">
                  <c:v>Seasonality</c:v>
                </c:pt>
                <c:pt idx="4">
                  <c:v>E-com</c:v>
                </c:pt>
                <c:pt idx="5">
                  <c:v>Brand_OOH</c:v>
                </c:pt>
                <c:pt idx="6">
                  <c:v>Brand_TV</c:v>
                </c:pt>
                <c:pt idx="7">
                  <c:v>Brand_Digital_P...</c:v>
                </c:pt>
                <c:pt idx="8">
                  <c:v>Brand_Digital_D...</c:v>
                </c:pt>
                <c:pt idx="9">
                  <c:v>Brand_Digital_V...</c:v>
                </c:pt>
                <c:pt idx="10">
                  <c:v>Region_Digital_...</c:v>
                </c:pt>
                <c:pt idx="11">
                  <c:v>Brand_Digital_S...</c:v>
                </c:pt>
                <c:pt idx="12">
                  <c:v>Region_Digital_...</c:v>
                </c:pt>
                <c:pt idx="13">
                  <c:v>Region_Digital_...</c:v>
                </c:pt>
                <c:pt idx="14">
                  <c:v>POS</c:v>
                </c:pt>
                <c:pt idx="15">
                  <c:v>Region_Digital_...</c:v>
                </c:pt>
                <c:pt idx="16">
                  <c:v>Region_OOH</c:v>
                </c:pt>
                <c:pt idx="17">
                  <c:v>PR</c:v>
                </c:pt>
                <c:pt idx="18">
                  <c:v>Region_TV</c:v>
                </c:pt>
                <c:pt idx="19">
                  <c:v>Price index</c:v>
                </c:pt>
                <c:pt idx="20">
                  <c:v>Region_Digital_...</c:v>
                </c:pt>
              </c:strCache>
            </c:strRef>
          </c:cat>
          <c:val>
            <c:numRef>
              <c:f>Sheet1!$C$2:$C$22</c:f>
              <c:numCache>
                <c:formatCode>General</c:formatCode>
                <c:ptCount val="21"/>
                <c:pt idx="0">
                  <c:v>45.214299102219044</c:v>
                </c:pt>
                <c:pt idx="1">
                  <c:v>14.253691982775111</c:v>
                </c:pt>
                <c:pt idx="2">
                  <c:v>11.196025978102021</c:v>
                </c:pt>
                <c:pt idx="3">
                  <c:v>7.821247006045355</c:v>
                </c:pt>
                <c:pt idx="4">
                  <c:v>4.7529444363765965</c:v>
                </c:pt>
                <c:pt idx="5">
                  <c:v>3.6605451211407845</c:v>
                </c:pt>
                <c:pt idx="6">
                  <c:v>2.7648912290405687</c:v>
                </c:pt>
                <c:pt idx="7">
                  <c:v>2.7078683092256677</c:v>
                </c:pt>
                <c:pt idx="8">
                  <c:v>2.1128514230487143</c:v>
                </c:pt>
                <c:pt idx="9">
                  <c:v>1.732440978803006</c:v>
                </c:pt>
                <c:pt idx="10">
                  <c:v>1.2905963430710101</c:v>
                </c:pt>
                <c:pt idx="11">
                  <c:v>0.7866827256875298</c:v>
                </c:pt>
                <c:pt idx="12">
                  <c:v>0.5768922461191743</c:v>
                </c:pt>
                <c:pt idx="13">
                  <c:v>0.3496249139808847</c:v>
                </c:pt>
                <c:pt idx="14">
                  <c:v>0.3067088424549431</c:v>
                </c:pt>
                <c:pt idx="15">
                  <c:v>0.2068758255993849</c:v>
                </c:pt>
                <c:pt idx="16">
                  <c:v>0.1783033761614662</c:v>
                </c:pt>
                <c:pt idx="17">
                  <c:v>0.15758714733176607</c:v>
                </c:pt>
                <c:pt idx="18">
                  <c:v>0.04525225640635858</c:v>
                </c:pt>
                <c:pt idx="19">
                  <c:v>0.017228867912226272</c:v>
                </c:pt>
                <c:pt idx="20">
                  <c:v>0.1325581115016198</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1641900.0</c:v>
                </c:pt>
                <c:pt idx="1">
                  <c:v>1590068.0</c:v>
                </c:pt>
                <c:pt idx="2">
                  <c:v>2107811.0</c:v>
                </c:pt>
                <c:pt idx="3">
                  <c:v>1878851.0</c:v>
                </c:pt>
                <c:pt idx="4">
                  <c:v>1699877.0</c:v>
                </c:pt>
                <c:pt idx="5">
                  <c:v>1799350.0</c:v>
                </c:pt>
                <c:pt idx="6">
                  <c:v>1329192.0</c:v>
                </c:pt>
                <c:pt idx="7">
                  <c:v>1593876.0</c:v>
                </c:pt>
                <c:pt idx="8">
                  <c:v>1220114.0</c:v>
                </c:pt>
                <c:pt idx="9">
                  <c:v>1264856.0</c:v>
                </c:pt>
                <c:pt idx="10">
                  <c:v>1531948.0</c:v>
                </c:pt>
                <c:pt idx="11">
                  <c:v>1309483.0</c:v>
                </c:pt>
                <c:pt idx="12">
                  <c:v>1590364.0</c:v>
                </c:pt>
                <c:pt idx="13">
                  <c:v>1712267.0</c:v>
                </c:pt>
                <c:pt idx="14">
                  <c:v>2120574.0</c:v>
                </c:pt>
                <c:pt idx="15">
                  <c:v>1739485.0</c:v>
                </c:pt>
                <c:pt idx="16">
                  <c:v>1988869.0</c:v>
                </c:pt>
                <c:pt idx="17">
                  <c:v>1680556.0</c:v>
                </c:pt>
                <c:pt idx="18">
                  <c:v>1604966.0</c:v>
                </c:pt>
                <c:pt idx="19">
                  <c:v>1756501.0</c:v>
                </c:pt>
                <c:pt idx="20">
                  <c:v>1269947.0</c:v>
                </c:pt>
                <c:pt idx="21">
                  <c:v>1341904.0</c:v>
                </c:pt>
                <c:pt idx="22">
                  <c:v>1684857.0</c:v>
                </c:pt>
                <c:pt idx="23">
                  <c:v>1305254.0</c:v>
                </c:pt>
                <c:pt idx="24">
                  <c:v>2123917.0</c:v>
                </c:pt>
                <c:pt idx="25">
                  <c:v>1678522.0</c:v>
                </c:pt>
                <c:pt idx="26">
                  <c:v>1720314.0</c:v>
                </c:pt>
                <c:pt idx="27">
                  <c:v>1790346.0</c:v>
                </c:pt>
                <c:pt idx="28">
                  <c:v>2246425.0</c:v>
                </c:pt>
                <c:pt idx="29">
                  <c:v>1701745.0</c:v>
                </c:pt>
                <c:pt idx="30">
                  <c:v>1491041.0</c:v>
                </c:pt>
                <c:pt idx="31">
                  <c:v>1954319.0</c:v>
                </c:pt>
                <c:pt idx="32">
                  <c:v>1380173.0</c:v>
                </c:pt>
                <c:pt idx="33">
                  <c:v>1816476.0</c:v>
                </c:pt>
                <c:pt idx="34">
                  <c:v>1412219.0</c:v>
                </c:pt>
                <c:pt idx="35">
                  <c:v>1372860.0</c:v>
                </c:pt>
                <c:pt idx="36">
                  <c:v>2157110.0</c:v>
                </c:pt>
                <c:pt idx="37">
                  <c:v>1685232.0</c:v>
                </c:pt>
                <c:pt idx="38">
                  <c:v>2027719.0</c:v>
                </c:pt>
                <c:pt idx="39">
                  <c:v>1719727.0</c:v>
                </c:pt>
                <c:pt idx="40">
                  <c:v>2078425.0</c:v>
                </c:pt>
                <c:pt idx="41">
                  <c:v>1708246.0</c:v>
                </c:pt>
                <c:pt idx="42">
                  <c:v>1988202.0</c:v>
                </c:pt>
                <c:pt idx="43">
                  <c:v>1484746.0</c:v>
                </c:pt>
                <c:pt idx="44">
                  <c:v>1292383.0</c:v>
                </c:pt>
                <c:pt idx="45">
                  <c:v>1720393.0</c:v>
                </c:pt>
                <c:pt idx="46">
                  <c:v>1464081.0</c:v>
                </c:pt>
                <c:pt idx="47">
                  <c:v>1466940.0</c:v>
                </c:pt>
                <c:pt idx="48">
                  <c:v>2167846.0</c:v>
                </c:pt>
                <c:pt idx="49">
                  <c:v>1841088.0</c:v>
                </c:pt>
                <c:pt idx="50">
                  <c:v>1847963.0</c:v>
                </c:pt>
                <c:pt idx="51">
                  <c:v>2255864.0</c:v>
                </c:pt>
                <c:pt idx="52">
                  <c:v>1781689.0</c:v>
                </c:pt>
                <c:pt idx="53">
                  <c:v>1710141.0</c:v>
                </c:pt>
                <c:pt idx="54">
                  <c:v>1956228.0</c:v>
                </c:pt>
                <c:pt idx="55">
                  <c:v>1393567.0</c:v>
                </c:pt>
                <c:pt idx="56">
                  <c:v>1480986.0</c:v>
                </c:pt>
                <c:pt idx="57">
                  <c:v>1319010.0</c:v>
                </c:pt>
                <c:pt idx="58">
                  <c:v>1214453.0</c:v>
                </c:pt>
                <c:pt idx="59">
                  <c:v>1537162.0</c:v>
                </c:pt>
                <c:pt idx="60">
                  <c:v>403366.0</c:v>
                </c:pt>
                <c:pt idx="61">
                  <c:v>1847202.0</c:v>
                </c:pt>
                <c:pt idx="62">
                  <c:v>1750435.0</c:v>
                </c:pt>
                <c:pt idx="63">
                  <c:v>2301675.0</c:v>
                </c:pt>
                <c:pt idx="64">
                  <c:v>1781563.0</c:v>
                </c:pt>
                <c:pt idx="65">
                  <c:v>1833876.0</c:v>
                </c:pt>
                <c:pt idx="66">
                  <c:v>1615004.0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1574504.2663389395</c:v>
                </c:pt>
                <c:pt idx="1">
                  <c:v>1605741.8402674221</c:v>
                </c:pt>
                <c:pt idx="2">
                  <c:v>2094351.7057591616</c:v>
                </c:pt>
                <c:pt idx="3">
                  <c:v>1838865.926262633</c:v>
                </c:pt>
                <c:pt idx="4">
                  <c:v>1703505.3354536607</c:v>
                </c:pt>
                <c:pt idx="5">
                  <c:v>1852948.6812668773</c:v>
                </c:pt>
                <c:pt idx="6">
                  <c:v>1339585.8068203155</c:v>
                </c:pt>
                <c:pt idx="7">
                  <c:v>1615026.379286297</c:v>
                </c:pt>
                <c:pt idx="8">
                  <c:v>1188455.3297860944</c:v>
                </c:pt>
                <c:pt idx="9">
                  <c:v>1279960.2090383882</c:v>
                </c:pt>
                <c:pt idx="10">
                  <c:v>1581321.8488609656</c:v>
                </c:pt>
                <c:pt idx="11">
                  <c:v>1324179.4938943482</c:v>
                </c:pt>
                <c:pt idx="12">
                  <c:v>1643614.1318214373</c:v>
                </c:pt>
                <c:pt idx="13">
                  <c:v>1637914.0975982808</c:v>
                </c:pt>
                <c:pt idx="14">
                  <c:v>2175675.2980638864</c:v>
                </c:pt>
                <c:pt idx="15">
                  <c:v>1776510.5701372125</c:v>
                </c:pt>
                <c:pt idx="16">
                  <c:v>2179150.1922586616</c:v>
                </c:pt>
                <c:pt idx="17">
                  <c:v>1628405.5209598788</c:v>
                </c:pt>
                <c:pt idx="18">
                  <c:v>1590791.3532393056</c:v>
                </c:pt>
                <c:pt idx="19">
                  <c:v>1700052.4065873707</c:v>
                </c:pt>
                <c:pt idx="20">
                  <c:v>1267067.7099730412</c:v>
                </c:pt>
                <c:pt idx="21">
                  <c:v>1278037.6423054761</c:v>
                </c:pt>
                <c:pt idx="22">
                  <c:v>1706334.1293423423</c:v>
                </c:pt>
                <c:pt idx="23">
                  <c:v>1346987.2097046708</c:v>
                </c:pt>
                <c:pt idx="24">
                  <c:v>2046973.5702080482</c:v>
                </c:pt>
                <c:pt idx="25">
                  <c:v>1738835.7342646488</c:v>
                </c:pt>
                <c:pt idx="26">
                  <c:v>1806752.378318042</c:v>
                </c:pt>
                <c:pt idx="27">
                  <c:v>1745653.6751385299</c:v>
                </c:pt>
                <c:pt idx="28">
                  <c:v>2289011.460005995</c:v>
                </c:pt>
                <c:pt idx="29">
                  <c:v>1776073.0893012662</c:v>
                </c:pt>
                <c:pt idx="30">
                  <c:v>1520517.5302839335</c:v>
                </c:pt>
                <c:pt idx="31">
                  <c:v>1923663.5333988902</c:v>
                </c:pt>
                <c:pt idx="32">
                  <c:v>1360950.564158942</c:v>
                </c:pt>
                <c:pt idx="33">
                  <c:v>1704343.9675060543</c:v>
                </c:pt>
                <c:pt idx="34">
                  <c:v>1426966.8948513018</c:v>
                </c:pt>
                <c:pt idx="35">
                  <c:v>1489918.679712762</c:v>
                </c:pt>
                <c:pt idx="36">
                  <c:v>2144778.624299677</c:v>
                </c:pt>
                <c:pt idx="37">
                  <c:v>1736232.3071395056</c:v>
                </c:pt>
                <c:pt idx="38">
                  <c:v>2017156.8906387235</c:v>
                </c:pt>
                <c:pt idx="39">
                  <c:v>1703942.4822007562</c:v>
                </c:pt>
                <c:pt idx="40">
                  <c:v>2085309.926543786</c:v>
                </c:pt>
                <c:pt idx="41">
                  <c:v>1737788.2290079216</c:v>
                </c:pt>
                <c:pt idx="42">
                  <c:v>1940279.1080732387</c:v>
                </c:pt>
                <c:pt idx="43">
                  <c:v>1456756.1158937756</c:v>
                </c:pt>
                <c:pt idx="44">
                  <c:v>1303206.846985768</c:v>
                </c:pt>
                <c:pt idx="45">
                  <c:v>1721214.9932361837</c:v>
                </c:pt>
                <c:pt idx="46">
                  <c:v>1381889.4564507676</c:v>
                </c:pt>
                <c:pt idx="47">
                  <c:v>1399587.8511409713</c:v>
                </c:pt>
                <c:pt idx="48">
                  <c:v>2080935.5598691516</c:v>
                </c:pt>
                <c:pt idx="49">
                  <c:v>1735631.0764584462</c:v>
                </c:pt>
                <c:pt idx="50">
                  <c:v>1808460.7078000798</c:v>
                </c:pt>
                <c:pt idx="51">
                  <c:v>2272527.070977517</c:v>
                </c:pt>
                <c:pt idx="52">
                  <c:v>1821121.6605566929</c:v>
                </c:pt>
                <c:pt idx="53">
                  <c:v>1656440.8494850444</c:v>
                </c:pt>
                <c:pt idx="54">
                  <c:v>1919473.9886786332</c:v>
                </c:pt>
                <c:pt idx="55">
                  <c:v>1386268.946322161</c:v>
                </c:pt>
                <c:pt idx="56">
                  <c:v>1567300.0323641845</c:v>
                </c:pt>
                <c:pt idx="57">
                  <c:v>1298078.4321900008</c:v>
                </c:pt>
                <c:pt idx="58">
                  <c:v>1308397.0375710214</c:v>
                </c:pt>
                <c:pt idx="59">
                  <c:v>1569326.1921646048</c:v>
                </c:pt>
                <c:pt idx="60">
                  <c:v>401691.1194890934</c:v>
                </c:pt>
                <c:pt idx="61">
                  <c:v>1907963.512335069</c:v>
                </c:pt>
                <c:pt idx="62">
                  <c:v>1811103.1629315394</c:v>
                </c:pt>
                <c:pt idx="63">
                  <c:v>2379047.841256597</c:v>
                </c:pt>
                <c:pt idx="64">
                  <c:v>1789679.8140215403</c:v>
                </c:pt>
                <c:pt idx="65">
                  <c:v>1816861.4914339131</c:v>
                </c:pt>
                <c:pt idx="66">
                  <c:v>1568040.0809408084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854857.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369737856.56</c:v>
                </c:pt>
                <c:pt idx="1">
                  <c:v>388914718.51</c:v>
                </c:pt>
                <c:pt idx="2">
                  <c:v>542160554.8100001</c:v>
                </c:pt>
                <c:pt idx="3">
                  <c:v>487770728.34</c:v>
                </c:pt>
                <c:pt idx="4">
                  <c:v>428972159.77</c:v>
                </c:pt>
                <c:pt idx="5">
                  <c:v>420181744.23</c:v>
                </c:pt>
                <c:pt idx="6">
                  <c:v>283355619.15999997</c:v>
                </c:pt>
                <c:pt idx="7">
                  <c:v>309233946.25</c:v>
                </c:pt>
                <c:pt idx="8">
                  <c:v>230966104.98</c:v>
                </c:pt>
                <c:pt idx="9">
                  <c:v>229906367.44</c:v>
                </c:pt>
                <c:pt idx="10">
                  <c:v>291445922.84</c:v>
                </c:pt>
                <c:pt idx="11">
                  <c:v>275108633.84000003</c:v>
                </c:pt>
                <c:pt idx="12">
                  <c:v>358225957.61</c:v>
                </c:pt>
                <c:pt idx="13">
                  <c:v>416064040.84000003</c:v>
                </c:pt>
                <c:pt idx="14">
                  <c:v>536437184.52</c:v>
                </c:pt>
                <c:pt idx="15">
                  <c:v>450004858.56</c:v>
                </c:pt>
                <c:pt idx="16">
                  <c:v>499030194.53</c:v>
                </c:pt>
                <c:pt idx="17">
                  <c:v>393031153.55</c:v>
                </c:pt>
                <c:pt idx="18">
                  <c:v>337115102.3</c:v>
                </c:pt>
                <c:pt idx="19">
                  <c:v>343638581.14</c:v>
                </c:pt>
                <c:pt idx="20">
                  <c:v>230512429.07</c:v>
                </c:pt>
                <c:pt idx="21">
                  <c:v>246481740.23000002</c:v>
                </c:pt>
                <c:pt idx="22">
                  <c:v>321200823.42</c:v>
                </c:pt>
                <c:pt idx="23">
                  <c:v>279228754.36</c:v>
                </c:pt>
                <c:pt idx="24">
                  <c:v>486251285.59000003</c:v>
                </c:pt>
                <c:pt idx="25">
                  <c:v>420705369.76</c:v>
                </c:pt>
                <c:pt idx="26">
                  <c:v>441929483.08</c:v>
                </c:pt>
                <c:pt idx="27">
                  <c:v>455492178.82</c:v>
                </c:pt>
                <c:pt idx="28">
                  <c:v>561213764.76</c:v>
                </c:pt>
                <c:pt idx="29">
                  <c:v>387202417.52</c:v>
                </c:pt>
                <c:pt idx="30">
                  <c:v>318280962.37</c:v>
                </c:pt>
                <c:pt idx="31">
                  <c:v>380264333.5</c:v>
                </c:pt>
                <c:pt idx="32">
                  <c:v>247029977.37</c:v>
                </c:pt>
                <c:pt idx="33">
                  <c:v>326472030.4</c:v>
                </c:pt>
                <c:pt idx="34">
                  <c:v>269333344.20000005</c:v>
                </c:pt>
                <c:pt idx="35">
                  <c:v>290363525.39</c:v>
                </c:pt>
                <c:pt idx="36">
                  <c:v>493922111.96999997</c:v>
                </c:pt>
                <c:pt idx="37">
                  <c:v>420602577.65000004</c:v>
                </c:pt>
                <c:pt idx="38">
                  <c:v>519721728.60999995</c:v>
                </c:pt>
                <c:pt idx="39">
                  <c:v>443502509.17</c:v>
                </c:pt>
                <c:pt idx="40">
                  <c:v>520182849.05</c:v>
                </c:pt>
                <c:pt idx="41">
                  <c:v>390841527.53</c:v>
                </c:pt>
                <c:pt idx="42">
                  <c:v>424428141.52</c:v>
                </c:pt>
                <c:pt idx="43">
                  <c:v>285213679.56</c:v>
                </c:pt>
                <c:pt idx="44">
                  <c:v>236537290.77</c:v>
                </c:pt>
                <c:pt idx="45">
                  <c:v>309970618.16999996</c:v>
                </c:pt>
                <c:pt idx="46">
                  <c:v>277920292.89</c:v>
                </c:pt>
                <c:pt idx="47">
                  <c:v>309861965.25</c:v>
                </c:pt>
                <c:pt idx="48">
                  <c:v>497211312.58000004</c:v>
                </c:pt>
                <c:pt idx="49">
                  <c:v>452242129.18</c:v>
                </c:pt>
                <c:pt idx="50">
                  <c:v>472727436.26</c:v>
                </c:pt>
                <c:pt idx="51">
                  <c:v>585735292.86</c:v>
                </c:pt>
                <c:pt idx="52">
                  <c:v>439776096.96</c:v>
                </c:pt>
                <c:pt idx="53">
                  <c:v>398487668.98</c:v>
                </c:pt>
                <c:pt idx="54">
                  <c:v>408195059.23999995</c:v>
                </c:pt>
                <c:pt idx="55">
                  <c:v>265424184.48</c:v>
                </c:pt>
                <c:pt idx="56">
                  <c:v>269830440.05</c:v>
                </c:pt>
                <c:pt idx="57">
                  <c:v>237676445.17000002</c:v>
                </c:pt>
                <c:pt idx="58">
                  <c:v>233088449.07</c:v>
                </c:pt>
                <c:pt idx="59">
                  <c:v>321019908.46999997</c:v>
                </c:pt>
                <c:pt idx="60">
                  <c:v>91818202.58</c:v>
                </c:pt>
                <c:pt idx="61">
                  <c:v>432289467.96</c:v>
                </c:pt>
                <c:pt idx="62">
                  <c:v>437626086.9</c:v>
                </c:pt>
                <c:pt idx="63">
                  <c:v>589659290.06</c:v>
                </c:pt>
                <c:pt idx="64">
                  <c:v>457643510.13</c:v>
                </c:pt>
                <c:pt idx="65">
                  <c:v>461163868.75</c:v>
                </c:pt>
                <c:pt idx="66">
                  <c:v>371938303.29</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355157267.7877962</c:v>
                </c:pt>
                <c:pt idx="1">
                  <c:v>392818225.8794521</c:v>
                </c:pt>
                <c:pt idx="2">
                  <c:v>538544866.295084</c:v>
                </c:pt>
                <c:pt idx="3">
                  <c:v>477630549.1671194</c:v>
                </c:pt>
                <c:pt idx="4">
                  <c:v>429991673.12763304</c:v>
                </c:pt>
                <c:pt idx="5">
                  <c:v>432138130.7141504</c:v>
                </c:pt>
                <c:pt idx="6">
                  <c:v>286714960.3173286</c:v>
                </c:pt>
                <c:pt idx="7">
                  <c:v>313994588.64506626</c:v>
                </c:pt>
                <c:pt idx="8">
                  <c:v>224761906.79827744</c:v>
                </c:pt>
                <c:pt idx="9">
                  <c:v>232572853.54005224</c:v>
                </c:pt>
                <c:pt idx="10">
                  <c:v>300656761.6957554</c:v>
                </c:pt>
                <c:pt idx="11">
                  <c:v>278292820.13562965</c:v>
                </c:pt>
                <c:pt idx="12">
                  <c:v>370618559.6638351</c:v>
                </c:pt>
                <c:pt idx="13">
                  <c:v>398014734.741317</c:v>
                </c:pt>
                <c:pt idx="14">
                  <c:v>550734035.9080724</c:v>
                </c:pt>
                <c:pt idx="15">
                  <c:v>459751315.39137876</c:v>
                </c:pt>
                <c:pt idx="16">
                  <c:v>546404293.9719856</c:v>
                </c:pt>
                <c:pt idx="17">
                  <c:v>381390769.8072419</c:v>
                </c:pt>
                <c:pt idx="18">
                  <c:v>334007381.1411731</c:v>
                </c:pt>
                <c:pt idx="19">
                  <c:v>332447081.1246631</c:v>
                </c:pt>
                <c:pt idx="20">
                  <c:v>230255641.95500726</c:v>
                </c:pt>
                <c:pt idx="21">
                  <c:v>234630870.8325458</c:v>
                </c:pt>
                <c:pt idx="22">
                  <c:v>325721239.51598954</c:v>
                </c:pt>
                <c:pt idx="23">
                  <c:v>288243449.59156054</c:v>
                </c:pt>
                <c:pt idx="24">
                  <c:v>468162059.5252118</c:v>
                </c:pt>
                <c:pt idx="25">
                  <c:v>435698533.99558026</c:v>
                </c:pt>
                <c:pt idx="26">
                  <c:v>464452132.95437294</c:v>
                </c:pt>
                <c:pt idx="27">
                  <c:v>444082144.11197466</c:v>
                </c:pt>
                <c:pt idx="28">
                  <c:v>571797206.0589639</c:v>
                </c:pt>
                <c:pt idx="29">
                  <c:v>404102072.2060508</c:v>
                </c:pt>
                <c:pt idx="30">
                  <c:v>324121626.2751048</c:v>
                </c:pt>
                <c:pt idx="31">
                  <c:v>374300296.87746036</c:v>
                </c:pt>
                <c:pt idx="32">
                  <c:v>243577302.52661705</c:v>
                </c:pt>
                <c:pt idx="33">
                  <c:v>306924743.52156574</c:v>
                </c:pt>
                <c:pt idx="34">
                  <c:v>272484301.64550006</c:v>
                </c:pt>
                <c:pt idx="35">
                  <c:v>315095803.9722519</c:v>
                </c:pt>
                <c:pt idx="36">
                  <c:v>490769312.91873163</c:v>
                </c:pt>
                <c:pt idx="37">
                  <c:v>433538361.92711115</c:v>
                </c:pt>
                <c:pt idx="38">
                  <c:v>517032354.1868876</c:v>
                </c:pt>
                <c:pt idx="39">
                  <c:v>440211451.1128852</c:v>
                </c:pt>
                <c:pt idx="40">
                  <c:v>522640361.8745344</c:v>
                </c:pt>
                <c:pt idx="41">
                  <c:v>397965415.18420017</c:v>
                </c:pt>
                <c:pt idx="42">
                  <c:v>415003437.29606533</c:v>
                </c:pt>
                <c:pt idx="43">
                  <c:v>280062260.29939556</c:v>
                </c:pt>
                <c:pt idx="44">
                  <c:v>238499348.22436434</c:v>
                </c:pt>
                <c:pt idx="45">
                  <c:v>310151122.236042</c:v>
                </c:pt>
                <c:pt idx="46">
                  <c:v>261629287.0845243</c:v>
                </c:pt>
                <c:pt idx="47">
                  <c:v>295358365.3830598</c:v>
                </c:pt>
                <c:pt idx="48">
                  <c:v>476974860.09249306</c:v>
                </c:pt>
                <c:pt idx="49">
                  <c:v>425905976.7640157</c:v>
                </c:pt>
                <c:pt idx="50">
                  <c:v>462554530.1153922</c:v>
                </c:pt>
                <c:pt idx="51">
                  <c:v>590120321.8623416</c:v>
                </c:pt>
                <c:pt idx="52">
                  <c:v>449645922.3642463</c:v>
                </c:pt>
                <c:pt idx="53">
                  <c:v>385656640.3276998</c:v>
                </c:pt>
                <c:pt idx="54">
                  <c:v>400660027.2743366</c:v>
                </c:pt>
                <c:pt idx="55">
                  <c:v>264208832.89748907</c:v>
                </c:pt>
                <c:pt idx="56">
                  <c:v>285617217.819422</c:v>
                </c:pt>
                <c:pt idx="57">
                  <c:v>234221384.75842917</c:v>
                </c:pt>
                <c:pt idx="58">
                  <c:v>250646592.02193373</c:v>
                </c:pt>
                <c:pt idx="59">
                  <c:v>327537256.3897004</c:v>
                </c:pt>
                <c:pt idx="60">
                  <c:v>91436949.52930233</c:v>
                </c:pt>
                <c:pt idx="61">
                  <c:v>446580681.24519324</c:v>
                </c:pt>
                <c:pt idx="62">
                  <c:v>453304506.34533304</c:v>
                </c:pt>
                <c:pt idx="63">
                  <c:v>609337876.4569093</c:v>
                </c:pt>
                <c:pt idx="64">
                  <c:v>459296079.97438055</c:v>
                </c:pt>
                <c:pt idx="65">
                  <c:v>456865777.40582484</c:v>
                </c:pt>
                <c:pt idx="66">
                  <c:v>361122830.2367934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1205452.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Moscow: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962252.7748182719</c:v>
                </c:pt>
                <c:pt idx="1">
                  <c:v>962252.7748182719</c:v>
                </c:pt>
                <c:pt idx="2">
                  <c:v>1202815.9685228397</c:v>
                </c:pt>
                <c:pt idx="3">
                  <c:v>962252.7748182719</c:v>
                </c:pt>
                <c:pt idx="4">
                  <c:v>962252.7748182719</c:v>
                </c:pt>
                <c:pt idx="5">
                  <c:v>1202815.9685228397</c:v>
                </c:pt>
                <c:pt idx="6">
                  <c:v>962252.7748182719</c:v>
                </c:pt>
                <c:pt idx="7">
                  <c:v>1202815.9685228397</c:v>
                </c:pt>
                <c:pt idx="8">
                  <c:v>962252.7748182719</c:v>
                </c:pt>
                <c:pt idx="9">
                  <c:v>962252.7748182719</c:v>
                </c:pt>
                <c:pt idx="10">
                  <c:v>1202815.9685228397</c:v>
                </c:pt>
                <c:pt idx="11">
                  <c:v>962252.7748182719</c:v>
                </c:pt>
                <c:pt idx="12">
                  <c:v>962252.7748182719</c:v>
                </c:pt>
                <c:pt idx="13">
                  <c:v>962252.7748182719</c:v>
                </c:pt>
                <c:pt idx="14">
                  <c:v>1202815.9685228397</c:v>
                </c:pt>
                <c:pt idx="15">
                  <c:v>962252.7748182719</c:v>
                </c:pt>
                <c:pt idx="16">
                  <c:v>1202815.9685228397</c:v>
                </c:pt>
                <c:pt idx="17">
                  <c:v>962252.7748182719</c:v>
                </c:pt>
                <c:pt idx="18">
                  <c:v>962252.7748182719</c:v>
                </c:pt>
                <c:pt idx="19">
                  <c:v>1202815.9685228397</c:v>
                </c:pt>
                <c:pt idx="20">
                  <c:v>962252.7748182719</c:v>
                </c:pt>
                <c:pt idx="21">
                  <c:v>962252.7748182719</c:v>
                </c:pt>
                <c:pt idx="22">
                  <c:v>1202815.9685228397</c:v>
                </c:pt>
                <c:pt idx="23">
                  <c:v>962252.7748182719</c:v>
                </c:pt>
                <c:pt idx="24">
                  <c:v>1202815.9685228397</c:v>
                </c:pt>
                <c:pt idx="25">
                  <c:v>962252.7748182719</c:v>
                </c:pt>
                <c:pt idx="26">
                  <c:v>962252.7748182719</c:v>
                </c:pt>
                <c:pt idx="27">
                  <c:v>962252.7748182719</c:v>
                </c:pt>
                <c:pt idx="28">
                  <c:v>1202815.9685228397</c:v>
                </c:pt>
                <c:pt idx="29">
                  <c:v>962252.7748182719</c:v>
                </c:pt>
                <c:pt idx="30">
                  <c:v>962252.7748182719</c:v>
                </c:pt>
                <c:pt idx="31">
                  <c:v>1202815.9685228397</c:v>
                </c:pt>
                <c:pt idx="32">
                  <c:v>962252.7748182719</c:v>
                </c:pt>
                <c:pt idx="33">
                  <c:v>1202815.9685228397</c:v>
                </c:pt>
                <c:pt idx="34">
                  <c:v>962252.7748182719</c:v>
                </c:pt>
                <c:pt idx="35">
                  <c:v>962252.7748182719</c:v>
                </c:pt>
                <c:pt idx="36">
                  <c:v>1202815.9685228397</c:v>
                </c:pt>
                <c:pt idx="37">
                  <c:v>962252.7748182719</c:v>
                </c:pt>
                <c:pt idx="38">
                  <c:v>962252.7748182719</c:v>
                </c:pt>
                <c:pt idx="39">
                  <c:v>962252.7748182719</c:v>
                </c:pt>
                <c:pt idx="40">
                  <c:v>1202815.9685228397</c:v>
                </c:pt>
                <c:pt idx="41">
                  <c:v>962252.7748182719</c:v>
                </c:pt>
                <c:pt idx="42">
                  <c:v>1202815.9685228397</c:v>
                </c:pt>
                <c:pt idx="43">
                  <c:v>962252.7748182719</c:v>
                </c:pt>
                <c:pt idx="44">
                  <c:v>962252.7748182719</c:v>
                </c:pt>
                <c:pt idx="45">
                  <c:v>1202815.9685228397</c:v>
                </c:pt>
                <c:pt idx="46">
                  <c:v>962252.7748182719</c:v>
                </c:pt>
                <c:pt idx="47">
                  <c:v>962252.7748182719</c:v>
                </c:pt>
                <c:pt idx="48">
                  <c:v>1202815.9685228397</c:v>
                </c:pt>
                <c:pt idx="49">
                  <c:v>962252.7748182719</c:v>
                </c:pt>
                <c:pt idx="50">
                  <c:v>962252.7748182719</c:v>
                </c:pt>
                <c:pt idx="51">
                  <c:v>1202815.9685228397</c:v>
                </c:pt>
                <c:pt idx="52">
                  <c:v>962252.7748182719</c:v>
                </c:pt>
                <c:pt idx="53">
                  <c:v>962252.7748182719</c:v>
                </c:pt>
                <c:pt idx="54">
                  <c:v>1202815.9685228397</c:v>
                </c:pt>
                <c:pt idx="55">
                  <c:v>962252.7748182719</c:v>
                </c:pt>
                <c:pt idx="56">
                  <c:v>1202815.9685228397</c:v>
                </c:pt>
                <c:pt idx="57">
                  <c:v>962252.7748182719</c:v>
                </c:pt>
                <c:pt idx="58">
                  <c:v>962252.7748182719</c:v>
                </c:pt>
                <c:pt idx="59">
                  <c:v>1202815.9685228397</c:v>
                </c:pt>
                <c:pt idx="60">
                  <c:v>962252.7748182719</c:v>
                </c:pt>
                <c:pt idx="61">
                  <c:v>962252.7748182719</c:v>
                </c:pt>
                <c:pt idx="62">
                  <c:v>1202815.9685228397</c:v>
                </c:pt>
                <c:pt idx="63">
                  <c:v>962252.7748182719</c:v>
                </c:pt>
                <c:pt idx="64">
                  <c:v>962252.7748182719</c:v>
                </c:pt>
                <c:pt idx="65">
                  <c:v>962252.7748182719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12967.381977495932</c:v>
                </c:pt>
                <c:pt idx="1">
                  <c:v>8870.16659808675</c:v>
                </c:pt>
                <c:pt idx="2">
                  <c:v>235.1051226801323</c:v>
                </c:pt>
                <c:pt idx="3">
                  <c:v>19463.11095105445</c:v>
                </c:pt>
                <c:pt idx="4">
                  <c:v>4375.88199438042</c:v>
                </c:pt>
                <c:pt idx="5">
                  <c:v>43.129749604498635</c:v>
                </c:pt>
                <c:pt idx="6">
                  <c:v>15856.141603179496</c:v>
                </c:pt>
                <c:pt idx="7">
                  <c:v>3237.9217091573064</c:v>
                </c:pt>
                <c:pt idx="8">
                  <c:v>2461.142310525642</c:v>
                </c:pt>
                <c:pt idx="9">
                  <c:v>5817.688834386454</c:v>
                </c:pt>
                <c:pt idx="10">
                  <c:v>12820.103324193879</c:v>
                </c:pt>
                <c:pt idx="11">
                  <c:v>5377.038653966299</c:v>
                </c:pt>
                <c:pt idx="12">
                  <c:v>15385.723238915869</c:v>
                </c:pt>
                <c:pt idx="13">
                  <c:v>1793.3629118136992</c:v>
                </c:pt>
                <c:pt idx="14">
                  <c:v>5945.190002543224</c:v>
                </c:pt>
                <c:pt idx="15">
                  <c:v>5798.340610865893</c:v>
                </c:pt>
                <c:pt idx="16">
                  <c:v>18630.13388666948</c:v>
                </c:pt>
                <c:pt idx="17">
                  <c:v>402.18798937519784</c:v>
                </c:pt>
                <c:pt idx="18">
                  <c:v>3.711558033328067</c:v>
                </c:pt>
                <c:pt idx="19">
                  <c:v>12600.091480403844</c:v>
                </c:pt>
                <c:pt idx="20">
                  <c:v>5122.080999026026</c:v>
                </c:pt>
                <c:pt idx="21">
                  <c:v>9606.153156285665</c:v>
                </c:pt>
                <c:pt idx="22">
                  <c:v>15864.936189671978</c:v>
                </c:pt>
                <c:pt idx="23">
                  <c:v>11007.235348743126</c:v>
                </c:pt>
                <c:pt idx="24">
                  <c:v>6318.199806890581</c:v>
                </c:pt>
                <c:pt idx="25">
                  <c:v>490.3024482440313</c:v>
                </c:pt>
                <c:pt idx="26">
                  <c:v>3465.9551957193885</c:v>
                </c:pt>
                <c:pt idx="27">
                  <c:v>162.04578116079716</c:v>
                </c:pt>
                <c:pt idx="28">
                  <c:v>4436.204706818158</c:v>
                </c:pt>
                <c:pt idx="29">
                  <c:v>7953.31113259091</c:v>
                </c:pt>
                <c:pt idx="30">
                  <c:v>11915.687523035424</c:v>
                </c:pt>
                <c:pt idx="31">
                  <c:v>12116.242199087614</c:v>
                </c:pt>
                <c:pt idx="32">
                  <c:v>7738.827400392896</c:v>
                </c:pt>
                <c:pt idx="33">
                  <c:v>9828.926356944758</c:v>
                </c:pt>
                <c:pt idx="34">
                  <c:v>212.3336337075266</c:v>
                </c:pt>
                <c:pt idx="35">
                  <c:v>9644.374760591149</c:v>
                </c:pt>
                <c:pt idx="36">
                  <c:v>29423.66147190132</c:v>
                </c:pt>
                <c:pt idx="37">
                  <c:v>21253.90995652602</c:v>
                </c:pt>
                <c:pt idx="38">
                  <c:v>33565.74064592005</c:v>
                </c:pt>
                <c:pt idx="39">
                  <c:v>14912.998231091968</c:v>
                </c:pt>
                <c:pt idx="40">
                  <c:v>9211.081629524848</c:v>
                </c:pt>
                <c:pt idx="41">
                  <c:v>4391.990551437184</c:v>
                </c:pt>
                <c:pt idx="42">
                  <c:v>20664.737616062834</c:v>
                </c:pt>
                <c:pt idx="43">
                  <c:v>5734.624740447284</c:v>
                </c:pt>
                <c:pt idx="44">
                  <c:v>264.939212748046</c:v>
                </c:pt>
                <c:pt idx="45">
                  <c:v>4172.517683088395</c:v>
                </c:pt>
                <c:pt idx="46">
                  <c:v>9495.748104395076</c:v>
                </c:pt>
                <c:pt idx="47">
                  <c:v>473.96092944948157</c:v>
                </c:pt>
                <c:pt idx="48">
                  <c:v>10408.025910155156</c:v>
                </c:pt>
                <c:pt idx="49">
                  <c:v>8908.120031708333</c:v>
                </c:pt>
                <c:pt idx="50">
                  <c:v>14111.153706813235</c:v>
                </c:pt>
                <c:pt idx="51">
                  <c:v>25811.224041995276</c:v>
                </c:pt>
                <c:pt idx="52">
                  <c:v>18141.187997006655</c:v>
                </c:pt>
                <c:pt idx="53">
                  <c:v>8577.096700981143</c:v>
                </c:pt>
                <c:pt idx="54">
                  <c:v>207.04614814698772</c:v>
                </c:pt>
                <c:pt idx="55">
                  <c:v>8980.593023443349</c:v>
                </c:pt>
                <c:pt idx="56">
                  <c:v>18471.055381801612</c:v>
                </c:pt>
                <c:pt idx="57">
                  <c:v>29258.551947795248</c:v>
                </c:pt>
                <c:pt idx="58">
                  <c:v>16779.173242113437</c:v>
                </c:pt>
                <c:pt idx="59">
                  <c:v>9920.75556989856</c:v>
                </c:pt>
                <c:pt idx="60">
                  <c:v>22598.164708211258</c:v>
                </c:pt>
                <c:pt idx="61">
                  <c:v>1040.5771253143062</c:v>
                </c:pt>
                <c:pt idx="62">
                  <c:v>148.81354574984883</c:v>
                </c:pt>
                <c:pt idx="63">
                  <c:v>21356.282503042734</c:v>
                </c:pt>
                <c:pt idx="64">
                  <c:v>7779.433845267473</c:v>
                </c:pt>
                <c:pt idx="65">
                  <c:v>178.06053308517974</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32566.649002453083</c:v>
                </c:pt>
                <c:pt idx="1">
                  <c:v>41575.193144972734</c:v>
                </c:pt>
                <c:pt idx="2">
                  <c:v>46592.95623578994</c:v>
                </c:pt>
                <c:pt idx="3">
                  <c:v>98018.0453259281</c:v>
                </c:pt>
                <c:pt idx="4">
                  <c:v>48554.59162002918</c:v>
                </c:pt>
                <c:pt idx="5">
                  <c:v>24132.228565307778</c:v>
                </c:pt>
                <c:pt idx="6">
                  <c:v>10102.485749743493</c:v>
                </c:pt>
                <c:pt idx="7">
                  <c:v>6456.221965810837</c:v>
                </c:pt>
                <c:pt idx="8">
                  <c:v>5093.817386389812</c:v>
                </c:pt>
                <c:pt idx="9">
                  <c:v>61174.786529973964</c:v>
                </c:pt>
                <c:pt idx="10">
                  <c:v>77448.97158227758</c:v>
                </c:pt>
                <c:pt idx="11">
                  <c:v>25075.134201403744</c:v>
                </c:pt>
                <c:pt idx="12">
                  <c:v>12082.246034638954</c:v>
                </c:pt>
                <c:pt idx="13">
                  <c:v>8848.248419861799</c:v>
                </c:pt>
                <c:pt idx="14">
                  <c:v>55708.36750219681</c:v>
                </c:pt>
                <c:pt idx="15">
                  <c:v>61415.47990443675</c:v>
                </c:pt>
                <c:pt idx="16">
                  <c:v>35592.70312059926</c:v>
                </c:pt>
                <c:pt idx="17">
                  <c:v>88931.80700484023</c:v>
                </c:pt>
                <c:pt idx="18">
                  <c:v>132911.90041205296</c:v>
                </c:pt>
                <c:pt idx="19">
                  <c:v>83118.5231880169</c:v>
                </c:pt>
                <c:pt idx="20">
                  <c:v>72291.36072137997</c:v>
                </c:pt>
                <c:pt idx="21">
                  <c:v>59807.23597104617</c:v>
                </c:pt>
                <c:pt idx="22">
                  <c:v>137123.11433759838</c:v>
                </c:pt>
                <c:pt idx="23">
                  <c:v>36532.62296980503</c:v>
                </c:pt>
                <c:pt idx="24">
                  <c:v>68491.68530678714</c:v>
                </c:pt>
                <c:pt idx="25">
                  <c:v>94878.3240748086</c:v>
                </c:pt>
                <c:pt idx="26">
                  <c:v>92226.53939224375</c:v>
                </c:pt>
                <c:pt idx="27">
                  <c:v>70096.62964699279</c:v>
                </c:pt>
                <c:pt idx="28">
                  <c:v>95554.03095101492</c:v>
                </c:pt>
                <c:pt idx="29">
                  <c:v>99833.35909679394</c:v>
                </c:pt>
                <c:pt idx="30">
                  <c:v>93224.19819532969</c:v>
                </c:pt>
                <c:pt idx="31">
                  <c:v>263986.43559351185</c:v>
                </c:pt>
                <c:pt idx="32">
                  <c:v>158906.7726544523</c:v>
                </c:pt>
                <c:pt idx="33">
                  <c:v>213816.42509919597</c:v>
                </c:pt>
                <c:pt idx="34">
                  <c:v>169629.847384322</c:v>
                </c:pt>
                <c:pt idx="35">
                  <c:v>88477.13963359069</c:v>
                </c:pt>
                <c:pt idx="36">
                  <c:v>68846.30598303882</c:v>
                </c:pt>
                <c:pt idx="37">
                  <c:v>120213.84838657416</c:v>
                </c:pt>
                <c:pt idx="38">
                  <c:v>143601.81075208573</c:v>
                </c:pt>
                <c:pt idx="39">
                  <c:v>51313.9794054973</c:v>
                </c:pt>
                <c:pt idx="40">
                  <c:v>73181.4932839322</c:v>
                </c:pt>
                <c:pt idx="41">
                  <c:v>132000.49689477542</c:v>
                </c:pt>
                <c:pt idx="42">
                  <c:v>139648.63746498164</c:v>
                </c:pt>
                <c:pt idx="43">
                  <c:v>166526.91333360923</c:v>
                </c:pt>
                <c:pt idx="44">
                  <c:v>102626.0092335752</c:v>
                </c:pt>
                <c:pt idx="45">
                  <c:v>137552.19145350344</c:v>
                </c:pt>
                <c:pt idx="46">
                  <c:v>108707.70022984245</c:v>
                </c:pt>
                <c:pt idx="47">
                  <c:v>54648.928604831744</c:v>
                </c:pt>
                <c:pt idx="48">
                  <c:v>138873.8717285761</c:v>
                </c:pt>
                <c:pt idx="49">
                  <c:v>62149.34834422624</c:v>
                </c:pt>
                <c:pt idx="50">
                  <c:v>79732.97597286868</c:v>
                </c:pt>
                <c:pt idx="51">
                  <c:v>82770.41078038595</c:v>
                </c:pt>
                <c:pt idx="52">
                  <c:v>105393.93851479392</c:v>
                </c:pt>
                <c:pt idx="53">
                  <c:v>106004.79500445981</c:v>
                </c:pt>
                <c:pt idx="54">
                  <c:v>155033.94189307446</c:v>
                </c:pt>
                <c:pt idx="55">
                  <c:v>114473.10814349912</c:v>
                </c:pt>
                <c:pt idx="56">
                  <c:v>68341.17526654946</c:v>
                </c:pt>
                <c:pt idx="57">
                  <c:v>26264.110564824347</c:v>
                </c:pt>
                <c:pt idx="58">
                  <c:v>16997.93866187516</c:v>
                </c:pt>
                <c:pt idx="59">
                  <c:v>96152.02762299468</c:v>
                </c:pt>
                <c:pt idx="60">
                  <c:v>119384.904088964</c:v>
                </c:pt>
                <c:pt idx="61">
                  <c:v>104993.73978612674</c:v>
                </c:pt>
                <c:pt idx="62">
                  <c:v>149308.84702374562</c:v>
                </c:pt>
                <c:pt idx="63">
                  <c:v>53272.53533679674</c:v>
                </c:pt>
                <c:pt idx="64">
                  <c:v>29116.997297554295</c:v>
                </c:pt>
                <c:pt idx="65">
                  <c:v>13945.87284539561</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7623.060864093077</c:v>
                </c:pt>
                <c:pt idx="1">
                  <c:v>12518.035366755314</c:v>
                </c:pt>
                <c:pt idx="2">
                  <c:v>17778.665156584182</c:v>
                </c:pt>
                <c:pt idx="3">
                  <c:v>17699.847766080984</c:v>
                </c:pt>
                <c:pt idx="4">
                  <c:v>26612.66946105768</c:v>
                </c:pt>
                <c:pt idx="5">
                  <c:v>4364.7819173909265</c:v>
                </c:pt>
                <c:pt idx="6">
                  <c:v>180.99318610873328</c:v>
                </c:pt>
                <c:pt idx="7">
                  <c:v>24626.49556156564</c:v>
                </c:pt>
                <c:pt idx="8">
                  <c:v>16310.34715269611</c:v>
                </c:pt>
                <c:pt idx="9">
                  <c:v>18193.28385082546</c:v>
                </c:pt>
                <c:pt idx="10">
                  <c:v>626.7020884099645</c:v>
                </c:pt>
                <c:pt idx="11">
                  <c:v>8191.333666940235</c:v>
                </c:pt>
                <c:pt idx="12">
                  <c:v>12284.898964892545</c:v>
                </c:pt>
                <c:pt idx="13">
                  <c:v>11094.607138812911</c:v>
                </c:pt>
                <c:pt idx="14">
                  <c:v>22105.219135902178</c:v>
                </c:pt>
                <c:pt idx="15">
                  <c:v>31575.15841614597</c:v>
                </c:pt>
                <c:pt idx="16">
                  <c:v>19507.186476816256</c:v>
                </c:pt>
                <c:pt idx="17">
                  <c:v>23372.459385806647</c:v>
                </c:pt>
                <c:pt idx="18">
                  <c:v>3639.8357426397984</c:v>
                </c:pt>
                <c:pt idx="19">
                  <c:v>4215.169395609631</c:v>
                </c:pt>
                <c:pt idx="20">
                  <c:v>13897.071939403317</c:v>
                </c:pt>
                <c:pt idx="21">
                  <c:v>19011.006537998932</c:v>
                </c:pt>
                <c:pt idx="22">
                  <c:v>2196.9952126831745</c:v>
                </c:pt>
                <c:pt idx="23">
                  <c:v>14993.203279850983</c:v>
                </c:pt>
                <c:pt idx="24">
                  <c:v>21916.69244415697</c:v>
                </c:pt>
                <c:pt idx="25">
                  <c:v>20920.710830609583</c:v>
                </c:pt>
                <c:pt idx="26">
                  <c:v>8070.908700820282</c:v>
                </c:pt>
                <c:pt idx="27">
                  <c:v>14637.232533188655</c:v>
                </c:pt>
                <c:pt idx="28">
                  <c:v>18145.741024723968</c:v>
                </c:pt>
                <c:pt idx="29">
                  <c:v>871.2252550011058</c:v>
                </c:pt>
                <c:pt idx="30">
                  <c:v>4451.79567308972</c:v>
                </c:pt>
                <c:pt idx="31">
                  <c:v>18490.63764651711</c:v>
                </c:pt>
                <c:pt idx="32">
                  <c:v>9051.164976486383</c:v>
                </c:pt>
                <c:pt idx="33">
                  <c:v>37648.93140485865</c:v>
                </c:pt>
                <c:pt idx="34">
                  <c:v>6018.611939091779</c:v>
                </c:pt>
                <c:pt idx="35">
                  <c:v>16670.82934011057</c:v>
                </c:pt>
                <c:pt idx="36">
                  <c:v>26270.77198875272</c:v>
                </c:pt>
                <c:pt idx="37">
                  <c:v>18063.399600665547</c:v>
                </c:pt>
                <c:pt idx="38">
                  <c:v>28589.694425327772</c:v>
                </c:pt>
                <c:pt idx="39">
                  <c:v>23783.277995889694</c:v>
                </c:pt>
                <c:pt idx="40">
                  <c:v>10102.197842789592</c:v>
                </c:pt>
                <c:pt idx="41">
                  <c:v>13132.944959141623</c:v>
                </c:pt>
                <c:pt idx="42">
                  <c:v>25711.804691612844</c:v>
                </c:pt>
                <c:pt idx="43">
                  <c:v>13542.664666914943</c:v>
                </c:pt>
                <c:pt idx="44">
                  <c:v>6779.882115460693</c:v>
                </c:pt>
                <c:pt idx="45">
                  <c:v>33066.26093036822</c:v>
                </c:pt>
                <c:pt idx="46">
                  <c:v>14453.236775150386</c:v>
                </c:pt>
                <c:pt idx="47">
                  <c:v>710.1087213037634</c:v>
                </c:pt>
                <c:pt idx="48">
                  <c:v>12955.98939775486</c:v>
                </c:pt>
                <c:pt idx="49">
                  <c:v>19372.661901077576</c:v>
                </c:pt>
                <c:pt idx="50">
                  <c:v>10804.17987079375</c:v>
                </c:pt>
                <c:pt idx="51">
                  <c:v>56156.94558184508</c:v>
                </c:pt>
                <c:pt idx="52">
                  <c:v>12723.835289640696</c:v>
                </c:pt>
                <c:pt idx="53">
                  <c:v>11104.933075088378</c:v>
                </c:pt>
                <c:pt idx="54">
                  <c:v>14360.082075706936</c:v>
                </c:pt>
                <c:pt idx="55">
                  <c:v>28.841006951744575</c:v>
                </c:pt>
                <c:pt idx="56">
                  <c:v>814.9802348780255</c:v>
                </c:pt>
                <c:pt idx="57">
                  <c:v>9507.101449083024</c:v>
                </c:pt>
                <c:pt idx="58">
                  <c:v>23587.742133959062</c:v>
                </c:pt>
                <c:pt idx="59">
                  <c:v>36053.301230212375</c:v>
                </c:pt>
                <c:pt idx="60">
                  <c:v>34132.75882438685</c:v>
                </c:pt>
                <c:pt idx="61">
                  <c:v>13408.282723257293</c:v>
                </c:pt>
                <c:pt idx="62">
                  <c:v>6861.33291991149</c:v>
                </c:pt>
                <c:pt idx="63">
                  <c:v>30466.342929340928</c:v>
                </c:pt>
                <c:pt idx="64">
                  <c:v>11099.923026321876</c:v>
                </c:pt>
                <c:pt idx="65">
                  <c:v>935.0851212104911</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2781.742393457104</c:v>
                </c:pt>
                <c:pt idx="1">
                  <c:v>8026.497847701454</c:v>
                </c:pt>
                <c:pt idx="2">
                  <c:v>8201.969380731742</c:v>
                </c:pt>
                <c:pt idx="3">
                  <c:v>3375.3191140869285</c:v>
                </c:pt>
                <c:pt idx="4">
                  <c:v>83.26790081198325</c:v>
                </c:pt>
                <c:pt idx="5">
                  <c:v>4918.12299509128</c:v>
                </c:pt>
                <c:pt idx="6">
                  <c:v>2745.599498503914</c:v>
                </c:pt>
                <c:pt idx="7">
                  <c:v>141.51695192176336</c:v>
                </c:pt>
                <c:pt idx="8">
                  <c:v>11171.838924016864</c:v>
                </c:pt>
                <c:pt idx="9">
                  <c:v>336.2384298089638</c:v>
                </c:pt>
                <c:pt idx="10">
                  <c:v>4769.8590334991895</c:v>
                </c:pt>
                <c:pt idx="11">
                  <c:v>3294.1120143449575</c:v>
                </c:pt>
                <c:pt idx="12">
                  <c:v>8944.841059396344</c:v>
                </c:pt>
                <c:pt idx="13">
                  <c:v>400.2130940156957</c:v>
                </c:pt>
                <c:pt idx="14">
                  <c:v>1110.2361225706748</c:v>
                </c:pt>
                <c:pt idx="15">
                  <c:v>8622.380720320518</c:v>
                </c:pt>
                <c:pt idx="16">
                  <c:v>11728.710009358116</c:v>
                </c:pt>
                <c:pt idx="17">
                  <c:v>10527.623495044236</c:v>
                </c:pt>
                <c:pt idx="18">
                  <c:v>9502.13679045978</c:v>
                </c:pt>
                <c:pt idx="19">
                  <c:v>1184.043906172576</c:v>
                </c:pt>
                <c:pt idx="20">
                  <c:v>5995.199076336723</c:v>
                </c:pt>
                <c:pt idx="21">
                  <c:v>1860.5458544638138</c:v>
                </c:pt>
                <c:pt idx="22">
                  <c:v>10026.10162852734</c:v>
                </c:pt>
                <c:pt idx="23">
                  <c:v>94.82650473115505</c:v>
                </c:pt>
                <c:pt idx="24">
                  <c:v>209.28785493174766</c:v>
                </c:pt>
                <c:pt idx="25">
                  <c:v>250.21160550231184</c:v>
                </c:pt>
                <c:pt idx="26">
                  <c:v>3723.0969529151735</c:v>
                </c:pt>
                <c:pt idx="27">
                  <c:v>3887.0276248441774</c:v>
                </c:pt>
                <c:pt idx="28">
                  <c:v>370.21420639508267</c:v>
                </c:pt>
                <c:pt idx="29">
                  <c:v>13415.841956438293</c:v>
                </c:pt>
                <c:pt idx="30">
                  <c:v>8687.437855731701</c:v>
                </c:pt>
                <c:pt idx="31">
                  <c:v>13363.071522737568</c:v>
                </c:pt>
                <c:pt idx="32">
                  <c:v>1951.1295931021477</c:v>
                </c:pt>
                <c:pt idx="33">
                  <c:v>2467.6845899288824</c:v>
                </c:pt>
                <c:pt idx="34">
                  <c:v>57.077781841973156</c:v>
                </c:pt>
                <c:pt idx="35">
                  <c:v>11766.638106663911</c:v>
                </c:pt>
                <c:pt idx="36">
                  <c:v>13040.581122220934</c:v>
                </c:pt>
                <c:pt idx="37">
                  <c:v>4072.56066912081</c:v>
                </c:pt>
                <c:pt idx="38">
                  <c:v>13777.417163872331</c:v>
                </c:pt>
                <c:pt idx="39">
                  <c:v>6285.942538814722</c:v>
                </c:pt>
                <c:pt idx="40">
                  <c:v>55.834207235715986</c:v>
                </c:pt>
                <c:pt idx="41">
                  <c:v>144.51896687899654</c:v>
                </c:pt>
                <c:pt idx="42">
                  <c:v>5549.10427180969</c:v>
                </c:pt>
                <c:pt idx="43">
                  <c:v>7096.698521781073</c:v>
                </c:pt>
                <c:pt idx="44">
                  <c:v>38.3854815199098</c:v>
                </c:pt>
                <c:pt idx="45">
                  <c:v>15766.442667023952</c:v>
                </c:pt>
                <c:pt idx="46">
                  <c:v>2600.742248793848</c:v>
                </c:pt>
                <c:pt idx="47">
                  <c:v>5870.689577943678</c:v>
                </c:pt>
                <c:pt idx="48">
                  <c:v>8104.695940141215</c:v>
                </c:pt>
                <c:pt idx="49">
                  <c:v>2242.1043434213097</c:v>
                </c:pt>
                <c:pt idx="50">
                  <c:v>177.33992512742086</c:v>
                </c:pt>
                <c:pt idx="51">
                  <c:v>3323.302826995284</c:v>
                </c:pt>
                <c:pt idx="52">
                  <c:v>13333.642829933618</c:v>
                </c:pt>
                <c:pt idx="53">
                  <c:v>63.01295509665187</c:v>
                </c:pt>
                <c:pt idx="54">
                  <c:v>6646.408075079058</c:v>
                </c:pt>
                <c:pt idx="55">
                  <c:v>6818.376023903134</c:v>
                </c:pt>
                <c:pt idx="56">
                  <c:v>6673.283743427707</c:v>
                </c:pt>
                <c:pt idx="57">
                  <c:v>59.063480643209644</c:v>
                </c:pt>
                <c:pt idx="58">
                  <c:v>114.71278474697186</c:v>
                </c:pt>
                <c:pt idx="59">
                  <c:v>10524.943357389877</c:v>
                </c:pt>
                <c:pt idx="60">
                  <c:v>15726.12116580706</c:v>
                </c:pt>
                <c:pt idx="61">
                  <c:v>9338.070228286144</c:v>
                </c:pt>
                <c:pt idx="62">
                  <c:v>11329.792480752829</c:v>
                </c:pt>
                <c:pt idx="63">
                  <c:v>3333.3028561631263</c:v>
                </c:pt>
                <c:pt idx="64">
                  <c:v>6233.3840569704125</c:v>
                </c:pt>
                <c:pt idx="65">
                  <c:v>8836.909537666494</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294.23116009081616</c:v>
                </c:pt>
                <c:pt idx="1">
                  <c:v>7992.411511228653</c:v>
                </c:pt>
                <c:pt idx="2">
                  <c:v>4826.245796018547</c:v>
                </c:pt>
                <c:pt idx="3">
                  <c:v>10.147411646349015</c:v>
                </c:pt>
                <c:pt idx="4">
                  <c:v>11014.029909242343</c:v>
                </c:pt>
                <c:pt idx="5">
                  <c:v>6906.993727723286</c:v>
                </c:pt>
                <c:pt idx="6">
                  <c:v>4132.094300981044</c:v>
                </c:pt>
                <c:pt idx="7">
                  <c:v>516.6807461609628</c:v>
                </c:pt>
                <c:pt idx="8">
                  <c:v>19275.790762640823</c:v>
                </c:pt>
                <c:pt idx="9">
                  <c:v>8819.277131390434</c:v>
                </c:pt>
                <c:pt idx="10">
                  <c:v>11612.735335833942</c:v>
                </c:pt>
                <c:pt idx="11">
                  <c:v>63.931240117541094</c:v>
                </c:pt>
                <c:pt idx="12">
                  <c:v>7972.212659606663</c:v>
                </c:pt>
                <c:pt idx="13">
                  <c:v>4674.5009649052345</c:v>
                </c:pt>
                <c:pt idx="14">
                  <c:v>15779.943900324874</c:v>
                </c:pt>
                <c:pt idx="15">
                  <c:v>9930.670660115537</c:v>
                </c:pt>
                <c:pt idx="16">
                  <c:v>17473.202084105797</c:v>
                </c:pt>
                <c:pt idx="17">
                  <c:v>441.8639914016756</c:v>
                </c:pt>
                <c:pt idx="18">
                  <c:v>12495.303337170051</c:v>
                </c:pt>
                <c:pt idx="19">
                  <c:v>15482.60103239804</c:v>
                </c:pt>
                <c:pt idx="20">
                  <c:v>335.55263045472515</c:v>
                </c:pt>
                <c:pt idx="21">
                  <c:v>6287.668424417794</c:v>
                </c:pt>
                <c:pt idx="22">
                  <c:v>8901.404468025516</c:v>
                </c:pt>
                <c:pt idx="23">
                  <c:v>3360.7776008556225</c:v>
                </c:pt>
                <c:pt idx="24">
                  <c:v>5147.12283592116</c:v>
                </c:pt>
                <c:pt idx="25">
                  <c:v>32.950189634015885</c:v>
                </c:pt>
                <c:pt idx="26">
                  <c:v>144.7018741307119</c:v>
                </c:pt>
                <c:pt idx="27">
                  <c:v>7563.14604802116</c:v>
                </c:pt>
                <c:pt idx="28">
                  <c:v>15288.547546151502</c:v>
                </c:pt>
                <c:pt idx="29">
                  <c:v>1800.0534312375248</c:v>
                </c:pt>
                <c:pt idx="30">
                  <c:v>3499.1173388147045</c:v>
                </c:pt>
                <c:pt idx="31">
                  <c:v>22327.470977875328</c:v>
                </c:pt>
                <c:pt idx="32">
                  <c:v>13015.292276203993</c:v>
                </c:pt>
                <c:pt idx="33">
                  <c:v>5551.016098421282</c:v>
                </c:pt>
                <c:pt idx="34">
                  <c:v>3778.4094108217137</c:v>
                </c:pt>
                <c:pt idx="35">
                  <c:v>9629.350792643048</c:v>
                </c:pt>
                <c:pt idx="36">
                  <c:v>12768.67321629019</c:v>
                </c:pt>
                <c:pt idx="37">
                  <c:v>34.615258776391215</c:v>
                </c:pt>
                <c:pt idx="38">
                  <c:v>20015.57848110365</c:v>
                </c:pt>
                <c:pt idx="39">
                  <c:v>4504.772075937128</c:v>
                </c:pt>
                <c:pt idx="40">
                  <c:v>9074.956913651944</c:v>
                </c:pt>
                <c:pt idx="41">
                  <c:v>12100.814213892572</c:v>
                </c:pt>
                <c:pt idx="42">
                  <c:v>14416.860146125011</c:v>
                </c:pt>
                <c:pt idx="43">
                  <c:v>533.8960670078566</c:v>
                </c:pt>
                <c:pt idx="44">
                  <c:v>5451.786105176175</c:v>
                </c:pt>
                <c:pt idx="45">
                  <c:v>15792.784185605553</c:v>
                </c:pt>
                <c:pt idx="46">
                  <c:v>8980.070686147765</c:v>
                </c:pt>
                <c:pt idx="47">
                  <c:v>214.87961820358083</c:v>
                </c:pt>
                <c:pt idx="48">
                  <c:v>16682.55648541903</c:v>
                </c:pt>
                <c:pt idx="49">
                  <c:v>4718.353943578301</c:v>
                </c:pt>
                <c:pt idx="50">
                  <c:v>10660.798563738907</c:v>
                </c:pt>
                <c:pt idx="51">
                  <c:v>20195.75513485029</c:v>
                </c:pt>
                <c:pt idx="52">
                  <c:v>20796.253035995393</c:v>
                </c:pt>
                <c:pt idx="53">
                  <c:v>14183.383214901993</c:v>
                </c:pt>
                <c:pt idx="54">
                  <c:v>10353.5508266952</c:v>
                </c:pt>
                <c:pt idx="55">
                  <c:v>14299.683378922316</c:v>
                </c:pt>
                <c:pt idx="56">
                  <c:v>5810.967655639373</c:v>
                </c:pt>
                <c:pt idx="57">
                  <c:v>456.8893661671004</c:v>
                </c:pt>
                <c:pt idx="58">
                  <c:v>353.7358868147218</c:v>
                </c:pt>
                <c:pt idx="59">
                  <c:v>0.04958765993484761</c:v>
                </c:pt>
                <c:pt idx="60">
                  <c:v>4827.138693815256</c:v>
                </c:pt>
                <c:pt idx="61">
                  <c:v>7968.5393088651</c:v>
                </c:pt>
                <c:pt idx="62">
                  <c:v>9964.003660429416</c:v>
                </c:pt>
                <c:pt idx="63">
                  <c:v>383.3354828869389</c:v>
                </c:pt>
                <c:pt idx="64">
                  <c:v>14348.7161618444</c:v>
                </c:pt>
                <c:pt idx="65">
                  <c:v>16173.437732001647</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1191.1746234104494</c:v>
                </c:pt>
                <c:pt idx="1">
                  <c:v>2666.7470516791805</c:v>
                </c:pt>
                <c:pt idx="2">
                  <c:v>8488.692301502688</c:v>
                </c:pt>
                <c:pt idx="3">
                  <c:v>19819.04629351901</c:v>
                </c:pt>
                <c:pt idx="4">
                  <c:v>2211.297483594806</c:v>
                </c:pt>
                <c:pt idx="5">
                  <c:v>20038.185540809365</c:v>
                </c:pt>
                <c:pt idx="6">
                  <c:v>1980.4257127259775</c:v>
                </c:pt>
                <c:pt idx="7">
                  <c:v>47678.440143259075</c:v>
                </c:pt>
                <c:pt idx="8">
                  <c:v>14784.21352429632</c:v>
                </c:pt>
                <c:pt idx="9">
                  <c:v>23329.497060859765</c:v>
                </c:pt>
                <c:pt idx="10">
                  <c:v>29832.961420782336</c:v>
                </c:pt>
                <c:pt idx="11">
                  <c:v>11522.932860749523</c:v>
                </c:pt>
                <c:pt idx="12">
                  <c:v>35641.77038748927</c:v>
                </c:pt>
                <c:pt idx="13">
                  <c:v>8122.141645760507</c:v>
                </c:pt>
                <c:pt idx="14">
                  <c:v>1706.77885768027</c:v>
                </c:pt>
                <c:pt idx="15">
                  <c:v>11699.415589778264</c:v>
                </c:pt>
                <c:pt idx="16">
                  <c:v>26373.265996874674</c:v>
                </c:pt>
                <c:pt idx="17">
                  <c:v>20665.619646202264</c:v>
                </c:pt>
                <c:pt idx="18">
                  <c:v>18061.10708642385</c:v>
                </c:pt>
                <c:pt idx="19">
                  <c:v>29570.91236583187</c:v>
                </c:pt>
                <c:pt idx="20">
                  <c:v>26055.707814574555</c:v>
                </c:pt>
                <c:pt idx="21">
                  <c:v>11770.713610354262</c:v>
                </c:pt>
                <c:pt idx="22">
                  <c:v>12242.28478658743</c:v>
                </c:pt>
                <c:pt idx="23">
                  <c:v>1916.753099427207</c:v>
                </c:pt>
                <c:pt idx="24">
                  <c:v>31190.76853213392</c:v>
                </c:pt>
                <c:pt idx="25">
                  <c:v>13030.096527006537</c:v>
                </c:pt>
                <c:pt idx="26">
                  <c:v>19515.661050262916</c:v>
                </c:pt>
                <c:pt idx="27">
                  <c:v>1797.5855910524642</c:v>
                </c:pt>
                <c:pt idx="28">
                  <c:v>24991.748560520744</c:v>
                </c:pt>
                <c:pt idx="29">
                  <c:v>32313.569606308094</c:v>
                </c:pt>
                <c:pt idx="30">
                  <c:v>10406.50133760356</c:v>
                </c:pt>
                <c:pt idx="31">
                  <c:v>53601.13936959187</c:v>
                </c:pt>
                <c:pt idx="32">
                  <c:v>37380.45910098858</c:v>
                </c:pt>
                <c:pt idx="33">
                  <c:v>47155.57721180972</c:v>
                </c:pt>
                <c:pt idx="34">
                  <c:v>19832.38012285167</c:v>
                </c:pt>
                <c:pt idx="35">
                  <c:v>32539.144907733615</c:v>
                </c:pt>
                <c:pt idx="36">
                  <c:v>13606.425734902494</c:v>
                </c:pt>
                <c:pt idx="37">
                  <c:v>1385.8601556499307</c:v>
                </c:pt>
                <c:pt idx="38">
                  <c:v>4319.893663864788</c:v>
                </c:pt>
                <c:pt idx="39">
                  <c:v>6543.4435450070105</c:v>
                </c:pt>
                <c:pt idx="40">
                  <c:v>15643.048294813381</c:v>
                </c:pt>
                <c:pt idx="41">
                  <c:v>23093.088783397856</c:v>
                </c:pt>
                <c:pt idx="42">
                  <c:v>31248.926947277847</c:v>
                </c:pt>
                <c:pt idx="43">
                  <c:v>29299.312650550673</c:v>
                </c:pt>
                <c:pt idx="44">
                  <c:v>5727.591869658637</c:v>
                </c:pt>
                <c:pt idx="45">
                  <c:v>43087.02004926616</c:v>
                </c:pt>
                <c:pt idx="46">
                  <c:v>33210.49700162264</c:v>
                </c:pt>
                <c:pt idx="47">
                  <c:v>2248.1225720108014</c:v>
                </c:pt>
                <c:pt idx="48">
                  <c:v>1418.1370827625776</c:v>
                </c:pt>
                <c:pt idx="49">
                  <c:v>1576.9166296163844</c:v>
                </c:pt>
                <c:pt idx="50">
                  <c:v>27289.937627293184</c:v>
                </c:pt>
                <c:pt idx="51">
                  <c:v>10997.089220561327</c:v>
                </c:pt>
                <c:pt idx="52">
                  <c:v>617.4086184393327</c:v>
                </c:pt>
                <c:pt idx="53">
                  <c:v>40589.93221441826</c:v>
                </c:pt>
                <c:pt idx="54">
                  <c:v>33386.56212925403</c:v>
                </c:pt>
                <c:pt idx="55">
                  <c:v>20537.23146572576</c:v>
                </c:pt>
                <c:pt idx="56">
                  <c:v>11127.764838154622</c:v>
                </c:pt>
                <c:pt idx="57">
                  <c:v>61016.52470268164</c:v>
                </c:pt>
                <c:pt idx="58">
                  <c:v>9263.529416573021</c:v>
                </c:pt>
                <c:pt idx="59">
                  <c:v>51962.61572324739</c:v>
                </c:pt>
                <c:pt idx="60">
                  <c:v>53965.89813685615</c:v>
                </c:pt>
                <c:pt idx="61">
                  <c:v>36810.36708235978</c:v>
                </c:pt>
                <c:pt idx="62">
                  <c:v>50352.99001581453</c:v>
                </c:pt>
                <c:pt idx="63">
                  <c:v>20887.061651536824</c:v>
                </c:pt>
                <c:pt idx="64">
                  <c:v>50707.97486296227</c:v>
                </c:pt>
                <c:pt idx="65">
                  <c:v>15514.070441187398</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2686.132180972185</c:v>
                </c:pt>
                <c:pt idx="1">
                  <c:v>2969.539773074341</c:v>
                </c:pt>
                <c:pt idx="2">
                  <c:v>34919.93749386916</c:v>
                </c:pt>
                <c:pt idx="3">
                  <c:v>13400.87834232243</c:v>
                </c:pt>
                <c:pt idx="4">
                  <c:v>3092.782024592202</c:v>
                </c:pt>
                <c:pt idx="5">
                  <c:v>28706.2809594036</c:v>
                </c:pt>
                <c:pt idx="6">
                  <c:v>13741.9356011413</c:v>
                </c:pt>
                <c:pt idx="7">
                  <c:v>27685.919278458157</c:v>
                </c:pt>
                <c:pt idx="8">
                  <c:v>3457.7912910166533</c:v>
                </c:pt>
                <c:pt idx="9">
                  <c:v>34339.655285082765</c:v>
                </c:pt>
                <c:pt idx="10">
                  <c:v>33762.39616872982</c:v>
                </c:pt>
                <c:pt idx="11">
                  <c:v>10402.382485956146</c:v>
                </c:pt>
                <c:pt idx="12">
                  <c:v>2826.6501410617548</c:v>
                </c:pt>
                <c:pt idx="13">
                  <c:v>43007.20667163716</c:v>
                </c:pt>
                <c:pt idx="14">
                  <c:v>16409.927577260023</c:v>
                </c:pt>
                <c:pt idx="15">
                  <c:v>3412.383771766939</c:v>
                </c:pt>
                <c:pt idx="16">
                  <c:v>32106.548926766583</c:v>
                </c:pt>
                <c:pt idx="17">
                  <c:v>3851.5572060704535</c:v>
                </c:pt>
                <c:pt idx="18">
                  <c:v>14486.423155772109</c:v>
                </c:pt>
                <c:pt idx="19">
                  <c:v>29866.119675310845</c:v>
                </c:pt>
                <c:pt idx="20">
                  <c:v>7687.802569470844</c:v>
                </c:pt>
                <c:pt idx="21">
                  <c:v>18721.863542393367</c:v>
                </c:pt>
                <c:pt idx="22">
                  <c:v>31182.617783334004</c:v>
                </c:pt>
                <c:pt idx="23">
                  <c:v>12953.710003039798</c:v>
                </c:pt>
                <c:pt idx="24">
                  <c:v>4858.246159681597</c:v>
                </c:pt>
                <c:pt idx="25">
                  <c:v>3651.9031729999815</c:v>
                </c:pt>
                <c:pt idx="26">
                  <c:v>3121.070955642435</c:v>
                </c:pt>
                <c:pt idx="27">
                  <c:v>21180.76704798246</c:v>
                </c:pt>
                <c:pt idx="28">
                  <c:v>7785.225512591459</c:v>
                </c:pt>
                <c:pt idx="29">
                  <c:v>40311.11601542902</c:v>
                </c:pt>
                <c:pt idx="30">
                  <c:v>25561.718493958477</c:v>
                </c:pt>
                <c:pt idx="31">
                  <c:v>26822.27706076153</c:v>
                </c:pt>
                <c:pt idx="32">
                  <c:v>10063.741392708478</c:v>
                </c:pt>
                <c:pt idx="33">
                  <c:v>4948.242256144246</c:v>
                </c:pt>
                <c:pt idx="34">
                  <c:v>16194.874658081422</c:v>
                </c:pt>
                <c:pt idx="35">
                  <c:v>40744.10463907942</c:v>
                </c:pt>
                <c:pt idx="36">
                  <c:v>50506.51398457006</c:v>
                </c:pt>
                <c:pt idx="37">
                  <c:v>18215.557725426377</c:v>
                </c:pt>
                <c:pt idx="38">
                  <c:v>83709.40710073331</c:v>
                </c:pt>
                <c:pt idx="39">
                  <c:v>43872.95076714232</c:v>
                </c:pt>
                <c:pt idx="40">
                  <c:v>14493.817140863248</c:v>
                </c:pt>
                <c:pt idx="41">
                  <c:v>25618.1503434338</c:v>
                </c:pt>
                <c:pt idx="42">
                  <c:v>8351.555419288477</c:v>
                </c:pt>
                <c:pt idx="43">
                  <c:v>15136.115338110078</c:v>
                </c:pt>
                <c:pt idx="44">
                  <c:v>36674.126482870095</c:v>
                </c:pt>
                <c:pt idx="45">
                  <c:v>9535.755391429644</c:v>
                </c:pt>
                <c:pt idx="46">
                  <c:v>3649.8570579644156</c:v>
                </c:pt>
                <c:pt idx="47">
                  <c:v>3656.1236570063884</c:v>
                </c:pt>
                <c:pt idx="48">
                  <c:v>13169.11263617622</c:v>
                </c:pt>
                <c:pt idx="49">
                  <c:v>51250.01111956571</c:v>
                </c:pt>
                <c:pt idx="50">
                  <c:v>16394.306165171005</c:v>
                </c:pt>
                <c:pt idx="51">
                  <c:v>6187.5353367593725</c:v>
                </c:pt>
                <c:pt idx="52">
                  <c:v>4000.3569439399503</c:v>
                </c:pt>
                <c:pt idx="53">
                  <c:v>15681.56375242677</c:v>
                </c:pt>
                <c:pt idx="54">
                  <c:v>6456.526712692092</c:v>
                </c:pt>
                <c:pt idx="55">
                  <c:v>3564.0936904764085</c:v>
                </c:pt>
                <c:pt idx="56">
                  <c:v>5456.03611868933</c:v>
                </c:pt>
                <c:pt idx="57">
                  <c:v>33534.98299375213</c:v>
                </c:pt>
                <c:pt idx="58">
                  <c:v>25699.11902390147</c:v>
                </c:pt>
                <c:pt idx="59">
                  <c:v>16501.36044288664</c:v>
                </c:pt>
                <c:pt idx="60">
                  <c:v>4419.0640069158635</c:v>
                </c:pt>
                <c:pt idx="61">
                  <c:v>22766.046498669355</c:v>
                </c:pt>
                <c:pt idx="62">
                  <c:v>8342.80170010897</c:v>
                </c:pt>
                <c:pt idx="63">
                  <c:v>24128.83296962072</c:v>
                </c:pt>
                <c:pt idx="64">
                  <c:v>24189.3702443668</c:v>
                </c:pt>
                <c:pt idx="65">
                  <c:v>33517.370920511625</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4208.558689702632</c:v>
                </c:pt>
                <c:pt idx="1">
                  <c:v>23646.22630361757</c:v>
                </c:pt>
                <c:pt idx="2">
                  <c:v>28597.259773396967</c:v>
                </c:pt>
                <c:pt idx="3">
                  <c:v>7947.793796566348</c:v>
                </c:pt>
                <c:pt idx="4">
                  <c:v>3062.532827054421</c:v>
                </c:pt>
                <c:pt idx="5">
                  <c:v>18488.666872787027</c:v>
                </c:pt>
                <c:pt idx="6">
                  <c:v>23775.6912431301</c:v>
                </c:pt>
                <c:pt idx="7">
                  <c:v>30620.18786885008</c:v>
                </c:pt>
                <c:pt idx="8">
                  <c:v>34174.64866929694</c:v>
                </c:pt>
                <c:pt idx="9">
                  <c:v>19893.292985654753</c:v>
                </c:pt>
                <c:pt idx="10">
                  <c:v>15950.682168772335</c:v>
                </c:pt>
                <c:pt idx="11">
                  <c:v>12559.943077290183</c:v>
                </c:pt>
                <c:pt idx="12">
                  <c:v>31244.287935824694</c:v>
                </c:pt>
                <c:pt idx="13">
                  <c:v>44487.32766308789</c:v>
                </c:pt>
                <c:pt idx="14">
                  <c:v>41527.383551536914</c:v>
                </c:pt>
                <c:pt idx="15">
                  <c:v>12341.399265290933</c:v>
                </c:pt>
                <c:pt idx="16">
                  <c:v>22034.007658230756</c:v>
                </c:pt>
                <c:pt idx="17">
                  <c:v>28431.50178783902</c:v>
                </c:pt>
                <c:pt idx="18">
                  <c:v>22582.138831867425</c:v>
                </c:pt>
                <c:pt idx="19">
                  <c:v>28390.98247345846</c:v>
                </c:pt>
                <c:pt idx="20">
                  <c:v>32554.861264300016</c:v>
                </c:pt>
                <c:pt idx="21">
                  <c:v>30409.249855967533</c:v>
                </c:pt>
                <c:pt idx="22">
                  <c:v>36917.36542370124</c:v>
                </c:pt>
                <c:pt idx="23">
                  <c:v>20472.612996818752</c:v>
                </c:pt>
                <c:pt idx="24">
                  <c:v>42036.1495048637</c:v>
                </c:pt>
                <c:pt idx="25">
                  <c:v>34881.65560326661</c:v>
                </c:pt>
                <c:pt idx="26">
                  <c:v>25463.59830662055</c:v>
                </c:pt>
                <c:pt idx="27">
                  <c:v>18205.659849856384</c:v>
                </c:pt>
                <c:pt idx="28">
                  <c:v>53244.280975852715</c:v>
                </c:pt>
                <c:pt idx="29">
                  <c:v>38527.673428049195</c:v>
                </c:pt>
                <c:pt idx="30">
                  <c:v>31420.55781679732</c:v>
                </c:pt>
                <c:pt idx="31">
                  <c:v>35443.4421546782</c:v>
                </c:pt>
                <c:pt idx="32">
                  <c:v>20978.82416668944</c:v>
                </c:pt>
                <c:pt idx="33">
                  <c:v>10687.919142382194</c:v>
                </c:pt>
                <c:pt idx="34">
                  <c:v>9721.286122242793</c:v>
                </c:pt>
                <c:pt idx="35">
                  <c:v>8769.471024744264</c:v>
                </c:pt>
                <c:pt idx="36">
                  <c:v>8535.262863726293</c:v>
                </c:pt>
                <c:pt idx="37">
                  <c:v>3746.0889697980365</c:v>
                </c:pt>
                <c:pt idx="38">
                  <c:v>21507.375021594147</c:v>
                </c:pt>
                <c:pt idx="39">
                  <c:v>6004.471180410955</c:v>
                </c:pt>
                <c:pt idx="40">
                  <c:v>5203.442734243495</c:v>
                </c:pt>
                <c:pt idx="41">
                  <c:v>31001.388684728026</c:v>
                </c:pt>
                <c:pt idx="42">
                  <c:v>34060.97914761698</c:v>
                </c:pt>
                <c:pt idx="43">
                  <c:v>14438.04058733548</c:v>
                </c:pt>
                <c:pt idx="44">
                  <c:v>11053.905667728799</c:v>
                </c:pt>
                <c:pt idx="45">
                  <c:v>21178.802286734262</c:v>
                </c:pt>
                <c:pt idx="46">
                  <c:v>11822.431404919218</c:v>
                </c:pt>
                <c:pt idx="47">
                  <c:v>22769.200267662745</c:v>
                </c:pt>
                <c:pt idx="48">
                  <c:v>20657.308713054073</c:v>
                </c:pt>
                <c:pt idx="49">
                  <c:v>18214.168367151084</c:v>
                </c:pt>
                <c:pt idx="50">
                  <c:v>18395.150308582146</c:v>
                </c:pt>
                <c:pt idx="51">
                  <c:v>27756.751843250582</c:v>
                </c:pt>
                <c:pt idx="52">
                  <c:v>32419.792061737047</c:v>
                </c:pt>
                <c:pt idx="53">
                  <c:v>21040.20420226221</c:v>
                </c:pt>
                <c:pt idx="54">
                  <c:v>27902.083124430916</c:v>
                </c:pt>
                <c:pt idx="55">
                  <c:v>19259.104391105477</c:v>
                </c:pt>
                <c:pt idx="56">
                  <c:v>41508.818026753135</c:v>
                </c:pt>
                <c:pt idx="57">
                  <c:v>33323.35865479395</c:v>
                </c:pt>
                <c:pt idx="58">
                  <c:v>38120.807138619304</c:v>
                </c:pt>
                <c:pt idx="59">
                  <c:v>60164.664687467266</c:v>
                </c:pt>
                <c:pt idx="60">
                  <c:v>43035.1993400201</c:v>
                </c:pt>
                <c:pt idx="61">
                  <c:v>20344.419514381367</c:v>
                </c:pt>
                <c:pt idx="62">
                  <c:v>22472.931964443203</c:v>
                </c:pt>
                <c:pt idx="63">
                  <c:v>28046.782490256934</c:v>
                </c:pt>
                <c:pt idx="64">
                  <c:v>26228.52308074511</c:v>
                </c:pt>
                <c:pt idx="65">
                  <c:v>14465.114169034274</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2242.6637335842524</c:v>
                </c:pt>
                <c:pt idx="1">
                  <c:v>2073.6436496557008</c:v>
                </c:pt>
                <c:pt idx="2">
                  <c:v>3435.812549278135</c:v>
                </c:pt>
                <c:pt idx="3">
                  <c:v>2191.0519952560862</c:v>
                </c:pt>
                <c:pt idx="4">
                  <c:v>4846.210204424932</c:v>
                </c:pt>
                <c:pt idx="5">
                  <c:v>1953.107528394787</c:v>
                </c:pt>
                <c:pt idx="6">
                  <c:v>3952.913737200005</c:v>
                </c:pt>
                <c:pt idx="7">
                  <c:v>2891.628083239196</c:v>
                </c:pt>
                <c:pt idx="8">
                  <c:v>122.33883014183426</c:v>
                </c:pt>
                <c:pt idx="9">
                  <c:v>1924.1278631032894</c:v>
                </c:pt>
                <c:pt idx="10">
                  <c:v>821.0542539899867</c:v>
                </c:pt>
                <c:pt idx="11">
                  <c:v>689.1213381678077</c:v>
                </c:pt>
                <c:pt idx="12">
                  <c:v>2342.0978911381435</c:v>
                </c:pt>
                <c:pt idx="13">
                  <c:v>2732.933411177577</c:v>
                </c:pt>
                <c:pt idx="14">
                  <c:v>3389.48672467841</c:v>
                </c:pt>
                <c:pt idx="15">
                  <c:v>5386.177903254601</c:v>
                </c:pt>
                <c:pt idx="16">
                  <c:v>2435.669367031219</c:v>
                </c:pt>
                <c:pt idx="17">
                  <c:v>5381.64123873695</c:v>
                </c:pt>
                <c:pt idx="18">
                  <c:v>6141.865556789635</c:v>
                </c:pt>
                <c:pt idx="19">
                  <c:v>5599.384759473549</c:v>
                </c:pt>
                <c:pt idx="20">
                  <c:v>3605.925580603606</c:v>
                </c:pt>
                <c:pt idx="21">
                  <c:v>2658.1072055546324</c:v>
                </c:pt>
                <c:pt idx="22">
                  <c:v>8320.104512248063</c:v>
                </c:pt>
                <c:pt idx="23">
                  <c:v>5653.385153464298</c:v>
                </c:pt>
                <c:pt idx="24">
                  <c:v>296.3517962580056</c:v>
                </c:pt>
                <c:pt idx="25">
                  <c:v>4057.1932372796196</c:v>
                </c:pt>
                <c:pt idx="26">
                  <c:v>1918.0433046335622</c:v>
                </c:pt>
                <c:pt idx="27">
                  <c:v>59.45721599657477</c:v>
                </c:pt>
                <c:pt idx="28">
                  <c:v>8002.451982987349</c:v>
                </c:pt>
                <c:pt idx="29">
                  <c:v>3654.447191276767</c:v>
                </c:pt>
                <c:pt idx="30">
                  <c:v>1284.5009906392154</c:v>
                </c:pt>
                <c:pt idx="31">
                  <c:v>3968.501767541642</c:v>
                </c:pt>
                <c:pt idx="32">
                  <c:v>1960.6373279872914</c:v>
                </c:pt>
                <c:pt idx="33">
                  <c:v>71.39609231887344</c:v>
                </c:pt>
                <c:pt idx="34">
                  <c:v>7597.415058559753</c:v>
                </c:pt>
                <c:pt idx="35">
                  <c:v>2100.252325380979</c:v>
                </c:pt>
                <c:pt idx="36">
                  <c:v>7573.368414205575</c:v>
                </c:pt>
                <c:pt idx="37">
                  <c:v>1360.1020461889175</c:v>
                </c:pt>
                <c:pt idx="38">
                  <c:v>1046.4731577732778</c:v>
                </c:pt>
                <c:pt idx="39">
                  <c:v>460.62694069281093</c:v>
                </c:pt>
                <c:pt idx="40">
                  <c:v>1006.015737673204</c:v>
                </c:pt>
                <c:pt idx="41">
                  <c:v>1.445757640318666</c:v>
                </c:pt>
                <c:pt idx="42">
                  <c:v>64.04714501768696</c:v>
                </c:pt>
                <c:pt idx="43">
                  <c:v>7273.364983366</c:v>
                </c:pt>
                <c:pt idx="44">
                  <c:v>388.5355652783592</c:v>
                </c:pt>
                <c:pt idx="45">
                  <c:v>4856.60752697011</c:v>
                </c:pt>
                <c:pt idx="46">
                  <c:v>1973.9972051544396</c:v>
                </c:pt>
                <c:pt idx="47">
                  <c:v>1246.3877100087295</c:v>
                </c:pt>
                <c:pt idx="48">
                  <c:v>1853.8983818922904</c:v>
                </c:pt>
                <c:pt idx="49">
                  <c:v>917.2833413061809</c:v>
                </c:pt>
                <c:pt idx="50">
                  <c:v>3358.51458626828</c:v>
                </c:pt>
                <c:pt idx="51">
                  <c:v>131.57090016991773</c:v>
                </c:pt>
                <c:pt idx="52">
                  <c:v>2226.289367398972</c:v>
                </c:pt>
                <c:pt idx="53">
                  <c:v>1039.589260496269</c:v>
                </c:pt>
                <c:pt idx="54">
                  <c:v>3998.2327712129663</c:v>
                </c:pt>
                <c:pt idx="55">
                  <c:v>34.31828444422731</c:v>
                </c:pt>
                <c:pt idx="56">
                  <c:v>3535.616962762186</c:v>
                </c:pt>
                <c:pt idx="57">
                  <c:v>23.16428507316919</c:v>
                </c:pt>
                <c:pt idx="58">
                  <c:v>1123.5567227291529</c:v>
                </c:pt>
                <c:pt idx="59">
                  <c:v>5191.063616200159</c:v>
                </c:pt>
                <c:pt idx="60">
                  <c:v>1680.2784435470103</c:v>
                </c:pt>
                <c:pt idx="61">
                  <c:v>2747.2352953425066</c:v>
                </c:pt>
                <c:pt idx="62">
                  <c:v>907.0189517741602</c:v>
                </c:pt>
                <c:pt idx="63">
                  <c:v>2380.200879164742</c:v>
                </c:pt>
                <c:pt idx="64">
                  <c:v>183.22324958727717</c:v>
                </c:pt>
                <c:pt idx="65">
                  <c:v>5057.830504061999</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36.874985456414194</c:v>
                </c:pt>
                <c:pt idx="1">
                  <c:v>3192.03634414177</c:v>
                </c:pt>
                <c:pt idx="2">
                  <c:v>743.7271323544985</c:v>
                </c:pt>
                <c:pt idx="3">
                  <c:v>72.84362162073064</c:v>
                </c:pt>
                <c:pt idx="4">
                  <c:v>627.2604979898412</c:v>
                </c:pt>
                <c:pt idx="5">
                  <c:v>1696.189433907759</c:v>
                </c:pt>
                <c:pt idx="6">
                  <c:v>2153.111169111815</c:v>
                </c:pt>
                <c:pt idx="7">
                  <c:v>4742.620008215683</c:v>
                </c:pt>
                <c:pt idx="8">
                  <c:v>205.32187304458583</c:v>
                </c:pt>
                <c:pt idx="9">
                  <c:v>86.24743165611858</c:v>
                </c:pt>
                <c:pt idx="10">
                  <c:v>956.7426793894836</c:v>
                </c:pt>
                <c:pt idx="11">
                  <c:v>673.3309485564411</c:v>
                </c:pt>
                <c:pt idx="12">
                  <c:v>2132.2603452533895</c:v>
                </c:pt>
                <c:pt idx="13">
                  <c:v>250.65105340242167</c:v>
                </c:pt>
                <c:pt idx="14">
                  <c:v>139.06174867312157</c:v>
                </c:pt>
                <c:pt idx="15">
                  <c:v>91.64212562684295</c:v>
                </c:pt>
                <c:pt idx="16">
                  <c:v>1326.6377747986803</c:v>
                </c:pt>
                <c:pt idx="17">
                  <c:v>33.297738799602605</c:v>
                </c:pt>
                <c:pt idx="18">
                  <c:v>2078.295196162251</c:v>
                </c:pt>
                <c:pt idx="19">
                  <c:v>147.1858501926361</c:v>
                </c:pt>
                <c:pt idx="20">
                  <c:v>365.5912395815665</c:v>
                </c:pt>
                <c:pt idx="21">
                  <c:v>2301.548549106671</c:v>
                </c:pt>
                <c:pt idx="22">
                  <c:v>3017.7513006366844</c:v>
                </c:pt>
                <c:pt idx="23">
                  <c:v>110.60096422494048</c:v>
                </c:pt>
                <c:pt idx="24">
                  <c:v>86.13283482200293</c:v>
                </c:pt>
                <c:pt idx="25">
                  <c:v>2248.4951291659404</c:v>
                </c:pt>
                <c:pt idx="26">
                  <c:v>505.8664412625475</c:v>
                </c:pt>
                <c:pt idx="27">
                  <c:v>1201.2827532676754</c:v>
                </c:pt>
                <c:pt idx="28">
                  <c:v>3357.3515137247473</c:v>
                </c:pt>
                <c:pt idx="29">
                  <c:v>1302.6943815316356</c:v>
                </c:pt>
                <c:pt idx="30">
                  <c:v>912.1587901210464</c:v>
                </c:pt>
                <c:pt idx="31">
                  <c:v>30.010245789874926</c:v>
                </c:pt>
                <c:pt idx="32">
                  <c:v>36.863735000269585</c:v>
                </c:pt>
                <c:pt idx="33">
                  <c:v>107.51297307134931</c:v>
                </c:pt>
                <c:pt idx="34">
                  <c:v>88.04641249170652</c:v>
                </c:pt>
                <c:pt idx="35">
                  <c:v>2648.66123650751</c:v>
                </c:pt>
                <c:pt idx="36">
                  <c:v>1939.9437812195338</c:v>
                </c:pt>
                <c:pt idx="37">
                  <c:v>32.81433744305837</c:v>
                </c:pt>
                <c:pt idx="38">
                  <c:v>33.405463869939965</c:v>
                </c:pt>
                <c:pt idx="39">
                  <c:v>2045.1214979533256</c:v>
                </c:pt>
                <c:pt idx="40">
                  <c:v>135.47378601581534</c:v>
                </c:pt>
                <c:pt idx="41">
                  <c:v>3.9099494534533776</c:v>
                </c:pt>
                <c:pt idx="42">
                  <c:v>3426.242710114059</c:v>
                </c:pt>
                <c:pt idx="43">
                  <c:v>386.37344282594785</c:v>
                </c:pt>
                <c:pt idx="44">
                  <c:v>19.16409698273396</c:v>
                </c:pt>
                <c:pt idx="45">
                  <c:v>947.0763943617397</c:v>
                </c:pt>
                <c:pt idx="46">
                  <c:v>84.59058132275945</c:v>
                </c:pt>
                <c:pt idx="47">
                  <c:v>41.14776603870518</c:v>
                </c:pt>
                <c:pt idx="48">
                  <c:v>135.87470982116437</c:v>
                </c:pt>
                <c:pt idx="49">
                  <c:v>563.8466275330211</c:v>
                </c:pt>
                <c:pt idx="50">
                  <c:v>994.6111635621005</c:v>
                </c:pt>
                <c:pt idx="51">
                  <c:v>3883.3952785460124</c:v>
                </c:pt>
                <c:pt idx="52">
                  <c:v>1729.330814049521</c:v>
                </c:pt>
                <c:pt idx="53">
                  <c:v>120.69772848586521</c:v>
                </c:pt>
                <c:pt idx="54">
                  <c:v>31.47336631599071</c:v>
                </c:pt>
                <c:pt idx="55">
                  <c:v>2024.8218390226762</c:v>
                </c:pt>
                <c:pt idx="56">
                  <c:v>1180.3386837022463</c:v>
                </c:pt>
                <c:pt idx="57">
                  <c:v>248.09281338351713</c:v>
                </c:pt>
                <c:pt idx="58">
                  <c:v>62.52648034481649</c:v>
                </c:pt>
                <c:pt idx="59">
                  <c:v>3062.217675513493</c:v>
                </c:pt>
                <c:pt idx="60">
                  <c:v>936.6728485047294</c:v>
                </c:pt>
                <c:pt idx="61">
                  <c:v>2299.4389097473777</c:v>
                </c:pt>
                <c:pt idx="62">
                  <c:v>3516.7127166042756</c:v>
                </c:pt>
                <c:pt idx="63">
                  <c:v>199.71243132697498</c:v>
                </c:pt>
                <c:pt idx="64">
                  <c:v>41.393818668713536</c:v>
                </c:pt>
                <c:pt idx="65">
                  <c:v>2317.9375988450092</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195.1426902775911</c:v>
                </c:pt>
                <c:pt idx="1">
                  <c:v>-4268.649742117409</c:v>
                </c:pt>
                <c:pt idx="2">
                  <c:v>-13000.789730609658</c:v>
                </c:pt>
                <c:pt idx="3">
                  <c:v>6784.24555033096</c:v>
                </c:pt>
                <c:pt idx="4">
                  <c:v>-9231.719818516798</c:v>
                </c:pt>
                <c:pt idx="5">
                  <c:v>-2849.761812215487</c:v>
                </c:pt>
                <c:pt idx="6">
                  <c:v>6378.708581672809</c:v>
                </c:pt>
                <c:pt idx="7">
                  <c:v>-17498.865697848792</c:v>
                </c:pt>
                <c:pt idx="8">
                  <c:v>-8474.418851358512</c:v>
                </c:pt>
                <c:pt idx="9">
                  <c:v>14032.527896864709</c:v>
                </c:pt>
                <c:pt idx="10">
                  <c:v>-23264.316260751584</c:v>
                </c:pt>
                <c:pt idx="11">
                  <c:v>5006.770196769263</c:v>
                </c:pt>
                <c:pt idx="12">
                  <c:v>-4797.337891122066</c:v>
                </c:pt>
                <c:pt idx="13">
                  <c:v>9470.98719351187</c:v>
                </c:pt>
                <c:pt idx="14">
                  <c:v>-826.7128569102024</c:v>
                </c:pt>
                <c:pt idx="15">
                  <c:v>-5920.879823008705</c:v>
                </c:pt>
                <c:pt idx="16">
                  <c:v>-29877.821871990207</c:v>
                </c:pt>
                <c:pt idx="17">
                  <c:v>5954.5721850240525</c:v>
                </c:pt>
                <c:pt idx="18">
                  <c:v>20317.751763810564</c:v>
                </c:pt>
                <c:pt idx="19">
                  <c:v>-7309.857531407353</c:v>
                </c:pt>
                <c:pt idx="20">
                  <c:v>6659.199675823349</c:v>
                </c:pt>
                <c:pt idx="21">
                  <c:v>1151.0820021676454</c:v>
                </c:pt>
                <c:pt idx="22">
                  <c:v>-19898.52494363535</c:v>
                </c:pt>
                <c:pt idx="23">
                  <c:v>-48.015381964274184</c:v>
                </c:pt>
                <c:pt idx="24">
                  <c:v>627.4326876983305</c:v>
                </c:pt>
                <c:pt idx="25">
                  <c:v>-2729.750903778497</c:v>
                </c:pt>
                <c:pt idx="26">
                  <c:v>-2677.344095007692</c:v>
                </c:pt>
                <c:pt idx="27">
                  <c:v>-693.8160853388482</c:v>
                </c:pt>
                <c:pt idx="28">
                  <c:v>7259.859199898482</c:v>
                </c:pt>
                <c:pt idx="29">
                  <c:v>19802.2994207901</c:v>
                </c:pt>
                <c:pt idx="30">
                  <c:v>3574.5702588909544</c:v>
                </c:pt>
                <c:pt idx="31">
                  <c:v>11195.654054452061</c:v>
                </c:pt>
                <c:pt idx="32">
                  <c:v>-6799.799455213551</c:v>
                </c:pt>
                <c:pt idx="33">
                  <c:v>265.2630337290145</c:v>
                </c:pt>
                <c:pt idx="34">
                  <c:v>10745.591057681007</c:v>
                </c:pt>
                <c:pt idx="35">
                  <c:v>5553.1839759306495</c:v>
                </c:pt>
                <c:pt idx="36">
                  <c:v>15127.124241204605</c:v>
                </c:pt>
                <c:pt idx="37">
                  <c:v>16048.534953214701</c:v>
                </c:pt>
                <c:pt idx="38">
                  <c:v>-7968.927263172192</c:v>
                </c:pt>
                <c:pt idx="39">
                  <c:v>-16080.866932156358</c:v>
                </c:pt>
                <c:pt idx="40">
                  <c:v>-9463.728541371305</c:v>
                </c:pt>
                <c:pt idx="41">
                  <c:v>13177.606850032987</c:v>
                </c:pt>
                <c:pt idx="42">
                  <c:v>-20655.11411335042</c:v>
                </c:pt>
                <c:pt idx="43">
                  <c:v>-17902.88118000359</c:v>
                </c:pt>
                <c:pt idx="44">
                  <c:v>11452.15645907137</c:v>
                </c:pt>
                <c:pt idx="45">
                  <c:v>1999.8608347595564</c:v>
                </c:pt>
                <c:pt idx="46">
                  <c:v>-16462.11864107589</c:v>
                </c:pt>
                <c:pt idx="47">
                  <c:v>-11555.483838534079</c:v>
                </c:pt>
                <c:pt idx="48">
                  <c:v>-25010.038873743575</c:v>
                </c:pt>
                <c:pt idx="49">
                  <c:v>6209.2962960949335</c:v>
                </c:pt>
                <c:pt idx="50">
                  <c:v>1596.6742743870673</c:v>
                </c:pt>
                <c:pt idx="51">
                  <c:v>25242.83290475857</c:v>
                </c:pt>
                <c:pt idx="52">
                  <c:v>-30235.643313114073</c:v>
                </c:pt>
                <c:pt idx="53">
                  <c:v>-10944.134855696266</c:v>
                </c:pt>
                <c:pt idx="54">
                  <c:v>17371.79072167538</c:v>
                </c:pt>
                <c:pt idx="55">
                  <c:v>-2599.8732779055235</c:v>
                </c:pt>
                <c:pt idx="56">
                  <c:v>4132.056890629313</c:v>
                </c:pt>
                <c:pt idx="57">
                  <c:v>-8642.693082750411</c:v>
                </c:pt>
                <c:pt idx="58">
                  <c:v>10790.389381268782</c:v>
                </c:pt>
                <c:pt idx="59">
                  <c:v>-13107.377471207892</c:v>
                </c:pt>
                <c:pt idx="60">
                  <c:v>-14247.975955216465</c:v>
                </c:pt>
                <c:pt idx="61">
                  <c:v>7074.272238966087</c:v>
                </c:pt>
                <c:pt idx="62">
                  <c:v>6864.005624412197</c:v>
                </c:pt>
                <c:pt idx="63">
                  <c:v>-22589.848443821593</c:v>
                </c:pt>
                <c:pt idx="64">
                  <c:v>-2719.446938196227</c:v>
                </c:pt>
                <c:pt idx="65">
                  <c:v>-15453.421820231142</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2666.6669495366355</c:v>
                </c:pt>
                <c:pt idx="1">
                  <c:v>2009.598097082998</c:v>
                </c:pt>
                <c:pt idx="2">
                  <c:v>1976.2888920963112</c:v>
                </c:pt>
                <c:pt idx="3">
                  <c:v>2954.0672896809783</c:v>
                </c:pt>
                <c:pt idx="4">
                  <c:v>3146.984807040853</c:v>
                </c:pt>
                <c:pt idx="5">
                  <c:v>112.78484642998312</c:v>
                </c:pt>
                <c:pt idx="6">
                  <c:v>48.443553328463416</c:v>
                </c:pt>
                <c:pt idx="7">
                  <c:v>109.82951944082957</c:v>
                </c:pt>
                <c:pt idx="8">
                  <c:v>167.18662875779165</c:v>
                </c:pt>
                <c:pt idx="9">
                  <c:v>4183.056926986941</c:v>
                </c:pt>
                <c:pt idx="10">
                  <c:v>5030.790743084966</c:v>
                </c:pt>
                <c:pt idx="11">
                  <c:v>12.332128214637175</c:v>
                </c:pt>
                <c:pt idx="12">
                  <c:v>125.4822471711627</c:v>
                </c:pt>
                <c:pt idx="13">
                  <c:v>1319.2899061956775</c:v>
                </c:pt>
                <c:pt idx="14">
                  <c:v>5818.534576664528</c:v>
                </c:pt>
                <c:pt idx="15">
                  <c:v>12466.171787544248</c:v>
                </c:pt>
                <c:pt idx="16">
                  <c:v>8597.04443961098</c:v>
                </c:pt>
                <c:pt idx="17">
                  <c:v>2344.9421185794663</c:v>
                </c:pt>
                <c:pt idx="18">
                  <c:v>3158.242634726631</c:v>
                </c:pt>
                <c:pt idx="19">
                  <c:v>10968.183219267674</c:v>
                </c:pt>
                <c:pt idx="20">
                  <c:v>1866.4650724392347</c:v>
                </c:pt>
                <c:pt idx="21">
                  <c:v>5202.812690332525</c:v>
                </c:pt>
                <c:pt idx="22">
                  <c:v>13572.90573649986</c:v>
                </c:pt>
                <c:pt idx="23">
                  <c:v>716.8048710251525</c:v>
                </c:pt>
                <c:pt idx="24">
                  <c:v>12912.986739130614</c:v>
                </c:pt>
                <c:pt idx="25">
                  <c:v>7394.740282691256</c:v>
                </c:pt>
                <c:pt idx="26">
                  <c:v>2734.058770252235</c:v>
                </c:pt>
                <c:pt idx="27">
                  <c:v>3121.887361966599</c:v>
                </c:pt>
                <c:pt idx="28">
                  <c:v>6629.378521414024</c:v>
                </c:pt>
                <c:pt idx="29">
                  <c:v>10627.10162583159</c:v>
                </c:pt>
                <c:pt idx="30">
                  <c:v>8253.829651453421</c:v>
                </c:pt>
                <c:pt idx="31">
                  <c:v>260.922293499722</c:v>
                </c:pt>
                <c:pt idx="32">
                  <c:v>5059.7607606207985</c:v>
                </c:pt>
                <c:pt idx="33">
                  <c:v>6435.980665764774</c:v>
                </c:pt>
                <c:pt idx="34">
                  <c:v>8329.484852754154</c:v>
                </c:pt>
                <c:pt idx="35">
                  <c:v>60.15356807350704</c:v>
                </c:pt>
                <c:pt idx="36">
                  <c:v>7336.04323796121</c:v>
                </c:pt>
                <c:pt idx="37">
                  <c:v>2240.032298960313</c:v>
                </c:pt>
                <c:pt idx="38">
                  <c:v>6186.262739972676</c:v>
                </c:pt>
                <c:pt idx="39">
                  <c:v>5149.4703973332</c:v>
                </c:pt>
                <c:pt idx="40">
                  <c:v>4317.673217218035</c:v>
                </c:pt>
                <c:pt idx="41">
                  <c:v>7000.511758074064</c:v>
                </c:pt>
                <c:pt idx="42">
                  <c:v>8655.804086025744</c:v>
                </c:pt>
                <c:pt idx="43">
                  <c:v>950.0148221573158</c:v>
                </c:pt>
                <c:pt idx="44">
                  <c:v>4407.0360443608815</c:v>
                </c:pt>
                <c:pt idx="45">
                  <c:v>537.8896135846384</c:v>
                </c:pt>
                <c:pt idx="46">
                  <c:v>80.79248404104882</c:v>
                </c:pt>
                <c:pt idx="47">
                  <c:v>3219.993640288052</c:v>
                </c:pt>
                <c:pt idx="48">
                  <c:v>9427.0056602089</c:v>
                </c:pt>
                <c:pt idx="49">
                  <c:v>5675.494513988262</c:v>
                </c:pt>
                <c:pt idx="50">
                  <c:v>943.9602563782935</c:v>
                </c:pt>
                <c:pt idx="51">
                  <c:v>7310.796236826796</c:v>
                </c:pt>
                <c:pt idx="52">
                  <c:v>6929.406278727222</c:v>
                </c:pt>
                <c:pt idx="53">
                  <c:v>3429.719659208552</c:v>
                </c:pt>
                <c:pt idx="54">
                  <c:v>252.9488749256994</c:v>
                </c:pt>
                <c:pt idx="55">
                  <c:v>1421.6817616076344</c:v>
                </c:pt>
                <c:pt idx="56">
                  <c:v>2168.942230683969</c:v>
                </c:pt>
                <c:pt idx="57">
                  <c:v>11056.656416429614</c:v>
                </c:pt>
                <c:pt idx="58">
                  <c:v>5009.878074197251</c:v>
                </c:pt>
                <c:pt idx="59">
                  <c:v>14201.836079109706</c:v>
                </c:pt>
                <c:pt idx="60">
                  <c:v>7621.124015089457</c:v>
                </c:pt>
                <c:pt idx="61">
                  <c:v>14397.362173488784</c:v>
                </c:pt>
                <c:pt idx="62">
                  <c:v>5200.5295808620485</c:v>
                </c:pt>
                <c:pt idx="63">
                  <c:v>3577.8244954753804</c:v>
                </c:pt>
                <c:pt idx="64">
                  <c:v>10603.631111386774</c:v>
                </c:pt>
                <c:pt idx="65">
                  <c:v>8304.370834172569</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42718.0865889815</c:v>
                </c:pt>
                <c:pt idx="1">
                  <c:v>23374.0501679114</c:v>
                </c:pt>
                <c:pt idx="2">
                  <c:v>27324.180059162103</c:v>
                </c:pt>
                <c:pt idx="3">
                  <c:v>43024.25799236562</c:v>
                </c:pt>
                <c:pt idx="4">
                  <c:v>52014.82307272731</c:v>
                </c:pt>
                <c:pt idx="5">
                  <c:v>28290.824445111706</c:v>
                </c:pt>
                <c:pt idx="6">
                  <c:v>13997.354351016795</c:v>
                </c:pt>
                <c:pt idx="7">
                  <c:v>57923.94930852119</c:v>
                </c:pt>
                <c:pt idx="8">
                  <c:v>23397.695309991774</c:v>
                </c:pt>
                <c:pt idx="9">
                  <c:v>31115.47040464581</c:v>
                </c:pt>
                <c:pt idx="10">
                  <c:v>26157.789814415148</c:v>
                </c:pt>
                <c:pt idx="11">
                  <c:v>36424.52179574897</c:v>
                </c:pt>
                <c:pt idx="12">
                  <c:v>52208.52845108019</c:v>
                </c:pt>
                <c:pt idx="13">
                  <c:v>42610.50272006266</c:v>
                </c:pt>
                <c:pt idx="14">
                  <c:v>28707.996010181254</c:v>
                </c:pt>
                <c:pt idx="15">
                  <c:v>32467.29105997402</c:v>
                </c:pt>
                <c:pt idx="16">
                  <c:v>39414.82937140213</c:v>
                </c:pt>
                <c:pt idx="17">
                  <c:v>47427.315114575846</c:v>
                </c:pt>
                <c:pt idx="18">
                  <c:v>66432.99429870614</c:v>
                </c:pt>
                <c:pt idx="19">
                  <c:v>40721.89413828346</c:v>
                </c:pt>
                <c:pt idx="20">
                  <c:v>16367.37553558743</c:v>
                </c:pt>
                <c:pt idx="21">
                  <c:v>47210.119229330376</c:v>
                </c:pt>
                <c:pt idx="22">
                  <c:v>31403.92307583365</c:v>
                </c:pt>
                <c:pt idx="23">
                  <c:v>10456.818536515042</c:v>
                </c:pt>
                <c:pt idx="24">
                  <c:v>7060.905473951991</c:v>
                </c:pt>
                <c:pt idx="25">
                  <c:v>27361.32260508662</c:v>
                </c:pt>
                <c:pt idx="26">
                  <c:v>42658.71675259469</c:v>
                </c:pt>
                <c:pt idx="27">
                  <c:v>40329.29681527534</c:v>
                </c:pt>
                <c:pt idx="28">
                  <c:v>48574.56599764027</c:v>
                </c:pt>
                <c:pt idx="29">
                  <c:v>51282.37289471822</c:v>
                </c:pt>
                <c:pt idx="30">
                  <c:v>26966.721893312613</c:v>
                </c:pt>
                <c:pt idx="31">
                  <c:v>15174.07277675914</c:v>
                </c:pt>
                <c:pt idx="32">
                  <c:v>19318.49381352974</c:v>
                </c:pt>
                <c:pt idx="33">
                  <c:v>22016.114462813708</c:v>
                </c:pt>
                <c:pt idx="34">
                  <c:v>7933.277836479241</c:v>
                </c:pt>
                <c:pt idx="35">
                  <c:v>4981.068282154167</c:v>
                </c:pt>
                <c:pt idx="36">
                  <c:v>14618.520403348497</c:v>
                </c:pt>
                <c:pt idx="37">
                  <c:v>10195.117572876547</c:v>
                </c:pt>
                <c:pt idx="38">
                  <c:v>4766.783232317758</c:v>
                </c:pt>
                <c:pt idx="39">
                  <c:v>2282.4643962589353</c:v>
                </c:pt>
                <c:pt idx="40">
                  <c:v>13968.21259966505</c:v>
                </c:pt>
                <c:pt idx="41">
                  <c:v>31933.88502219609</c:v>
                </c:pt>
                <c:pt idx="42">
                  <c:v>54279.336269375715</c:v>
                </c:pt>
                <c:pt idx="43">
                  <c:v>53353.36462595827</c:v>
                </c:pt>
                <c:pt idx="44">
                  <c:v>38953.19704714925</c:v>
                </c:pt>
                <c:pt idx="45">
                  <c:v>66753.40329933</c:v>
                </c:pt>
                <c:pt idx="46">
                  <c:v>46151.09263612529</c:v>
                </c:pt>
                <c:pt idx="47">
                  <c:v>47023.59158412006</c:v>
                </c:pt>
                <c:pt idx="48">
                  <c:v>54479.62881646331</c:v>
                </c:pt>
                <c:pt idx="49">
                  <c:v>20840.063774634065</c:v>
                </c:pt>
                <c:pt idx="50">
                  <c:v>10415.209862741673</c:v>
                </c:pt>
                <c:pt idx="51">
                  <c:v>6335.477485362029</c:v>
                </c:pt>
                <c:pt idx="52">
                  <c:v>18845.904506478222</c:v>
                </c:pt>
                <c:pt idx="53">
                  <c:v>9766.13736316947</c:v>
                </c:pt>
                <c:pt idx="54">
                  <c:v>41636.769499011796</c:v>
                </c:pt>
                <c:pt idx="55">
                  <c:v>32741.108576383624</c:v>
                </c:pt>
                <c:pt idx="56">
                  <c:v>18018.855738430073</c:v>
                </c:pt>
                <c:pt idx="57">
                  <c:v>6647.176834381292</c:v>
                </c:pt>
                <c:pt idx="58">
                  <c:v>8719.469847354285</c:v>
                </c:pt>
                <c:pt idx="59">
                  <c:v>32280.770013263438</c:v>
                </c:pt>
                <c:pt idx="60">
                  <c:v>10217.697972181864</c:v>
                </c:pt>
                <c:pt idx="61">
                  <c:v>9182.316339682675</c:v>
                </c:pt>
                <c:pt idx="62">
                  <c:v>41107.986371543695</c:v>
                </c:pt>
                <c:pt idx="63">
                  <c:v>14377.209307027215</c:v>
                </c:pt>
                <c:pt idx="64">
                  <c:v>46356.04128245292</c:v>
                </c:pt>
                <c:pt idx="65">
                  <c:v>42717.874737576545</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15536.841626969714</c:v>
                </c:pt>
                <c:pt idx="1">
                  <c:v>14565.4220971522</c:v>
                </c:pt>
                <c:pt idx="2">
                  <c:v>8064.293458901742</c:v>
                </c:pt>
                <c:pt idx="3">
                  <c:v>8038.1270952785</c:v>
                </c:pt>
                <c:pt idx="4">
                  <c:v>14888.691114904315</c:v>
                </c:pt>
                <c:pt idx="5">
                  <c:v>3828.7305618598225</c:v>
                </c:pt>
                <c:pt idx="6">
                  <c:v>9966.153608335408</c:v>
                </c:pt>
                <c:pt idx="7">
                  <c:v>3311.3037852428597</c:v>
                </c:pt>
                <c:pt idx="8">
                  <c:v>9241.145448418254</c:v>
                </c:pt>
                <c:pt idx="9">
                  <c:v>9609.308274587947</c:v>
                </c:pt>
                <c:pt idx="10">
                  <c:v>778.7874153933215</c:v>
                </c:pt>
                <c:pt idx="11">
                  <c:v>188.7408358932481</c:v>
                </c:pt>
                <c:pt idx="12">
                  <c:v>14825.591152650813</c:v>
                </c:pt>
                <c:pt idx="13">
                  <c:v>4911.261054260624</c:v>
                </c:pt>
                <c:pt idx="14">
                  <c:v>14082.012265675796</c:v>
                </c:pt>
                <c:pt idx="15">
                  <c:v>379.4150040365469</c:v>
                </c:pt>
                <c:pt idx="16">
                  <c:v>5223.705600460798</c:v>
                </c:pt>
                <c:pt idx="17">
                  <c:v>3118.755418222031</c:v>
                </c:pt>
                <c:pt idx="18">
                  <c:v>6615.342549237599</c:v>
                </c:pt>
                <c:pt idx="19">
                  <c:v>11464.360134961216</c:v>
                </c:pt>
                <c:pt idx="20">
                  <c:v>5681.10679901588</c:v>
                </c:pt>
                <c:pt idx="21">
                  <c:v>5194.386450895992</c:v>
                </c:pt>
                <c:pt idx="22">
                  <c:v>1639.666326056506</c:v>
                </c:pt>
                <c:pt idx="23">
                  <c:v>6066.593347810658</c:v>
                </c:pt>
                <c:pt idx="24">
                  <c:v>13426.396219203954</c:v>
                </c:pt>
                <c:pt idx="25">
                  <c:v>2217.1340271892027</c:v>
                </c:pt>
                <c:pt idx="26">
                  <c:v>6628.73956962365</c:v>
                </c:pt>
                <c:pt idx="27">
                  <c:v>8818.129842101298</c:v>
                </c:pt>
                <c:pt idx="28">
                  <c:v>12511.514222872185</c:v>
                </c:pt>
                <c:pt idx="29">
                  <c:v>5079.1285358106825</c:v>
                </c:pt>
                <c:pt idx="30">
                  <c:v>923.2253323864895</c:v>
                </c:pt>
                <c:pt idx="31">
                  <c:v>1503.0049448258667</c:v>
                </c:pt>
                <c:pt idx="32">
                  <c:v>11208.722000354537</c:v>
                </c:pt>
                <c:pt idx="33">
                  <c:v>13823.29098304726</c:v>
                </c:pt>
                <c:pt idx="34">
                  <c:v>16385.513457953657</c:v>
                </c:pt>
                <c:pt idx="35">
                  <c:v>10764.62494031364</c:v>
                </c:pt>
                <c:pt idx="36">
                  <c:v>499.09727031921494</c:v>
                </c:pt>
                <c:pt idx="37">
                  <c:v>2554.6085739411233</c:v>
                </c:pt>
                <c:pt idx="38">
                  <c:v>4767.78198372029</c:v>
                </c:pt>
                <c:pt idx="39">
                  <c:v>3091.3914048579895</c:v>
                </c:pt>
                <c:pt idx="40">
                  <c:v>13072.703527789132</c:v>
                </c:pt>
                <c:pt idx="41">
                  <c:v>11834.628365035143</c:v>
                </c:pt>
                <c:pt idx="42">
                  <c:v>12267.732000729136</c:v>
                </c:pt>
                <c:pt idx="43">
                  <c:v>6820.664973117238</c:v>
                </c:pt>
                <c:pt idx="44">
                  <c:v>661.2769510704854</c:v>
                </c:pt>
                <c:pt idx="45">
                  <c:v>15390.66896983987</c:v>
                </c:pt>
                <c:pt idx="46">
                  <c:v>5470.454819109423</c:v>
                </c:pt>
                <c:pt idx="47">
                  <c:v>10025.439642482179</c:v>
                </c:pt>
                <c:pt idx="48">
                  <c:v>8891.125275597413</c:v>
                </c:pt>
                <c:pt idx="49">
                  <c:v>14234.242490374258</c:v>
                </c:pt>
                <c:pt idx="50">
                  <c:v>6011.289301027895</c:v>
                </c:pt>
                <c:pt idx="51">
                  <c:v>12666.75635775317</c:v>
                </c:pt>
                <c:pt idx="52">
                  <c:v>5100.973614401269</c:v>
                </c:pt>
                <c:pt idx="53">
                  <c:v>431.4585797360107</c:v>
                </c:pt>
                <c:pt idx="54">
                  <c:v>420.1827528532361</c:v>
                </c:pt>
                <c:pt idx="55">
                  <c:v>6530.258472901318</c:v>
                </c:pt>
                <c:pt idx="56">
                  <c:v>10097.37362023721</c:v>
                </c:pt>
                <c:pt idx="57">
                  <c:v>11366.676496555683</c:v>
                </c:pt>
                <c:pt idx="58">
                  <c:v>595.5428190850181</c:v>
                </c:pt>
                <c:pt idx="59">
                  <c:v>13083.502901141197</c:v>
                </c:pt>
                <c:pt idx="60">
                  <c:v>10256.47597217953</c:v>
                </c:pt>
                <c:pt idx="61">
                  <c:v>693.0844775876967</c:v>
                </c:pt>
                <c:pt idx="62">
                  <c:v>6032.438075138029</c:v>
                </c:pt>
                <c:pt idx="63">
                  <c:v>624.8931810114478</c:v>
                </c:pt>
                <c:pt idx="64">
                  <c:v>303.46517913343746</c:v>
                </c:pt>
                <c:pt idx="65">
                  <c:v>4501.567678428858</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8145.271702599794</c:v>
                </c:pt>
                <c:pt idx="1">
                  <c:v>3643.6415539451955</c:v>
                </c:pt>
                <c:pt idx="2">
                  <c:v>3032.1706313831655</c:v>
                </c:pt>
                <c:pt idx="3">
                  <c:v>0.010391382558111551</c:v>
                </c:pt>
                <c:pt idx="4">
                  <c:v>120.34598609822824</c:v>
                </c:pt>
                <c:pt idx="5">
                  <c:v>175.21852694904635</c:v>
                </c:pt>
                <c:pt idx="6">
                  <c:v>389.67106835030296</c:v>
                </c:pt>
                <c:pt idx="7">
                  <c:v>4485.206222246959</c:v>
                </c:pt>
                <c:pt idx="8">
                  <c:v>61.56292238211609</c:v>
                </c:pt>
                <c:pt idx="9">
                  <c:v>181.03031403477632</c:v>
                </c:pt>
                <c:pt idx="10">
                  <c:v>51.5317656048785</c:v>
                </c:pt>
                <c:pt idx="11">
                  <c:v>363.06342763321857</c:v>
                </c:pt>
                <c:pt idx="12">
                  <c:v>292.8878256997884</c:v>
                </c:pt>
                <c:pt idx="13">
                  <c:v>218.27782270056443</c:v>
                </c:pt>
                <c:pt idx="14">
                  <c:v>2040.8041421569314</c:v>
                </c:pt>
                <c:pt idx="15">
                  <c:v>6578.411465286727</c:v>
                </c:pt>
                <c:pt idx="16">
                  <c:v>267.1105212807424</c:v>
                </c:pt>
                <c:pt idx="17">
                  <c:v>1552.1424157838926</c:v>
                </c:pt>
                <c:pt idx="18">
                  <c:v>2456.6852372683006</c:v>
                </c:pt>
                <c:pt idx="19">
                  <c:v>4476.137200656126</c:v>
                </c:pt>
                <c:pt idx="20">
                  <c:v>6052.6918848117475</c:v>
                </c:pt>
                <c:pt idx="21">
                  <c:v>189.97810680712638</c:v>
                </c:pt>
                <c:pt idx="22">
                  <c:v>8696.657739324879</c:v>
                </c:pt>
                <c:pt idx="23">
                  <c:v>137.19266273592564</c:v>
                </c:pt>
                <c:pt idx="24">
                  <c:v>7341.624659747033</c:v>
                </c:pt>
                <c:pt idx="25">
                  <c:v>5185.3957616307625</c:v>
                </c:pt>
                <c:pt idx="26">
                  <c:v>4273.975314123333</c:v>
                </c:pt>
                <c:pt idx="27">
                  <c:v>125.82615762352408</c:v>
                </c:pt>
                <c:pt idx="28">
                  <c:v>323.1759050269416</c:v>
                </c:pt>
                <c:pt idx="29">
                  <c:v>4094.1056112901783</c:v>
                </c:pt>
                <c:pt idx="30">
                  <c:v>8481.32722023284</c:v>
                </c:pt>
                <c:pt idx="31">
                  <c:v>1889.2552916275263</c:v>
                </c:pt>
                <c:pt idx="32">
                  <c:v>1144.9495344730678</c:v>
                </c:pt>
                <c:pt idx="33">
                  <c:v>3431.751898665774</c:v>
                </c:pt>
                <c:pt idx="34">
                  <c:v>198.94298629349646</c:v>
                </c:pt>
                <c:pt idx="35">
                  <c:v>97.44857456416645</c:v>
                </c:pt>
                <c:pt idx="36">
                  <c:v>522.5072857789775</c:v>
                </c:pt>
                <c:pt idx="37">
                  <c:v>95.18416978988171</c:v>
                </c:pt>
                <c:pt idx="38">
                  <c:v>568.1087578587718</c:v>
                </c:pt>
                <c:pt idx="39">
                  <c:v>3797.554114280481</c:v>
                </c:pt>
                <c:pt idx="40">
                  <c:v>144.00506549249738</c:v>
                </c:pt>
                <c:pt idx="41">
                  <c:v>3614.1931843098428</c:v>
                </c:pt>
                <c:pt idx="42">
                  <c:v>4618.8190287887655</c:v>
                </c:pt>
                <c:pt idx="43">
                  <c:v>2551.6105894079874</c:v>
                </c:pt>
                <c:pt idx="44">
                  <c:v>4262.185401151871</c:v>
                </c:pt>
                <c:pt idx="45">
                  <c:v>489.1683261434553</c:v>
                </c:pt>
                <c:pt idx="46">
                  <c:v>0.03486789343528113</c:v>
                </c:pt>
                <c:pt idx="47">
                  <c:v>2695.0399632518356</c:v>
                </c:pt>
                <c:pt idx="48">
                  <c:v>5238.568359102991</c:v>
                </c:pt>
                <c:pt idx="49">
                  <c:v>291.3590114785387</c:v>
                </c:pt>
                <c:pt idx="50">
                  <c:v>10134.79029289068</c:v>
                </c:pt>
                <c:pt idx="51">
                  <c:v>190.82489558742503</c:v>
                </c:pt>
                <c:pt idx="52">
                  <c:v>5871.390105611574</c:v>
                </c:pt>
                <c:pt idx="53">
                  <c:v>4517.98267160081</c:v>
                </c:pt>
                <c:pt idx="54">
                  <c:v>4605.42921869947</c:v>
                </c:pt>
                <c:pt idx="55">
                  <c:v>2474.467731254009</c:v>
                </c:pt>
                <c:pt idx="56">
                  <c:v>7102.010823763075</c:v>
                </c:pt>
                <c:pt idx="57">
                  <c:v>184.482214902445</c:v>
                </c:pt>
                <c:pt idx="58">
                  <c:v>47.469277397841346</c:v>
                </c:pt>
                <c:pt idx="59">
                  <c:v>8679.824351186375</c:v>
                </c:pt>
                <c:pt idx="60">
                  <c:v>146.81361975816625</c:v>
                </c:pt>
                <c:pt idx="61">
                  <c:v>2905.27363132168</c:v>
                </c:pt>
                <c:pt idx="62">
                  <c:v>8370.112785920961</c:v>
                </c:pt>
                <c:pt idx="63">
                  <c:v>141.60502939274113</c:v>
                </c:pt>
                <c:pt idx="64">
                  <c:v>4241.173939101329</c:v>
                </c:pt>
                <c:pt idx="65">
                  <c:v>4637.014879629207</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-4021.9608460123045</c:v>
                </c:pt>
                <c:pt idx="1">
                  <c:v>-999.9795451928405</c:v>
                </c:pt>
                <c:pt idx="2">
                  <c:v>-2178.64703384167</c:v>
                </c:pt>
                <c:pt idx="3">
                  <c:v>-1538.9627493330495</c:v>
                </c:pt>
                <c:pt idx="4">
                  <c:v>-4084.8104014293704</c:v>
                </c:pt>
                <c:pt idx="5">
                  <c:v>-1174.3139497485827</c:v>
                </c:pt>
                <c:pt idx="6">
                  <c:v>-2959.275150408619</c:v>
                </c:pt>
                <c:pt idx="7">
                  <c:v>-1432.416952068237</c:v>
                </c:pt>
                <c:pt idx="8">
                  <c:v>-3898.1724327725756</c:v>
                </c:pt>
                <c:pt idx="9">
                  <c:v>-2342.2352206634337</c:v>
                </c:pt>
                <c:pt idx="10">
                  <c:v>-1947.5296550627409</c:v>
                </c:pt>
                <c:pt idx="11">
                  <c:v>-830.353444617021</c:v>
                </c:pt>
                <c:pt idx="12">
                  <c:v>-5557.731983372937</c:v>
                </c:pt>
                <c:pt idx="13">
                  <c:v>-1258.4225954477856</c:v>
                </c:pt>
                <c:pt idx="14">
                  <c:v>-4661.475235809268</c:v>
                </c:pt>
                <c:pt idx="15">
                  <c:v>-63.36013318826047</c:v>
                </c:pt>
                <c:pt idx="16">
                  <c:v>-70.87912357179682</c:v>
                </c:pt>
                <c:pt idx="17">
                  <c:v>-1632.779645159887</c:v>
                </c:pt>
                <c:pt idx="18">
                  <c:v>-2673.1935440029847</c:v>
                </c:pt>
                <c:pt idx="19">
                  <c:v>-1057.417696988973</c:v>
                </c:pt>
                <c:pt idx="20">
                  <c:v>-46.95963360114795</c:v>
                </c:pt>
                <c:pt idx="21">
                  <c:v>-2472.503506534218</c:v>
                </c:pt>
                <c:pt idx="22">
                  <c:v>-2909.5160533774156</c:v>
                </c:pt>
                <c:pt idx="23">
                  <c:v>-51.894791630798075</c:v>
                </c:pt>
                <c:pt idx="24">
                  <c:v>-2535.775892687334</c:v>
                </c:pt>
                <c:pt idx="25">
                  <c:v>-146.6784545570045</c:v>
                </c:pt>
                <c:pt idx="26">
                  <c:v>-3061.5592898870273</c:v>
                </c:pt>
                <c:pt idx="27">
                  <c:v>-133.7631624557574</c:v>
                </c:pt>
                <c:pt idx="28">
                  <c:v>-1610.4094493705647</c:v>
                </c:pt>
                <c:pt idx="29">
                  <c:v>-1872.2133996938364</c:v>
                </c:pt>
                <c:pt idx="30">
                  <c:v>-135.14899446452603</c:v>
                </c:pt>
                <c:pt idx="31">
                  <c:v>-1726.0600167141276</c:v>
                </c:pt>
                <c:pt idx="32">
                  <c:v>-2995.4544357759182</c:v>
                </c:pt>
                <c:pt idx="33">
                  <c:v>-3639.4292103343796</c:v>
                </c:pt>
                <c:pt idx="34">
                  <c:v>-6705.45389544525</c:v>
                </c:pt>
                <c:pt idx="35">
                  <c:v>-3676.7722248102364</c:v>
                </c:pt>
                <c:pt idx="36">
                  <c:v>-1916.3985192567106</c:v>
                </c:pt>
                <c:pt idx="37">
                  <c:v>-1573.3010788919823</c:v>
                </c:pt>
                <c:pt idx="38">
                  <c:v>-815.9728481276607</c:v>
                </c:pt>
                <c:pt idx="39">
                  <c:v>-3995.922898399184</c:v>
                </c:pt>
                <c:pt idx="40">
                  <c:v>-2577.3410132936306</c:v>
                </c:pt>
                <c:pt idx="41">
                  <c:v>-3645.8531686715323</c:v>
                </c:pt>
                <c:pt idx="42">
                  <c:v>-5733.682068136781</c:v>
                </c:pt>
                <c:pt idx="43">
                  <c:v>-3343.0349306849785</c:v>
                </c:pt>
                <c:pt idx="44">
                  <c:v>-1811.8514081055937</c:v>
                </c:pt>
                <c:pt idx="45">
                  <c:v>-3248.1384372207444</c:v>
                </c:pt>
                <c:pt idx="46">
                  <c:v>-1999.2286943045349</c:v>
                </c:pt>
                <c:pt idx="47">
                  <c:v>-2419.4274595287516</c:v>
                </c:pt>
                <c:pt idx="48">
                  <c:v>-3548.3688574043163</c:v>
                </c:pt>
                <c:pt idx="49">
                  <c:v>-61.72213358506028</c:v>
                </c:pt>
                <c:pt idx="50">
                  <c:v>-4885.497652778842</c:v>
                </c:pt>
                <c:pt idx="51">
                  <c:v>-7751.36562751509</c:v>
                </c:pt>
                <c:pt idx="52">
                  <c:v>-123.82417809108803</c:v>
                </c:pt>
                <c:pt idx="53">
                  <c:v>-0.06449118075306808</c:v>
                </c:pt>
                <c:pt idx="54">
                  <c:v>-2687.9898983616686</c:v>
                </c:pt>
                <c:pt idx="55">
                  <c:v>-21.93797469299421</c:v>
                </c:pt>
                <c:pt idx="56">
                  <c:v>-115.86296828405759</c:v>
                </c:pt>
                <c:pt idx="57">
                  <c:v>-4628.838981246617</c:v>
                </c:pt>
                <c:pt idx="58">
                  <c:v>-2156.6375566248744</c:v>
                </c:pt>
                <c:pt idx="59">
                  <c:v>-3503.6346479242384</c:v>
                </c:pt>
                <c:pt idx="60">
                  <c:v>-2582.474833966293</c:v>
                </c:pt>
                <c:pt idx="61">
                  <c:v>-1377.805572935427</c:v>
                </c:pt>
                <c:pt idx="62">
                  <c:v>-100.4414076716176</c:v>
                </c:pt>
                <c:pt idx="63">
                  <c:v>-5192.9932667578505</c:v>
                </c:pt>
                <c:pt idx="64">
                  <c:v>-1695.1704372569952</c:v>
                </c:pt>
                <c:pt idx="65">
                  <c:v>-27.519379233594258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782.5599458364478</c:v>
                </c:pt>
                <c:pt idx="1">
                  <c:v>2697.7441203657227</c:v>
                </c:pt>
                <c:pt idx="2">
                  <c:v>4026.802668480324</c:v>
                </c:pt>
                <c:pt idx="3">
                  <c:v>3221.949531075226</c:v>
                </c:pt>
                <c:pt idx="4">
                  <c:v>326.2963484904959</c:v>
                </c:pt>
                <c:pt idx="5">
                  <c:v>211.71541344357067</c:v>
                </c:pt>
                <c:pt idx="6">
                  <c:v>137.5583365150832</c:v>
                </c:pt>
                <c:pt idx="7">
                  <c:v>806.5747485155167</c:v>
                </c:pt>
                <c:pt idx="8">
                  <c:v>1770.876250710982</c:v>
                </c:pt>
                <c:pt idx="9">
                  <c:v>192.23091075556934</c:v>
                </c:pt>
                <c:pt idx="10">
                  <c:v>281.08321688348894</c:v>
                </c:pt>
                <c:pt idx="11">
                  <c:v>1563.310184265994</c:v>
                </c:pt>
                <c:pt idx="12">
                  <c:v>3753.7682417543792</c:v>
                </c:pt>
                <c:pt idx="13">
                  <c:v>1626.1782282060458</c:v>
                </c:pt>
                <c:pt idx="14">
                  <c:v>2506.8148776900352</c:v>
                </c:pt>
                <c:pt idx="15">
                  <c:v>188.51446973670744</c:v>
                </c:pt>
                <c:pt idx="16">
                  <c:v>2714.869403051939</c:v>
                </c:pt>
                <c:pt idx="17">
                  <c:v>144.6751839930204</c:v>
                </c:pt>
                <c:pt idx="18">
                  <c:v>273.809819705411</c:v>
                </c:pt>
                <c:pt idx="19">
                  <c:v>893.3649036315849</c:v>
                </c:pt>
                <c:pt idx="20">
                  <c:v>2878.0834931808286</c:v>
                </c:pt>
                <c:pt idx="21">
                  <c:v>835.3249124033039</c:v>
                </c:pt>
                <c:pt idx="22">
                  <c:v>4499.644550989525</c:v>
                </c:pt>
                <c:pt idx="23">
                  <c:v>846.6778691356276</c:v>
                </c:pt>
                <c:pt idx="24">
                  <c:v>226.2478526719585</c:v>
                </c:pt>
                <c:pt idx="25">
                  <c:v>1904.0575669789418</c:v>
                </c:pt>
                <c:pt idx="26">
                  <c:v>1676.8583334773186</c:v>
                </c:pt>
                <c:pt idx="27">
                  <c:v>429.7963439896127</c:v>
                </c:pt>
                <c:pt idx="28">
                  <c:v>338.98450192260634</c:v>
                </c:pt>
                <c:pt idx="29">
                  <c:v>802.1232724140498</c:v>
                </c:pt>
                <c:pt idx="30">
                  <c:v>1644.0467764704956</c:v>
                </c:pt>
                <c:pt idx="31">
                  <c:v>1164.109812104044</c:v>
                </c:pt>
                <c:pt idx="32">
                  <c:v>1126.1285472078582</c:v>
                </c:pt>
                <c:pt idx="33">
                  <c:v>341.2655195933146</c:v>
                </c:pt>
                <c:pt idx="34">
                  <c:v>230.0691395176602</c:v>
                </c:pt>
                <c:pt idx="35">
                  <c:v>2379.834372209511</c:v>
                </c:pt>
                <c:pt idx="36">
                  <c:v>3520.9507893253176</c:v>
                </c:pt>
                <c:pt idx="37">
                  <c:v>207.0742159072014</c:v>
                </c:pt>
                <c:pt idx="38">
                  <c:v>255.53999027110027</c:v>
                </c:pt>
                <c:pt idx="39">
                  <c:v>143.79157173960957</c:v>
                </c:pt>
                <c:pt idx="40">
                  <c:v>692.2411243914206</c:v>
                </c:pt>
                <c:pt idx="41">
                  <c:v>4288.128059756686</c:v>
                </c:pt>
                <c:pt idx="42">
                  <c:v>3385.156970107768</c:v>
                </c:pt>
                <c:pt idx="43">
                  <c:v>1866.1474108544814</c:v>
                </c:pt>
                <c:pt idx="44">
                  <c:v>4496.052824595711</c:v>
                </c:pt>
                <c:pt idx="45">
                  <c:v>2655.700991098058</c:v>
                </c:pt>
                <c:pt idx="46">
                  <c:v>2933.9578096433715</c:v>
                </c:pt>
                <c:pt idx="47">
                  <c:v>2995.3002470616702</c:v>
                </c:pt>
                <c:pt idx="48">
                  <c:v>700.1673463249064</c:v>
                </c:pt>
                <c:pt idx="49">
                  <c:v>331.92170812353925</c:v>
                </c:pt>
                <c:pt idx="50">
                  <c:v>2779.544727605902</c:v>
                </c:pt>
                <c:pt idx="51">
                  <c:v>1111.8239729817678</c:v>
                </c:pt>
                <c:pt idx="52">
                  <c:v>4376.991363383785</c:v>
                </c:pt>
                <c:pt idx="53">
                  <c:v>1614.6160304865411</c:v>
                </c:pt>
                <c:pt idx="54">
                  <c:v>169.39471584122273</c:v>
                </c:pt>
                <c:pt idx="55">
                  <c:v>2062.1179400333367</c:v>
                </c:pt>
                <c:pt idx="56">
                  <c:v>1577.2208211843135</c:v>
                </c:pt>
                <c:pt idx="57">
                  <c:v>3292.169608857633</c:v>
                </c:pt>
                <c:pt idx="58">
                  <c:v>939.4475737365793</c:v>
                </c:pt>
                <c:pt idx="59">
                  <c:v>4025.359656157116</c:v>
                </c:pt>
                <c:pt idx="60">
                  <c:v>4462.21204840495</c:v>
                </c:pt>
                <c:pt idx="61">
                  <c:v>5484.285525169024</c:v>
                </c:pt>
                <c:pt idx="62">
                  <c:v>772.5632735239413</c:v>
                </c:pt>
                <c:pt idx="63">
                  <c:v>260.45339893494275</c:v>
                </c:pt>
                <c:pt idx="64">
                  <c:v>81.17708941479997</c:v>
                </c:pt>
                <c:pt idx="65">
                  <c:v>165.22644501152615</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1159.7725331906545</c:v>
                </c:pt>
                <c:pt idx="1">
                  <c:v>253.6639657391236</c:v>
                </c:pt>
                <c:pt idx="2">
                  <c:v>1057.6362178662005</c:v>
                </c:pt>
                <c:pt idx="3">
                  <c:v>360.7801375847414</c:v>
                </c:pt>
                <c:pt idx="4">
                  <c:v>941.289384979679</c:v>
                </c:pt>
                <c:pt idx="5">
                  <c:v>1667.9090384096978</c:v>
                </c:pt>
                <c:pt idx="6">
                  <c:v>771.6190733455418</c:v>
                </c:pt>
                <c:pt idx="7">
                  <c:v>341.41686432083173</c:v>
                </c:pt>
                <c:pt idx="8">
                  <c:v>405.59103009892556</c:v>
                </c:pt>
                <c:pt idx="9">
                  <c:v>416.5239773040553</c:v>
                </c:pt>
                <c:pt idx="10">
                  <c:v>1452.150623643868</c:v>
                </c:pt>
                <c:pt idx="11">
                  <c:v>1356.7432923164135</c:v>
                </c:pt>
                <c:pt idx="12">
                  <c:v>360.81347998540775</c:v>
                </c:pt>
                <c:pt idx="13">
                  <c:v>414.8983729457192</c:v>
                </c:pt>
                <c:pt idx="14">
                  <c:v>679.0727189557031</c:v>
                </c:pt>
                <c:pt idx="15">
                  <c:v>395.9466758683369</c:v>
                </c:pt>
                <c:pt idx="16">
                  <c:v>200.81835326416396</c:v>
                </c:pt>
                <c:pt idx="17">
                  <c:v>119.69167140814959</c:v>
                </c:pt>
                <c:pt idx="18">
                  <c:v>98.84493156420149</c:v>
                </c:pt>
                <c:pt idx="19">
                  <c:v>168.03053743725232</c:v>
                </c:pt>
                <c:pt idx="20">
                  <c:v>1745.98442246892</c:v>
                </c:pt>
                <c:pt idx="21">
                  <c:v>1253.5892020312142</c:v>
                </c:pt>
                <c:pt idx="22">
                  <c:v>1023.2888171024636</c:v>
                </c:pt>
                <c:pt idx="23">
                  <c:v>383.0292094790701</c:v>
                </c:pt>
                <c:pt idx="24">
                  <c:v>2174.8484072679835</c:v>
                </c:pt>
                <c:pt idx="25">
                  <c:v>509.5482062842792</c:v>
                </c:pt>
                <c:pt idx="26">
                  <c:v>1072.3070005370603</c:v>
                </c:pt>
                <c:pt idx="27">
                  <c:v>139.20067996350446</c:v>
                </c:pt>
                <c:pt idx="28">
                  <c:v>998.0351590787392</c:v>
                </c:pt>
                <c:pt idx="29">
                  <c:v>708.9720574236102</c:v>
                </c:pt>
                <c:pt idx="30">
                  <c:v>964.7432166459183</c:v>
                </c:pt>
                <c:pt idx="31">
                  <c:v>868.4643715249769</c:v>
                </c:pt>
                <c:pt idx="32">
                  <c:v>148.75159213533448</c:v>
                </c:pt>
                <c:pt idx="33">
                  <c:v>882.5338294459954</c:v>
                </c:pt>
                <c:pt idx="34">
                  <c:v>900.9791880314342</c:v>
                </c:pt>
                <c:pt idx="35">
                  <c:v>1243.4911282467042</c:v>
                </c:pt>
                <c:pt idx="36">
                  <c:v>1465.1141977879106</c:v>
                </c:pt>
                <c:pt idx="37">
                  <c:v>1592.8015624222178</c:v>
                </c:pt>
                <c:pt idx="38">
                  <c:v>1680.6770439388056</c:v>
                </c:pt>
                <c:pt idx="39">
                  <c:v>273.91644243650563</c:v>
                </c:pt>
                <c:pt idx="40">
                  <c:v>1058.9744948600999</c:v>
                </c:pt>
                <c:pt idx="41">
                  <c:v>254.37402071018153</c:v>
                </c:pt>
                <c:pt idx="42">
                  <c:v>720.1535013150558</c:v>
                </c:pt>
                <c:pt idx="43">
                  <c:v>1790.5931508231592</c:v>
                </c:pt>
                <c:pt idx="44">
                  <c:v>383.6148410512042</c:v>
                </c:pt>
                <c:pt idx="45">
                  <c:v>218.19636095491722</c:v>
                </c:pt>
                <c:pt idx="46">
                  <c:v>170.99937667914278</c:v>
                </c:pt>
                <c:pt idx="47">
                  <c:v>176.86634860041045</c:v>
                </c:pt>
                <c:pt idx="48">
                  <c:v>176.2943842611715</c:v>
                </c:pt>
                <c:pt idx="49">
                  <c:v>749.5336327663736</c:v>
                </c:pt>
                <c:pt idx="50">
                  <c:v>847.1924242062904</c:v>
                </c:pt>
                <c:pt idx="51">
                  <c:v>202.16181709151252</c:v>
                </c:pt>
                <c:pt idx="52">
                  <c:v>172.1810725682543</c:v>
                </c:pt>
                <c:pt idx="53">
                  <c:v>1294.9375591321668</c:v>
                </c:pt>
                <c:pt idx="54">
                  <c:v>882.9619533111677</c:v>
                </c:pt>
                <c:pt idx="55">
                  <c:v>1164.8125825571378</c:v>
                </c:pt>
                <c:pt idx="56">
                  <c:v>2119.7940361895</c:v>
                </c:pt>
                <c:pt idx="57">
                  <c:v>1310.5759834399853</c:v>
                </c:pt>
                <c:pt idx="58">
                  <c:v>943.5856682898803</c:v>
                </c:pt>
                <c:pt idx="59">
                  <c:v>2528.8469655804174</c:v>
                </c:pt>
                <c:pt idx="60">
                  <c:v>507.62624674235116</c:v>
                </c:pt>
                <c:pt idx="61">
                  <c:v>175.44361016457503</c:v>
                </c:pt>
                <c:pt idx="62">
                  <c:v>207.23953456650062</c:v>
                </c:pt>
                <c:pt idx="63">
                  <c:v>206.05254229585523</c:v>
                </c:pt>
                <c:pt idx="64">
                  <c:v>141.37214871853334</c:v>
                </c:pt>
                <c:pt idx="65">
                  <c:v>142.8231176393982</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392535.06154881185</c:v>
                </c:pt>
                <c:pt idx="1">
                  <c:v>410531.9715049115</c:v>
                </c:pt>
                <c:pt idx="2">
                  <c:v>620158.01997213</c:v>
                </c:pt>
                <c:pt idx="3">
                  <c:v>540692.0875311901</c:v>
                </c:pt>
                <c:pt idx="4">
                  <c:v>493890.40480164706</c:v>
                </c:pt>
                <c:pt idx="5">
                  <c:v>410992.5636636851</c:v>
                </c:pt>
                <c:pt idx="6">
                  <c:v>198139.65005804627</c:v>
                </c:pt>
                <c:pt idx="7">
                  <c:v>112105.27015903553</c:v>
                </c:pt>
                <c:pt idx="8">
                  <c:v>13393.6216148113</c:v>
                </c:pt>
                <c:pt idx="9">
                  <c:v>6930.007831974615</c:v>
                </c:pt>
                <c:pt idx="10">
                  <c:v>84000.68846766453</c:v>
                </c:pt>
                <c:pt idx="11">
                  <c:v>171401.19490611498</c:v>
                </c:pt>
                <c:pt idx="12">
                  <c:v>395135.36155685363</c:v>
                </c:pt>
                <c:pt idx="13">
                  <c:v>415518.49175925495</c:v>
                </c:pt>
                <c:pt idx="14">
                  <c:v>643094.9294083958</c:v>
                </c:pt>
                <c:pt idx="15">
                  <c:v>525435.4637251783</c:v>
                </c:pt>
                <c:pt idx="16">
                  <c:v>647064.396081409</c:v>
                </c:pt>
                <c:pt idx="17">
                  <c:v>348533.36150520603</c:v>
                </c:pt>
                <c:pt idx="18">
                  <c:v>233376.13345830893</c:v>
                </c:pt>
                <c:pt idx="19">
                  <c:v>116469.04986667397</c:v>
                </c:pt>
                <c:pt idx="20">
                  <c:v>14363.29268751325</c:v>
                </c:pt>
                <c:pt idx="21">
                  <c:v>6857.727815934135</c:v>
                </c:pt>
                <c:pt idx="22">
                  <c:v>88583.32870425507</c:v>
                </c:pt>
                <c:pt idx="23">
                  <c:v>174224.89332882658</c:v>
                </c:pt>
                <c:pt idx="24">
                  <c:v>506426.85373202583</c:v>
                </c:pt>
                <c:pt idx="25">
                  <c:v>460341.9056591485</c:v>
                </c:pt>
                <c:pt idx="26">
                  <c:v>528693.2892231898</c:v>
                </c:pt>
                <c:pt idx="27">
                  <c:v>513443.1174571399</c:v>
                </c:pt>
                <c:pt idx="28">
                  <c:v>651544.0962228382</c:v>
                </c:pt>
                <c:pt idx="29">
                  <c:v>380686.46095163544</c:v>
                </c:pt>
                <c:pt idx="30">
                  <c:v>223982.47702400683</c:v>
                </c:pt>
                <c:pt idx="31">
                  <c:v>135258.1636304228</c:v>
                </c:pt>
                <c:pt idx="32">
                  <c:v>15599.232799948768</c:v>
                </c:pt>
                <c:pt idx="33">
                  <c:v>14558.409090716956</c:v>
                </c:pt>
                <c:pt idx="34">
                  <c:v>84113.3711808052</c:v>
                </c:pt>
                <c:pt idx="35">
                  <c:v>194005.94707735445</c:v>
                </c:pt>
                <c:pt idx="36">
                  <c:v>515543.9681798399</c:v>
                </c:pt>
                <c:pt idx="37">
                  <c:v>456228.64504616987</c:v>
                </c:pt>
                <c:pt idx="38">
                  <c:v>590508.9160947799</c:v>
                </c:pt>
                <c:pt idx="39">
                  <c:v>505359.23277102964</c:v>
                </c:pt>
                <c:pt idx="40">
                  <c:v>600498.1468592042</c:v>
                </c:pt>
                <c:pt idx="41">
                  <c:v>372377.18916773074</c:v>
                </c:pt>
                <c:pt idx="42">
                  <c:v>271686.33891841065</c:v>
                </c:pt>
                <c:pt idx="43">
                  <c:v>86663.92644701741</c:v>
                </c:pt>
                <c:pt idx="44">
                  <c:v>14455.698650677105</c:v>
                </c:pt>
                <c:pt idx="45">
                  <c:v>16305.960213866549</c:v>
                </c:pt>
                <c:pt idx="46">
                  <c:v>81772.7386123414</c:v>
                </c:pt>
                <c:pt idx="47">
                  <c:v>183154.64616272008</c:v>
                </c:pt>
                <c:pt idx="48">
                  <c:v>501695.67037067784</c:v>
                </c:pt>
                <c:pt idx="49">
                  <c:v>459553.7544541487</c:v>
                </c:pt>
                <c:pt idx="50">
                  <c:v>527056.4237803868</c:v>
                </c:pt>
                <c:pt idx="51">
                  <c:v>661714.7160749879</c:v>
                </c:pt>
                <c:pt idx="52">
                  <c:v>529961.0294337014</c:v>
                </c:pt>
                <c:pt idx="53">
                  <c:v>358561.89375521295</c:v>
                </c:pt>
                <c:pt idx="54">
                  <c:v>264380.9637050243</c:v>
                </c:pt>
                <c:pt idx="55">
                  <c:v>83675.59617354226</c:v>
                </c:pt>
                <c:pt idx="56">
                  <c:v>14048.715257734646</c:v>
                </c:pt>
                <c:pt idx="57">
                  <c:v>14656.975776356545</c:v>
                </c:pt>
                <c:pt idx="58">
                  <c:v>77928.41181195666</c:v>
                </c:pt>
                <c:pt idx="59">
                  <c:v>275657.5227379297</c:v>
                </c:pt>
                <c:pt idx="60">
                  <c:v>506653.5664221264</c:v>
                </c:pt>
                <c:pt idx="61">
                  <c:v>479542.63803497364</c:v>
                </c:pt>
                <c:pt idx="62">
                  <c:v>709412.3463888569</c:v>
                </c:pt>
                <c:pt idx="63">
                  <c:v>526226.6627666616</c:v>
                </c:pt>
                <c:pt idx="64">
                  <c:v>523834.85825875093</c:v>
                </c:pt>
                <c:pt idx="65">
                  <c:v>340212.10105966916</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Sheet1!$B$2:$B$22</c:f>
              <c:numCache>
                <c:formatCode>General</c:formatCode>
                <c:ptCount val="21"/>
                <c:pt idx="0">
                  <c:v>0.0</c:v>
                </c:pt>
                <c:pt idx="1">
                  <c:v>61.22184723797253</c:v>
                </c:pt>
                <c:pt idx="2">
                  <c:v>79.31919925061918</c:v>
                </c:pt>
                <c:pt idx="3">
                  <c:v>85.98963312964129</c:v>
                </c:pt>
                <c:pt idx="4">
                  <c:v>91.04199647677159</c:v>
                </c:pt>
                <c:pt idx="5">
                  <c:v>92.76469020040393</c:v>
                </c:pt>
                <c:pt idx="6">
                  <c:v>94.06012931049</c:v>
                </c:pt>
                <c:pt idx="7">
                  <c:v>95.31207841575909</c:v>
                </c:pt>
                <c:pt idx="8">
                  <c:v>96.30830454367653</c:v>
                </c:pt>
                <c:pt idx="9">
                  <c:v>97.25855089626359</c:v>
                </c:pt>
                <c:pt idx="10">
                  <c:v>98.07280621088411</c:v>
                </c:pt>
                <c:pt idx="11">
                  <c:v>98.6418734998472</c:v>
                </c:pt>
                <c:pt idx="12">
                  <c:v>99.07129285146073</c:v>
                </c:pt>
                <c:pt idx="13">
                  <c:v>99.39698889136065</c:v>
                </c:pt>
                <c:pt idx="14">
                  <c:v>99.67587996476561</c:v>
                </c:pt>
                <c:pt idx="15">
                  <c:v>99.91279258270842</c:v>
                </c:pt>
                <c:pt idx="16">
                  <c:v>100.02531293847758</c:v>
                </c:pt>
                <c:pt idx="17">
                  <c:v>100.13566134303676</c:v>
                </c:pt>
                <c:pt idx="18">
                  <c:v>100.20306488327661</c:v>
                </c:pt>
                <c:pt idx="19">
                  <c:v>100.14158377376863</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F03B8"/>
              </a:solidFill>
            </c:spPr>
          </c:dPt>
          <c:dPt>
            <c:idx val="12"/>
            <c:spPr>
              <a:solidFill>
                <a:srgbClr val="BCB6FF"/>
              </a:solidFill>
            </c:spPr>
          </c:dPt>
          <c:dPt>
            <c:idx val="13"/>
            <c:spPr>
              <a:solidFill>
                <a:srgbClr val="97FF00"/>
              </a:solidFill>
            </c:spPr>
          </c:dPt>
          <c:dPt>
            <c:idx val="14"/>
            <c:spPr>
              <a:solidFill>
                <a:srgbClr val="645474"/>
              </a:solidFill>
            </c:spPr>
          </c:dPt>
          <c:dPt>
            <c:idx val="15"/>
            <c:spPr>
              <a:solidFill>
                <a:srgbClr val="0000DD"/>
              </a:solidFill>
            </c:spPr>
          </c:dPt>
          <c:dPt>
            <c:idx val="16"/>
            <c:spPr>
              <a:solidFill>
                <a:srgbClr val="790000"/>
              </a:solidFill>
            </c:spPr>
          </c:dPt>
          <c:dPt>
            <c:idx val="17"/>
            <c:spPr>
              <a:solidFill>
                <a:srgbClr val="00FDCF"/>
              </a:solidFill>
            </c:spPr>
          </c:dPt>
          <c:dPt>
            <c:idx val="18"/>
            <c:spPr>
              <a:solidFill>
                <a:srgbClr val="0774D8"/>
              </a:solidFill>
            </c:spPr>
          </c:dPt>
          <c:dPt>
            <c:idx val="19"/>
            <c:spPr>
              <a:solidFill>
                <a:srgbClr val="A17569"/>
              </a:solidFill>
            </c:spPr>
          </c:dPt>
          <c:dLbls>
            <c:dLbl>
              <c:idx val="0"/>
              <c:tx>
                <c:rich>
                  <a:bodyPr/>
                  <a:lstStyle/>
                  <a:p>
                    <a:r>
                      <a:t>61.22%</a:t>
                    </a:r>
                  </a:p>
                </c:rich>
              </c:tx>
              <c:dLblPos val="inEnd"/>
              <c:showLegendKey val="0"/>
              <c:showVal val="1"/>
              <c:showCatName val="0"/>
              <c:showSerName val="0"/>
              <c:showPercent val="0"/>
              <c:showBubbleSize val="0"/>
            </c:dLbl>
            <c:dLbl>
              <c:idx val="1"/>
              <c:tx>
                <c:rich>
                  <a:bodyPr/>
                  <a:lstStyle/>
                  <a:p>
                    <a:r>
                      <a:t>18.1%</a:t>
                    </a:r>
                  </a:p>
                </c:rich>
              </c:tx>
              <c:dLblPos val="inEnd"/>
              <c:showLegendKey val="0"/>
              <c:showVal val="1"/>
              <c:showCatName val="0"/>
              <c:showSerName val="0"/>
              <c:showPercent val="0"/>
              <c:showBubbleSize val="0"/>
            </c:dLbl>
            <c:dLbl>
              <c:idx val="2"/>
              <c:tx>
                <c:rich>
                  <a:bodyPr/>
                  <a:lstStyle/>
                  <a:p>
                    <a:r>
                      <a:t>6.67%</a:t>
                    </a:r>
                  </a:p>
                </c:rich>
              </c:tx>
              <c:dLblPos val="inEnd"/>
              <c:showLegendKey val="0"/>
              <c:showVal val="1"/>
              <c:showCatName val="0"/>
              <c:showSerName val="0"/>
              <c:showPercent val="0"/>
              <c:showBubbleSize val="0"/>
            </c:dLbl>
            <c:dLbl>
              <c:idx val="3"/>
              <c:tx>
                <c:rich>
                  <a:bodyPr/>
                  <a:lstStyle/>
                  <a:p>
                    <a:r>
                      <a:t>5.05%</a:t>
                    </a:r>
                  </a:p>
                </c:rich>
              </c:tx>
              <c:dLblPos val="inEnd"/>
              <c:showLegendKey val="0"/>
              <c:showVal val="1"/>
              <c:showCatName val="0"/>
              <c:showSerName val="0"/>
              <c:showPercent val="0"/>
              <c:showBubbleSize val="0"/>
            </c:dLbl>
            <c:dLbl>
              <c:idx val="4"/>
              <c:tx>
                <c:rich>
                  <a:bodyPr/>
                  <a:lstStyle/>
                  <a:p>
                    <a:r>
                      <a:t>1.72%</a:t>
                    </a:r>
                  </a:p>
                </c:rich>
              </c:tx>
              <c:dLblPos val="inEnd"/>
              <c:showLegendKey val="0"/>
              <c:showVal val="1"/>
              <c:showCatName val="0"/>
              <c:showSerName val="0"/>
              <c:showPercent val="0"/>
              <c:showBubbleSize val="0"/>
            </c:dLbl>
            <c:dLbl>
              <c:idx val="5"/>
              <c:tx>
                <c:rich>
                  <a:bodyPr/>
                  <a:lstStyle/>
                  <a:p>
                    <a:r>
                      <a:t>1.3%</a:t>
                    </a:r>
                  </a:p>
                </c:rich>
              </c:tx>
              <c:dLblPos val="inEnd"/>
              <c:showLegendKey val="0"/>
              <c:showVal val="1"/>
              <c:showCatName val="0"/>
              <c:showSerName val="0"/>
              <c:showPercent val="0"/>
              <c:showBubbleSize val="0"/>
            </c:dLbl>
            <c:dLbl>
              <c:idx val="6"/>
              <c:tx>
                <c:rich>
                  <a:bodyPr/>
                  <a:lstStyle/>
                  <a:p>
                    <a:r>
                      <a:t>1.25%</a:t>
                    </a:r>
                  </a:p>
                </c:rich>
              </c:tx>
              <c:dLblPos val="inEnd"/>
              <c:showLegendKey val="0"/>
              <c:showVal val="1"/>
              <c:showCatName val="0"/>
              <c:showSerName val="0"/>
              <c:showPercent val="0"/>
              <c:showBubbleSize val="0"/>
            </c:dLbl>
            <c:dLbl>
              <c:idx val="7"/>
              <c:tx>
                <c:rich>
                  <a:bodyPr/>
                  <a:lstStyle/>
                  <a:p>
                    <a:r>
                      <a:t>1.0%</a:t>
                    </a:r>
                  </a:p>
                </c:rich>
              </c:tx>
              <c:dLblPos val="inEnd"/>
              <c:showLegendKey val="0"/>
              <c:showVal val="1"/>
              <c:showCatName val="0"/>
              <c:showSerName val="0"/>
              <c:showPercent val="0"/>
              <c:showBubbleSize val="0"/>
            </c:dLbl>
            <c:dLbl>
              <c:idx val="8"/>
              <c:tx>
                <c:rich>
                  <a:bodyPr/>
                  <a:lstStyle/>
                  <a:p>
                    <a:r>
                      <a:t>0.95%</a:t>
                    </a:r>
                  </a:p>
                </c:rich>
              </c:tx>
              <c:dLblPos val="inEnd"/>
              <c:showLegendKey val="0"/>
              <c:showVal val="1"/>
              <c:showCatName val="0"/>
              <c:showSerName val="0"/>
              <c:showPercent val="0"/>
              <c:showBubbleSize val="0"/>
            </c:dLbl>
            <c:dLbl>
              <c:idx val="9"/>
              <c:tx>
                <c:rich>
                  <a:bodyPr/>
                  <a:lstStyle/>
                  <a:p>
                    <a:r>
                      <a:t>0.81%</a:t>
                    </a:r>
                  </a:p>
                </c:rich>
              </c:tx>
              <c:dLblPos val="inEnd"/>
              <c:showLegendKey val="0"/>
              <c:showVal val="1"/>
              <c:showCatName val="0"/>
              <c:showSerName val="0"/>
              <c:showPercent val="0"/>
              <c:showBubbleSize val="0"/>
            </c:dLbl>
            <c:dLbl>
              <c:idx val="10"/>
              <c:tx>
                <c:rich>
                  <a:bodyPr/>
                  <a:lstStyle/>
                  <a:p>
                    <a:r>
                      <a:t>0.57%</a:t>
                    </a:r>
                  </a:p>
                </c:rich>
              </c:tx>
              <c:dLblPos val="inEnd"/>
              <c:showLegendKey val="0"/>
              <c:showVal val="1"/>
              <c:showCatName val="0"/>
              <c:showSerName val="0"/>
              <c:showPercent val="0"/>
              <c:showBubbleSize val="0"/>
            </c:dLbl>
            <c:dLbl>
              <c:idx val="11"/>
              <c:tx>
                <c:rich>
                  <a:bodyPr/>
                  <a:lstStyle/>
                  <a:p>
                    <a:r>
                      <a:t>0.43%</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0.28%</a:t>
                    </a:r>
                  </a:p>
                </c:rich>
              </c:tx>
              <c:dLblPos val="inEnd"/>
              <c:showLegendKey val="0"/>
              <c:showVal val="1"/>
              <c:showCatName val="0"/>
              <c:showSerName val="0"/>
              <c:showPercent val="0"/>
              <c:showBubbleSize val="0"/>
            </c:dLbl>
            <c:dLbl>
              <c:idx val="14"/>
              <c:tx>
                <c:rich>
                  <a:bodyPr/>
                  <a:lstStyle/>
                  <a:p>
                    <a:r>
                      <a:t>0.24%</a:t>
                    </a:r>
                  </a:p>
                </c:rich>
              </c:tx>
              <c:dLblPos val="inEnd"/>
              <c:showLegendKey val="0"/>
              <c:showVal val="1"/>
              <c:showCatName val="0"/>
              <c:showSerName val="0"/>
              <c:showPercent val="0"/>
              <c:showBubbleSize val="0"/>
            </c:dLbl>
            <c:dLbl>
              <c:idx val="15"/>
              <c:tx>
                <c:rich>
                  <a:bodyPr/>
                  <a:lstStyle/>
                  <a:p>
                    <a:r>
                      <a:t>0.11%</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0.07%</a:t>
                    </a:r>
                  </a:p>
                </c:rich>
              </c:tx>
              <c:dLblPos val="inEnd"/>
              <c:showLegendKey val="0"/>
              <c:showVal val="1"/>
              <c:showCatName val="0"/>
              <c:showSerName val="0"/>
              <c:showPercent val="0"/>
              <c:showBubbleSize val="0"/>
            </c:dLbl>
            <c:dLbl>
              <c:idx val="18"/>
              <c:tx>
                <c:rich>
                  <a:bodyPr/>
                  <a:lstStyle/>
                  <a:p>
                    <a:r>
                      <a:t>0.06%</a:t>
                    </a:r>
                  </a:p>
                </c:rich>
              </c:tx>
              <c:dLblPos val="inEnd"/>
              <c:showLegendKey val="0"/>
              <c:showVal val="1"/>
              <c:showCatName val="0"/>
              <c:showSerName val="0"/>
              <c:showPercent val="0"/>
              <c:showBubbleSize val="0"/>
            </c:dLbl>
            <c:dLbl>
              <c:idx val="19"/>
              <c:tx>
                <c:rich>
                  <a:bodyPr/>
                  <a:lstStyle/>
                  <a:p>
                    <a:r>
                      <a:t>-0.12%</a:t>
                    </a:r>
                  </a:p>
                </c:rich>
              </c:tx>
              <c:dLblPos val="inEnd"/>
              <c:showLegendKey val="0"/>
              <c:showVal val="1"/>
              <c:showCatName val="0"/>
              <c:showSerName val="0"/>
              <c:showPercent val="0"/>
              <c:showBubbleSize val="0"/>
            </c:dLbl>
            <c:dLbl>
              <c:idx val="20"/>
              <c:tx>
                <c:rich>
                  <a:bodyPr/>
                  <a:lstStyle/>
                  <a:p>
                    <a:r>
                      <a:t>-0.14%</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Region_Digital_...</c:v>
                </c:pt>
                <c:pt idx="13">
                  <c:v>Brand_Digital_S...</c:v>
                </c:pt>
                <c:pt idx="14">
                  <c:v>Region_Digital_...</c:v>
                </c:pt>
                <c:pt idx="15">
                  <c:v>POS</c:v>
                </c:pt>
                <c:pt idx="16">
                  <c:v>Region_OOH</c:v>
                </c:pt>
                <c:pt idx="17">
                  <c:v>PR</c:v>
                </c:pt>
                <c:pt idx="18">
                  <c:v>Region_TV</c:v>
                </c:pt>
                <c:pt idx="19">
                  <c:v>Price index</c:v>
                </c:pt>
                <c:pt idx="20">
                  <c:v>Region_Digital_...</c:v>
                </c:pt>
              </c:strCache>
            </c:strRef>
          </c:cat>
          <c:val>
            <c:numRef>
              <c:f>Sheet1!$C$2:$C$22</c:f>
              <c:numCache>
                <c:formatCode>General</c:formatCode>
                <c:ptCount val="21"/>
                <c:pt idx="0">
                  <c:v>61.22184723797254</c:v>
                </c:pt>
                <c:pt idx="1">
                  <c:v>18.097352012646645</c:v>
                </c:pt>
                <c:pt idx="2">
                  <c:v>6.670433879022107</c:v>
                </c:pt>
                <c:pt idx="3">
                  <c:v>5.05236334713029</c:v>
                </c:pt>
                <c:pt idx="4">
                  <c:v>1.7226937236323527</c:v>
                </c:pt>
                <c:pt idx="5">
                  <c:v>1.2954391100860538</c:v>
                </c:pt>
                <c:pt idx="6">
                  <c:v>1.2519491052690928</c:v>
                </c:pt>
                <c:pt idx="7">
                  <c:v>0.9962261279174279</c:v>
                </c:pt>
                <c:pt idx="8">
                  <c:v>0.9502463525870591</c:v>
                </c:pt>
                <c:pt idx="9">
                  <c:v>0.8142553146205248</c:v>
                </c:pt>
                <c:pt idx="10">
                  <c:v>0.5690672889630854</c:v>
                </c:pt>
                <c:pt idx="11">
                  <c:v>0.4294193516135405</c:v>
                </c:pt>
                <c:pt idx="12">
                  <c:v>0.3256960398999252</c:v>
                </c:pt>
                <c:pt idx="13">
                  <c:v>0.27889107340497316</c:v>
                </c:pt>
                <c:pt idx="14">
                  <c:v>0.2369126179428045</c:v>
                </c:pt>
                <c:pt idx="15">
                  <c:v>0.11252035576916938</c:v>
                </c:pt>
                <c:pt idx="16">
                  <c:v>0.11034840455919155</c:v>
                </c:pt>
                <c:pt idx="17">
                  <c:v>0.0674035402398447</c:v>
                </c:pt>
                <c:pt idx="18">
                  <c:v>0.05950775360288966</c:v>
                </c:pt>
                <c:pt idx="19">
                  <c:v>0.12098886311087659</c:v>
                </c:pt>
                <c:pt idx="20">
                  <c:v>0.14158377376861409</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1272178.0</c:v>
                </c:pt>
                <c:pt idx="1">
                  <c:v>1347318.0</c:v>
                </c:pt>
                <c:pt idx="2">
                  <c:v>1538324.0</c:v>
                </c:pt>
                <c:pt idx="3">
                  <c:v>1389225.0</c:v>
                </c:pt>
                <c:pt idx="4">
                  <c:v>1224660.0</c:v>
                </c:pt>
                <c:pt idx="5">
                  <c:v>1279939.0</c:v>
                </c:pt>
                <c:pt idx="6">
                  <c:v>1119349.0</c:v>
                </c:pt>
                <c:pt idx="7">
                  <c:v>1257433.0</c:v>
                </c:pt>
                <c:pt idx="8">
                  <c:v>1067516.0</c:v>
                </c:pt>
                <c:pt idx="9">
                  <c:v>1115484.0</c:v>
                </c:pt>
                <c:pt idx="10">
                  <c:v>1432500.0</c:v>
                </c:pt>
                <c:pt idx="11">
                  <c:v>1159747.0</c:v>
                </c:pt>
                <c:pt idx="12">
                  <c:v>1310243.0</c:v>
                </c:pt>
                <c:pt idx="13">
                  <c:v>1325087.0</c:v>
                </c:pt>
                <c:pt idx="14">
                  <c:v>1715131.0</c:v>
                </c:pt>
                <c:pt idx="15">
                  <c:v>1432960.0</c:v>
                </c:pt>
                <c:pt idx="16">
                  <c:v>1692172.0</c:v>
                </c:pt>
                <c:pt idx="17">
                  <c:v>1211377.0</c:v>
                </c:pt>
                <c:pt idx="18">
                  <c:v>1243530.0</c:v>
                </c:pt>
                <c:pt idx="19">
                  <c:v>1474733.0</c:v>
                </c:pt>
                <c:pt idx="20">
                  <c:v>1155366.0</c:v>
                </c:pt>
                <c:pt idx="21">
                  <c:v>1228096.0</c:v>
                </c:pt>
                <c:pt idx="22">
                  <c:v>1508869.0</c:v>
                </c:pt>
                <c:pt idx="23">
                  <c:v>1238452.0</c:v>
                </c:pt>
                <c:pt idx="24">
                  <c:v>1665105.0</c:v>
                </c:pt>
                <c:pt idx="25">
                  <c:v>1443506.0</c:v>
                </c:pt>
                <c:pt idx="26">
                  <c:v>1561559.0</c:v>
                </c:pt>
                <c:pt idx="27">
                  <c:v>1346568.0</c:v>
                </c:pt>
                <c:pt idx="28">
                  <c:v>1443587.0</c:v>
                </c:pt>
                <c:pt idx="29">
                  <c:v>1256676.0</c:v>
                </c:pt>
                <c:pt idx="30">
                  <c:v>1278433.0</c:v>
                </c:pt>
                <c:pt idx="31">
                  <c:v>1560247.0</c:v>
                </c:pt>
                <c:pt idx="32">
                  <c:v>1152863.0</c:v>
                </c:pt>
                <c:pt idx="33">
                  <c:v>1604068.0</c:v>
                </c:pt>
                <c:pt idx="34">
                  <c:v>1373527.0</c:v>
                </c:pt>
                <c:pt idx="35">
                  <c:v>1559070.0</c:v>
                </c:pt>
                <c:pt idx="36">
                  <c:v>1715232.0</c:v>
                </c:pt>
                <c:pt idx="37">
                  <c:v>1434438.0</c:v>
                </c:pt>
                <c:pt idx="38">
                  <c:v>1529749.0</c:v>
                </c:pt>
                <c:pt idx="39">
                  <c:v>1317597.0</c:v>
                </c:pt>
                <c:pt idx="40">
                  <c:v>1718233.0</c:v>
                </c:pt>
                <c:pt idx="41">
                  <c:v>1285631.0</c:v>
                </c:pt>
                <c:pt idx="42">
                  <c:v>1463974.0</c:v>
                </c:pt>
                <c:pt idx="43">
                  <c:v>1299496.0</c:v>
                </c:pt>
                <c:pt idx="44">
                  <c:v>1297133.0</c:v>
                </c:pt>
                <c:pt idx="45">
                  <c:v>1632248.0</c:v>
                </c:pt>
                <c:pt idx="46">
                  <c:v>1285801.0</c:v>
                </c:pt>
                <c:pt idx="47">
                  <c:v>1217635.0</c:v>
                </c:pt>
                <c:pt idx="48">
                  <c:v>1646462.0</c:v>
                </c:pt>
                <c:pt idx="49">
                  <c:v>1421198.0</c:v>
                </c:pt>
                <c:pt idx="50">
                  <c:v>1265261.0</c:v>
                </c:pt>
                <c:pt idx="51">
                  <c:v>1836569.0</c:v>
                </c:pt>
                <c:pt idx="52">
                  <c:v>1262943.0</c:v>
                </c:pt>
                <c:pt idx="53">
                  <c:v>1322843.0</c:v>
                </c:pt>
                <c:pt idx="54">
                  <c:v>1460557.0</c:v>
                </c:pt>
                <c:pt idx="55">
                  <c:v>1077241.0</c:v>
                </c:pt>
                <c:pt idx="56">
                  <c:v>1354726.0</c:v>
                </c:pt>
                <c:pt idx="57">
                  <c:v>1067183.0</c:v>
                </c:pt>
                <c:pt idx="58">
                  <c:v>1186946.0</c:v>
                </c:pt>
                <c:pt idx="59">
                  <c:v>1415215.0</c:v>
                </c:pt>
                <c:pt idx="60">
                  <c:v>350681.0</c:v>
                </c:pt>
                <c:pt idx="61">
                  <c:v>1544920.0</c:v>
                </c:pt>
                <c:pt idx="62">
                  <c:v>1487448.0</c:v>
                </c:pt>
                <c:pt idx="63">
                  <c:v>1838145.0</c:v>
                </c:pt>
                <c:pt idx="64">
                  <c:v>1442852.0</c:v>
                </c:pt>
                <c:pt idx="65">
                  <c:v>1175943.0</c:v>
                </c:pt>
                <c:pt idx="66">
                  <c:v>1065352.0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1287277.1490905483</c:v>
                </c:pt>
                <c:pt idx="1">
                  <c:v>1281565.3060943307</c:v>
                </c:pt>
                <c:pt idx="2">
                  <c:v>1540722.320274346</c:v>
                </c:pt>
                <c:pt idx="3">
                  <c:v>1415443.3417087365</c:v>
                </c:pt>
                <c:pt idx="4">
                  <c:v>1197522.9061325795</c:v>
                </c:pt>
                <c:pt idx="5">
                  <c:v>1357663.5860652556</c:v>
                </c:pt>
                <c:pt idx="6">
                  <c:v>1033298.3749337262</c:v>
                </c:pt>
                <c:pt idx="7">
                  <c:v>1281946.0665135265</c:v>
                </c:pt>
                <c:pt idx="8">
                  <c:v>1049184.302355201</c:v>
                </c:pt>
                <c:pt idx="9">
                  <c:v>1163727.2480717464</c:v>
                </c:pt>
                <c:pt idx="10">
                  <c:v>1484048.9095886238</c:v>
                </c:pt>
                <c:pt idx="11">
                  <c:v>1183104.4810420075</c:v>
                </c:pt>
                <c:pt idx="12">
                  <c:v>1356181.0856083552</c:v>
                </c:pt>
                <c:pt idx="13">
                  <c:v>1340377.310026318</c:v>
                </c:pt>
                <c:pt idx="14">
                  <c:v>1748514.0531089974</c:v>
                </c:pt>
                <c:pt idx="15">
                  <c:v>1444896.9241152029</c:v>
                </c:pt>
                <c:pt idx="16">
                  <c:v>1691406.6110811485</c:v>
                </c:pt>
                <c:pt idx="17">
                  <c:v>1183005.7583307736</c:v>
                </c:pt>
                <c:pt idx="18">
                  <c:v>1180523.8262227639</c:v>
                </c:pt>
                <c:pt idx="19">
                  <c:v>1439059.7859271888</c:v>
                </c:pt>
                <c:pt idx="20">
                  <c:v>1140182.300031978</c:v>
                </c:pt>
                <c:pt idx="21">
                  <c:v>1244273.142664162</c:v>
                </c:pt>
                <c:pt idx="22">
                  <c:v>1513531.2643761835</c:v>
                </c:pt>
                <c:pt idx="23">
                  <c:v>1253270.4822540055</c:v>
                </c:pt>
                <c:pt idx="24">
                  <c:v>1664498.6379892887</c:v>
                </c:pt>
                <c:pt idx="25">
                  <c:v>1401199.9216439086</c:v>
                </c:pt>
                <c:pt idx="26">
                  <c:v>1485773.3987859054</c:v>
                </c:pt>
                <c:pt idx="27">
                  <c:v>1368129.2075022222</c:v>
                </c:pt>
                <c:pt idx="28">
                  <c:v>1511084.2165143066</c:v>
                </c:pt>
                <c:pt idx="29">
                  <c:v>1240166.3662857898</c:v>
                </c:pt>
                <c:pt idx="30">
                  <c:v>1257145.6669593733</c:v>
                </c:pt>
                <c:pt idx="31">
                  <c:v>1499832.2107157165</c:v>
                </c:pt>
                <c:pt idx="32">
                  <c:v>1209929.5267488284</c:v>
                </c:pt>
                <c:pt idx="33">
                  <c:v>1521975.0427512159</c:v>
                </c:pt>
                <c:pt idx="34">
                  <c:v>1356865.5012145108</c:v>
                </c:pt>
                <c:pt idx="35">
                  <c:v>1471726.2121236944</c:v>
                </c:pt>
                <c:pt idx="36">
                  <c:v>1824122.9592527365</c:v>
                </c:pt>
                <c:pt idx="37">
                  <c:v>1402433.5985521968</c:v>
                </c:pt>
                <c:pt idx="38">
                  <c:v>1508188.3597037946</c:v>
                </c:pt>
                <c:pt idx="39">
                  <c:v>1325558.8348838028</c:v>
                </c:pt>
                <c:pt idx="40">
                  <c:v>1721545.0568684381</c:v>
                </c:pt>
                <c:pt idx="41">
                  <c:v>1233615.6424325057</c:v>
                </c:pt>
                <c:pt idx="42">
                  <c:v>1573386.5092942133</c:v>
                </c:pt>
                <c:pt idx="43">
                  <c:v>1218366.1256692433</c:v>
                </c:pt>
                <c:pt idx="44">
                  <c:v>1161238.8535711756</c:v>
                </c:pt>
                <c:pt idx="45">
                  <c:v>1668996.7783134012</c:v>
                </c:pt>
                <c:pt idx="46">
                  <c:v>1284926.5847470236</c:v>
                </c:pt>
                <c:pt idx="47">
                  <c:v>1229026.008328778</c:v>
                </c:pt>
                <c:pt idx="48">
                  <c:v>1686080.7437373116</c:v>
                </c:pt>
                <c:pt idx="49">
                  <c:v>1351913.3136746539</c:v>
                </c:pt>
                <c:pt idx="50">
                  <c:v>1323669.668944988</c:v>
                </c:pt>
                <c:pt idx="51">
                  <c:v>1746922.7216792717</c:v>
                </c:pt>
                <c:pt idx="52">
                  <c:v>1334069.0816218504</c:v>
                </c:pt>
                <c:pt idx="53">
                  <c:v>1394052.017186485</c:v>
                </c:pt>
                <c:pt idx="54">
                  <c:v>1490028.751695179</c:v>
                </c:pt>
                <c:pt idx="55">
                  <c:v>1122808.533094802</c:v>
                </c:pt>
                <c:pt idx="56">
                  <c:v>1361230.7994445676</c:v>
                </c:pt>
                <c:pt idx="57">
                  <c:v>1118917.9272597167</c:v>
                </c:pt>
                <c:pt idx="58">
                  <c:v>1167490.5294662213</c:v>
                </c:pt>
                <c:pt idx="59">
                  <c:v>1485765.0488516837</c:v>
                </c:pt>
                <c:pt idx="60">
                  <c:v>339284.1618226066</c:v>
                </c:pt>
                <c:pt idx="61">
                  <c:v>1625089.1585471688</c:v>
                </c:pt>
                <c:pt idx="62">
                  <c:v>1527769.0912774417</c:v>
                </c:pt>
                <c:pt idx="63">
                  <c:v>1908495.71870052</c:v>
                </c:pt>
                <c:pt idx="64">
                  <c:v>1511857.2622699842</c:v>
                </c:pt>
                <c:pt idx="65">
                  <c:v>1206523.0578545085</c:v>
                </c:pt>
                <c:pt idx="66">
                  <c:v>1105909.0262765244</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290195.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395367150.14</c:v>
                </c:pt>
                <c:pt idx="1">
                  <c:v>424526124.32</c:v>
                </c:pt>
                <c:pt idx="2">
                  <c:v>490574866.81</c:v>
                </c:pt>
                <c:pt idx="3">
                  <c:v>429529051.63</c:v>
                </c:pt>
                <c:pt idx="4">
                  <c:v>363101285.29999995</c:v>
                </c:pt>
                <c:pt idx="5">
                  <c:v>349745792.82</c:v>
                </c:pt>
                <c:pt idx="6">
                  <c:v>283216894.19</c:v>
                </c:pt>
                <c:pt idx="7">
                  <c:v>306076192.15999997</c:v>
                </c:pt>
                <c:pt idx="8">
                  <c:v>258260814.46</c:v>
                </c:pt>
                <c:pt idx="9">
                  <c:v>278526223.88</c:v>
                </c:pt>
                <c:pt idx="10">
                  <c:v>383868487.6</c:v>
                </c:pt>
                <c:pt idx="11">
                  <c:v>330430131.36</c:v>
                </c:pt>
                <c:pt idx="12">
                  <c:v>397834089.64</c:v>
                </c:pt>
                <c:pt idx="13">
                  <c:v>421056374.28999996</c:v>
                </c:pt>
                <c:pt idx="14">
                  <c:v>544747486.11</c:v>
                </c:pt>
                <c:pt idx="15">
                  <c:v>443010953.87</c:v>
                </c:pt>
                <c:pt idx="16">
                  <c:v>502420789.27</c:v>
                </c:pt>
                <c:pt idx="17">
                  <c:v>331284690.37</c:v>
                </c:pt>
                <c:pt idx="18">
                  <c:v>318436202.19</c:v>
                </c:pt>
                <c:pt idx="19">
                  <c:v>361869487.33000004</c:v>
                </c:pt>
                <c:pt idx="20">
                  <c:v>284141110.4</c:v>
                </c:pt>
                <c:pt idx="21">
                  <c:v>310673650.74</c:v>
                </c:pt>
                <c:pt idx="22">
                  <c:v>398469483.59</c:v>
                </c:pt>
                <c:pt idx="23">
                  <c:v>353042057.54</c:v>
                </c:pt>
                <c:pt idx="24">
                  <c:v>507514481.90000004</c:v>
                </c:pt>
                <c:pt idx="25">
                  <c:v>452924007.36</c:v>
                </c:pt>
                <c:pt idx="26">
                  <c:v>499457446.69</c:v>
                </c:pt>
                <c:pt idx="27">
                  <c:v>420528339.46000004</c:v>
                </c:pt>
                <c:pt idx="28">
                  <c:v>424466527.99</c:v>
                </c:pt>
                <c:pt idx="29">
                  <c:v>344761058.76</c:v>
                </c:pt>
                <c:pt idx="30">
                  <c:v>317164939.3</c:v>
                </c:pt>
                <c:pt idx="31">
                  <c:v>384975046.14</c:v>
                </c:pt>
                <c:pt idx="32">
                  <c:v>275744819.95</c:v>
                </c:pt>
                <c:pt idx="33">
                  <c:v>402986141.65000004</c:v>
                </c:pt>
                <c:pt idx="34">
                  <c:v>364880477.28999996</c:v>
                </c:pt>
                <c:pt idx="35">
                  <c:v>448808962.65999997</c:v>
                </c:pt>
                <c:pt idx="36">
                  <c:v>527050054.35</c:v>
                </c:pt>
                <c:pt idx="37">
                  <c:v>461652079.19</c:v>
                </c:pt>
                <c:pt idx="38">
                  <c:v>486368856.23</c:v>
                </c:pt>
                <c:pt idx="39">
                  <c:v>417644745.27</c:v>
                </c:pt>
                <c:pt idx="40">
                  <c:v>506005199.75</c:v>
                </c:pt>
                <c:pt idx="41">
                  <c:v>349733762.63</c:v>
                </c:pt>
                <c:pt idx="42">
                  <c:v>369108191.96000004</c:v>
                </c:pt>
                <c:pt idx="43">
                  <c:v>314019759.59999996</c:v>
                </c:pt>
                <c:pt idx="44">
                  <c:v>315006167.22</c:v>
                </c:pt>
                <c:pt idx="45">
                  <c:v>413372324.55</c:v>
                </c:pt>
                <c:pt idx="46">
                  <c:v>346136864.67</c:v>
                </c:pt>
                <c:pt idx="47">
                  <c:v>349010422.71000004</c:v>
                </c:pt>
                <c:pt idx="48">
                  <c:v>505446054.03999996</c:v>
                </c:pt>
                <c:pt idx="49">
                  <c:v>452998115.03</c:v>
                </c:pt>
                <c:pt idx="50">
                  <c:v>403406565.53</c:v>
                </c:pt>
                <c:pt idx="51">
                  <c:v>565929853.2</c:v>
                </c:pt>
                <c:pt idx="52">
                  <c:v>368299057.75</c:v>
                </c:pt>
                <c:pt idx="53">
                  <c:v>362572222.46</c:v>
                </c:pt>
                <c:pt idx="54">
                  <c:v>362698959.99</c:v>
                </c:pt>
                <c:pt idx="55">
                  <c:v>258212680.6</c:v>
                </c:pt>
                <c:pt idx="56">
                  <c:v>326233871.63</c:v>
                </c:pt>
                <c:pt idx="57">
                  <c:v>264943167.26</c:v>
                </c:pt>
                <c:pt idx="58">
                  <c:v>323596012.15</c:v>
                </c:pt>
                <c:pt idx="59">
                  <c:v>404487357.11</c:v>
                </c:pt>
                <c:pt idx="60">
                  <c:v>104653730.83</c:v>
                </c:pt>
                <c:pt idx="61">
                  <c:v>473940111.97</c:v>
                </c:pt>
                <c:pt idx="62">
                  <c:v>468579773.28999996</c:v>
                </c:pt>
                <c:pt idx="63">
                  <c:v>585770389.22</c:v>
                </c:pt>
                <c:pt idx="64">
                  <c:v>448086865.53000003</c:v>
                </c:pt>
                <c:pt idx="65">
                  <c:v>340798055.08</c:v>
                </c:pt>
                <c:pt idx="66">
                  <c:v>286024209.3</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400002217.83110076</c:v>
                </c:pt>
                <c:pt idx="1">
                  <c:v>403884049.0832855</c:v>
                </c:pt>
                <c:pt idx="2">
                  <c:v>491772881.3667642</c:v>
                </c:pt>
                <c:pt idx="3">
                  <c:v>437689482.2194725</c:v>
                </c:pt>
                <c:pt idx="4">
                  <c:v>355127179.87096095</c:v>
                </c:pt>
                <c:pt idx="5">
                  <c:v>371433205.3607713</c:v>
                </c:pt>
                <c:pt idx="6">
                  <c:v>261452814.35236868</c:v>
                </c:pt>
                <c:pt idx="7">
                  <c:v>312033572.72262824</c:v>
                </c:pt>
                <c:pt idx="8">
                  <c:v>253822392.38874978</c:v>
                </c:pt>
                <c:pt idx="9">
                  <c:v>290657991.8287989</c:v>
                </c:pt>
                <c:pt idx="10">
                  <c:v>398286034.76188874</c:v>
                </c:pt>
                <c:pt idx="11">
                  <c:v>337501234.8531524</c:v>
                </c:pt>
                <c:pt idx="12">
                  <c:v>412013059.33415747</c:v>
                </c:pt>
                <c:pt idx="13">
                  <c:v>425667190.5215044</c:v>
                </c:pt>
                <c:pt idx="14">
                  <c:v>555064054.8226955</c:v>
                </c:pt>
                <c:pt idx="15">
                  <c:v>446726989.75371635</c:v>
                </c:pt>
                <c:pt idx="16">
                  <c:v>502676755.1469485</c:v>
                </c:pt>
                <c:pt idx="17">
                  <c:v>323427841.79139185</c:v>
                </c:pt>
                <c:pt idx="18">
                  <c:v>301846297.3815782</c:v>
                </c:pt>
                <c:pt idx="19">
                  <c:v>352841457.9079315</c:v>
                </c:pt>
                <c:pt idx="20">
                  <c:v>280550741.2431673</c:v>
                </c:pt>
                <c:pt idx="21">
                  <c:v>314510648.5757022</c:v>
                </c:pt>
                <c:pt idx="22">
                  <c:v>399179798.6276607</c:v>
                </c:pt>
                <c:pt idx="23">
                  <c:v>357587393.1666259</c:v>
                </c:pt>
                <c:pt idx="24">
                  <c:v>506885384.46132195</c:v>
                </c:pt>
                <c:pt idx="25">
                  <c:v>440189218.4176107</c:v>
                </c:pt>
                <c:pt idx="26">
                  <c:v>475239365.4123438</c:v>
                </c:pt>
                <c:pt idx="27">
                  <c:v>427034576.89879525</c:v>
                </c:pt>
                <c:pt idx="28">
                  <c:v>443898689.7331078</c:v>
                </c:pt>
                <c:pt idx="29">
                  <c:v>340004255.7421315</c:v>
                </c:pt>
                <c:pt idx="30">
                  <c:v>312286885.8300723</c:v>
                </c:pt>
                <c:pt idx="31">
                  <c:v>370170240.00571764</c:v>
                </c:pt>
                <c:pt idx="32">
                  <c:v>289480608.21492326</c:v>
                </c:pt>
                <c:pt idx="33">
                  <c:v>382192939.62972033</c:v>
                </c:pt>
                <c:pt idx="34">
                  <c:v>361363132.2780326</c:v>
                </c:pt>
                <c:pt idx="35">
                  <c:v>423552763.3346932</c:v>
                </c:pt>
                <c:pt idx="36">
                  <c:v>560640712.6673073</c:v>
                </c:pt>
                <c:pt idx="37">
                  <c:v>451678443.12012374</c:v>
                </c:pt>
                <c:pt idx="38">
                  <c:v>479331102.4936911</c:v>
                </c:pt>
                <c:pt idx="39">
                  <c:v>420409964.2505051</c:v>
                </c:pt>
                <c:pt idx="40">
                  <c:v>507158024.90603966</c:v>
                </c:pt>
                <c:pt idx="41">
                  <c:v>335461179.3057792</c:v>
                </c:pt>
                <c:pt idx="42">
                  <c:v>397736996.3339294</c:v>
                </c:pt>
                <c:pt idx="43">
                  <c:v>294049718.18247527</c:v>
                </c:pt>
                <c:pt idx="44">
                  <c:v>282118756.62808627</c:v>
                </c:pt>
                <c:pt idx="45">
                  <c:v>422578410.6257484</c:v>
                </c:pt>
                <c:pt idx="46">
                  <c:v>345557325.410339</c:v>
                </c:pt>
                <c:pt idx="47">
                  <c:v>351979307.513823</c:v>
                </c:pt>
                <c:pt idx="48">
                  <c:v>517235886.04024607</c:v>
                </c:pt>
                <c:pt idx="49">
                  <c:v>430506728.775406</c:v>
                </c:pt>
                <c:pt idx="50">
                  <c:v>421857696.9241517</c:v>
                </c:pt>
                <c:pt idx="51">
                  <c:v>538156789.0962219</c:v>
                </c:pt>
                <c:pt idx="52">
                  <c:v>388943382.0242355</c:v>
                </c:pt>
                <c:pt idx="53">
                  <c:v>382515601.606438</c:v>
                </c:pt>
                <c:pt idx="54">
                  <c:v>370981278.7365471</c:v>
                </c:pt>
                <c:pt idx="55">
                  <c:v>269017412.8164253</c:v>
                </c:pt>
                <c:pt idx="56">
                  <c:v>327985088.4146948</c:v>
                </c:pt>
                <c:pt idx="57">
                  <c:v>277653725.8505536</c:v>
                </c:pt>
                <c:pt idx="58">
                  <c:v>318313501.62697977</c:v>
                </c:pt>
                <c:pt idx="59">
                  <c:v>424903413.5898715</c:v>
                </c:pt>
                <c:pt idx="60">
                  <c:v>101252572.41272049</c:v>
                </c:pt>
                <c:pt idx="61">
                  <c:v>498660310.6167815</c:v>
                </c:pt>
                <c:pt idx="62">
                  <c:v>481334553.4076218</c:v>
                </c:pt>
                <c:pt idx="63">
                  <c:v>608622788.5796325</c:v>
                </c:pt>
                <c:pt idx="64">
                  <c:v>470040520.11891294</c:v>
                </c:pt>
                <c:pt idx="65">
                  <c:v>349987465.54091376</c:v>
                </c:pt>
                <c:pt idx="66">
                  <c:v>296816241.8108859</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730347346.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Paris: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754006.491463069</c:v>
                </c:pt>
                <c:pt idx="1">
                  <c:v>754006.491463069</c:v>
                </c:pt>
                <c:pt idx="2">
                  <c:v>942508.1143288362</c:v>
                </c:pt>
                <c:pt idx="3">
                  <c:v>754006.491463069</c:v>
                </c:pt>
                <c:pt idx="4">
                  <c:v>754006.491463069</c:v>
                </c:pt>
                <c:pt idx="5">
                  <c:v>942508.1143288362</c:v>
                </c:pt>
                <c:pt idx="6">
                  <c:v>754006.491463069</c:v>
                </c:pt>
                <c:pt idx="7">
                  <c:v>942508.1143288362</c:v>
                </c:pt>
                <c:pt idx="8">
                  <c:v>754006.491463069</c:v>
                </c:pt>
                <c:pt idx="9">
                  <c:v>754006.491463069</c:v>
                </c:pt>
                <c:pt idx="10">
                  <c:v>942508.1143288362</c:v>
                </c:pt>
                <c:pt idx="11">
                  <c:v>754006.491463069</c:v>
                </c:pt>
                <c:pt idx="12">
                  <c:v>754006.491463069</c:v>
                </c:pt>
                <c:pt idx="13">
                  <c:v>754006.491463069</c:v>
                </c:pt>
                <c:pt idx="14">
                  <c:v>942508.1143288362</c:v>
                </c:pt>
                <c:pt idx="15">
                  <c:v>754006.491463069</c:v>
                </c:pt>
                <c:pt idx="16">
                  <c:v>942508.1143288362</c:v>
                </c:pt>
                <c:pt idx="17">
                  <c:v>754006.491463069</c:v>
                </c:pt>
                <c:pt idx="18">
                  <c:v>754006.491463069</c:v>
                </c:pt>
                <c:pt idx="19">
                  <c:v>942508.1143288362</c:v>
                </c:pt>
                <c:pt idx="20">
                  <c:v>754006.491463069</c:v>
                </c:pt>
                <c:pt idx="21">
                  <c:v>754006.491463069</c:v>
                </c:pt>
                <c:pt idx="22">
                  <c:v>942508.1143288362</c:v>
                </c:pt>
                <c:pt idx="23">
                  <c:v>754006.491463069</c:v>
                </c:pt>
                <c:pt idx="24">
                  <c:v>942508.1143288362</c:v>
                </c:pt>
                <c:pt idx="25">
                  <c:v>754006.491463069</c:v>
                </c:pt>
                <c:pt idx="26">
                  <c:v>754006.491463069</c:v>
                </c:pt>
                <c:pt idx="27">
                  <c:v>754006.491463069</c:v>
                </c:pt>
                <c:pt idx="28">
                  <c:v>942508.1143288362</c:v>
                </c:pt>
                <c:pt idx="29">
                  <c:v>754006.491463069</c:v>
                </c:pt>
                <c:pt idx="30">
                  <c:v>754006.491463069</c:v>
                </c:pt>
                <c:pt idx="31">
                  <c:v>942508.1143288362</c:v>
                </c:pt>
                <c:pt idx="32">
                  <c:v>754006.491463069</c:v>
                </c:pt>
                <c:pt idx="33">
                  <c:v>942508.1143288362</c:v>
                </c:pt>
                <c:pt idx="34">
                  <c:v>754006.491463069</c:v>
                </c:pt>
                <c:pt idx="35">
                  <c:v>754006.491463069</c:v>
                </c:pt>
                <c:pt idx="36">
                  <c:v>942508.1143288362</c:v>
                </c:pt>
                <c:pt idx="37">
                  <c:v>754006.491463069</c:v>
                </c:pt>
                <c:pt idx="38">
                  <c:v>754006.491463069</c:v>
                </c:pt>
                <c:pt idx="39">
                  <c:v>754006.491463069</c:v>
                </c:pt>
                <c:pt idx="40">
                  <c:v>942508.1143288362</c:v>
                </c:pt>
                <c:pt idx="41">
                  <c:v>754006.491463069</c:v>
                </c:pt>
                <c:pt idx="42">
                  <c:v>942508.1143288362</c:v>
                </c:pt>
                <c:pt idx="43">
                  <c:v>754006.491463069</c:v>
                </c:pt>
                <c:pt idx="44">
                  <c:v>754006.491463069</c:v>
                </c:pt>
                <c:pt idx="45">
                  <c:v>942508.1143288362</c:v>
                </c:pt>
                <c:pt idx="46">
                  <c:v>754006.491463069</c:v>
                </c:pt>
                <c:pt idx="47">
                  <c:v>754006.491463069</c:v>
                </c:pt>
                <c:pt idx="48">
                  <c:v>942508.1143288362</c:v>
                </c:pt>
                <c:pt idx="49">
                  <c:v>754006.491463069</c:v>
                </c:pt>
                <c:pt idx="50">
                  <c:v>754006.491463069</c:v>
                </c:pt>
                <c:pt idx="51">
                  <c:v>942508.1143288362</c:v>
                </c:pt>
                <c:pt idx="52">
                  <c:v>754006.491463069</c:v>
                </c:pt>
                <c:pt idx="53">
                  <c:v>754006.491463069</c:v>
                </c:pt>
                <c:pt idx="54">
                  <c:v>942508.1143288362</c:v>
                </c:pt>
                <c:pt idx="55">
                  <c:v>754006.491463069</c:v>
                </c:pt>
                <c:pt idx="56">
                  <c:v>942508.1143288362</c:v>
                </c:pt>
                <c:pt idx="57">
                  <c:v>754006.491463069</c:v>
                </c:pt>
                <c:pt idx="58">
                  <c:v>754006.491463069</c:v>
                </c:pt>
                <c:pt idx="59">
                  <c:v>942508.1143288362</c:v>
                </c:pt>
                <c:pt idx="60">
                  <c:v>754006.491463069</c:v>
                </c:pt>
                <c:pt idx="61">
                  <c:v>754006.491463069</c:v>
                </c:pt>
                <c:pt idx="62">
                  <c:v>942508.1143288362</c:v>
                </c:pt>
                <c:pt idx="63">
                  <c:v>754006.491463069</c:v>
                </c:pt>
                <c:pt idx="64">
                  <c:v>754006.491463069</c:v>
                </c:pt>
                <c:pt idx="65">
                  <c:v>754006.491463069</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21514.663151922967</c:v>
                </c:pt>
                <c:pt idx="1">
                  <c:v>9371.072915719305</c:v>
                </c:pt>
                <c:pt idx="2">
                  <c:v>158.77509611900652</c:v>
                </c:pt>
                <c:pt idx="3">
                  <c:v>21932.161303050696</c:v>
                </c:pt>
                <c:pt idx="4">
                  <c:v>4665.955024578538</c:v>
                </c:pt>
                <c:pt idx="5">
                  <c:v>57.890709665774544</c:v>
                </c:pt>
                <c:pt idx="6">
                  <c:v>20375.332791208355</c:v>
                </c:pt>
                <c:pt idx="7">
                  <c:v>3693.9742359371644</c:v>
                </c:pt>
                <c:pt idx="8">
                  <c:v>2243.4062970976825</c:v>
                </c:pt>
                <c:pt idx="9">
                  <c:v>8390.415116025477</c:v>
                </c:pt>
                <c:pt idx="10">
                  <c:v>14721.828267195926</c:v>
                </c:pt>
                <c:pt idx="11">
                  <c:v>7821.462837476148</c:v>
                </c:pt>
                <c:pt idx="12">
                  <c:v>20427.62772518198</c:v>
                </c:pt>
                <c:pt idx="13">
                  <c:v>2080.1078053667275</c:v>
                </c:pt>
                <c:pt idx="14">
                  <c:v>7484.004494499898</c:v>
                </c:pt>
                <c:pt idx="15">
                  <c:v>12322.636304759393</c:v>
                </c:pt>
                <c:pt idx="16">
                  <c:v>25480.199069890292</c:v>
                </c:pt>
                <c:pt idx="17">
                  <c:v>342.3717158286304</c:v>
                </c:pt>
                <c:pt idx="18">
                  <c:v>4.361439965080759</c:v>
                </c:pt>
                <c:pt idx="19">
                  <c:v>14213.709191000631</c:v>
                </c:pt>
                <c:pt idx="20">
                  <c:v>9158.526976645595</c:v>
                </c:pt>
                <c:pt idx="21">
                  <c:v>23280.083366329094</c:v>
                </c:pt>
                <c:pt idx="22">
                  <c:v>15498.642859853202</c:v>
                </c:pt>
                <c:pt idx="23">
                  <c:v>20311.03675352666</c:v>
                </c:pt>
                <c:pt idx="24">
                  <c:v>8236.157298106247</c:v>
                </c:pt>
                <c:pt idx="25">
                  <c:v>482.2497731818458</c:v>
                </c:pt>
                <c:pt idx="26">
                  <c:v>6618.8788685898735</c:v>
                </c:pt>
                <c:pt idx="27">
                  <c:v>225.2303263660972</c:v>
                </c:pt>
                <c:pt idx="28">
                  <c:v>2805.349421620289</c:v>
                </c:pt>
                <c:pt idx="29">
                  <c:v>7658.319249294556</c:v>
                </c:pt>
                <c:pt idx="30">
                  <c:v>19531.53828972739</c:v>
                </c:pt>
                <c:pt idx="31">
                  <c:v>11412.7233900422</c:v>
                </c:pt>
                <c:pt idx="32">
                  <c:v>11727.156375833567</c:v>
                </c:pt>
                <c:pt idx="33">
                  <c:v>8549.633817923119</c:v>
                </c:pt>
                <c:pt idx="34">
                  <c:v>209.92446240628803</c:v>
                </c:pt>
                <c:pt idx="35">
                  <c:v>19307.124235956908</c:v>
                </c:pt>
                <c:pt idx="36">
                  <c:v>35145.4510460834</c:v>
                </c:pt>
                <c:pt idx="37">
                  <c:v>19826.231342283056</c:v>
                </c:pt>
                <c:pt idx="38">
                  <c:v>23701.922667121635</c:v>
                </c:pt>
                <c:pt idx="39">
                  <c:v>14334.64895513253</c:v>
                </c:pt>
                <c:pt idx="40">
                  <c:v>20525.90845133552</c:v>
                </c:pt>
                <c:pt idx="41">
                  <c:v>4902.995648462327</c:v>
                </c:pt>
                <c:pt idx="42">
                  <c:v>25570.888241948654</c:v>
                </c:pt>
                <c:pt idx="43">
                  <c:v>7554.459322915523</c:v>
                </c:pt>
                <c:pt idx="44">
                  <c:v>466.5612578679588</c:v>
                </c:pt>
                <c:pt idx="45">
                  <c:v>10166.091169904355</c:v>
                </c:pt>
                <c:pt idx="46">
                  <c:v>13477.887046965629</c:v>
                </c:pt>
                <c:pt idx="47">
                  <c:v>1157.9637630202171</c:v>
                </c:pt>
                <c:pt idx="48">
                  <c:v>12021.496290378602</c:v>
                </c:pt>
                <c:pt idx="49">
                  <c:v>8904.202008488899</c:v>
                </c:pt>
                <c:pt idx="50">
                  <c:v>6282.917771296408</c:v>
                </c:pt>
                <c:pt idx="51">
                  <c:v>27704.64888838582</c:v>
                </c:pt>
                <c:pt idx="52">
                  <c:v>21433.040261519174</c:v>
                </c:pt>
                <c:pt idx="53">
                  <c:v>10103.607996517541</c:v>
                </c:pt>
                <c:pt idx="54">
                  <c:v>172.21598729319982</c:v>
                </c:pt>
                <c:pt idx="55">
                  <c:v>10376.939290134427</c:v>
                </c:pt>
                <c:pt idx="56">
                  <c:v>23033.85873902917</c:v>
                </c:pt>
                <c:pt idx="57">
                  <c:v>29344.293095255336</c:v>
                </c:pt>
                <c:pt idx="58">
                  <c:v>18715.126723845577</c:v>
                </c:pt>
                <c:pt idx="59">
                  <c:v>19971.526236455775</c:v>
                </c:pt>
                <c:pt idx="60">
                  <c:v>27338.77945760751</c:v>
                </c:pt>
                <c:pt idx="61">
                  <c:v>1636.6750308278467</c:v>
                </c:pt>
                <c:pt idx="62">
                  <c:v>245.4479222670641</c:v>
                </c:pt>
                <c:pt idx="63">
                  <c:v>30305.094683083993</c:v>
                </c:pt>
                <c:pt idx="64">
                  <c:v>4880.007819703927</c:v>
                </c:pt>
                <c:pt idx="65">
                  <c:v>149.02135132388472</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55641.188292806895</c:v>
                </c:pt>
                <c:pt idx="1">
                  <c:v>43513.215079406335</c:v>
                </c:pt>
                <c:pt idx="2">
                  <c:v>38852.300784547</c:v>
                </c:pt>
                <c:pt idx="3">
                  <c:v>110765.39971969923</c:v>
                </c:pt>
                <c:pt idx="4">
                  <c:v>50865.375728948005</c:v>
                </c:pt>
                <c:pt idx="5">
                  <c:v>26076.882306321815</c:v>
                </c:pt>
                <c:pt idx="6">
                  <c:v>14162.096487761044</c:v>
                </c:pt>
                <c:pt idx="7">
                  <c:v>6116.190953202302</c:v>
                </c:pt>
                <c:pt idx="8">
                  <c:v>5691.349432341189</c:v>
                </c:pt>
                <c:pt idx="9">
                  <c:v>76501.1035335511</c:v>
                </c:pt>
                <c:pt idx="10">
                  <c:v>97409.17944576897</c:v>
                </c:pt>
                <c:pt idx="11">
                  <c:v>36957.215524132094</c:v>
                </c:pt>
                <c:pt idx="12">
                  <c:v>16687.34980892621</c:v>
                </c:pt>
                <c:pt idx="13">
                  <c:v>10397.69142083179</c:v>
                </c:pt>
                <c:pt idx="14">
                  <c:v>63091.84212972631</c:v>
                </c:pt>
                <c:pt idx="15">
                  <c:v>92968.24694496517</c:v>
                </c:pt>
                <c:pt idx="16">
                  <c:v>53714.978698726896</c:v>
                </c:pt>
                <c:pt idx="17">
                  <c:v>85085.93447449408</c:v>
                </c:pt>
                <c:pt idx="18">
                  <c:v>160014.6138049332</c:v>
                </c:pt>
                <c:pt idx="19">
                  <c:v>133543.38720170048</c:v>
                </c:pt>
                <c:pt idx="20">
                  <c:v>112720.37825570123</c:v>
                </c:pt>
                <c:pt idx="21">
                  <c:v>123655.75091962641</c:v>
                </c:pt>
                <c:pt idx="22">
                  <c:v>133363.65570568581</c:v>
                </c:pt>
                <c:pt idx="23">
                  <c:v>62015.036886797</c:v>
                </c:pt>
                <c:pt idx="24">
                  <c:v>87458.3509652531</c:v>
                </c:pt>
                <c:pt idx="25">
                  <c:v>108373.56635451327</c:v>
                </c:pt>
                <c:pt idx="26">
                  <c:v>138727.59561289637</c:v>
                </c:pt>
                <c:pt idx="27">
                  <c:v>103287.94711497615</c:v>
                </c:pt>
                <c:pt idx="28">
                  <c:v>64525.42940374575</c:v>
                </c:pt>
                <c:pt idx="29">
                  <c:v>95160.82284913858</c:v>
                </c:pt>
                <c:pt idx="30">
                  <c:v>139525.9552962016</c:v>
                </c:pt>
                <c:pt idx="31">
                  <c:v>231554.22615069355</c:v>
                </c:pt>
                <c:pt idx="32">
                  <c:v>208425.50777830667</c:v>
                </c:pt>
                <c:pt idx="33">
                  <c:v>250338.55390063062</c:v>
                </c:pt>
                <c:pt idx="34">
                  <c:v>228224.2071186495</c:v>
                </c:pt>
                <c:pt idx="35">
                  <c:v>143042.0774421911</c:v>
                </c:pt>
                <c:pt idx="36">
                  <c:v>80993.64354911429</c:v>
                </c:pt>
                <c:pt idx="37">
                  <c:v>125667.17472859629</c:v>
                </c:pt>
                <c:pt idx="38">
                  <c:v>144383.65191499388</c:v>
                </c:pt>
                <c:pt idx="39">
                  <c:v>55042.59054943605</c:v>
                </c:pt>
                <c:pt idx="40">
                  <c:v>156848.90219430186</c:v>
                </c:pt>
                <c:pt idx="41">
                  <c:v>126194.8943874009</c:v>
                </c:pt>
                <c:pt idx="42">
                  <c:v>173628.14784941057</c:v>
                </c:pt>
                <c:pt idx="43">
                  <c:v>196918.75436492794</c:v>
                </c:pt>
                <c:pt idx="44">
                  <c:v>170809.25786109074</c:v>
                </c:pt>
                <c:pt idx="45">
                  <c:v>242748.5399216787</c:v>
                </c:pt>
                <c:pt idx="46">
                  <c:v>159036.45281779786</c:v>
                </c:pt>
                <c:pt idx="47">
                  <c:v>87898.48057960065</c:v>
                </c:pt>
                <c:pt idx="48">
                  <c:v>164910.71587975943</c:v>
                </c:pt>
                <c:pt idx="49">
                  <c:v>70157.60154683518</c:v>
                </c:pt>
                <c:pt idx="50">
                  <c:v>67443.18651803961</c:v>
                </c:pt>
                <c:pt idx="51">
                  <c:v>97072.27867323662</c:v>
                </c:pt>
                <c:pt idx="52">
                  <c:v>120375.06209828518</c:v>
                </c:pt>
                <c:pt idx="53">
                  <c:v>157687.96327463153</c:v>
                </c:pt>
                <c:pt idx="54">
                  <c:v>176028.136267125</c:v>
                </c:pt>
                <c:pt idx="55">
                  <c:v>143350.1741512861</c:v>
                </c:pt>
                <c:pt idx="56">
                  <c:v>99725.51989155149</c:v>
                </c:pt>
                <c:pt idx="57">
                  <c:v>27325.476416716505</c:v>
                </c:pt>
                <c:pt idx="58">
                  <c:v>23283.000257833915</c:v>
                </c:pt>
                <c:pt idx="59">
                  <c:v>118576.16522207744</c:v>
                </c:pt>
                <c:pt idx="60">
                  <c:v>150014.19996924401</c:v>
                </c:pt>
                <c:pt idx="61">
                  <c:v>145309.5222270462</c:v>
                </c:pt>
                <c:pt idx="62">
                  <c:v>221268.81601904237</c:v>
                </c:pt>
                <c:pt idx="63">
                  <c:v>71651.1300484228</c:v>
                </c:pt>
                <c:pt idx="64">
                  <c:v>19934.87111549113</c:v>
                </c:pt>
                <c:pt idx="65">
                  <c:v>12811.55195134019</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16146.054603358782</c:v>
                </c:pt>
                <c:pt idx="1">
                  <c:v>13104.436426367623</c:v>
                </c:pt>
                <c:pt idx="2">
                  <c:v>14335.213889063942</c:v>
                </c:pt>
                <c:pt idx="3">
                  <c:v>15093.681558265904</c:v>
                </c:pt>
                <c:pt idx="4">
                  <c:v>27801.835188015495</c:v>
                </c:pt>
                <c:pt idx="5">
                  <c:v>5880.482892120039</c:v>
                </c:pt>
                <c:pt idx="6">
                  <c:v>348.1520623176112</c:v>
                </c:pt>
                <c:pt idx="7">
                  <c:v>18927.350306789274</c:v>
                </c:pt>
                <c:pt idx="8">
                  <c:v>23592.368551695046</c:v>
                </c:pt>
                <c:pt idx="9">
                  <c:v>18428.804891844586</c:v>
                </c:pt>
                <c:pt idx="10">
                  <c:v>907.2935503960987</c:v>
                </c:pt>
                <c:pt idx="11">
                  <c:v>14175.252132790229</c:v>
                </c:pt>
                <c:pt idx="12">
                  <c:v>17732.793561613307</c:v>
                </c:pt>
                <c:pt idx="13">
                  <c:v>12920.857409432445</c:v>
                </c:pt>
                <c:pt idx="14">
                  <c:v>28337.03244247169</c:v>
                </c:pt>
                <c:pt idx="15">
                  <c:v>45185.67151625506</c:v>
                </c:pt>
                <c:pt idx="16">
                  <c:v>30824.89480510483</c:v>
                </c:pt>
                <c:pt idx="17">
                  <c:v>21736.628405352196</c:v>
                </c:pt>
                <c:pt idx="18">
                  <c:v>4824.606432934863</c:v>
                </c:pt>
                <c:pt idx="19">
                  <c:v>6245.467591735292</c:v>
                </c:pt>
                <c:pt idx="20">
                  <c:v>20295.974898077828</c:v>
                </c:pt>
                <c:pt idx="21">
                  <c:v>32294.569360681573</c:v>
                </c:pt>
                <c:pt idx="22">
                  <c:v>1932.1402249876448</c:v>
                </c:pt>
                <c:pt idx="23">
                  <c:v>28627.635285298173</c:v>
                </c:pt>
                <c:pt idx="24">
                  <c:v>32413.20001104654</c:v>
                </c:pt>
                <c:pt idx="25">
                  <c:v>23953.80848067093</c:v>
                </c:pt>
                <c:pt idx="26">
                  <c:v>9345.905995008578</c:v>
                </c:pt>
                <c:pt idx="27">
                  <c:v>21819.617852159045</c:v>
                </c:pt>
                <c:pt idx="28">
                  <c:v>11911.317576758705</c:v>
                </c:pt>
                <c:pt idx="29">
                  <c:v>846.2907023562736</c:v>
                </c:pt>
                <c:pt idx="30">
                  <c:v>5501.178261000437</c:v>
                </c:pt>
                <c:pt idx="31">
                  <c:v>14832.291675705263</c:v>
                </c:pt>
                <c:pt idx="32">
                  <c:v>13009.567746808352</c:v>
                </c:pt>
                <c:pt idx="33">
                  <c:v>37500.26578704325</c:v>
                </c:pt>
                <c:pt idx="34">
                  <c:v>10127.409631158656</c:v>
                </c:pt>
                <c:pt idx="35">
                  <c:v>21789.74771296645</c:v>
                </c:pt>
                <c:pt idx="36">
                  <c:v>34448.95014341519</c:v>
                </c:pt>
                <c:pt idx="37">
                  <c:v>19111.705399937597</c:v>
                </c:pt>
                <c:pt idx="38">
                  <c:v>12323.302899900387</c:v>
                </c:pt>
                <c:pt idx="39">
                  <c:v>18956.36558876031</c:v>
                </c:pt>
                <c:pt idx="40">
                  <c:v>21659.12147371645</c:v>
                </c:pt>
                <c:pt idx="41">
                  <c:v>9189.508869947833</c:v>
                </c:pt>
                <c:pt idx="42">
                  <c:v>31513.4753313924</c:v>
                </c:pt>
                <c:pt idx="43">
                  <c:v>17361.124735893263</c:v>
                </c:pt>
                <c:pt idx="44">
                  <c:v>15677.995421404124</c:v>
                </c:pt>
                <c:pt idx="45">
                  <c:v>52579.88224839031</c:v>
                </c:pt>
                <c:pt idx="46">
                  <c:v>18095.172963127097</c:v>
                </c:pt>
                <c:pt idx="47">
                  <c:v>736.1195219151293</c:v>
                </c:pt>
                <c:pt idx="48">
                  <c:v>17400.6265416522</c:v>
                </c:pt>
                <c:pt idx="49">
                  <c:v>18920.04394845754</c:v>
                </c:pt>
                <c:pt idx="50">
                  <c:v>9201.832285019344</c:v>
                </c:pt>
                <c:pt idx="51">
                  <c:v>61705.43011361483</c:v>
                </c:pt>
                <c:pt idx="52">
                  <c:v>14734.763137856733</c:v>
                </c:pt>
                <c:pt idx="53">
                  <c:v>14490.883254131082</c:v>
                </c:pt>
                <c:pt idx="54">
                  <c:v>19155.607383687206</c:v>
                </c:pt>
                <c:pt idx="55">
                  <c:v>28.059690649660674</c:v>
                </c:pt>
                <c:pt idx="56">
                  <c:v>800.6714715284348</c:v>
                </c:pt>
                <c:pt idx="57">
                  <c:v>9536.101019956932</c:v>
                </c:pt>
                <c:pt idx="58">
                  <c:v>36710.61608347141</c:v>
                </c:pt>
                <c:pt idx="59">
                  <c:v>48416.35914118502</c:v>
                </c:pt>
                <c:pt idx="60">
                  <c:v>41715.5688135931</c:v>
                </c:pt>
                <c:pt idx="61">
                  <c:v>20899.643986130504</c:v>
                </c:pt>
                <c:pt idx="62">
                  <c:v>6907.891724133826</c:v>
                </c:pt>
                <c:pt idx="63">
                  <c:v>42616.764779482444</c:v>
                </c:pt>
                <c:pt idx="64">
                  <c:v>7823.372575430587</c:v>
                </c:pt>
                <c:pt idx="65">
                  <c:v>664.7828220695784</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5493.615310636791</c:v>
                </c:pt>
                <c:pt idx="1">
                  <c:v>8615.284585551071</c:v>
                </c:pt>
                <c:pt idx="2">
                  <c:v>5868.011901897016</c:v>
                </c:pt>
                <c:pt idx="3">
                  <c:v>5464.741505613976</c:v>
                </c:pt>
                <c:pt idx="4">
                  <c:v>85.23375665108644</c:v>
                </c:pt>
                <c:pt idx="5">
                  <c:v>4652.518052605697</c:v>
                </c:pt>
                <c:pt idx="6">
                  <c:v>2546.973057732761</c:v>
                </c:pt>
                <c:pt idx="7">
                  <c:v>120.52011634033683</c:v>
                </c:pt>
                <c:pt idx="8">
                  <c:v>11986.895334522611</c:v>
                </c:pt>
                <c:pt idx="9">
                  <c:v>443.88725114028955</c:v>
                </c:pt>
                <c:pt idx="10">
                  <c:v>5160.202849922493</c:v>
                </c:pt>
                <c:pt idx="11">
                  <c:v>3790.1223831301104</c:v>
                </c:pt>
                <c:pt idx="12">
                  <c:v>11759.335557156031</c:v>
                </c:pt>
                <c:pt idx="13">
                  <c:v>360.53584397870213</c:v>
                </c:pt>
                <c:pt idx="14">
                  <c:v>2040.3659972642106</c:v>
                </c:pt>
                <c:pt idx="15">
                  <c:v>11121.430415231305</c:v>
                </c:pt>
                <c:pt idx="16">
                  <c:v>19264.26741794784</c:v>
                </c:pt>
                <c:pt idx="17">
                  <c:v>10618.979998272549</c:v>
                </c:pt>
                <c:pt idx="18">
                  <c:v>8805.823538764751</c:v>
                </c:pt>
                <c:pt idx="19">
                  <c:v>2778.86618744142</c:v>
                </c:pt>
                <c:pt idx="20">
                  <c:v>12000.757081139123</c:v>
                </c:pt>
                <c:pt idx="21">
                  <c:v>2591.653141231753</c:v>
                </c:pt>
                <c:pt idx="22">
                  <c:v>8783.74060703218</c:v>
                </c:pt>
                <c:pt idx="23">
                  <c:v>146.71681794583466</c:v>
                </c:pt>
                <c:pt idx="24">
                  <c:v>114.49364760979084</c:v>
                </c:pt>
                <c:pt idx="25">
                  <c:v>241.1909059811227</c:v>
                </c:pt>
                <c:pt idx="26">
                  <c:v>4272.605612014827</c:v>
                </c:pt>
                <c:pt idx="27">
                  <c:v>5945.754804123692</c:v>
                </c:pt>
                <c:pt idx="28">
                  <c:v>232.85083556294154</c:v>
                </c:pt>
                <c:pt idx="29">
                  <c:v>12240.740813516866</c:v>
                </c:pt>
                <c:pt idx="30">
                  <c:v>14418.295116815023</c:v>
                </c:pt>
                <c:pt idx="31">
                  <c:v>11377.254931766769</c:v>
                </c:pt>
                <c:pt idx="32">
                  <c:v>2225.9437025663938</c:v>
                </c:pt>
                <c:pt idx="33">
                  <c:v>2061.6772553579576</c:v>
                </c:pt>
                <c:pt idx="34">
                  <c:v>91.06366321106002</c:v>
                </c:pt>
                <c:pt idx="35">
                  <c:v>17597.718777450387</c:v>
                </c:pt>
                <c:pt idx="36">
                  <c:v>16612.315038181445</c:v>
                </c:pt>
                <c:pt idx="37">
                  <c:v>4781.8121294306</c:v>
                </c:pt>
                <c:pt idx="38">
                  <c:v>7700.78936487998</c:v>
                </c:pt>
                <c:pt idx="39">
                  <c:v>7201.160026249639</c:v>
                </c:pt>
                <c:pt idx="40">
                  <c:v>153.80994426995574</c:v>
                </c:pt>
                <c:pt idx="41">
                  <c:v>191.74975423804804</c:v>
                </c:pt>
                <c:pt idx="42">
                  <c:v>5611.201108613857</c:v>
                </c:pt>
                <c:pt idx="43">
                  <c:v>8900.803508767955</c:v>
                </c:pt>
                <c:pt idx="44">
                  <c:v>86.11236505482145</c:v>
                </c:pt>
                <c:pt idx="45">
                  <c:v>25586.26005796592</c:v>
                </c:pt>
                <c:pt idx="46">
                  <c:v>4743.967373717249</c:v>
                </c:pt>
                <c:pt idx="47">
                  <c:v>11050.16356983189</c:v>
                </c:pt>
                <c:pt idx="48">
                  <c:v>10902.132260870558</c:v>
                </c:pt>
                <c:pt idx="49">
                  <c:v>3234.4080200692956</c:v>
                </c:pt>
                <c:pt idx="50">
                  <c:v>66.15214836853991</c:v>
                </c:pt>
                <c:pt idx="51">
                  <c:v>5208.489139605302</c:v>
                </c:pt>
                <c:pt idx="52">
                  <c:v>15390.242406173882</c:v>
                </c:pt>
                <c:pt idx="53">
                  <c:v>95.62176022678452</c:v>
                </c:pt>
                <c:pt idx="54">
                  <c:v>8045.303378802562</c:v>
                </c:pt>
                <c:pt idx="55">
                  <c:v>10944.460555276153</c:v>
                </c:pt>
                <c:pt idx="56">
                  <c:v>10812.075875488486</c:v>
                </c:pt>
                <c:pt idx="57">
                  <c:v>55.72826506480836</c:v>
                </c:pt>
                <c:pt idx="58">
                  <c:v>166.18676952762027</c:v>
                </c:pt>
                <c:pt idx="59">
                  <c:v>11831.174875760738</c:v>
                </c:pt>
                <c:pt idx="60">
                  <c:v>17471.113345384565</c:v>
                </c:pt>
                <c:pt idx="61">
                  <c:v>12451.43795499059</c:v>
                </c:pt>
                <c:pt idx="62">
                  <c:v>13220.374522796848</c:v>
                </c:pt>
                <c:pt idx="63">
                  <c:v>4885.276364829613</c:v>
                </c:pt>
                <c:pt idx="64">
                  <c:v>3673.851889166655</c:v>
                </c:pt>
                <c:pt idx="65">
                  <c:v>8784.895611252829</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659.6825803945991</c:v>
                </c:pt>
                <c:pt idx="1">
                  <c:v>7615.848008174809</c:v>
                </c:pt>
                <c:pt idx="2">
                  <c:v>2970.640456712527</c:v>
                </c:pt>
                <c:pt idx="3">
                  <c:v>12.655332035252304</c:v>
                </c:pt>
                <c:pt idx="4">
                  <c:v>11493.521988803626</c:v>
                </c:pt>
                <c:pt idx="5">
                  <c:v>9123.980497670476</c:v>
                </c:pt>
                <c:pt idx="6">
                  <c:v>5330.921931355282</c:v>
                </c:pt>
                <c:pt idx="7">
                  <c:v>648.1817040866149</c:v>
                </c:pt>
                <c:pt idx="8">
                  <c:v>21759.56821945044</c:v>
                </c:pt>
                <c:pt idx="9">
                  <c:v>7729.968489512461</c:v>
                </c:pt>
                <c:pt idx="10">
                  <c:v>12895.778082706955</c:v>
                </c:pt>
                <c:pt idx="11">
                  <c:v>101.59525920145254</c:v>
                </c:pt>
                <c:pt idx="12">
                  <c:v>11286.386902219429</c:v>
                </c:pt>
                <c:pt idx="13">
                  <c:v>5480.245952816815</c:v>
                </c:pt>
                <c:pt idx="14">
                  <c:v>23222.61577514998</c:v>
                </c:pt>
                <c:pt idx="15">
                  <c:v>17151.643953746523</c:v>
                </c:pt>
                <c:pt idx="16">
                  <c:v>25314.63095188074</c:v>
                </c:pt>
                <c:pt idx="17">
                  <c:v>393.5598077906877</c:v>
                </c:pt>
                <c:pt idx="18">
                  <c:v>9827.540512977374</c:v>
                </c:pt>
                <c:pt idx="19">
                  <c:v>21261.304952803162</c:v>
                </c:pt>
                <c:pt idx="20">
                  <c:v>685.6313606823471</c:v>
                </c:pt>
                <c:pt idx="21">
                  <c:v>8097.73081622205</c:v>
                </c:pt>
                <c:pt idx="22">
                  <c:v>7593.148194612254</c:v>
                </c:pt>
                <c:pt idx="23">
                  <c:v>6293.691844604904</c:v>
                </c:pt>
                <c:pt idx="24">
                  <c:v>9356.815481520041</c:v>
                </c:pt>
                <c:pt idx="25">
                  <c:v>35.163633235749735</c:v>
                </c:pt>
                <c:pt idx="26">
                  <c:v>136.10248800345263</c:v>
                </c:pt>
                <c:pt idx="27">
                  <c:v>9793.084938727772</c:v>
                </c:pt>
                <c:pt idx="28">
                  <c:v>10598.539100206586</c:v>
                </c:pt>
                <c:pt idx="29">
                  <c:v>2666.463883167499</c:v>
                </c:pt>
                <c:pt idx="30">
                  <c:v>5590.721462182036</c:v>
                </c:pt>
                <c:pt idx="31">
                  <c:v>18524.191749718393</c:v>
                </c:pt>
                <c:pt idx="32">
                  <c:v>16319.674797695152</c:v>
                </c:pt>
                <c:pt idx="33">
                  <c:v>8430.949870259636</c:v>
                </c:pt>
                <c:pt idx="34">
                  <c:v>4547.141032785482</c:v>
                </c:pt>
                <c:pt idx="35">
                  <c:v>12086.581016805249</c:v>
                </c:pt>
                <c:pt idx="36">
                  <c:v>19502.918310448316</c:v>
                </c:pt>
                <c:pt idx="37">
                  <c:v>30.16720508822314</c:v>
                </c:pt>
                <c:pt idx="38">
                  <c:v>20872.695042211977</c:v>
                </c:pt>
                <c:pt idx="39">
                  <c:v>4255.25039323658</c:v>
                </c:pt>
                <c:pt idx="40">
                  <c:v>20657.789873050246</c:v>
                </c:pt>
                <c:pt idx="41">
                  <c:v>11457.405703291353</c:v>
                </c:pt>
                <c:pt idx="42">
                  <c:v>25993.406693810364</c:v>
                </c:pt>
                <c:pt idx="43">
                  <c:v>575.2664967726905</c:v>
                </c:pt>
                <c:pt idx="44">
                  <c:v>6528.37870791184</c:v>
                </c:pt>
                <c:pt idx="45">
                  <c:v>34540.56444804522</c:v>
                </c:pt>
                <c:pt idx="46">
                  <c:v>11122.733670252577</c:v>
                </c:pt>
                <c:pt idx="47">
                  <c:v>251.0083821056098</c:v>
                </c:pt>
                <c:pt idx="48">
                  <c:v>21104.182159405602</c:v>
                </c:pt>
                <c:pt idx="49">
                  <c:v>6695.075002830922</c:v>
                </c:pt>
                <c:pt idx="50">
                  <c:v>13116.552913846384</c:v>
                </c:pt>
                <c:pt idx="51">
                  <c:v>27033.559922346925</c:v>
                </c:pt>
                <c:pt idx="52">
                  <c:v>23445.26865401662</c:v>
                </c:pt>
                <c:pt idx="53">
                  <c:v>20878.91753950707</c:v>
                </c:pt>
                <c:pt idx="54">
                  <c:v>12645.071957875134</c:v>
                </c:pt>
                <c:pt idx="55">
                  <c:v>23526.934595135048</c:v>
                </c:pt>
                <c:pt idx="56">
                  <c:v>10519.134576574459</c:v>
                </c:pt>
                <c:pt idx="57">
                  <c:v>425.8708673745132</c:v>
                </c:pt>
                <c:pt idx="58">
                  <c:v>367.1075398843547</c:v>
                </c:pt>
                <c:pt idx="59">
                  <c:v>0.12247632349778506</c:v>
                </c:pt>
                <c:pt idx="60">
                  <c:v>6554.159342786397</c:v>
                </c:pt>
                <c:pt idx="61">
                  <c:v>10485.35714771819</c:v>
                </c:pt>
                <c:pt idx="62">
                  <c:v>12445.42038554802</c:v>
                </c:pt>
                <c:pt idx="63">
                  <c:v>682.1993435037111</c:v>
                </c:pt>
                <c:pt idx="64">
                  <c:v>11157.932313950047</c:v>
                </c:pt>
                <c:pt idx="65">
                  <c:v>13778.904624011</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2115.5349741251603</c:v>
                </c:pt>
                <c:pt idx="1">
                  <c:v>2757.9038760536064</c:v>
                </c:pt>
                <c:pt idx="2">
                  <c:v>7655.819087699148</c:v>
                </c:pt>
                <c:pt idx="3">
                  <c:v>26220.2582576903</c:v>
                </c:pt>
                <c:pt idx="4">
                  <c:v>2312.872725122801</c:v>
                </c:pt>
                <c:pt idx="5">
                  <c:v>23128.943879606322</c:v>
                </c:pt>
                <c:pt idx="6">
                  <c:v>2413.7260578635555</c:v>
                </c:pt>
                <c:pt idx="7">
                  <c:v>43830.51512093813</c:v>
                </c:pt>
                <c:pt idx="8">
                  <c:v>19545.108031401352</c:v>
                </c:pt>
                <c:pt idx="9">
                  <c:v>29953.134401413896</c:v>
                </c:pt>
                <c:pt idx="10">
                  <c:v>37945.912803463274</c:v>
                </c:pt>
                <c:pt idx="11">
                  <c:v>16767.10841958264</c:v>
                </c:pt>
                <c:pt idx="12">
                  <c:v>48541.14705217917</c:v>
                </c:pt>
                <c:pt idx="13">
                  <c:v>8638.443424243309</c:v>
                </c:pt>
                <c:pt idx="14">
                  <c:v>2340.7003408349096</c:v>
                </c:pt>
                <c:pt idx="15">
                  <c:v>10466.826278094179</c:v>
                </c:pt>
                <c:pt idx="16">
                  <c:v>39198.99850438507</c:v>
                </c:pt>
                <c:pt idx="17">
                  <c:v>17627.783065242373</c:v>
                </c:pt>
                <c:pt idx="18">
                  <c:v>18920.42446616737</c:v>
                </c:pt>
                <c:pt idx="19">
                  <c:v>46964.491870479</c:v>
                </c:pt>
                <c:pt idx="20">
                  <c:v>33962.56553825525</c:v>
                </c:pt>
                <c:pt idx="21">
                  <c:v>20241.79667928807</c:v>
                </c:pt>
                <c:pt idx="22">
                  <c:v>10970.080570547776</c:v>
                </c:pt>
                <c:pt idx="23">
                  <c:v>3374.672923388225</c:v>
                </c:pt>
                <c:pt idx="24">
                  <c:v>36693.15660989092</c:v>
                </c:pt>
                <c:pt idx="25">
                  <c:v>14451.294287133445</c:v>
                </c:pt>
                <c:pt idx="26">
                  <c:v>30438.135598260684</c:v>
                </c:pt>
                <c:pt idx="27">
                  <c:v>2783.0001458351367</c:v>
                </c:pt>
                <c:pt idx="28">
                  <c:v>16175.3787123525</c:v>
                </c:pt>
                <c:pt idx="29">
                  <c:v>30576.006392732586</c:v>
                </c:pt>
                <c:pt idx="30">
                  <c:v>13261.077658524904</c:v>
                </c:pt>
                <c:pt idx="31">
                  <c:v>42876.71762900142</c:v>
                </c:pt>
                <c:pt idx="32">
                  <c:v>39601.137409158764</c:v>
                </c:pt>
                <c:pt idx="33">
                  <c:v>49192.756703815</c:v>
                </c:pt>
                <c:pt idx="34">
                  <c:v>24436.275494199952</c:v>
                </c:pt>
                <c:pt idx="35">
                  <c:v>52327.863082566175</c:v>
                </c:pt>
                <c:pt idx="36">
                  <c:v>18566.350739948975</c:v>
                </c:pt>
                <c:pt idx="37">
                  <c:v>1270.9875527719878</c:v>
                </c:pt>
                <c:pt idx="38">
                  <c:v>2462.2868024143095</c:v>
                </c:pt>
                <c:pt idx="39">
                  <c:v>8121.667828704769</c:v>
                </c:pt>
                <c:pt idx="40">
                  <c:v>37044.7367552448</c:v>
                </c:pt>
                <c:pt idx="41">
                  <c:v>25617.819589881008</c:v>
                </c:pt>
                <c:pt idx="42">
                  <c:v>50028.94393167839</c:v>
                </c:pt>
                <c:pt idx="43">
                  <c:v>34472.81926488524</c:v>
                </c:pt>
                <c:pt idx="44">
                  <c:v>8573.294577181357</c:v>
                </c:pt>
                <c:pt idx="45">
                  <c:v>59510.75536300262</c:v>
                </c:pt>
                <c:pt idx="46">
                  <c:v>49165.14029151136</c:v>
                </c:pt>
                <c:pt idx="47">
                  <c:v>3966.1858035534387</c:v>
                </c:pt>
                <c:pt idx="48">
                  <c:v>1793.1998733901737</c:v>
                </c:pt>
                <c:pt idx="49">
                  <c:v>1996.1371845483131</c:v>
                </c:pt>
                <c:pt idx="50">
                  <c:v>34942.72831914973</c:v>
                </c:pt>
                <c:pt idx="51">
                  <c:v>8760.6772935383</c:v>
                </c:pt>
                <c:pt idx="52">
                  <c:v>710.7040728242406</c:v>
                </c:pt>
                <c:pt idx="53">
                  <c:v>63663.39249944566</c:v>
                </c:pt>
                <c:pt idx="54">
                  <c:v>36468.018093861305</c:v>
                </c:pt>
                <c:pt idx="55">
                  <c:v>20983.465028552844</c:v>
                </c:pt>
                <c:pt idx="56">
                  <c:v>10740.947203317823</c:v>
                </c:pt>
                <c:pt idx="57">
                  <c:v>61133.53963188764</c:v>
                </c:pt>
                <c:pt idx="58">
                  <c:v>8840.067528968386</c:v>
                </c:pt>
                <c:pt idx="59">
                  <c:v>65890.2454723166</c:v>
                </c:pt>
                <c:pt idx="60">
                  <c:v>62751.11457793589</c:v>
                </c:pt>
                <c:pt idx="61">
                  <c:v>52474.369500463545</c:v>
                </c:pt>
                <c:pt idx="62">
                  <c:v>66868.18319251228</c:v>
                </c:pt>
                <c:pt idx="63">
                  <c:v>32284.407303490407</c:v>
                </c:pt>
                <c:pt idx="64">
                  <c:v>34324.57300155373</c:v>
                </c:pt>
                <c:pt idx="65">
                  <c:v>16275.419123055359</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4449.105409543823</c:v>
                </c:pt>
                <c:pt idx="1">
                  <c:v>2980.284439915971</c:v>
                </c:pt>
                <c:pt idx="2">
                  <c:v>28456.147725413575</c:v>
                </c:pt>
                <c:pt idx="3">
                  <c:v>21041.7680315866</c:v>
                </c:pt>
                <c:pt idx="4">
                  <c:v>3222.915322428041</c:v>
                </c:pt>
                <c:pt idx="5">
                  <c:v>31170.701280368477</c:v>
                </c:pt>
                <c:pt idx="6">
                  <c:v>13797.819576935115</c:v>
                </c:pt>
                <c:pt idx="7">
                  <c:v>22872.468170164168</c:v>
                </c:pt>
                <c:pt idx="8">
                  <c:v>3858.9042993170588</c:v>
                </c:pt>
                <c:pt idx="9">
                  <c:v>38200.86100508078</c:v>
                </c:pt>
                <c:pt idx="10">
                  <c:v>45861.88891019107</c:v>
                </c:pt>
                <c:pt idx="11">
                  <c:v>16432.06701645535</c:v>
                </c:pt>
                <c:pt idx="12">
                  <c:v>3896.84713015576</c:v>
                </c:pt>
                <c:pt idx="13">
                  <c:v>52501.94644487809</c:v>
                </c:pt>
                <c:pt idx="14">
                  <c:v>28196.589853355596</c:v>
                </c:pt>
                <c:pt idx="15">
                  <c:v>4663.727971692532</c:v>
                </c:pt>
                <c:pt idx="16">
                  <c:v>47137.156685019196</c:v>
                </c:pt>
                <c:pt idx="17">
                  <c:v>3638.6575176297447</c:v>
                </c:pt>
                <c:pt idx="18">
                  <c:v>18013.855258985834</c:v>
                </c:pt>
                <c:pt idx="19">
                  <c:v>50204.92205997552</c:v>
                </c:pt>
                <c:pt idx="20">
                  <c:v>10079.174577376021</c:v>
                </c:pt>
                <c:pt idx="21">
                  <c:v>31956.536391534755</c:v>
                </c:pt>
                <c:pt idx="22">
                  <c:v>29843.821048614787</c:v>
                </c:pt>
                <c:pt idx="23">
                  <c:v>20347.173171837472</c:v>
                </c:pt>
                <c:pt idx="24">
                  <c:v>6042.801683225058</c:v>
                </c:pt>
                <c:pt idx="25">
                  <c:v>3971.5538306078197</c:v>
                </c:pt>
                <c:pt idx="26">
                  <c:v>4709.932352092871</c:v>
                </c:pt>
                <c:pt idx="27">
                  <c:v>31177.536861346493</c:v>
                </c:pt>
                <c:pt idx="28">
                  <c:v>5396.164412807043</c:v>
                </c:pt>
                <c:pt idx="29">
                  <c:v>37616.25817354361</c:v>
                </c:pt>
                <c:pt idx="30">
                  <c:v>35955.770286258885</c:v>
                </c:pt>
                <c:pt idx="31">
                  <c:v>22503.31421465997</c:v>
                </c:pt>
                <c:pt idx="32">
                  <c:v>15900.352972499753</c:v>
                </c:pt>
                <c:pt idx="33">
                  <c:v>5375.983080427906</c:v>
                </c:pt>
                <c:pt idx="34">
                  <c:v>25237.946199915234</c:v>
                </c:pt>
                <c:pt idx="35">
                  <c:v>58228.10033218313</c:v>
                </c:pt>
                <c:pt idx="36">
                  <c:v>72421.19147606123</c:v>
                </c:pt>
                <c:pt idx="37">
                  <c:v>21888.97203791431</c:v>
                </c:pt>
                <c:pt idx="38">
                  <c:v>55083.31020743779</c:v>
                </c:pt>
                <c:pt idx="39">
                  <c:v>45324.87082977427</c:v>
                </c:pt>
                <c:pt idx="40">
                  <c:v>35598.34285210644</c:v>
                </c:pt>
                <c:pt idx="41">
                  <c:v>28097.177390504192</c:v>
                </c:pt>
                <c:pt idx="42">
                  <c:v>13125.868935852923</c:v>
                </c:pt>
                <c:pt idx="43">
                  <c:v>16205.878851511732</c:v>
                </c:pt>
                <c:pt idx="44">
                  <c:v>63148.05170973924</c:v>
                </c:pt>
                <c:pt idx="45">
                  <c:v>21078.348233136505</c:v>
                </c:pt>
                <c:pt idx="46">
                  <c:v>5225.575210388038</c:v>
                </c:pt>
                <c:pt idx="47">
                  <c:v>5347.578827307905</c:v>
                </c:pt>
                <c:pt idx="48">
                  <c:v>16951.80310260721</c:v>
                </c:pt>
                <c:pt idx="49">
                  <c:v>59275.03227560753</c:v>
                </c:pt>
                <c:pt idx="50">
                  <c:v>10312.546672781942</c:v>
                </c:pt>
                <c:pt idx="51">
                  <c:v>6876.941441082715</c:v>
                </c:pt>
                <c:pt idx="52">
                  <c:v>4447.700899486325</c:v>
                </c:pt>
                <c:pt idx="53">
                  <c:v>26625.695028642524</c:v>
                </c:pt>
                <c:pt idx="54">
                  <c:v>7624.65653021243</c:v>
                </c:pt>
                <c:pt idx="55">
                  <c:v>4679.302242212025</c:v>
                </c:pt>
                <c:pt idx="56">
                  <c:v>7422.579363459067</c:v>
                </c:pt>
                <c:pt idx="57">
                  <c:v>30236.5995896583</c:v>
                </c:pt>
                <c:pt idx="58">
                  <c:v>37068.96915512176</c:v>
                </c:pt>
                <c:pt idx="59">
                  <c:v>30613.06870768174</c:v>
                </c:pt>
                <c:pt idx="60">
                  <c:v>5558.420691591235</c:v>
                </c:pt>
                <c:pt idx="61">
                  <c:v>32676.40643162352</c:v>
                </c:pt>
                <c:pt idx="62">
                  <c:v>10316.64875192532</c:v>
                </c:pt>
                <c:pt idx="63">
                  <c:v>32955.71022756429</c:v>
                </c:pt>
                <c:pt idx="64">
                  <c:v>18668.841636909452</c:v>
                </c:pt>
                <c:pt idx="65">
                  <c:v>28583.74823775912</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8002.452300770312</c:v>
                </c:pt>
                <c:pt idx="1">
                  <c:v>22880.772076868092</c:v>
                </c:pt>
                <c:pt idx="2">
                  <c:v>21935.240855901324</c:v>
                </c:pt>
                <c:pt idx="3">
                  <c:v>10004.247309371625</c:v>
                </c:pt>
                <c:pt idx="4">
                  <c:v>3195.4302643086817</c:v>
                </c:pt>
                <c:pt idx="5">
                  <c:v>19762.359667208297</c:v>
                </c:pt>
                <c:pt idx="6">
                  <c:v>31259.05196491455</c:v>
                </c:pt>
                <c:pt idx="7">
                  <c:v>37277.19099782535</c:v>
                </c:pt>
                <c:pt idx="8">
                  <c:v>38448.14718036662</c:v>
                </c:pt>
                <c:pt idx="9">
                  <c:v>19548.939563399443</c:v>
                </c:pt>
                <c:pt idx="10">
                  <c:v>20376.349689635146</c:v>
                </c:pt>
                <c:pt idx="11">
                  <c:v>16654.77194255025</c:v>
                </c:pt>
                <c:pt idx="12">
                  <c:v>43934.013730705155</c:v>
                </c:pt>
                <c:pt idx="13">
                  <c:v>52934.03293316075</c:v>
                </c:pt>
                <c:pt idx="14">
                  <c:v>54953.5824292074</c:v>
                </c:pt>
                <c:pt idx="15">
                  <c:v>18455.123236076644</c:v>
                </c:pt>
                <c:pt idx="16">
                  <c:v>32129.537611152413</c:v>
                </c:pt>
                <c:pt idx="17">
                  <c:v>26808.635815169117</c:v>
                </c:pt>
                <c:pt idx="18">
                  <c:v>23774.984587881503</c:v>
                </c:pt>
                <c:pt idx="19">
                  <c:v>43968.70210588076</c:v>
                </c:pt>
                <c:pt idx="20">
                  <c:v>52932.87085212483</c:v>
                </c:pt>
                <c:pt idx="21">
                  <c:v>58704.663933750424</c:v>
                </c:pt>
                <c:pt idx="22">
                  <c:v>37311.86413871196</c:v>
                </c:pt>
                <c:pt idx="23">
                  <c:v>36857.08881274004</c:v>
                </c:pt>
                <c:pt idx="24">
                  <c:v>50503.901071857224</c:v>
                </c:pt>
                <c:pt idx="25">
                  <c:v>38498.62111253847</c:v>
                </c:pt>
                <c:pt idx="26">
                  <c:v>38940.48409710129</c:v>
                </c:pt>
                <c:pt idx="27">
                  <c:v>26597.215976430023</c:v>
                </c:pt>
                <c:pt idx="28">
                  <c:v>36888.593158248346</c:v>
                </c:pt>
                <c:pt idx="29">
                  <c:v>35839.94548869467</c:v>
                </c:pt>
                <c:pt idx="30">
                  <c:v>48353.258194131224</c:v>
                </c:pt>
                <c:pt idx="31">
                  <c:v>30089.31523946502</c:v>
                </c:pt>
                <c:pt idx="32">
                  <c:v>28300.335888389687</c:v>
                </c:pt>
                <c:pt idx="33">
                  <c:v>10688.805736573438</c:v>
                </c:pt>
                <c:pt idx="34">
                  <c:v>14253.856984211921</c:v>
                </c:pt>
                <c:pt idx="35">
                  <c:v>13676.38715425391</c:v>
                </c:pt>
                <c:pt idx="36">
                  <c:v>11329.031926890786</c:v>
                </c:pt>
                <c:pt idx="37">
                  <c:v>3799.171157866632</c:v>
                </c:pt>
                <c:pt idx="38">
                  <c:v>16129.531668383717</c:v>
                </c:pt>
                <c:pt idx="39">
                  <c:v>6305.5849192572805</c:v>
                </c:pt>
                <c:pt idx="40">
                  <c:v>11636.940661687506</c:v>
                </c:pt>
                <c:pt idx="41">
                  <c:v>31806.035517246863</c:v>
                </c:pt>
                <c:pt idx="42">
                  <c:v>47924.49470700813</c:v>
                </c:pt>
                <c:pt idx="43">
                  <c:v>17313.51925930554</c:v>
                </c:pt>
                <c:pt idx="44">
                  <c:v>18544.528654725404</c:v>
                </c:pt>
                <c:pt idx="45">
                  <c:v>38300.105641856855</c:v>
                </c:pt>
                <c:pt idx="46">
                  <c:v>17078.13626978726</c:v>
                </c:pt>
                <c:pt idx="47">
                  <c:v>32722.95779263236</c:v>
                </c:pt>
                <c:pt idx="48">
                  <c:v>25364.55950078262</c:v>
                </c:pt>
                <c:pt idx="49">
                  <c:v>21202.829197969288</c:v>
                </c:pt>
                <c:pt idx="50">
                  <c:v>14570.095303122087</c:v>
                </c:pt>
                <c:pt idx="51">
                  <c:v>36296.78208915917</c:v>
                </c:pt>
                <c:pt idx="52">
                  <c:v>36713.39283460219</c:v>
                </c:pt>
                <c:pt idx="53">
                  <c:v>29909.186758257452</c:v>
                </c:pt>
                <c:pt idx="54">
                  <c:v>29270.88586983003</c:v>
                </c:pt>
                <c:pt idx="55">
                  <c:v>23335.631444791245</c:v>
                </c:pt>
                <c:pt idx="56">
                  <c:v>53889.19734603952</c:v>
                </c:pt>
                <c:pt idx="57">
                  <c:v>34291.3774130931</c:v>
                </c:pt>
                <c:pt idx="58">
                  <c:v>47653.69611174031</c:v>
                </c:pt>
                <c:pt idx="59">
                  <c:v>77068.9220720207</c:v>
                </c:pt>
                <c:pt idx="60">
                  <c:v>53435.75018811554</c:v>
                </c:pt>
                <c:pt idx="61">
                  <c:v>28725.64215528034</c:v>
                </c:pt>
                <c:pt idx="62">
                  <c:v>31310.174268223767</c:v>
                </c:pt>
                <c:pt idx="63">
                  <c:v>39244.86846328255</c:v>
                </c:pt>
                <c:pt idx="64">
                  <c:v>18125.47612722785</c:v>
                </c:pt>
                <c:pt idx="65">
                  <c:v>12753.52637410137</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4828.11317141839</c:v>
                </c:pt>
                <c:pt idx="1">
                  <c:v>2491.0804756703237</c:v>
                </c:pt>
                <c:pt idx="2">
                  <c:v>3282.7741877259286</c:v>
                </c:pt>
                <c:pt idx="3">
                  <c:v>1748.064823704899</c:v>
                </c:pt>
                <c:pt idx="4">
                  <c:v>4978.394266820369</c:v>
                </c:pt>
                <c:pt idx="5">
                  <c:v>2238.9843202915563</c:v>
                </c:pt>
                <c:pt idx="6">
                  <c:v>4414.127458863062</c:v>
                </c:pt>
                <c:pt idx="7">
                  <c:v>2049.7487730671387</c:v>
                </c:pt>
                <c:pt idx="8">
                  <c:v>132.66220048389582</c:v>
                </c:pt>
                <c:pt idx="9">
                  <c:v>2735.988604147883</c:v>
                </c:pt>
                <c:pt idx="10">
                  <c:v>1122.7237385465667</c:v>
                </c:pt>
                <c:pt idx="11">
                  <c:v>802.1404882489993</c:v>
                </c:pt>
                <c:pt idx="12">
                  <c:v>3135.6684842786726</c:v>
                </c:pt>
                <c:pt idx="13">
                  <c:v>3399.739620082054</c:v>
                </c:pt>
                <c:pt idx="14">
                  <c:v>5821.424855994284</c:v>
                </c:pt>
                <c:pt idx="15">
                  <c:v>6743.858938015988</c:v>
                </c:pt>
                <c:pt idx="16">
                  <c:v>4184.3779906892805</c:v>
                </c:pt>
                <c:pt idx="17">
                  <c:v>5238.008088765176</c:v>
                </c:pt>
                <c:pt idx="18">
                  <c:v>6172.5905996645015</c:v>
                </c:pt>
                <c:pt idx="19">
                  <c:v>8389.867407240654</c:v>
                </c:pt>
                <c:pt idx="20">
                  <c:v>5966.250273902287</c:v>
                </c:pt>
                <c:pt idx="21">
                  <c:v>5836.891021414427</c:v>
                </c:pt>
                <c:pt idx="22">
                  <c:v>8063.64367809882</c:v>
                </c:pt>
                <c:pt idx="23">
                  <c:v>10353.147746741455</c:v>
                </c:pt>
                <c:pt idx="24">
                  <c:v>524.6319300430896</c:v>
                </c:pt>
                <c:pt idx="25">
                  <c:v>4491.899833040555</c:v>
                </c:pt>
                <c:pt idx="26">
                  <c:v>3256.785733867564</c:v>
                </c:pt>
                <c:pt idx="27">
                  <c:v>76.2883443754578</c:v>
                </c:pt>
                <c:pt idx="28">
                  <c:v>5695.876094425022</c:v>
                </c:pt>
                <c:pt idx="29">
                  <c:v>3169.127553166341</c:v>
                </c:pt>
                <c:pt idx="30">
                  <c:v>2067.9436557405133</c:v>
                </c:pt>
                <c:pt idx="31">
                  <c:v>4106.229970040772</c:v>
                </c:pt>
                <c:pt idx="32">
                  <c:v>4159.474872778784</c:v>
                </c:pt>
                <c:pt idx="33">
                  <c:v>79.55821639794407</c:v>
                </c:pt>
                <c:pt idx="34">
                  <c:v>10185.72371716667</c:v>
                </c:pt>
                <c:pt idx="35">
                  <c:v>4108.202228022318</c:v>
                </c:pt>
                <c:pt idx="36">
                  <c:v>10593.723134468686</c:v>
                </c:pt>
                <c:pt idx="37">
                  <c:v>1819.9708952926408</c:v>
                </c:pt>
                <c:pt idx="38">
                  <c:v>2179.4394895021737</c:v>
                </c:pt>
                <c:pt idx="39">
                  <c:v>584.1692571072191</c:v>
                </c:pt>
                <c:pt idx="40">
                  <c:v>2171.279492183204</c:v>
                </c:pt>
                <c:pt idx="41">
                  <c:v>0.9889225793375601</c:v>
                </c:pt>
                <c:pt idx="42">
                  <c:v>112.52620565396842</c:v>
                </c:pt>
                <c:pt idx="43">
                  <c:v>8414.690307568491</c:v>
                </c:pt>
                <c:pt idx="44">
                  <c:v>622.729179478318</c:v>
                </c:pt>
                <c:pt idx="45">
                  <c:v>8050.258739022625</c:v>
                </c:pt>
                <c:pt idx="46">
                  <c:v>3509.389028306241</c:v>
                </c:pt>
                <c:pt idx="47">
                  <c:v>989.0300351885646</c:v>
                </c:pt>
                <c:pt idx="48">
                  <c:v>2163.796686776587</c:v>
                </c:pt>
                <c:pt idx="49">
                  <c:v>1226.5712988771215</c:v>
                </c:pt>
                <c:pt idx="50">
                  <c:v>2436.1670126300714</c:v>
                </c:pt>
                <c:pt idx="51">
                  <c:v>94.63601624705355</c:v>
                </c:pt>
                <c:pt idx="52">
                  <c:v>2602.220630305251</c:v>
                </c:pt>
                <c:pt idx="53">
                  <c:v>1215.8847825126365</c:v>
                </c:pt>
                <c:pt idx="54">
                  <c:v>5208.6314246777565</c:v>
                </c:pt>
                <c:pt idx="55">
                  <c:v>48.68125191695324</c:v>
                </c:pt>
                <c:pt idx="56">
                  <c:v>5663.553716003881</c:v>
                </c:pt>
                <c:pt idx="57">
                  <c:v>20.296697704262144</c:v>
                </c:pt>
                <c:pt idx="58">
                  <c:v>1776.6587499207635</c:v>
                </c:pt>
                <c:pt idx="59">
                  <c:v>6274.555229780579</c:v>
                </c:pt>
                <c:pt idx="60">
                  <c:v>3006.287124564083</c:v>
                </c:pt>
                <c:pt idx="61">
                  <c:v>3999.3645169629262</c:v>
                </c:pt>
                <c:pt idx="62">
                  <c:v>978.7169569810782</c:v>
                </c:pt>
                <c:pt idx="63">
                  <c:v>2142.177046857249</c:v>
                </c:pt>
                <c:pt idx="64">
                  <c:v>133.5782212653569</c:v>
                </c:pt>
                <c:pt idx="65">
                  <c:v>4689.859538101376</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66.63056739936616</c:v>
                </c:pt>
                <c:pt idx="1">
                  <c:v>3029.124995070273</c:v>
                </c:pt>
                <c:pt idx="2">
                  <c:v>512.302608189858</c:v>
                </c:pt>
                <c:pt idx="3">
                  <c:v>123.84687399114674</c:v>
                </c:pt>
                <c:pt idx="4">
                  <c:v>659.5846615881659</c:v>
                </c:pt>
                <c:pt idx="5">
                  <c:v>2109.078298297852</c:v>
                </c:pt>
                <c:pt idx="6">
                  <c:v>2142.744546023054</c:v>
                </c:pt>
                <c:pt idx="7">
                  <c:v>4688.80522341341</c:v>
                </c:pt>
                <c:pt idx="8">
                  <c:v>205.47944920080246</c:v>
                </c:pt>
                <c:pt idx="9">
                  <c:v>84.86986209233204</c:v>
                </c:pt>
                <c:pt idx="10">
                  <c:v>1420.8176308270358</c:v>
                </c:pt>
                <c:pt idx="11">
                  <c:v>861.356771252516</c:v>
                </c:pt>
                <c:pt idx="12">
                  <c:v>2890.2874015058596</c:v>
                </c:pt>
                <c:pt idx="13">
                  <c:v>259.8007738310038</c:v>
                </c:pt>
                <c:pt idx="14">
                  <c:v>193.05504553343704</c:v>
                </c:pt>
                <c:pt idx="15">
                  <c:v>91.43765894001639</c:v>
                </c:pt>
                <c:pt idx="16">
                  <c:v>1931.7389994244738</c:v>
                </c:pt>
                <c:pt idx="17">
                  <c:v>31.032823986369504</c:v>
                </c:pt>
                <c:pt idx="18">
                  <c:v>2356.70229711635</c:v>
                </c:pt>
                <c:pt idx="19">
                  <c:v>259.00470324756753</c:v>
                </c:pt>
                <c:pt idx="20">
                  <c:v>503.7840462166225</c:v>
                </c:pt>
                <c:pt idx="21">
                  <c:v>4027.072318842134</c:v>
                </c:pt>
                <c:pt idx="22">
                  <c:v>2668.336200885882</c:v>
                </c:pt>
                <c:pt idx="23">
                  <c:v>191.90247563588267</c:v>
                </c:pt>
                <c:pt idx="24">
                  <c:v>158.87390348494057</c:v>
                </c:pt>
                <c:pt idx="25">
                  <c:v>2632.3870657717134</c:v>
                </c:pt>
                <c:pt idx="26">
                  <c:v>614.1565879663284</c:v>
                </c:pt>
                <c:pt idx="27">
                  <c:v>1676.9689343875134</c:v>
                </c:pt>
                <c:pt idx="28">
                  <c:v>2220.2398657974586</c:v>
                </c:pt>
                <c:pt idx="29">
                  <c:v>1174.6531419344121</c:v>
                </c:pt>
                <c:pt idx="30">
                  <c:v>1264.356388261219</c:v>
                </c:pt>
                <c:pt idx="31">
                  <c:v>22.860694620904503</c:v>
                </c:pt>
                <c:pt idx="32">
                  <c:v>44.87432261926632</c:v>
                </c:pt>
                <c:pt idx="33">
                  <c:v>116.08626869353742</c:v>
                </c:pt>
                <c:pt idx="34">
                  <c:v>107.87825092816239</c:v>
                </c:pt>
                <c:pt idx="35">
                  <c:v>3783.134455349755</c:v>
                </c:pt>
                <c:pt idx="36">
                  <c:v>2716.6738622572266</c:v>
                </c:pt>
                <c:pt idx="37">
                  <c:v>34.92538705634303</c:v>
                </c:pt>
                <c:pt idx="38">
                  <c:v>29.031681066570563</c:v>
                </c:pt>
                <c:pt idx="39">
                  <c:v>1687.9215985293945</c:v>
                </c:pt>
                <c:pt idx="40">
                  <c:v>334.63873161607404</c:v>
                </c:pt>
                <c:pt idx="41">
                  <c:v>3.004736314197759</c:v>
                </c:pt>
                <c:pt idx="42">
                  <c:v>4156.300756650847</c:v>
                </c:pt>
                <c:pt idx="43">
                  <c:v>500.01421054894985</c:v>
                </c:pt>
                <c:pt idx="44">
                  <c:v>38.44232931185339</c:v>
                </c:pt>
                <c:pt idx="45">
                  <c:v>1396.6221997054859</c:v>
                </c:pt>
                <c:pt idx="46">
                  <c:v>124.56312040927011</c:v>
                </c:pt>
                <c:pt idx="47">
                  <c:v>52.20028474504164</c:v>
                </c:pt>
                <c:pt idx="48">
                  <c:v>168.70485698877673</c:v>
                </c:pt>
                <c:pt idx="49">
                  <c:v>569.2371215717952</c:v>
                </c:pt>
                <c:pt idx="50">
                  <c:v>527.9353983938412</c:v>
                </c:pt>
                <c:pt idx="51">
                  <c:v>4063.236913195544</c:v>
                </c:pt>
                <c:pt idx="52">
                  <c:v>1966.9939476754107</c:v>
                </c:pt>
                <c:pt idx="53">
                  <c:v>172.4321148671197</c:v>
                </c:pt>
                <c:pt idx="54">
                  <c:v>38.98136382878995</c:v>
                </c:pt>
                <c:pt idx="55">
                  <c:v>2784.6330399440712</c:v>
                </c:pt>
                <c:pt idx="56">
                  <c:v>1407.338497068712</c:v>
                </c:pt>
                <c:pt idx="57">
                  <c:v>296.25334290545345</c:v>
                </c:pt>
                <c:pt idx="58">
                  <c:v>88.59558286974307</c:v>
                </c:pt>
                <c:pt idx="59">
                  <c:v>2990.0381307294733</c:v>
                </c:pt>
                <c:pt idx="60">
                  <c:v>1121.227329427964</c:v>
                </c:pt>
                <c:pt idx="61">
                  <c:v>3236.090079664364</c:v>
                </c:pt>
                <c:pt idx="62">
                  <c:v>4938.896296837805</c:v>
                </c:pt>
                <c:pt idx="63">
                  <c:v>219.9025452929754</c:v>
                </c:pt>
                <c:pt idx="64">
                  <c:v>25.775040599043564</c:v>
                </c:pt>
                <c:pt idx="65">
                  <c:v>2651.505895303898</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20698.926749445527</c:v>
                </c:pt>
                <c:pt idx="1">
                  <c:v>-3843.741492198071</c:v>
                </c:pt>
                <c:pt idx="2">
                  <c:v>-11954.557208473967</c:v>
                </c:pt>
                <c:pt idx="3">
                  <c:v>12261.633539241377</c:v>
                </c:pt>
                <c:pt idx="4">
                  <c:v>-235.50225557687554</c:v>
                </c:pt>
                <c:pt idx="5">
                  <c:v>-3418.6998956320676</c:v>
                </c:pt>
                <c:pt idx="6">
                  <c:v>11914.329886402176</c:v>
                </c:pt>
                <c:pt idx="7">
                  <c:v>-6890.992361743519</c:v>
                </c:pt>
                <c:pt idx="8">
                  <c:v>3498.685585516076</c:v>
                </c:pt>
                <c:pt idx="9">
                  <c:v>11579.189156501967</c:v>
                </c:pt>
                <c:pt idx="10">
                  <c:v>-16099.437629393946</c:v>
                </c:pt>
                <c:pt idx="11">
                  <c:v>5499.820605176237</c:v>
                </c:pt>
                <c:pt idx="12">
                  <c:v>5275.487117866425</c:v>
                </c:pt>
                <c:pt idx="13">
                  <c:v>10553.991722893054</c:v>
                </c:pt>
                <c:pt idx="14">
                  <c:v>-6024.478701082917</c:v>
                </c:pt>
                <c:pt idx="15">
                  <c:v>13303.258735979005</c:v>
                </c:pt>
                <c:pt idx="16">
                  <c:v>4116.468774245089</c:v>
                </c:pt>
                <c:pt idx="17">
                  <c:v>6825.194411987352</c:v>
                </c:pt>
                <c:pt idx="18">
                  <c:v>9094.153257919803</c:v>
                </c:pt>
                <c:pt idx="19">
                  <c:v>-9134.369317817358</c:v>
                </c:pt>
                <c:pt idx="20">
                  <c:v>-2280.500051038068</c:v>
                </c:pt>
                <c:pt idx="21">
                  <c:v>-9292.81817747945</c:v>
                </c:pt>
                <c:pt idx="22">
                  <c:v>19308.749418975243</c:v>
                </c:pt>
                <c:pt idx="23">
                  <c:v>15110.925222175603</c:v>
                </c:pt>
                <c:pt idx="24">
                  <c:v>9651.826498455153</c:v>
                </c:pt>
                <c:pt idx="25">
                  <c:v>-13533.982283597134</c:v>
                </c:pt>
                <c:pt idx="26">
                  <c:v>-7046.296706605666</c:v>
                </c:pt>
                <c:pt idx="27">
                  <c:v>11975.159114951675</c:v>
                </c:pt>
                <c:pt idx="28">
                  <c:v>-4218.850832567328</c:v>
                </c:pt>
                <c:pt idx="29">
                  <c:v>8450.040302614543</c:v>
                </c:pt>
                <c:pt idx="30">
                  <c:v>20917.323827602413</c:v>
                </c:pt>
                <c:pt idx="31">
                  <c:v>6540.252253170736</c:v>
                </c:pt>
                <c:pt idx="32">
                  <c:v>-17423.337056020413</c:v>
                </c:pt>
                <c:pt idx="33">
                  <c:v>16643.29409153366</c:v>
                </c:pt>
                <c:pt idx="34">
                  <c:v>16820.077593175447</c:v>
                </c:pt>
                <c:pt idx="35">
                  <c:v>11207.505576519285</c:v>
                </c:pt>
                <c:pt idx="36">
                  <c:v>-4855.576242758118</c:v>
                </c:pt>
                <c:pt idx="37">
                  <c:v>-17165.584710847135</c:v>
                </c:pt>
                <c:pt idx="38">
                  <c:v>-9658.625154198018</c:v>
                </c:pt>
                <c:pt idx="39">
                  <c:v>-1906.213804457168</c:v>
                </c:pt>
                <c:pt idx="40">
                  <c:v>121.31353521671736</c:v>
                </c:pt>
                <c:pt idx="41">
                  <c:v>-7816.015762608932</c:v>
                </c:pt>
                <c:pt idx="42">
                  <c:v>-5737.577049582042</c:v>
                </c:pt>
                <c:pt idx="43">
                  <c:v>6387.055112864625</c:v>
                </c:pt>
                <c:pt idx="44">
                  <c:v>-8990.371877269772</c:v>
                </c:pt>
                <c:pt idx="45">
                  <c:v>-8344.490515889414</c:v>
                </c:pt>
                <c:pt idx="46">
                  <c:v>-15730.720907388728</c:v>
                </c:pt>
                <c:pt idx="47">
                  <c:v>-10030.7403539594</c:v>
                </c:pt>
                <c:pt idx="48">
                  <c:v>-6943.07619163252</c:v>
                </c:pt>
                <c:pt idx="49">
                  <c:v>-14799.619542372679</c:v>
                </c:pt>
                <c:pt idx="50">
                  <c:v>-14035.747104810127</c:v>
                </c:pt>
                <c:pt idx="51">
                  <c:v>-145.31742112628626</c:v>
                </c:pt>
                <c:pt idx="52">
                  <c:v>-10106.732036476787</c:v>
                </c:pt>
                <c:pt idx="53">
                  <c:v>7037.726417319163</c:v>
                </c:pt>
                <c:pt idx="54">
                  <c:v>1598.600221781412</c:v>
                </c:pt>
                <c:pt idx="55">
                  <c:v>-10246.991632734238</c:v>
                </c:pt>
                <c:pt idx="56">
                  <c:v>-1233.5010727462732</c:v>
                </c:pt>
                <c:pt idx="57">
                  <c:v>-11904.791853928575</c:v>
                </c:pt>
                <c:pt idx="58">
                  <c:v>-15211.614502462846</c:v>
                </c:pt>
                <c:pt idx="59">
                  <c:v>10396.173520145956</c:v>
                </c:pt>
                <c:pt idx="60">
                  <c:v>-2986.0200713986414</c:v>
                </c:pt>
                <c:pt idx="61">
                  <c:v>-31429.950513287968</c:v>
                </c:pt>
                <c:pt idx="62">
                  <c:v>-2952.404903448235</c:v>
                </c:pt>
                <c:pt idx="63">
                  <c:v>26523.29952865174</c:v>
                </c:pt>
                <c:pt idx="64">
                  <c:v>-171.1349970297881</c:v>
                </c:pt>
                <c:pt idx="65">
                  <c:v>11424.471282139297</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9789.557413553825</c:v>
                </c:pt>
                <c:pt idx="1">
                  <c:v>4964.8959516594</c:v>
                </c:pt>
                <c:pt idx="2">
                  <c:v>9959.055748863631</c:v>
                </c:pt>
                <c:pt idx="3">
                  <c:v>8508.825892248713</c:v>
                </c:pt>
                <c:pt idx="4">
                  <c:v>6808.399581449214</c:v>
                </c:pt>
                <c:pt idx="5">
                  <c:v>776.1639915276864</c:v>
                </c:pt>
                <c:pt idx="6">
                  <c:v>371.395200008274</c:v>
                </c:pt>
                <c:pt idx="7">
                  <c:v>188.88060193052638</c:v>
                </c:pt>
                <c:pt idx="8">
                  <c:v>3960.570963803508</c:v>
                </c:pt>
                <c:pt idx="9">
                  <c:v>5975.461748710465</c:v>
                </c:pt>
                <c:pt idx="10">
                  <c:v>1198.3436498826388</c:v>
                </c:pt>
                <c:pt idx="11">
                  <c:v>3532.2279620604013</c:v>
                </c:pt>
                <c:pt idx="12">
                  <c:v>1681.035167328825</c:v>
                </c:pt>
                <c:pt idx="13">
                  <c:v>6231.511802142932</c:v>
                </c:pt>
                <c:pt idx="14">
                  <c:v>7714.814360708641</c:v>
                </c:pt>
                <c:pt idx="15">
                  <c:v>183.26504528424522</c:v>
                </c:pt>
                <c:pt idx="16">
                  <c:v>88.11177620289479</c:v>
                </c:pt>
                <c:pt idx="17">
                  <c:v>2792.4102361411406</c:v>
                </c:pt>
                <c:pt idx="18">
                  <c:v>3273.1532041995542</c:v>
                </c:pt>
                <c:pt idx="19">
                  <c:v>4430.903586247745</c:v>
                </c:pt>
                <c:pt idx="20">
                  <c:v>6490.336775526434</c:v>
                </c:pt>
                <c:pt idx="21">
                  <c:v>619.1875362846417</c:v>
                </c:pt>
                <c:pt idx="22">
                  <c:v>3656.3030581800836</c:v>
                </c:pt>
                <c:pt idx="23">
                  <c:v>5499.63975059478</c:v>
                </c:pt>
                <c:pt idx="24">
                  <c:v>12821.773744661074</c:v>
                </c:pt>
                <c:pt idx="25">
                  <c:v>6089.550592033471</c:v>
                </c:pt>
                <c:pt idx="26">
                  <c:v>6987.42436465971</c:v>
                </c:pt>
                <c:pt idx="27">
                  <c:v>4298.586514841383</c:v>
                </c:pt>
                <c:pt idx="28">
                  <c:v>7484.755520590804</c:v>
                </c:pt>
                <c:pt idx="29">
                  <c:v>3234.7342380435707</c:v>
                </c:pt>
                <c:pt idx="30">
                  <c:v>133.48851929197323</c:v>
                </c:pt>
                <c:pt idx="31">
                  <c:v>7911.984979220695</c:v>
                </c:pt>
                <c:pt idx="32">
                  <c:v>300.40267339702115</c:v>
                </c:pt>
                <c:pt idx="33">
                  <c:v>117.93765867784073</c:v>
                </c:pt>
                <c:pt idx="34">
                  <c:v>4147.454033682274</c:v>
                </c:pt>
                <c:pt idx="35">
                  <c:v>4366.399154182596</c:v>
                </c:pt>
                <c:pt idx="36">
                  <c:v>1956.4125370793765</c:v>
                </c:pt>
                <c:pt idx="37">
                  <c:v>7925.277759784617</c:v>
                </c:pt>
                <c:pt idx="38">
                  <c:v>253.60537243551454</c:v>
                </c:pt>
                <c:pt idx="39">
                  <c:v>8219.044014818463</c:v>
                </c:pt>
                <c:pt idx="40">
                  <c:v>5412.629237092333</c:v>
                </c:pt>
                <c:pt idx="41">
                  <c:v>10451.630909360192</c:v>
                </c:pt>
                <c:pt idx="42">
                  <c:v>10337.730147832051</c:v>
                </c:pt>
                <c:pt idx="43">
                  <c:v>4182.847123939318</c:v>
                </c:pt>
                <c:pt idx="44">
                  <c:v>5035.788996367461</c:v>
                </c:pt>
                <c:pt idx="45">
                  <c:v>12467.714214031635</c:v>
                </c:pt>
                <c:pt idx="46">
                  <c:v>5375.531634486222</c:v>
                </c:pt>
                <c:pt idx="47">
                  <c:v>3919.7199580205606</c:v>
                </c:pt>
                <c:pt idx="48">
                  <c:v>9235.791000497231</c:v>
                </c:pt>
                <c:pt idx="49">
                  <c:v>9119.059225146006</c:v>
                </c:pt>
                <c:pt idx="50">
                  <c:v>2733.2198497510226</c:v>
                </c:pt>
                <c:pt idx="51">
                  <c:v>10013.432782506348</c:v>
                </c:pt>
                <c:pt idx="52">
                  <c:v>7561.4925642301805</c:v>
                </c:pt>
                <c:pt idx="53">
                  <c:v>8008.1188536032705</c:v>
                </c:pt>
                <c:pt idx="54">
                  <c:v>2935.4765884132084</c:v>
                </c:pt>
                <c:pt idx="55">
                  <c:v>11554.37337799176</c:v>
                </c:pt>
                <c:pt idx="56">
                  <c:v>7872.319497728649</c:v>
                </c:pt>
                <c:pt idx="57">
                  <c:v>108.69271820592802</c:v>
                </c:pt>
                <c:pt idx="58">
                  <c:v>7049.612408063784</c:v>
                </c:pt>
                <c:pt idx="59">
                  <c:v>5091.693331675118</c:v>
                </c:pt>
                <c:pt idx="60">
                  <c:v>4148.629791028054</c:v>
                </c:pt>
                <c:pt idx="61">
                  <c:v>12953.586763141893</c:v>
                </c:pt>
                <c:pt idx="62">
                  <c:v>11286.703649650015</c:v>
                </c:pt>
                <c:pt idx="63">
                  <c:v>7547.6408179688915</c:v>
                </c:pt>
                <c:pt idx="64">
                  <c:v>7663.48761095647</c:v>
                </c:pt>
                <c:pt idx="65">
                  <c:v>286.0347746516898</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47359.29770562031</c:v>
                </c:pt>
                <c:pt idx="1">
                  <c:v>38701.83969712825</c:v>
                </c:pt>
                <c:pt idx="2">
                  <c:v>34277.633906241834</c:v>
                </c:pt>
                <c:pt idx="3">
                  <c:v>45573.28977161418</c:v>
                </c:pt>
                <c:pt idx="4">
                  <c:v>34620.665014326216</c:v>
                </c:pt>
                <c:pt idx="5">
                  <c:v>33039.94714213311</c:v>
                </c:pt>
                <c:pt idx="6">
                  <c:v>41438.1411977473</c:v>
                </c:pt>
                <c:pt idx="7">
                  <c:v>72539.76226581784</c:v>
                </c:pt>
                <c:pt idx="8">
                  <c:v>65481.49013144568</c:v>
                </c:pt>
                <c:pt idx="9">
                  <c:v>64053.3837850312</c:v>
                </c:pt>
                <c:pt idx="10">
                  <c:v>80338.61175787737</c:v>
                </c:pt>
                <c:pt idx="11">
                  <c:v>51714.46564361546</c:v>
                </c:pt>
                <c:pt idx="12">
                  <c:v>54213.82716481756</c:v>
                </c:pt>
                <c:pt idx="13">
                  <c:v>42311.97133465897</c:v>
                </c:pt>
                <c:pt idx="14">
                  <c:v>62812.15077417045</c:v>
                </c:pt>
                <c:pt idx="15">
                  <c:v>59499.92818390318</c:v>
                </c:pt>
                <c:pt idx="16">
                  <c:v>64417.18886795988</c:v>
                </c:pt>
                <c:pt idx="17">
                  <c:v>41165.22334577229</c:v>
                </c:pt>
                <c:pt idx="18">
                  <c:v>20915.367526415597</c:v>
                </c:pt>
                <c:pt idx="19">
                  <c:v>34278.00746668019</c:v>
                </c:pt>
                <c:pt idx="20">
                  <c:v>27525.17682276761</c:v>
                </c:pt>
                <c:pt idx="21">
                  <c:v>46195.28850426134</c:v>
                </c:pt>
                <c:pt idx="22">
                  <c:v>32038.04895409864</c:v>
                </c:pt>
                <c:pt idx="23">
                  <c:v>10581.32459206829</c:v>
                </c:pt>
                <c:pt idx="24">
                  <c:v>8739.005468756644</c:v>
                </c:pt>
                <c:pt idx="25">
                  <c:v>27500.675516408624</c:v>
                </c:pt>
                <c:pt idx="26">
                  <c:v>47751.2834386984</c:v>
                </c:pt>
                <c:pt idx="27">
                  <c:v>27628.24323848768</c:v>
                </c:pt>
                <c:pt idx="28">
                  <c:v>15574.751125392359</c:v>
                </c:pt>
                <c:pt idx="29">
                  <c:v>6290.528906581089</c:v>
                </c:pt>
                <c:pt idx="30">
                  <c:v>32597.973976916393</c:v>
                </c:pt>
                <c:pt idx="31">
                  <c:v>27705.941044469437</c:v>
                </c:pt>
                <c:pt idx="32">
                  <c:v>27121.281873466138</c:v>
                </c:pt>
                <c:pt idx="33">
                  <c:v>13320.470508769939</c:v>
                </c:pt>
                <c:pt idx="34">
                  <c:v>8486.330424153955</c:v>
                </c:pt>
                <c:pt idx="35">
                  <c:v>32129.387318848327</c:v>
                </c:pt>
                <c:pt idx="36">
                  <c:v>53706.9018413585</c:v>
                </c:pt>
                <c:pt idx="37">
                  <c:v>37746.41300087758</c:v>
                </c:pt>
                <c:pt idx="38">
                  <c:v>16498.56024363804</c:v>
                </c:pt>
                <c:pt idx="39">
                  <c:v>34642.494916047</c:v>
                </c:pt>
                <c:pt idx="40">
                  <c:v>45397.22152036763</c:v>
                </c:pt>
                <c:pt idx="41">
                  <c:v>18307.644999976263</c:v>
                </c:pt>
                <c:pt idx="42">
                  <c:v>48945.50798989695</c:v>
                </c:pt>
                <c:pt idx="43">
                  <c:v>27925.070465442277</c:v>
                </c:pt>
                <c:pt idx="44">
                  <c:v>16752.863068737643</c:v>
                </c:pt>
                <c:pt idx="45">
                  <c:v>19203.98141018558</c:v>
                </c:pt>
                <c:pt idx="46">
                  <c:v>17948.366162642054</c:v>
                </c:pt>
                <c:pt idx="47">
                  <c:v>27814.10402134094</c:v>
                </c:pt>
                <c:pt idx="48">
                  <c:v>16557.989124639942</c:v>
                </c:pt>
                <c:pt idx="49">
                  <c:v>6718.727995785335</c:v>
                </c:pt>
                <c:pt idx="50">
                  <c:v>7817.469288141546</c:v>
                </c:pt>
                <c:pt idx="51">
                  <c:v>34590.18145268306</c:v>
                </c:pt>
                <c:pt idx="52">
                  <c:v>13227.660590616193</c:v>
                </c:pt>
                <c:pt idx="53">
                  <c:v>38415.4883616282</c:v>
                </c:pt>
                <c:pt idx="54">
                  <c:v>28267.516968122825</c:v>
                </c:pt>
                <c:pt idx="55">
                  <c:v>8411.975243263412</c:v>
                </c:pt>
                <c:pt idx="56">
                  <c:v>27273.962533394577</c:v>
                </c:pt>
                <c:pt idx="57">
                  <c:v>28606.74637668213</c:v>
                </c:pt>
                <c:pt idx="58">
                  <c:v>16492.6873877025</c:v>
                </c:pt>
                <c:pt idx="59">
                  <c:v>46874.18921873857</c:v>
                </c:pt>
                <c:pt idx="60">
                  <c:v>37659.44145435273</c:v>
                </c:pt>
                <c:pt idx="61">
                  <c:v>16983.768180575476</c:v>
                </c:pt>
                <c:pt idx="62">
                  <c:v>18311.306716978015</c:v>
                </c:pt>
                <c:pt idx="63">
                  <c:v>35087.23617320607</c:v>
                </c:pt>
                <c:pt idx="64">
                  <c:v>17896.8373480129</c:v>
                </c:pt>
                <c:pt idx="65">
                  <c:v>12950.394348962427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3124.8507119942215</c:v>
                </c:pt>
                <c:pt idx="1">
                  <c:v>9209.726912497226</c:v>
                </c:pt>
                <c:pt idx="2">
                  <c:v>5313.265675414048</c:v>
                </c:pt>
                <c:pt idx="3">
                  <c:v>26.233833083737853</c:v>
                </c:pt>
                <c:pt idx="4">
                  <c:v>3367.4599223568694</c:v>
                </c:pt>
                <c:pt idx="5">
                  <c:v>7052.573448122334</c:v>
                </c:pt>
                <c:pt idx="6">
                  <c:v>2588.4117959686796</c:v>
                </c:pt>
                <c:pt idx="7">
                  <c:v>7860.626626578438</c:v>
                </c:pt>
                <c:pt idx="8">
                  <c:v>9025.31769896509</c:v>
                </c:pt>
                <c:pt idx="9">
                  <c:v>5025.545003267919</c:v>
                </c:pt>
                <c:pt idx="10">
                  <c:v>4245.364249447686</c:v>
                </c:pt>
                <c:pt idx="11">
                  <c:v>7818.383131742734</c:v>
                </c:pt>
                <c:pt idx="12">
                  <c:v>2976.587880788462</c:v>
                </c:pt>
                <c:pt idx="13">
                  <c:v>3923.33335443565</c:v>
                </c:pt>
                <c:pt idx="14">
                  <c:v>9713.43227177189</c:v>
                </c:pt>
                <c:pt idx="15">
                  <c:v>9381.058916315513</c:v>
                </c:pt>
                <c:pt idx="16">
                  <c:v>8403.522407803372</c:v>
                </c:pt>
                <c:pt idx="17">
                  <c:v>5332.584580518996</c:v>
                </c:pt>
                <c:pt idx="18">
                  <c:v>676.7805875021879</c:v>
                </c:pt>
                <c:pt idx="19">
                  <c:v>5202.06225300287</c:v>
                </c:pt>
                <c:pt idx="20">
                  <c:v>9716.922640199135</c:v>
                </c:pt>
                <c:pt idx="21">
                  <c:v>7599.034836077591</c:v>
                </c:pt>
                <c:pt idx="22">
                  <c:v>12562.637558384235</c:v>
                </c:pt>
                <c:pt idx="23">
                  <c:v>6503.625179508983</c:v>
                </c:pt>
                <c:pt idx="24">
                  <c:v>13380.59192715976</c:v>
                </c:pt>
                <c:pt idx="25">
                  <c:v>10357.954270373975</c:v>
                </c:pt>
                <c:pt idx="26">
                  <c:v>3688.186837466057</c:v>
                </c:pt>
                <c:pt idx="27">
                  <c:v>3020.897518089649</c:v>
                </c:pt>
                <c:pt idx="28">
                  <c:v>457.3104331765794</c:v>
                </c:pt>
                <c:pt idx="29">
                  <c:v>6495.681988278915</c:v>
                </c:pt>
                <c:pt idx="30">
                  <c:v>7980.638982414081</c:v>
                </c:pt>
                <c:pt idx="31">
                  <c:v>3499.325636967504</c:v>
                </c:pt>
                <c:pt idx="32">
                  <c:v>6651.437948461422</c:v>
                </c:pt>
                <c:pt idx="33">
                  <c:v>3387.1112851310786</c:v>
                </c:pt>
                <c:pt idx="34">
                  <c:v>7149.664697725262</c:v>
                </c:pt>
                <c:pt idx="35">
                  <c:v>6551.06503343236</c:v>
                </c:pt>
                <c:pt idx="36">
                  <c:v>376.9572342751102</c:v>
                </c:pt>
                <c:pt idx="37">
                  <c:v>5883.743036979978</c:v>
                </c:pt>
                <c:pt idx="38">
                  <c:v>7539.013866414682</c:v>
                </c:pt>
                <c:pt idx="39">
                  <c:v>7947.118920332221</c:v>
                </c:pt>
                <c:pt idx="40">
                  <c:v>938.3592715113336</c:v>
                </c:pt>
                <c:pt idx="41">
                  <c:v>2.730173929546703</c:v>
                </c:pt>
                <c:pt idx="42">
                  <c:v>70.80765613078285</c:v>
                </c:pt>
                <c:pt idx="43">
                  <c:v>299.00796938338715</c:v>
                </c:pt>
                <c:pt idx="44">
                  <c:v>7254.305610201745</c:v>
                </c:pt>
                <c:pt idx="45">
                  <c:v>4545.593105040869</c:v>
                </c:pt>
                <c:pt idx="46">
                  <c:v>11395.788151161127</c:v>
                </c:pt>
                <c:pt idx="47">
                  <c:v>4157.564201981586</c:v>
                </c:pt>
                <c:pt idx="48">
                  <c:v>2326.518393884731</c:v>
                </c:pt>
                <c:pt idx="49">
                  <c:v>3175.689362910084</c:v>
                </c:pt>
                <c:pt idx="50">
                  <c:v>3306.847340619141</c:v>
                </c:pt>
                <c:pt idx="51">
                  <c:v>4469.855346929916</c:v>
                </c:pt>
                <c:pt idx="52">
                  <c:v>3869.354213956775</c:v>
                </c:pt>
                <c:pt idx="53">
                  <c:v>323.6525840930177</c:v>
                </c:pt>
                <c:pt idx="54">
                  <c:v>1112.0254882854979</c:v>
                </c:pt>
                <c:pt idx="55">
                  <c:v>4805.177753121299</c:v>
                </c:pt>
                <c:pt idx="56">
                  <c:v>8844.675039462792</c:v>
                </c:pt>
                <c:pt idx="57">
                  <c:v>505.07535269180096</c:v>
                </c:pt>
                <c:pt idx="58">
                  <c:v>2950.64296658899</c:v>
                </c:pt>
                <c:pt idx="59">
                  <c:v>3709.8803636504986</c:v>
                </c:pt>
                <c:pt idx="60">
                  <c:v>8364.786601286152</c:v>
                </c:pt>
                <c:pt idx="61">
                  <c:v>8810.751484009752</c:v>
                </c:pt>
                <c:pt idx="62">
                  <c:v>6147.858212026957</c:v>
                </c:pt>
                <c:pt idx="63">
                  <c:v>2835.8376439051644</c:v>
                </c:pt>
                <c:pt idx="64">
                  <c:v>9177.391720049389</c:v>
                </c:pt>
                <c:pt idx="65">
                  <c:v>1040.681820799841</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1390.2613933063292</c:v>
                </c:pt>
                <c:pt idx="1">
                  <c:v>2929.599723254527</c:v>
                </c:pt>
                <c:pt idx="2">
                  <c:v>35.8664711770185</c:v>
                </c:pt>
                <c:pt idx="3">
                  <c:v>70.12256144482524</c:v>
                </c:pt>
                <c:pt idx="4">
                  <c:v>2.5716220642825563e-06</c:v>
                </c:pt>
                <c:pt idx="5">
                  <c:v>223.71674497724257</c:v>
                </c:pt>
                <c:pt idx="6">
                  <c:v>198.35300258219092</c:v>
                </c:pt>
                <c:pt idx="7">
                  <c:v>6307.381882086685</c:v>
                </c:pt>
                <c:pt idx="8">
                  <c:v>353.5818387289524</c:v>
                </c:pt>
                <c:pt idx="9">
                  <c:v>142.91206303740935</c:v>
                </c:pt>
                <c:pt idx="10">
                  <c:v>154.64550517161805</c:v>
                </c:pt>
                <c:pt idx="11">
                  <c:v>102.02765251171374</c:v>
                </c:pt>
                <c:pt idx="12">
                  <c:v>1736.6770372196997</c:v>
                </c:pt>
                <c:pt idx="13">
                  <c:v>3326.213711782991</c:v>
                </c:pt>
                <c:pt idx="14">
                  <c:v>107.9302767081311</c:v>
                </c:pt>
                <c:pt idx="15">
                  <c:v>94.43605813916479</c:v>
                </c:pt>
                <c:pt idx="16">
                  <c:v>148.36381375905947</c:v>
                </c:pt>
                <c:pt idx="17">
                  <c:v>102.65733547705335</c:v>
                </c:pt>
                <c:pt idx="18">
                  <c:v>127.56978546331935</c:v>
                </c:pt>
                <c:pt idx="19">
                  <c:v>7888.790075556039</c:v>
                </c:pt>
                <c:pt idx="20">
                  <c:v>145.8214050949445</c:v>
                </c:pt>
                <c:pt idx="21">
                  <c:v>3874.0420197610633</c:v>
                </c:pt>
                <c:pt idx="22">
                  <c:v>1493.8386223228501</c:v>
                </c:pt>
                <c:pt idx="23">
                  <c:v>9.617847207311305</c:v>
                </c:pt>
                <c:pt idx="24">
                  <c:v>3872.581526344947</c:v>
                </c:pt>
                <c:pt idx="25">
                  <c:v>3811.199298798134</c:v>
                </c:pt>
                <c:pt idx="26">
                  <c:v>333.0997322236587</c:v>
                </c:pt>
                <c:pt idx="27">
                  <c:v>256.1952542356436</c:v>
                </c:pt>
                <c:pt idx="28">
                  <c:v>4174.536220367691</c:v>
                </c:pt>
                <c:pt idx="29">
                  <c:v>1701.2703784996536</c:v>
                </c:pt>
                <c:pt idx="30">
                  <c:v>167.40881244092407</c:v>
                </c:pt>
                <c:pt idx="31">
                  <c:v>3400.2341493815516</c:v>
                </c:pt>
                <c:pt idx="32">
                  <c:v>42.77938590618717</c:v>
                </c:pt>
                <c:pt idx="33">
                  <c:v>2265.2223541202384</c:v>
                </c:pt>
                <c:pt idx="34">
                  <c:v>4896.5904722970445</c:v>
                </c:pt>
                <c:pt idx="35">
                  <c:v>4603.686947189629</c:v>
                </c:pt>
                <c:pt idx="36">
                  <c:v>4312.144398464405</c:v>
                </c:pt>
                <c:pt idx="37">
                  <c:v>303.0353030301228</c:v>
                </c:pt>
                <c:pt idx="38">
                  <c:v>3605.4174083369535</c:v>
                </c:pt>
                <c:pt idx="39">
                  <c:v>1036.7257735661371</c:v>
                </c:pt>
                <c:pt idx="40">
                  <c:v>412.2914338103606</c:v>
                </c:pt>
                <c:pt idx="41">
                  <c:v>118.37457039165034</c:v>
                </c:pt>
                <c:pt idx="42">
                  <c:v>4137.602634846159</c:v>
                </c:pt>
                <c:pt idx="43">
                  <c:v>2953.6548120157636</c:v>
                </c:pt>
                <c:pt idx="44">
                  <c:v>4141.476450841767</c:v>
                </c:pt>
                <c:pt idx="45">
                  <c:v>7297.719154610561</c:v>
                </c:pt>
                <c:pt idx="46">
                  <c:v>1701.7303398496974</c:v>
                </c:pt>
                <c:pt idx="47">
                  <c:v>6420.688287495979</c:v>
                </c:pt>
                <c:pt idx="48">
                  <c:v>1051.81627100374</c:v>
                </c:pt>
                <c:pt idx="49">
                  <c:v>219.70652471491059</c:v>
                </c:pt>
                <c:pt idx="50">
                  <c:v>1.6519707314398243e-05</c:v>
                </c:pt>
                <c:pt idx="51">
                  <c:v>146.95681687475064</c:v>
                </c:pt>
                <c:pt idx="52">
                  <c:v>4008.4001893671802</c:v>
                </c:pt>
                <c:pt idx="53">
                  <c:v>4056.0253518576897</c:v>
                </c:pt>
                <c:pt idx="54">
                  <c:v>3733.799910360485</c:v>
                </c:pt>
                <c:pt idx="55">
                  <c:v>206.10311409643614</c:v>
                </c:pt>
                <c:pt idx="56">
                  <c:v>125.9241213800349</c:v>
                </c:pt>
                <c:pt idx="57">
                  <c:v>136.02236972367876</c:v>
                </c:pt>
                <c:pt idx="58">
                  <c:v>283.86203281150404</c:v>
                </c:pt>
                <c:pt idx="59">
                  <c:v>7488.1432797537145</c:v>
                </c:pt>
                <c:pt idx="60">
                  <c:v>3636.3563688671384</c:v>
                </c:pt>
                <c:pt idx="61">
                  <c:v>211.93311344413604</c:v>
                </c:pt>
                <c:pt idx="62">
                  <c:v>322.952339329946</c:v>
                </c:pt>
                <c:pt idx="63">
                  <c:v>6209.997284675934</c:v>
                </c:pt>
                <c:pt idx="64">
                  <c:v>1823.3985212633022</c:v>
                </c:pt>
                <c:pt idx="65">
                  <c:v>3.0509291481403984e-06</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-2410.1797978897666</c:v>
                </c:pt>
                <c:pt idx="1">
                  <c:v>-1717.1084764559582</c:v>
                </c:pt>
                <c:pt idx="2">
                  <c:v>-1305.9271813486157</c:v>
                </c:pt>
                <c:pt idx="3">
                  <c:v>-4698.1006630836555</c:v>
                </c:pt>
                <c:pt idx="4">
                  <c:v>-2102.9635677617225</c:v>
                </c:pt>
                <c:pt idx="5">
                  <c:v>-49.19712717025078</c:v>
                </c:pt>
                <c:pt idx="6">
                  <c:v>-8.370294127788735</c:v>
                </c:pt>
                <c:pt idx="7">
                  <c:v>-142.75736558565694</c:v>
                </c:pt>
                <c:pt idx="8">
                  <c:v>-3371.7643671891483</c:v>
                </c:pt>
                <c:pt idx="9">
                  <c:v>-100.31152040794758</c:v>
                </c:pt>
                <c:pt idx="10">
                  <c:v>-3006.344153399575</c:v>
                </c:pt>
                <c:pt idx="11">
                  <c:v>-1655.6769922080716</c:v>
                </c:pt>
                <c:pt idx="12">
                  <c:v>-2225.4623311081946</c:v>
                </c:pt>
                <c:pt idx="13">
                  <c:v>-1229.8921867885845</c:v>
                </c:pt>
                <c:pt idx="14">
                  <c:v>-36.848229139607106</c:v>
                </c:pt>
                <c:pt idx="15">
                  <c:v>-3943.590372557659</c:v>
                </c:pt>
                <c:pt idx="16">
                  <c:v>-2977.2512267955854</c:v>
                </c:pt>
                <c:pt idx="17">
                  <c:v>-1035.1419557669483</c:v>
                </c:pt>
                <c:pt idx="18">
                  <c:v>-76.97388768520514</c:v>
                </c:pt>
                <c:pt idx="19">
                  <c:v>-105.7162564095071</c:v>
                </c:pt>
                <c:pt idx="20">
                  <c:v>-591.631753716459</c:v>
                </c:pt>
                <c:pt idx="21">
                  <c:v>-1725.8502866137212</c:v>
                </c:pt>
                <c:pt idx="22">
                  <c:v>-847.5052282950646</c:v>
                </c:pt>
                <c:pt idx="23">
                  <c:v>-28.574436144528548</c:v>
                </c:pt>
                <c:pt idx="24">
                  <c:v>-1702.1061844261833</c:v>
                </c:pt>
                <c:pt idx="25">
                  <c:v>-91.48122486604376</c:v>
                </c:pt>
                <c:pt idx="26">
                  <c:v>-1588.4037776665</c:v>
                </c:pt>
                <c:pt idx="27">
                  <c:v>-1142.833085855172</c:v>
                </c:pt>
                <c:pt idx="28">
                  <c:v>-183.34526656640193</c:v>
                </c:pt>
                <c:pt idx="29">
                  <c:v>-4320.484133756283</c:v>
                </c:pt>
                <c:pt idx="30">
                  <c:v>-2013.1362515136648</c:v>
                </c:pt>
                <c:pt idx="31">
                  <c:v>-2113.3730338013993</c:v>
                </c:pt>
                <c:pt idx="32">
                  <c:v>-2048.171488290632</c:v>
                </c:pt>
                <c:pt idx="33">
                  <c:v>-1355.4966068695246</c:v>
                </c:pt>
                <c:pt idx="34">
                  <c:v>-68.79558946398618</c:v>
                </c:pt>
                <c:pt idx="35">
                  <c:v>-70.99563596699912</c:v>
                </c:pt>
                <c:pt idx="36">
                  <c:v>-4907.649518170681</c:v>
                </c:pt>
                <c:pt idx="37">
                  <c:v>-354.9124907705353</c:v>
                </c:pt>
                <c:pt idx="38">
                  <c:v>-1137.1528785923051</c:v>
                </c:pt>
                <c:pt idx="39">
                  <c:v>-123.65595130682516</c:v>
                </c:pt>
                <c:pt idx="40">
                  <c:v>-4130.712033021497</c:v>
                </c:pt>
                <c:pt idx="41">
                  <c:v>-3969.182983741278</c:v>
                </c:pt>
                <c:pt idx="42">
                  <c:v>-5576.158510258332</c:v>
                </c:pt>
                <c:pt idx="43">
                  <c:v>-50.21426910144591</c:v>
                </c:pt>
                <c:pt idx="44">
                  <c:v>-2478.7324242383525</c:v>
                </c:pt>
                <c:pt idx="45">
                  <c:v>-876.4024266340217</c:v>
                </c:pt>
                <c:pt idx="46">
                  <c:v>-2032.6557682241555</c:v>
                </c:pt>
                <c:pt idx="47">
                  <c:v>-1413.7897700317421</c:v>
                </c:pt>
                <c:pt idx="48">
                  <c:v>-747.3260770401325</c:v>
                </c:pt>
                <c:pt idx="49">
                  <c:v>-3884.014237352486</c:v>
                </c:pt>
                <c:pt idx="50">
                  <c:v>-228.88155102033855</c:v>
                </c:pt>
                <c:pt idx="51">
                  <c:v>-4222.7020280423085</c:v>
                </c:pt>
                <c:pt idx="52">
                  <c:v>-133.3824962224675</c:v>
                </c:pt>
                <c:pt idx="53">
                  <c:v>-1148.3045485689295</c:v>
                </c:pt>
                <c:pt idx="54">
                  <c:v>-1947.0489851294628</c:v>
                </c:pt>
                <c:pt idx="55">
                  <c:v>-2704.4439860389148</c:v>
                </c:pt>
                <c:pt idx="56">
                  <c:v>-54.34153981585989</c:v>
                </c:pt>
                <c:pt idx="57">
                  <c:v>-2446.4457093889705</c:v>
                </c:pt>
                <c:pt idx="58">
                  <c:v>-3417.404964812352</c:v>
                </c:pt>
                <c:pt idx="59">
                  <c:v>-6176.421497618481</c:v>
                </c:pt>
                <c:pt idx="60">
                  <c:v>-1118.35517780704</c:v>
                </c:pt>
                <c:pt idx="61">
                  <c:v>-3059.8322049699846</c:v>
                </c:pt>
                <c:pt idx="62">
                  <c:v>-1957.48890740656</c:v>
                </c:pt>
                <c:pt idx="63">
                  <c:v>-3497.8442932479356</c:v>
                </c:pt>
                <c:pt idx="64">
                  <c:v>-7.976181192004844</c:v>
                </c:pt>
                <c:pt idx="65">
                  <c:v>-3657.1285445268</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585.1937715196069</c:v>
                </c:pt>
                <c:pt idx="1">
                  <c:v>37.80288665945266</c:v>
                </c:pt>
                <c:pt idx="2">
                  <c:v>142.84062279330067</c:v>
                </c:pt>
                <c:pt idx="3">
                  <c:v>2409.1229891498638</c:v>
                </c:pt>
                <c:pt idx="4">
                  <c:v>1668.4404837621773</c:v>
                </c:pt>
                <c:pt idx="5">
                  <c:v>1514.5924880371797</c:v>
                </c:pt>
                <c:pt idx="6">
                  <c:v>203.6561052832797</c:v>
                </c:pt>
                <c:pt idx="7">
                  <c:v>1338.5966432319508</c:v>
                </c:pt>
                <c:pt idx="8">
                  <c:v>556.0152981317291</c:v>
                </c:pt>
                <c:pt idx="9">
                  <c:v>1766.8669027783062</c:v>
                </c:pt>
                <c:pt idx="10">
                  <c:v>4175.7797051495345</c:v>
                </c:pt>
                <c:pt idx="11">
                  <c:v>1695.0250623994098</c:v>
                </c:pt>
                <c:pt idx="12">
                  <c:v>1064.4641125114094</c:v>
                </c:pt>
                <c:pt idx="13">
                  <c:v>1399.4070799409728</c:v>
                </c:pt>
                <c:pt idx="14">
                  <c:v>1168.6682558716218</c:v>
                </c:pt>
                <c:pt idx="15">
                  <c:v>983.4545063670314</c:v>
                </c:pt>
                <c:pt idx="16">
                  <c:v>400.70655564409526</c:v>
                </c:pt>
                <c:pt idx="17">
                  <c:v>62.01967644497476</c:v>
                </c:pt>
                <c:pt idx="18">
                  <c:v>1744.611968815284</c:v>
                </c:pt>
                <c:pt idx="19">
                  <c:v>262.274443693967</c:v>
                </c:pt>
                <c:pt idx="20">
                  <c:v>135.80049092184422</c:v>
                </c:pt>
                <c:pt idx="21">
                  <c:v>2670.9657622636105</c:v>
                </c:pt>
                <c:pt idx="22">
                  <c:v>1074.2234360680125</c:v>
                </c:pt>
                <c:pt idx="23">
                  <c:v>40.917731810574615</c:v>
                </c:pt>
                <c:pt idx="24">
                  <c:v>170.9312346398154</c:v>
                </c:pt>
                <c:pt idx="25">
                  <c:v>88.47533828969267</c:v>
                </c:pt>
                <c:pt idx="26">
                  <c:v>2553.8029510918946</c:v>
                </c:pt>
                <c:pt idx="27">
                  <c:v>1098.2869236440176</c:v>
                </c:pt>
                <c:pt idx="28">
                  <c:v>345.2088563447028</c:v>
                </c:pt>
                <c:pt idx="29">
                  <c:v>2399.1543585464983</c:v>
                </c:pt>
                <c:pt idx="30">
                  <c:v>337.4717785302565</c:v>
                </c:pt>
                <c:pt idx="31">
                  <c:v>666.1288808440496</c:v>
                </c:pt>
                <c:pt idx="32">
                  <c:v>2208.733506073577</c:v>
                </c:pt>
                <c:pt idx="33">
                  <c:v>2529.985353179739</c:v>
                </c:pt>
                <c:pt idx="34">
                  <c:v>4186.715304544525</c:v>
                </c:pt>
                <c:pt idx="35">
                  <c:v>3143.786456025435</c:v>
                </c:pt>
                <c:pt idx="36">
                  <c:v>4644.55740849445</c:v>
                </c:pt>
                <c:pt idx="37">
                  <c:v>1017.741509838927</c:v>
                </c:pt>
                <c:pt idx="38">
                  <c:v>4990.481819968954</c:v>
                </c:pt>
                <c:pt idx="39">
                  <c:v>1752.3900776457408</c:v>
                </c:pt>
                <c:pt idx="40">
                  <c:v>2566.023981273992</c:v>
                </c:pt>
                <c:pt idx="41">
                  <c:v>162.72414438049015</c:v>
                </c:pt>
                <c:pt idx="42">
                  <c:v>421.24519230913194</c:v>
                </c:pt>
                <c:pt idx="43">
                  <c:v>2497.398344523561</c:v>
                </c:pt>
                <c:pt idx="44">
                  <c:v>1181.5435954397751</c:v>
                </c:pt>
                <c:pt idx="45">
                  <c:v>785.915540338957</c:v>
                </c:pt>
                <c:pt idx="46">
                  <c:v>542.9881240837369</c:v>
                </c:pt>
                <c:pt idx="47">
                  <c:v>5168.328103632708</c:v>
                </c:pt>
                <c:pt idx="48">
                  <c:v>1295.4248711011542</c:v>
                </c:pt>
                <c:pt idx="49">
                  <c:v>2925.2784312680433</c:v>
                </c:pt>
                <c:pt idx="50">
                  <c:v>334.5532871116714</c:v>
                </c:pt>
                <c:pt idx="51">
                  <c:v>4039.749909228408</c:v>
                </c:pt>
                <c:pt idx="52">
                  <c:v>611.0722465893876</c:v>
                </c:pt>
                <c:pt idx="53">
                  <c:v>3290.0982470654753</c:v>
                </c:pt>
                <c:pt idx="54">
                  <c:v>2836.1455760588324</c:v>
                </c:pt>
                <c:pt idx="55">
                  <c:v>1412.3852108927283</c:v>
                </c:pt>
                <c:pt idx="56">
                  <c:v>229.89931397638156</c:v>
                </c:pt>
                <c:pt idx="57">
                  <c:v>98.75446668923274</c:v>
                </c:pt>
                <c:pt idx="58">
                  <c:v>2998.182444395255</c:v>
                </c:pt>
                <c:pt idx="59">
                  <c:v>4926.709749841191</c:v>
                </c:pt>
                <c:pt idx="60">
                  <c:v>642.5087459657767</c:v>
                </c:pt>
                <c:pt idx="61">
                  <c:v>38.20730975564909</c:v>
                </c:pt>
                <c:pt idx="62">
                  <c:v>340.4229118796378</c:v>
                </c:pt>
                <c:pt idx="63">
                  <c:v>153.66116969524148</c:v>
                </c:pt>
                <c:pt idx="64">
                  <c:v>1892.5144998686228</c:v>
                </c:pt>
                <c:pt idx="65">
                  <c:v>1754.0818736064307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103.70832280912023</c:v>
                </c:pt>
                <c:pt idx="1">
                  <c:v>100.17919359066846</c:v>
                </c:pt>
                <c:pt idx="2">
                  <c:v>641.0964590525459</c:v>
                </c:pt>
                <c:pt idx="3">
                  <c:v>134.718643860811</c:v>
                </c:pt>
                <c:pt idx="4">
                  <c:v>241.72145124611978</c:v>
                </c:pt>
                <c:pt idx="5">
                  <c:v>416.6849873098363</c:v>
                </c:pt>
                <c:pt idx="6">
                  <c:v>91.4284647548712</c:v>
                </c:pt>
                <c:pt idx="7">
                  <c:v>1039.1008710669446</c:v>
                </c:pt>
                <c:pt idx="8">
                  <c:v>602.0228300975599</c:v>
                </c:pt>
                <c:pt idx="9">
                  <c:v>696.539836590081</c:v>
                </c:pt>
                <c:pt idx="10">
                  <c:v>1007.8500302067051</c:v>
                </c:pt>
                <c:pt idx="11">
                  <c:v>307.2814642296221</c:v>
                </c:pt>
                <c:pt idx="12">
                  <c:v>654.219162680397</c:v>
                </c:pt>
                <c:pt idx="13">
                  <c:v>981.1601552813149</c:v>
                </c:pt>
                <c:pt idx="14">
                  <c:v>832.9989185332125</c:v>
                </c:pt>
                <c:pt idx="15">
                  <c:v>1134.458416256974</c:v>
                </c:pt>
                <c:pt idx="16">
                  <c:v>587.1832806817145</c:v>
                </c:pt>
                <c:pt idx="17">
                  <c:v>88.3299271585499</c:v>
                </c:pt>
                <c:pt idx="18">
                  <c:v>89.66598020867681</c:v>
                </c:pt>
                <c:pt idx="19">
                  <c:v>135.80035197037168</c:v>
                </c:pt>
                <c:pt idx="20">
                  <c:v>661.4255630505991</c:v>
                </c:pt>
                <c:pt idx="21">
                  <c:v>1272.4815211164462</c:v>
                </c:pt>
                <c:pt idx="22">
                  <c:v>362.99046617802225</c:v>
                </c:pt>
                <c:pt idx="23">
                  <c:v>896.1133012519198</c:v>
                </c:pt>
                <c:pt idx="24">
                  <c:v>157.50747971364876</c:v>
                </c:pt>
                <c:pt idx="25">
                  <c:v>120.2899804104177</c:v>
                </c:pt>
                <c:pt idx="26">
                  <c:v>457.6408381973675</c:v>
                </c:pt>
                <c:pt idx="27">
                  <c:v>1132.3439032534795</c:v>
                </c:pt>
                <c:pt idx="28">
                  <c:v>1184.8373522749828</c:v>
                </c:pt>
                <c:pt idx="29">
                  <c:v>669.7417258984304</c:v>
                </c:pt>
                <c:pt idx="30">
                  <c:v>700.0226344943019</c:v>
                </c:pt>
                <c:pt idx="31">
                  <c:v>404.52782874879034</c:v>
                </c:pt>
                <c:pt idx="32">
                  <c:v>768.5555653472776</c:v>
                </c:pt>
                <c:pt idx="33">
                  <c:v>161.8092788546544</c:v>
                </c:pt>
                <c:pt idx="34">
                  <c:v>132.1493561453591</c:v>
                </c:pt>
                <c:pt idx="35">
                  <c:v>109.24429506805102</c:v>
                </c:pt>
                <c:pt idx="36">
                  <c:v>188.30434152930258</c:v>
                </c:pt>
                <c:pt idx="37">
                  <c:v>110.49549718774634</c:v>
                </c:pt>
                <c:pt idx="38">
                  <c:v>968.7986976324905</c:v>
                </c:pt>
                <c:pt idx="39">
                  <c:v>441.36261863141175</c:v>
                </c:pt>
                <c:pt idx="40">
                  <c:v>1859.16172583034</c:v>
                </c:pt>
                <c:pt idx="41">
                  <c:v>736.1887883382087</c:v>
                </c:pt>
                <c:pt idx="42">
                  <c:v>167.60494430332054</c:v>
                </c:pt>
                <c:pt idx="43">
                  <c:v>1468.9647037502518</c:v>
                </c:pt>
                <c:pt idx="44">
                  <c:v>190.69529751691618</c:v>
                </c:pt>
                <c:pt idx="45">
                  <c:v>560.4492719049601</c:v>
                </c:pt>
                <c:pt idx="46">
                  <c:v>271.7224886863991</c:v>
                </c:pt>
                <c:pt idx="47">
                  <c:v>146.49876822893538</c:v>
                </c:pt>
                <c:pt idx="48">
                  <c:v>126.2053135395537</c:v>
                </c:pt>
                <c:pt idx="49">
                  <c:v>758.1475722531973</c:v>
                </c:pt>
                <c:pt idx="50">
                  <c:v>843.4140061746086</c:v>
                </c:pt>
                <c:pt idx="51">
                  <c:v>588.0212939104432</c:v>
                </c:pt>
                <c:pt idx="52">
                  <c:v>135.56631036573285</c:v>
                </c:pt>
                <c:pt idx="53">
                  <c:v>645.608336744643</c:v>
                </c:pt>
                <c:pt idx="54">
                  <c:v>761.149668494983</c:v>
                </c:pt>
                <c:pt idx="55">
                  <c:v>667.3214272962376</c:v>
                </c:pt>
                <c:pt idx="56">
                  <c:v>161.49370778086018</c:v>
                </c:pt>
                <c:pt idx="57">
                  <c:v>1084.3887123324594</c:v>
                </c:pt>
                <c:pt idx="58">
                  <c:v>1799.380117295912</c:v>
                </c:pt>
                <c:pt idx="59">
                  <c:v>1033.1892684882946</c:v>
                </c:pt>
                <c:pt idx="60">
                  <c:v>1111.9210611444023</c:v>
                </c:pt>
                <c:pt idx="61">
                  <c:v>783.0601298051286</c:v>
                </c:pt>
                <c:pt idx="62">
                  <c:v>1119.825046289044</c:v>
                </c:pt>
                <c:pt idx="63">
                  <c:v>148.18567224615106</c:v>
                </c:pt>
                <c:pt idx="64">
                  <c:v>121.0776463127804</c:v>
                </c:pt>
                <c:pt idx="65">
                  <c:v>130.13035748708631</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247776.42182498312</c:v>
                </c:pt>
                <c:pt idx="1">
                  <c:v>282665.4917178898</c:v>
                </c:pt>
                <c:pt idx="2">
                  <c:v>349822.2936999735</c:v>
                </c:pt>
                <c:pt idx="3">
                  <c:v>293665.67490637413</c:v>
                </c:pt>
                <c:pt idx="4">
                  <c:v>205107.34369360257</c:v>
                </c:pt>
                <c:pt idx="5">
                  <c:v>153768.51333326544</c:v>
                </c:pt>
                <c:pt idx="6">
                  <c:v>53861.83545704814</c:v>
                </c:pt>
                <c:pt idx="7">
                  <c:v>13511.896930131557</c:v>
                </c:pt>
                <c:pt idx="8">
                  <c:v>4527.785594038808</c:v>
                </c:pt>
                <c:pt idx="9">
                  <c:v>39087.7794140767</c:v>
                </c:pt>
                <c:pt idx="10">
                  <c:v>134341.31102482037</c:v>
                </c:pt>
                <c:pt idx="11">
                  <c:v>177130.20700834726</c:v>
                </c:pt>
                <c:pt idx="12">
                  <c:v>262349.2962150126</c:v>
                </c:pt>
                <c:pt idx="13">
                  <c:v>294481.0546164367</c:v>
                </c:pt>
                <c:pt idx="14">
                  <c:v>396440.2989779026</c:v>
                </c:pt>
                <c:pt idx="15">
                  <c:v>299025.787824759</c:v>
                </c:pt>
                <c:pt idx="16">
                  <c:v>278941.3361089378</c:v>
                </c:pt>
                <c:pt idx="17">
                  <c:v>125593.88690758208</c:v>
                </c:pt>
                <c:pt idx="18">
                  <c:v>61378.253793126925</c:v>
                </c:pt>
                <c:pt idx="19">
                  <c:v>15496.516558776366</c:v>
                </c:pt>
                <c:pt idx="20">
                  <c:v>4730.00143358324</c:v>
                </c:pt>
                <c:pt idx="21">
                  <c:v>40439.31366025374</c:v>
                </c:pt>
                <c:pt idx="22">
                  <c:v>134230.6793089654</c:v>
                </c:pt>
                <c:pt idx="23">
                  <c:v>187225.69157044278</c:v>
                </c:pt>
                <c:pt idx="24">
                  <c:v>327450.5846333594</c:v>
                </c:pt>
                <c:pt idx="25">
                  <c:v>315615.5715391281</c:v>
                </c:pt>
                <c:pt idx="26">
                  <c:v>337224.46695235465</c:v>
                </c:pt>
                <c:pt idx="27">
                  <c:v>283442.8005411477</c:v>
                </c:pt>
                <c:pt idx="28">
                  <c:v>258856.66597387864</c:v>
                </c:pt>
                <c:pt idx="29">
                  <c:v>131663.90679235075</c:v>
                </c:pt>
                <c:pt idx="30">
                  <c:v>64602.599535678804</c:v>
                </c:pt>
                <c:pt idx="31">
                  <c:v>16899.199822709004</c:v>
                </c:pt>
                <c:pt idx="32">
                  <c:v>4784.035451384694</c:v>
                </c:pt>
                <c:pt idx="33">
                  <c:v>58933.136377163915</c:v>
                </c:pt>
                <c:pt idx="34">
                  <c:v>130235.33519960208</c:v>
                </c:pt>
                <c:pt idx="35">
                  <c:v>220465.7466441731</c:v>
                </c:pt>
                <c:pt idx="36">
                  <c:v>371128.3235670581</c:v>
                </c:pt>
                <c:pt idx="37">
                  <c:v>316717.70244613406</c:v>
                </c:pt>
                <c:pt idx="38">
                  <c:v>341467.65691442986</c:v>
                </c:pt>
                <c:pt idx="39">
                  <c:v>275787.7549726026</c:v>
                </c:pt>
                <c:pt idx="40">
                  <c:v>297153.47432176175</c:v>
                </c:pt>
                <c:pt idx="41">
                  <c:v>130941.43378384825</c:v>
                </c:pt>
                <c:pt idx="42">
                  <c:v>75350.67880065284</c:v>
                </c:pt>
                <c:pt idx="43">
                  <c:v>8693.58878535148</c:v>
                </c:pt>
                <c:pt idx="44">
                  <c:v>4979.061801268933</c:v>
                </c:pt>
                <c:pt idx="45">
                  <c:v>65549.90023563152</c:v>
                </c:pt>
                <c:pt idx="46">
                  <c:v>123329.23819966574</c:v>
                </c:pt>
                <c:pt idx="47">
                  <c:v>184525.89448132</c:v>
                </c:pt>
                <c:pt idx="48">
                  <c:v>346078.00167079957</c:v>
                </c:pt>
                <c:pt idx="49">
                  <c:v>305851.16603101033</c:v>
                </c:pt>
                <c:pt idx="50">
                  <c:v>300602.81018204044</c:v>
                </c:pt>
                <c:pt idx="51">
                  <c:v>354644.6513155752</c:v>
                </c:pt>
                <c:pt idx="52">
                  <c:v>212481.32825179087</c:v>
                </c:pt>
                <c:pt idx="53">
                  <c:v>147463.20682444834</c:v>
                </c:pt>
                <c:pt idx="54">
                  <c:v>82315.80218255748</c:v>
                </c:pt>
                <c:pt idx="55">
                  <c:v>8090.091563231503</c:v>
                </c:pt>
                <c:pt idx="56">
                  <c:v>9072.45635609041</c:v>
                </c:pt>
                <c:pt idx="57">
                  <c:v>49166.82117741788</c:v>
                </c:pt>
                <c:pt idx="58">
                  <c:v>114644.80124597487</c:v>
                </c:pt>
                <c:pt idx="59">
                  <c:v>282743.6685142958</c:v>
                </c:pt>
                <c:pt idx="60">
                  <c:v>328687.3057179423</c:v>
                </c:pt>
                <c:pt idx="61">
                  <c:v>347519.76533869177</c:v>
                </c:pt>
                <c:pt idx="62">
                  <c:v>429708.0117388463</c:v>
                </c:pt>
                <c:pt idx="63">
                  <c:v>300514.435341092</c:v>
                </c:pt>
                <c:pt idx="64">
                  <c:v>191840.0151440531</c:v>
                </c:pt>
                <c:pt idx="65">
                  <c:v>117185.07420209172</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Sheet1!$B$2:$B$22</c:f>
              <c:numCache>
                <c:formatCode>General</c:formatCode>
                <c:ptCount val="21"/>
                <c:pt idx="0">
                  <c:v>0.0</c:v>
                </c:pt>
                <c:pt idx="1">
                  <c:v>59.038224066934674</c:v>
                </c:pt>
                <c:pt idx="2">
                  <c:v>72.11660897204122</c:v>
                </c:pt>
                <c:pt idx="3">
                  <c:v>80.32569914936379</c:v>
                </c:pt>
                <c:pt idx="4">
                  <c:v>87.80659873199238</c:v>
                </c:pt>
                <c:pt idx="5">
                  <c:v>90.34507310688478</c:v>
                </c:pt>
                <c:pt idx="6">
                  <c:v>92.21198462281448</c:v>
                </c:pt>
                <c:pt idx="7">
                  <c:v>93.82675136028733</c:v>
                </c:pt>
                <c:pt idx="8">
                  <c:v>95.31060393247574</c:v>
                </c:pt>
                <c:pt idx="9">
                  <c:v>96.74147236891498</c:v>
                </c:pt>
                <c:pt idx="10">
                  <c:v>97.85281429389306</c:v>
                </c:pt>
                <c:pt idx="11">
                  <c:v>98.79688470934748</c:v>
                </c:pt>
                <c:pt idx="12">
                  <c:v>99.27721895816742</c:v>
                </c:pt>
                <c:pt idx="13">
                  <c:v>99.73077596864864</c:v>
                </c:pt>
                <c:pt idx="14">
                  <c:v>99.9636021772894</c:v>
                </c:pt>
                <c:pt idx="15">
                  <c:v>100.13338859371905</c:v>
                </c:pt>
                <c:pt idx="16">
                  <c:v>100.28111291185891</c:v>
                </c:pt>
                <c:pt idx="17">
                  <c:v>100.4079091781673</c:v>
                </c:pt>
                <c:pt idx="18">
                  <c:v>100.49698950252018</c:v>
                </c:pt>
                <c:pt idx="19">
                  <c:v>100.38762549860922</c:v>
                </c:pt>
                <c:pt idx="20">
                  <c:v>100.0</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573B00"/>
              </a:solidFill>
            </c:spPr>
          </c:dPt>
          <c:dPt>
            <c:idx val="3"/>
            <c:spPr>
              <a:solidFill>
                <a:srgbClr val="0187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00ACC6"/>
              </a:solidFill>
            </c:spPr>
          </c:dPt>
          <c:dPt>
            <c:idx val="8"/>
            <c:spPr>
              <a:solidFill>
                <a:srgbClr val="FFA52F"/>
              </a:solidFill>
            </c:spPr>
          </c:dPt>
          <c:dPt>
            <c:idx val="9"/>
            <c:spPr>
              <a:solidFill>
                <a:srgbClr val="8C3BFF"/>
              </a:solidFill>
            </c:spPr>
          </c:dPt>
          <c:dPt>
            <c:idx val="10"/>
            <c:spPr>
              <a:solidFill>
                <a:srgbClr val="FF7ED1"/>
              </a:solidFill>
            </c:spPr>
          </c:dPt>
          <c:dPt>
            <c:idx val="11"/>
            <c:spPr>
              <a:solidFill>
                <a:srgbClr val="BCB6FF"/>
              </a:solidFill>
            </c:spPr>
          </c:dPt>
          <c:dPt>
            <c:idx val="12"/>
            <c:spPr>
              <a:solidFill>
                <a:srgbClr val="97FF00"/>
              </a:solidFill>
            </c:spPr>
          </c:dPt>
          <c:dPt>
            <c:idx val="13"/>
            <c:spPr>
              <a:solidFill>
                <a:srgbClr val="BF03B8"/>
              </a:solidFill>
            </c:spPr>
          </c:dPt>
          <c:dPt>
            <c:idx val="14"/>
            <c:spPr>
              <a:solidFill>
                <a:srgbClr val="0000DD"/>
              </a:solidFill>
            </c:spPr>
          </c:dPt>
          <c:dPt>
            <c:idx val="15"/>
            <c:spPr>
              <a:solidFill>
                <a:srgbClr val="790000"/>
              </a:solidFill>
            </c:spPr>
          </c:dPt>
          <c:dPt>
            <c:idx val="16"/>
            <c:spPr>
              <a:solidFill>
                <a:srgbClr val="645474"/>
              </a:solidFill>
            </c:spPr>
          </c:dPt>
          <c:dPt>
            <c:idx val="17"/>
            <c:spPr>
              <a:solidFill>
                <a:srgbClr val="00FDCF"/>
              </a:solidFill>
            </c:spPr>
          </c:dPt>
          <c:dPt>
            <c:idx val="18"/>
            <c:spPr>
              <a:solidFill>
                <a:srgbClr val="0774D8"/>
              </a:solidFill>
            </c:spPr>
          </c:dPt>
          <c:dPt>
            <c:idx val="20"/>
            <c:spPr>
              <a:solidFill>
                <a:srgbClr val="A17569"/>
              </a:solidFill>
            </c:spPr>
          </c:dPt>
          <c:dLbls>
            <c:dLbl>
              <c:idx val="0"/>
              <c:tx>
                <c:rich>
                  <a:bodyPr/>
                  <a:lstStyle/>
                  <a:p>
                    <a:r>
                      <a:t>59.04%</a:t>
                    </a:r>
                  </a:p>
                </c:rich>
              </c:tx>
              <c:dLblPos val="inEnd"/>
              <c:showLegendKey val="0"/>
              <c:showVal val="1"/>
              <c:showCatName val="0"/>
              <c:showSerName val="0"/>
              <c:showPercent val="0"/>
              <c:showBubbleSize val="0"/>
            </c:dLbl>
            <c:dLbl>
              <c:idx val="1"/>
              <c:tx>
                <c:rich>
                  <a:bodyPr/>
                  <a:lstStyle/>
                  <a:p>
                    <a:r>
                      <a:t>13.08%</a:t>
                    </a:r>
                  </a:p>
                </c:rich>
              </c:tx>
              <c:dLblPos val="inEnd"/>
              <c:showLegendKey val="0"/>
              <c:showVal val="1"/>
              <c:showCatName val="0"/>
              <c:showSerName val="0"/>
              <c:showPercent val="0"/>
              <c:showBubbleSize val="0"/>
            </c:dLbl>
            <c:dLbl>
              <c:idx val="2"/>
              <c:tx>
                <c:rich>
                  <a:bodyPr/>
                  <a:lstStyle/>
                  <a:p>
                    <a:r>
                      <a:t>8.21%</a:t>
                    </a:r>
                  </a:p>
                </c:rich>
              </c:tx>
              <c:dLblPos val="inEnd"/>
              <c:showLegendKey val="0"/>
              <c:showVal val="1"/>
              <c:showCatName val="0"/>
              <c:showSerName val="0"/>
              <c:showPercent val="0"/>
              <c:showBubbleSize val="0"/>
            </c:dLbl>
            <c:dLbl>
              <c:idx val="3"/>
              <c:tx>
                <c:rich>
                  <a:bodyPr/>
                  <a:lstStyle/>
                  <a:p>
                    <a:r>
                      <a:t>7.48%</a:t>
                    </a:r>
                  </a:p>
                </c:rich>
              </c:tx>
              <c:dLblPos val="inEnd"/>
              <c:showLegendKey val="0"/>
              <c:showVal val="1"/>
              <c:showCatName val="0"/>
              <c:showSerName val="0"/>
              <c:showPercent val="0"/>
              <c:showBubbleSize val="0"/>
            </c:dLbl>
            <c:dLbl>
              <c:idx val="4"/>
              <c:tx>
                <c:rich>
                  <a:bodyPr/>
                  <a:lstStyle/>
                  <a:p>
                    <a:r>
                      <a:t>2.54%</a:t>
                    </a:r>
                  </a:p>
                </c:rich>
              </c:tx>
              <c:dLblPos val="inEnd"/>
              <c:showLegendKey val="0"/>
              <c:showVal val="1"/>
              <c:showCatName val="0"/>
              <c:showSerName val="0"/>
              <c:showPercent val="0"/>
              <c:showBubbleSize val="0"/>
            </c:dLbl>
            <c:dLbl>
              <c:idx val="5"/>
              <c:tx>
                <c:rich>
                  <a:bodyPr/>
                  <a:lstStyle/>
                  <a:p>
                    <a:r>
                      <a:t>1.87%</a:t>
                    </a:r>
                  </a:p>
                </c:rich>
              </c:tx>
              <c:dLblPos val="inEnd"/>
              <c:showLegendKey val="0"/>
              <c:showVal val="1"/>
              <c:showCatName val="0"/>
              <c:showSerName val="0"/>
              <c:showPercent val="0"/>
              <c:showBubbleSize val="0"/>
            </c:dLbl>
            <c:dLbl>
              <c:idx val="6"/>
              <c:tx>
                <c:rich>
                  <a:bodyPr/>
                  <a:lstStyle/>
                  <a:p>
                    <a:r>
                      <a:t>1.61%</a:t>
                    </a:r>
                  </a:p>
                </c:rich>
              </c:tx>
              <c:dLblPos val="inEnd"/>
              <c:showLegendKey val="0"/>
              <c:showVal val="1"/>
              <c:showCatName val="0"/>
              <c:showSerName val="0"/>
              <c:showPercent val="0"/>
              <c:showBubbleSize val="0"/>
            </c:dLbl>
            <c:dLbl>
              <c:idx val="7"/>
              <c:tx>
                <c:rich>
                  <a:bodyPr/>
                  <a:lstStyle/>
                  <a:p>
                    <a:r>
                      <a:t>1.48%</a:t>
                    </a:r>
                  </a:p>
                </c:rich>
              </c:tx>
              <c:dLblPos val="inEnd"/>
              <c:showLegendKey val="0"/>
              <c:showVal val="1"/>
              <c:showCatName val="0"/>
              <c:showSerName val="0"/>
              <c:showPercent val="0"/>
              <c:showBubbleSize val="0"/>
            </c:dLbl>
            <c:dLbl>
              <c:idx val="8"/>
              <c:tx>
                <c:rich>
                  <a:bodyPr/>
                  <a:lstStyle/>
                  <a:p>
                    <a:r>
                      <a:t>1.43%</a:t>
                    </a:r>
                  </a:p>
                </c:rich>
              </c:tx>
              <c:dLblPos val="inEnd"/>
              <c:showLegendKey val="0"/>
              <c:showVal val="1"/>
              <c:showCatName val="0"/>
              <c:showSerName val="0"/>
              <c:showPercent val="0"/>
              <c:showBubbleSize val="0"/>
            </c:dLbl>
            <c:dLbl>
              <c:idx val="9"/>
              <c:tx>
                <c:rich>
                  <a:bodyPr/>
                  <a:lstStyle/>
                  <a:p>
                    <a:r>
                      <a:t>1.11%</a:t>
                    </a:r>
                  </a:p>
                </c:rich>
              </c:tx>
              <c:dLblPos val="inEnd"/>
              <c:showLegendKey val="0"/>
              <c:showVal val="1"/>
              <c:showCatName val="0"/>
              <c:showSerName val="0"/>
              <c:showPercent val="0"/>
              <c:showBubbleSize val="0"/>
            </c:dLbl>
            <c:dLbl>
              <c:idx val="10"/>
              <c:tx>
                <c:rich>
                  <a:bodyPr/>
                  <a:lstStyle/>
                  <a:p>
                    <a:r>
                      <a:t>0.94%</a:t>
                    </a:r>
                  </a:p>
                </c:rich>
              </c:tx>
              <c:dLblPos val="inEnd"/>
              <c:showLegendKey val="0"/>
              <c:showVal val="1"/>
              <c:showCatName val="0"/>
              <c:showSerName val="0"/>
              <c:showPercent val="0"/>
              <c:showBubbleSize val="0"/>
            </c:dLbl>
            <c:dLbl>
              <c:idx val="11"/>
              <c:tx>
                <c:rich>
                  <a:bodyPr/>
                  <a:lstStyle/>
                  <a:p>
                    <a:r>
                      <a:t>0.48%</a:t>
                    </a:r>
                  </a:p>
                </c:rich>
              </c:tx>
              <c:dLblPos val="inEnd"/>
              <c:showLegendKey val="0"/>
              <c:showVal val="1"/>
              <c:showCatName val="0"/>
              <c:showSerName val="0"/>
              <c:showPercent val="0"/>
              <c:showBubbleSize val="0"/>
            </c:dLbl>
            <c:dLbl>
              <c:idx val="12"/>
              <c:tx>
                <c:rich>
                  <a:bodyPr/>
                  <a:lstStyle/>
                  <a:p>
                    <a:r>
                      <a:t>0.45%</a:t>
                    </a:r>
                  </a:p>
                </c:rich>
              </c:tx>
              <c:dLblPos val="inEnd"/>
              <c:showLegendKey val="0"/>
              <c:showVal val="1"/>
              <c:showCatName val="0"/>
              <c:showSerName val="0"/>
              <c:showPercent val="0"/>
              <c:showBubbleSize val="0"/>
            </c:dLbl>
            <c:dLbl>
              <c:idx val="13"/>
              <c:tx>
                <c:rich>
                  <a:bodyPr/>
                  <a:lstStyle/>
                  <a:p>
                    <a:r>
                      <a:t>0.23%</a:t>
                    </a:r>
                  </a:p>
                </c:rich>
              </c:tx>
              <c:dLblPos val="inEnd"/>
              <c:showLegendKey val="0"/>
              <c:showVal val="1"/>
              <c:showCatName val="0"/>
              <c:showSerName val="0"/>
              <c:showPercent val="0"/>
              <c:showBubbleSize val="0"/>
            </c:dLbl>
            <c:dLbl>
              <c:idx val="14"/>
              <c:tx>
                <c:rich>
                  <a:bodyPr/>
                  <a:lstStyle/>
                  <a:p>
                    <a:r>
                      <a:t>0.17%</a:t>
                    </a:r>
                  </a:p>
                </c:rich>
              </c:tx>
              <c:dLblPos val="inEnd"/>
              <c:showLegendKey val="0"/>
              <c:showVal val="1"/>
              <c:showCatName val="0"/>
              <c:showSerName val="0"/>
              <c:showPercent val="0"/>
              <c:showBubbleSize val="0"/>
            </c:dLbl>
            <c:dLbl>
              <c:idx val="15"/>
              <c:tx>
                <c:rich>
                  <a:bodyPr/>
                  <a:lstStyle/>
                  <a:p>
                    <a:r>
                      <a:t>0.15%</a:t>
                    </a:r>
                  </a:p>
                </c:rich>
              </c:tx>
              <c:dLblPos val="inEnd"/>
              <c:showLegendKey val="0"/>
              <c:showVal val="1"/>
              <c:showCatName val="0"/>
              <c:showSerName val="0"/>
              <c:showPercent val="0"/>
              <c:showBubbleSize val="0"/>
            </c:dLbl>
            <c:dLbl>
              <c:idx val="16"/>
              <c:tx>
                <c:rich>
                  <a:bodyPr/>
                  <a:lstStyle/>
                  <a:p>
                    <a:r>
                      <a:t>0.13%</a:t>
                    </a:r>
                  </a:p>
                </c:rich>
              </c:tx>
              <c:dLblPos val="inEnd"/>
              <c:showLegendKey val="0"/>
              <c:showVal val="1"/>
              <c:showCatName val="0"/>
              <c:showSerName val="0"/>
              <c:showPercent val="0"/>
              <c:showBubbleSize val="0"/>
            </c:dLbl>
            <c:dLbl>
              <c:idx val="17"/>
              <c:tx>
                <c:rich>
                  <a:bodyPr/>
                  <a:lstStyle/>
                  <a:p>
                    <a:r>
                      <a:t>0.09%</a:t>
                    </a:r>
                  </a:p>
                </c:rich>
              </c:tx>
              <c:dLblPos val="inEnd"/>
              <c:showLegendKey val="0"/>
              <c:showVal val="1"/>
              <c:showCatName val="0"/>
              <c:showSerName val="0"/>
              <c:showPercent val="0"/>
              <c:showBubbleSize val="0"/>
            </c:dLbl>
            <c:dLbl>
              <c:idx val="18"/>
              <c:tx>
                <c:rich>
                  <a:bodyPr/>
                  <a:lstStyle/>
                  <a:p>
                    <a:r>
                      <a:t>0.05%</a:t>
                    </a:r>
                  </a:p>
                </c:rich>
              </c:tx>
              <c:dLblPos val="inEnd"/>
              <c:showLegendKey val="0"/>
              <c:showVal val="1"/>
              <c:showCatName val="0"/>
              <c:showSerName val="0"/>
              <c:showPercent val="0"/>
              <c:showBubbleSize val="0"/>
            </c:dLbl>
            <c:dLbl>
              <c:idx val="19"/>
              <c:tx>
                <c:rich>
                  <a:bodyPr/>
                  <a:lstStyle/>
                  <a:p>
                    <a:r>
                      <a:t>-0.16%</a:t>
                    </a:r>
                  </a:p>
                </c:rich>
              </c:tx>
              <c:dLblPos val="inEnd"/>
              <c:showLegendKey val="0"/>
              <c:showVal val="1"/>
              <c:showCatName val="0"/>
              <c:showSerName val="0"/>
              <c:showPercent val="0"/>
              <c:showBubbleSize val="0"/>
            </c:dLbl>
            <c:dLbl>
              <c:idx val="20"/>
              <c:tx>
                <c:rich>
                  <a:bodyPr/>
                  <a:lstStyle/>
                  <a:p>
                    <a:r>
                      <a:t>-0.39%</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Distribution</c:v>
                </c:pt>
                <c:pt idx="3">
                  <c:v>Brand_Digital_I...</c:v>
                </c:pt>
                <c:pt idx="4">
                  <c:v>E-com</c:v>
                </c:pt>
                <c:pt idx="5">
                  <c:v>Brand_OOH</c:v>
                </c:pt>
                <c:pt idx="6">
                  <c:v>Region_Digital_...</c:v>
                </c:pt>
                <c:pt idx="7">
                  <c:v>Brand_Digital_P...</c:v>
                </c:pt>
                <c:pt idx="8">
                  <c:v>Brand_TV</c:v>
                </c:pt>
                <c:pt idx="9">
                  <c:v>Brand_Digital_D...</c:v>
                </c:pt>
                <c:pt idx="10">
                  <c:v>Brand_Digital_V...</c:v>
                </c:pt>
                <c:pt idx="11">
                  <c:v>Region_Digital_...</c:v>
                </c:pt>
                <c:pt idx="12">
                  <c:v>Brand_Digital_S...</c:v>
                </c:pt>
                <c:pt idx="13">
                  <c:v>Region_Digital_...</c:v>
                </c:pt>
                <c:pt idx="14">
                  <c:v>POS</c:v>
                </c:pt>
                <c:pt idx="15">
                  <c:v>Region_OOH</c:v>
                </c:pt>
                <c:pt idx="16">
                  <c:v>Region_Digital_...</c:v>
                </c:pt>
                <c:pt idx="17">
                  <c:v>PR</c:v>
                </c:pt>
                <c:pt idx="18">
                  <c:v>Region_TV</c:v>
                </c:pt>
                <c:pt idx="19">
                  <c:v>Region_Digital_...</c:v>
                </c:pt>
                <c:pt idx="20">
                  <c:v>Price index</c:v>
                </c:pt>
              </c:strCache>
            </c:strRef>
          </c:cat>
          <c:val>
            <c:numRef>
              <c:f>Sheet1!$C$2:$C$22</c:f>
              <c:numCache>
                <c:formatCode>General</c:formatCode>
                <c:ptCount val="21"/>
                <c:pt idx="0">
                  <c:v>59.03822406693469</c:v>
                </c:pt>
                <c:pt idx="1">
                  <c:v>13.078384905106532</c:v>
                </c:pt>
                <c:pt idx="2">
                  <c:v>8.209090177322562</c:v>
                </c:pt>
                <c:pt idx="3">
                  <c:v>7.480899582628596</c:v>
                </c:pt>
                <c:pt idx="4">
                  <c:v>2.5384743748924046</c:v>
                </c:pt>
                <c:pt idx="5">
                  <c:v>1.8669115159296998</c:v>
                </c:pt>
                <c:pt idx="6">
                  <c:v>1.6147667374728454</c:v>
                </c:pt>
                <c:pt idx="7">
                  <c:v>1.4838525721884166</c:v>
                </c:pt>
                <c:pt idx="8">
                  <c:v>1.430868436439251</c:v>
                </c:pt>
                <c:pt idx="9">
                  <c:v>1.1113419249780683</c:v>
                </c:pt>
                <c:pt idx="10">
                  <c:v>0.9440704154544226</c:v>
                </c:pt>
                <c:pt idx="11">
                  <c:v>0.48033424881996384</c:v>
                </c:pt>
                <c:pt idx="12">
                  <c:v>0.45355701048118635</c:v>
                </c:pt>
                <c:pt idx="13">
                  <c:v>0.23282620864076517</c:v>
                </c:pt>
                <c:pt idx="14">
                  <c:v>0.1697864164296494</c:v>
                </c:pt>
                <c:pt idx="15">
                  <c:v>0.14772431813987666</c:v>
                </c:pt>
                <c:pt idx="16">
                  <c:v>0.12679626630837182</c:v>
                </c:pt>
                <c:pt idx="17">
                  <c:v>0.08908032435289344</c:v>
                </c:pt>
                <c:pt idx="18">
                  <c:v>0.05084367756264231</c:v>
                </c:pt>
                <c:pt idx="19">
                  <c:v>0.16020768147362038</c:v>
                </c:pt>
                <c:pt idx="20">
                  <c:v>0.38762549860920703</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Prediction in Packs</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1022589.0</c:v>
                </c:pt>
                <c:pt idx="1">
                  <c:v>1217374.0</c:v>
                </c:pt>
                <c:pt idx="2">
                  <c:v>1498337.0</c:v>
                </c:pt>
                <c:pt idx="3">
                  <c:v>1403147.0</c:v>
                </c:pt>
                <c:pt idx="4">
                  <c:v>1149058.0</c:v>
                </c:pt>
                <c:pt idx="5">
                  <c:v>1319956.0</c:v>
                </c:pt>
                <c:pt idx="6">
                  <c:v>895874.0</c:v>
                </c:pt>
                <c:pt idx="7">
                  <c:v>1099702.0</c:v>
                </c:pt>
                <c:pt idx="8">
                  <c:v>808397.0</c:v>
                </c:pt>
                <c:pt idx="9">
                  <c:v>915140.0</c:v>
                </c:pt>
                <c:pt idx="10">
                  <c:v>1292472.0</c:v>
                </c:pt>
                <c:pt idx="11">
                  <c:v>926587.0</c:v>
                </c:pt>
                <c:pt idx="12">
                  <c:v>1281983.0</c:v>
                </c:pt>
                <c:pt idx="13">
                  <c:v>1198049.0</c:v>
                </c:pt>
                <c:pt idx="14">
                  <c:v>1715421.0</c:v>
                </c:pt>
                <c:pt idx="15">
                  <c:v>1284642.0</c:v>
                </c:pt>
                <c:pt idx="16">
                  <c:v>1497030.0</c:v>
                </c:pt>
                <c:pt idx="17">
                  <c:v>1102408.0</c:v>
                </c:pt>
                <c:pt idx="18">
                  <c:v>1094641.0</c:v>
                </c:pt>
                <c:pt idx="19">
                  <c:v>1187026.0</c:v>
                </c:pt>
                <c:pt idx="20">
                  <c:v>821013.0</c:v>
                </c:pt>
                <c:pt idx="21">
                  <c:v>1061725.0</c:v>
                </c:pt>
                <c:pt idx="22">
                  <c:v>1406394.0</c:v>
                </c:pt>
                <c:pt idx="23">
                  <c:v>1073026.0</c:v>
                </c:pt>
                <c:pt idx="24">
                  <c:v>1545511.0</c:v>
                </c:pt>
                <c:pt idx="25">
                  <c:v>1138250.0</c:v>
                </c:pt>
                <c:pt idx="26">
                  <c:v>1403915.0</c:v>
                </c:pt>
                <c:pt idx="27">
                  <c:v>1249931.0</c:v>
                </c:pt>
                <c:pt idx="28">
                  <c:v>1362097.0</c:v>
                </c:pt>
                <c:pt idx="29">
                  <c:v>1255975.0</c:v>
                </c:pt>
                <c:pt idx="30">
                  <c:v>1144099.0</c:v>
                </c:pt>
                <c:pt idx="31">
                  <c:v>1397462.0</c:v>
                </c:pt>
                <c:pt idx="32">
                  <c:v>1093505.0</c:v>
                </c:pt>
                <c:pt idx="33">
                  <c:v>1367844.0</c:v>
                </c:pt>
                <c:pt idx="34">
                  <c:v>1143846.0</c:v>
                </c:pt>
                <c:pt idx="35">
                  <c:v>1145230.0</c:v>
                </c:pt>
                <c:pt idx="36">
                  <c:v>1583933.0</c:v>
                </c:pt>
                <c:pt idx="37">
                  <c:v>1354612.0</c:v>
                </c:pt>
                <c:pt idx="38">
                  <c:v>1401601.0</c:v>
                </c:pt>
                <c:pt idx="39">
                  <c:v>1274080.0</c:v>
                </c:pt>
                <c:pt idx="40">
                  <c:v>1582630.0</c:v>
                </c:pt>
                <c:pt idx="41">
                  <c:v>1216326.0</c:v>
                </c:pt>
                <c:pt idx="42">
                  <c:v>1375085.0</c:v>
                </c:pt>
                <c:pt idx="43">
                  <c:v>1040728.0</c:v>
                </c:pt>
                <c:pt idx="44">
                  <c:v>997010.0</c:v>
                </c:pt>
                <c:pt idx="45">
                  <c:v>1310472.0</c:v>
                </c:pt>
                <c:pt idx="46">
                  <c:v>1170495.0</c:v>
                </c:pt>
                <c:pt idx="47">
                  <c:v>1085966.0</c:v>
                </c:pt>
                <c:pt idx="48">
                  <c:v>1395228.0</c:v>
                </c:pt>
                <c:pt idx="49">
                  <c:v>1366714.0</c:v>
                </c:pt>
                <c:pt idx="50">
                  <c:v>1295939.0</c:v>
                </c:pt>
                <c:pt idx="51">
                  <c:v>1512606.0</c:v>
                </c:pt>
                <c:pt idx="52">
                  <c:v>1335379.0</c:v>
                </c:pt>
                <c:pt idx="53">
                  <c:v>1287952.0</c:v>
                </c:pt>
                <c:pt idx="54">
                  <c:v>1325952.0</c:v>
                </c:pt>
                <c:pt idx="55">
                  <c:v>1098940.0</c:v>
                </c:pt>
                <c:pt idx="56">
                  <c:v>1006373.0</c:v>
                </c:pt>
                <c:pt idx="57">
                  <c:v>941883.0</c:v>
                </c:pt>
                <c:pt idx="58">
                  <c:v>933982.0</c:v>
                </c:pt>
                <c:pt idx="59">
                  <c:v>1164698.0</c:v>
                </c:pt>
                <c:pt idx="60">
                  <c:v>259705.0</c:v>
                </c:pt>
                <c:pt idx="61">
                  <c:v>1512176.0</c:v>
                </c:pt>
                <c:pt idx="62">
                  <c:v>1315074.0</c:v>
                </c:pt>
                <c:pt idx="63">
                  <c:v>1957701.0</c:v>
                </c:pt>
                <c:pt idx="64">
                  <c:v>1485399.0</c:v>
                </c:pt>
                <c:pt idx="65">
                  <c:v>1220492.0</c:v>
                </c:pt>
                <c:pt idx="66">
                  <c:v>1036420.0</c:v>
                </c:pt>
              </c:numCache>
            </c:numRef>
          </c:val>
          <c:smooth val="0"/>
        </c:ser>
        <c:ser>
          <c:idx val="1"/>
          <c:order val="1"/>
          <c:tx>
            <c:strRef>
              <c:f>Sheet1!$C$1</c:f>
              <c:strCache>
                <c:ptCount val="1"/>
                <c:pt idx="0">
                  <c:v>Predicted</c:v>
                </c:pt>
              </c:strCache>
            </c:strRef>
          </c:tx>
          <c:spPr>
            <a:ln>
              <a:solidFill>
                <a:srgbClr val="FF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1035691.7850983454</c:v>
                </c:pt>
                <c:pt idx="1">
                  <c:v>1148895.0634045417</c:v>
                </c:pt>
                <c:pt idx="2">
                  <c:v>1446366.7786376532</c:v>
                </c:pt>
                <c:pt idx="3">
                  <c:v>1394270.6388773685</c:v>
                </c:pt>
                <c:pt idx="4">
                  <c:v>1154429.2359090275</c:v>
                </c:pt>
                <c:pt idx="5">
                  <c:v>1274297.0456264447</c:v>
                </c:pt>
                <c:pt idx="6">
                  <c:v>842903.6772326187</c:v>
                </c:pt>
                <c:pt idx="7">
                  <c:v>1059005.7478180674</c:v>
                </c:pt>
                <c:pt idx="8">
                  <c:v>825902.2042253399</c:v>
                </c:pt>
                <c:pt idx="9">
                  <c:v>927403.0387949435</c:v>
                </c:pt>
                <c:pt idx="10">
                  <c:v>1235737.182318608</c:v>
                </c:pt>
                <c:pt idx="11">
                  <c:v>965924.9205860693</c:v>
                </c:pt>
                <c:pt idx="12">
                  <c:v>1234773.350061147</c:v>
                </c:pt>
                <c:pt idx="13">
                  <c:v>1159323.135283331</c:v>
                </c:pt>
                <c:pt idx="14">
                  <c:v>1635579.3014280722</c:v>
                </c:pt>
                <c:pt idx="15">
                  <c:v>1270462.1412972677</c:v>
                </c:pt>
                <c:pt idx="16">
                  <c:v>1563470.5059944359</c:v>
                </c:pt>
                <c:pt idx="17">
                  <c:v>1139045.591645724</c:v>
                </c:pt>
                <c:pt idx="18">
                  <c:v>1093835.2034062652</c:v>
                </c:pt>
                <c:pt idx="19">
                  <c:v>1218680.423747181</c:v>
                </c:pt>
                <c:pt idx="20">
                  <c:v>869918.016807887</c:v>
                </c:pt>
                <c:pt idx="21">
                  <c:v>1106598.982307058</c:v>
                </c:pt>
                <c:pt idx="22">
                  <c:v>1317877.254285322</c:v>
                </c:pt>
                <c:pt idx="23">
                  <c:v>1048187.7236453226</c:v>
                </c:pt>
                <c:pt idx="24">
                  <c:v>1456447.0602420121</c:v>
                </c:pt>
                <c:pt idx="25">
                  <c:v>1221485.1468126262</c:v>
                </c:pt>
                <c:pt idx="26">
                  <c:v>1398199.281763018</c:v>
                </c:pt>
                <c:pt idx="27">
                  <c:v>1231931.46141561</c:v>
                </c:pt>
                <c:pt idx="28">
                  <c:v>1455379.9151265086</c:v>
                </c:pt>
                <c:pt idx="29">
                  <c:v>1237455.352409158</c:v>
                </c:pt>
                <c:pt idx="30">
                  <c:v>1118605.9618437374</c:v>
                </c:pt>
                <c:pt idx="31">
                  <c:v>1433480.6251684846</c:v>
                </c:pt>
                <c:pt idx="32">
                  <c:v>1036331.0380752134</c:v>
                </c:pt>
                <c:pt idx="33">
                  <c:v>1330917.7553415957</c:v>
                </c:pt>
                <c:pt idx="34">
                  <c:v>1157559.3434517365</c:v>
                </c:pt>
                <c:pt idx="35">
                  <c:v>1277119.9601542067</c:v>
                </c:pt>
                <c:pt idx="36">
                  <c:v>1603327.456100585</c:v>
                </c:pt>
                <c:pt idx="37">
                  <c:v>1324954.2361316667</c:v>
                </c:pt>
                <c:pt idx="38">
                  <c:v>1464883.6325353086</c:v>
                </c:pt>
                <c:pt idx="39">
                  <c:v>1266130.8648100654</c:v>
                </c:pt>
                <c:pt idx="40">
                  <c:v>1545773.3475354142</c:v>
                </c:pt>
                <c:pt idx="41">
                  <c:v>1225332.8219269137</c:v>
                </c:pt>
                <c:pt idx="42">
                  <c:v>1408630.2895549545</c:v>
                </c:pt>
                <c:pt idx="43">
                  <c:v>1068248.745391912</c:v>
                </c:pt>
                <c:pt idx="44">
                  <c:v>988771.9019230531</c:v>
                </c:pt>
                <c:pt idx="45">
                  <c:v>1275953.0565209854</c:v>
                </c:pt>
                <c:pt idx="46">
                  <c:v>1143459.1695255577</c:v>
                </c:pt>
                <c:pt idx="47">
                  <c:v>1089544.5780683644</c:v>
                </c:pt>
                <c:pt idx="48">
                  <c:v>1425357.1504096822</c:v>
                </c:pt>
                <c:pt idx="49">
                  <c:v>1372693.2038646229</c:v>
                </c:pt>
                <c:pt idx="50">
                  <c:v>1380116.235341517</c:v>
                </c:pt>
                <c:pt idx="51">
                  <c:v>1514630.469190796</c:v>
                </c:pt>
                <c:pt idx="52">
                  <c:v>1309885.8768148876</c:v>
                </c:pt>
                <c:pt idx="53">
                  <c:v>1295905.4868880003</c:v>
                </c:pt>
                <c:pt idx="54">
                  <c:v>1377663.6862639948</c:v>
                </c:pt>
                <c:pt idx="55">
                  <c:v>1071628.046052978</c:v>
                </c:pt>
                <c:pt idx="56">
                  <c:v>1021379.2556617098</c:v>
                </c:pt>
                <c:pt idx="57">
                  <c:v>934303.1544742275</c:v>
                </c:pt>
                <c:pt idx="58">
                  <c:v>942686.9171373858</c:v>
                </c:pt>
                <c:pt idx="59">
                  <c:v>1210449.2462402154</c:v>
                </c:pt>
                <c:pt idx="60">
                  <c:v>299470.324479194</c:v>
                </c:pt>
                <c:pt idx="61">
                  <c:v>1491684.9972340022</c:v>
                </c:pt>
                <c:pt idx="62">
                  <c:v>1351510.0810374403</c:v>
                </c:pt>
                <c:pt idx="63">
                  <c:v>1909955.262685956</c:v>
                </c:pt>
                <c:pt idx="64">
                  <c:v>1499179.457190292</c:v>
                </c:pt>
                <c:pt idx="65">
                  <c:v>1273172.1496882555</c:v>
                </c:pt>
                <c:pt idx="66">
                  <c:v>1029456.6508718237</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2349241.0"/>
          <c:min val="0.0"/>
        </c:scaling>
        <c:delete val="0"/>
        <c:axPos val="l"/>
        <c:minorGridlines/>
        <c:title>
          <c:tx>
            <c:rich>
              <a:bodyPr/>
              <a:lstStyle/>
              <a:p>
                <a:pPr>
                  <a:defRPr sz="1200"/>
                </a:pPr>
                <a:r>
                  <a:t>Packs</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Value Sales Prediction</a:t>
            </a:r>
          </a:p>
        </c:rich>
      </c:tx>
      <c:layout/>
      <c:overlay val="0"/>
    </c:title>
    <c:autoTitleDeleted val="0"/>
    <c:plotArea>
      <c:lineChart>
        <c:grouping val="standard"/>
        <c:varyColors val="0"/>
        <c:ser>
          <c:idx val="0"/>
          <c:order val="0"/>
          <c:tx>
            <c:strRef>
              <c:f>Sheet1!$B$1</c:f>
              <c:strCache>
                <c:ptCount val="1"/>
                <c:pt idx="0">
                  <c:v>Observed</c:v>
                </c:pt>
              </c:strCache>
            </c:strRef>
          </c:tx>
          <c:spPr>
            <a:ln>
              <a:solidFill>
                <a:srgbClr val="000000"/>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Sheet1!$B$2:$B$68</c:f>
              <c:numCache>
                <c:formatCode>General</c:formatCode>
                <c:ptCount val="67"/>
                <c:pt idx="0">
                  <c:v>215663218.05</c:v>
                </c:pt>
                <c:pt idx="1">
                  <c:v>282585487.1</c:v>
                </c:pt>
                <c:pt idx="2">
                  <c:v>356917627.51</c:v>
                </c:pt>
                <c:pt idx="3">
                  <c:v>336004499.2</c:v>
                </c:pt>
                <c:pt idx="4">
                  <c:v>262361923.12</c:v>
                </c:pt>
                <c:pt idx="5">
                  <c:v>277583974.32</c:v>
                </c:pt>
                <c:pt idx="6">
                  <c:v>166466786.46</c:v>
                </c:pt>
                <c:pt idx="7">
                  <c:v>186995478.64000002</c:v>
                </c:pt>
                <c:pt idx="8">
                  <c:v>132518134.22999999</c:v>
                </c:pt>
                <c:pt idx="9">
                  <c:v>149736713.12</c:v>
                </c:pt>
                <c:pt idx="10">
                  <c:v>228791442.95</c:v>
                </c:pt>
                <c:pt idx="11">
                  <c:v>182775721.68</c:v>
                </c:pt>
                <c:pt idx="12">
                  <c:v>278039149.76</c:v>
                </c:pt>
                <c:pt idx="13">
                  <c:v>278092348.43</c:v>
                </c:pt>
                <c:pt idx="14">
                  <c:v>418740381.44</c:v>
                </c:pt>
                <c:pt idx="15">
                  <c:v>304888626.15</c:v>
                </c:pt>
                <c:pt idx="16">
                  <c:v>332647827.86</c:v>
                </c:pt>
                <c:pt idx="17">
                  <c:v>224751846.06</c:v>
                </c:pt>
                <c:pt idx="18">
                  <c:v>205113906.75</c:v>
                </c:pt>
                <c:pt idx="19">
                  <c:v>199809329.09</c:v>
                </c:pt>
                <c:pt idx="20">
                  <c:v>127849188.24</c:v>
                </c:pt>
                <c:pt idx="21">
                  <c:v>172667759.75</c:v>
                </c:pt>
                <c:pt idx="22">
                  <c:v>250420683.47</c:v>
                </c:pt>
                <c:pt idx="23">
                  <c:v>211296127.62</c:v>
                </c:pt>
                <c:pt idx="24">
                  <c:v>337287994.03</c:v>
                </c:pt>
                <c:pt idx="25">
                  <c:v>261289038.16000003</c:v>
                </c:pt>
                <c:pt idx="26">
                  <c:v>333530623.27</c:v>
                </c:pt>
                <c:pt idx="27">
                  <c:v>303545125.0</c:v>
                </c:pt>
                <c:pt idx="28">
                  <c:v>303995969.1</c:v>
                </c:pt>
                <c:pt idx="29">
                  <c:v>258944026.85</c:v>
                </c:pt>
                <c:pt idx="30">
                  <c:v>210014981.59</c:v>
                </c:pt>
                <c:pt idx="31">
                  <c:v>237780089.28</c:v>
                </c:pt>
                <c:pt idx="32">
                  <c:v>172938609.04</c:v>
                </c:pt>
                <c:pt idx="33">
                  <c:v>225634991.65</c:v>
                </c:pt>
                <c:pt idx="34">
                  <c:v>200935876.39000002</c:v>
                </c:pt>
                <c:pt idx="35">
                  <c:v>229154443.02</c:v>
                </c:pt>
                <c:pt idx="36">
                  <c:v>338118835.86</c:v>
                </c:pt>
                <c:pt idx="37">
                  <c:v>310090443.47</c:v>
                </c:pt>
                <c:pt idx="38">
                  <c:v>336627568.13</c:v>
                </c:pt>
                <c:pt idx="39">
                  <c:v>304913311.02</c:v>
                </c:pt>
                <c:pt idx="40">
                  <c:v>355830139.6</c:v>
                </c:pt>
                <c:pt idx="41">
                  <c:v>242395512.97</c:v>
                </c:pt>
                <c:pt idx="42">
                  <c:v>247315541.62</c:v>
                </c:pt>
                <c:pt idx="43">
                  <c:v>173489183.19</c:v>
                </c:pt>
                <c:pt idx="44">
                  <c:v>163968860.9</c:v>
                </c:pt>
                <c:pt idx="45">
                  <c:v>216916398.64999998</c:v>
                </c:pt>
                <c:pt idx="46">
                  <c:v>204088414.24</c:v>
                </c:pt>
                <c:pt idx="47">
                  <c:v>212594359.54</c:v>
                </c:pt>
                <c:pt idx="48">
                  <c:v>306757714.65</c:v>
                </c:pt>
                <c:pt idx="49">
                  <c:v>314470675.65999997</c:v>
                </c:pt>
                <c:pt idx="50">
                  <c:v>310939215.98</c:v>
                </c:pt>
                <c:pt idx="51">
                  <c:v>357268398.93</c:v>
                </c:pt>
                <c:pt idx="52">
                  <c:v>293303434.25</c:v>
                </c:pt>
                <c:pt idx="53">
                  <c:v>264759122.1</c:v>
                </c:pt>
                <c:pt idx="54">
                  <c:v>239649154.68</c:v>
                </c:pt>
                <c:pt idx="55">
                  <c:v>185692760.3</c:v>
                </c:pt>
                <c:pt idx="56">
                  <c:v>162201892.13</c:v>
                </c:pt>
                <c:pt idx="57">
                  <c:v>155992261.32</c:v>
                </c:pt>
                <c:pt idx="58">
                  <c:v>167260478.49</c:v>
                </c:pt>
                <c:pt idx="59">
                  <c:v>225984667.33999997</c:v>
                </c:pt>
                <c:pt idx="60">
                  <c:v>56293655.8</c:v>
                </c:pt>
                <c:pt idx="61">
                  <c:v>327358754.4</c:v>
                </c:pt>
                <c:pt idx="62">
                  <c:v>308792679.14</c:v>
                </c:pt>
                <c:pt idx="63">
                  <c:v>473701608.17999995</c:v>
                </c:pt>
                <c:pt idx="64">
                  <c:v>356075726.36</c:v>
                </c:pt>
                <c:pt idx="65">
                  <c:v>270661280.37</c:v>
                </c:pt>
                <c:pt idx="66">
                  <c:v>208384411.16</c:v>
                </c:pt>
              </c:numCache>
            </c:numRef>
          </c:val>
          <c:smooth val="0"/>
        </c:ser>
        <c:ser>
          <c:idx val="1"/>
          <c:order val="1"/>
          <c:tx>
            <c:strRef>
              <c:f>Sheet1!$C$1</c:f>
              <c:strCache>
                <c:ptCount val="1"/>
                <c:pt idx="0">
                  <c:v>Predicted</c:v>
                </c:pt>
              </c:strCache>
            </c:strRef>
          </c:tx>
          <c:spPr>
            <a:ln>
              <a:solidFill>
                <a:srgbClr val="0000FF"/>
              </a:solidFill>
            </a:ln>
          </c:spPr>
          <c:marker>
            <c:symbol val="none"/>
          </c:marker>
          <c:cat>
            <c:numRef>
              <c:f>Sheet1!$A$2:$A$68</c:f>
              <c:numCache>
                <c:formatCode>yyyy\-mm\-dd</c:formatCode>
                <c:ptCount val="67"/>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45627.0</c:v>
                </c:pt>
                <c:pt idx="61">
                  <c:v>45658.0</c:v>
                </c:pt>
                <c:pt idx="62">
                  <c:v>45689.0</c:v>
                </c:pt>
                <c:pt idx="63">
                  <c:v>45717.0</c:v>
                </c:pt>
                <c:pt idx="64">
                  <c:v>45748.0</c:v>
                </c:pt>
                <c:pt idx="65">
                  <c:v>45778.0</c:v>
                </c:pt>
                <c:pt idx="66">
                  <c:v>45809.0</c:v>
                </c:pt>
              </c:numCache>
            </c:numRef>
          </c:cat>
          <c:val>
            <c:numRef>
              <c:f>Sheet1!$C$2:$C$68</c:f>
              <c:numCache>
                <c:formatCode>General</c:formatCode>
                <c:ptCount val="67"/>
                <c:pt idx="0">
                  <c:v>218294301.56095058</c:v>
                </c:pt>
                <c:pt idx="1">
                  <c:v>267770112.50166276</c:v>
                </c:pt>
                <c:pt idx="2">
                  <c:v>344522490.91564393</c:v>
                </c:pt>
                <c:pt idx="3">
                  <c:v>333678039.7836439</c:v>
                </c:pt>
                <c:pt idx="4">
                  <c:v>263536316.67146775</c:v>
                </c:pt>
                <c:pt idx="5">
                  <c:v>267663244.37224492</c:v>
                </c:pt>
                <c:pt idx="6">
                  <c:v>156779040.17527363</c:v>
                </c:pt>
                <c:pt idx="7">
                  <c:v>180114258.26628307</c:v>
                </c:pt>
                <c:pt idx="8">
                  <c:v>135404570.07295156</c:v>
                </c:pt>
                <c:pt idx="9">
                  <c:v>151342724.43094438</c:v>
                </c:pt>
                <c:pt idx="10">
                  <c:v>218528197.93729058</c:v>
                </c:pt>
                <c:pt idx="11">
                  <c:v>190809059.44006675</c:v>
                </c:pt>
                <c:pt idx="12">
                  <c:v>267621913.18573955</c:v>
                </c:pt>
                <c:pt idx="13">
                  <c:v>269178092.0846426</c:v>
                </c:pt>
                <c:pt idx="14">
                  <c:v>399302265.3680869</c:v>
                </c:pt>
                <c:pt idx="15">
                  <c:v>301521498.1033042</c:v>
                </c:pt>
                <c:pt idx="16">
                  <c:v>347428855.9257176</c:v>
                </c:pt>
                <c:pt idx="17">
                  <c:v>232283304.41708818</c:v>
                </c:pt>
                <c:pt idx="18">
                  <c:v>204279028.62472844</c:v>
                </c:pt>
                <c:pt idx="19">
                  <c:v>205053564.3554451</c:v>
                </c:pt>
                <c:pt idx="20">
                  <c:v>135595174.62808618</c:v>
                </c:pt>
                <c:pt idx="21">
                  <c:v>180087670.39414716</c:v>
                </c:pt>
                <c:pt idx="22">
                  <c:v>235313903.58149928</c:v>
                </c:pt>
                <c:pt idx="23">
                  <c:v>206216635.43155634</c:v>
                </c:pt>
                <c:pt idx="24">
                  <c:v>318011583.3343184</c:v>
                </c:pt>
                <c:pt idx="25">
                  <c:v>280447434.53084695</c:v>
                </c:pt>
                <c:pt idx="26">
                  <c:v>332128703.64638764</c:v>
                </c:pt>
                <c:pt idx="27">
                  <c:v>299233590.64617056</c:v>
                </c:pt>
                <c:pt idx="28">
                  <c:v>324734000.45198715</c:v>
                </c:pt>
                <c:pt idx="29">
                  <c:v>255110343.27850246</c:v>
                </c:pt>
                <c:pt idx="30">
                  <c:v>205013434.20559424</c:v>
                </c:pt>
                <c:pt idx="31">
                  <c:v>242938376.03312263</c:v>
                </c:pt>
                <c:pt idx="32">
                  <c:v>163869262.68467298</c:v>
                </c:pt>
                <c:pt idx="33">
                  <c:v>219303875.5464053</c:v>
                </c:pt>
                <c:pt idx="34">
                  <c:v>203313302.7744509</c:v>
                </c:pt>
                <c:pt idx="35">
                  <c:v>255550187.10398537</c:v>
                </c:pt>
                <c:pt idx="36">
                  <c:v>341615866.97611815</c:v>
                </c:pt>
                <c:pt idx="37">
                  <c:v>303422474.6324017</c:v>
                </c:pt>
                <c:pt idx="38">
                  <c:v>351500331.779876</c:v>
                </c:pt>
                <c:pt idx="39">
                  <c:v>302930012.02061844</c:v>
                </c:pt>
                <c:pt idx="40">
                  <c:v>347215077.75374305</c:v>
                </c:pt>
                <c:pt idx="41">
                  <c:v>244144646.156414</c:v>
                </c:pt>
                <c:pt idx="42">
                  <c:v>253654063.25763327</c:v>
                </c:pt>
                <c:pt idx="43">
                  <c:v>178489994.95231676</c:v>
                </c:pt>
                <c:pt idx="44">
                  <c:v>162542057.90917808</c:v>
                </c:pt>
                <c:pt idx="45">
                  <c:v>211300577.11865306</c:v>
                </c:pt>
                <c:pt idx="46">
                  <c:v>199289623.888085</c:v>
                </c:pt>
                <c:pt idx="47">
                  <c:v>212936623.7401374</c:v>
                </c:pt>
                <c:pt idx="48">
                  <c:v>313073284.62433857</c:v>
                </c:pt>
                <c:pt idx="49">
                  <c:v>316213349.516539</c:v>
                </c:pt>
                <c:pt idx="50">
                  <c:v>331324516.95865434</c:v>
                </c:pt>
                <c:pt idx="51">
                  <c:v>357429643.91552347</c:v>
                </c:pt>
                <c:pt idx="52">
                  <c:v>287896731.7177576</c:v>
                </c:pt>
                <c:pt idx="53">
                  <c:v>266808471.08258432</c:v>
                </c:pt>
                <c:pt idx="54">
                  <c:v>248984370.01711905</c:v>
                </c:pt>
                <c:pt idx="55">
                  <c:v>180764288.23752996</c:v>
                </c:pt>
                <c:pt idx="56">
                  <c:v>164445074.07028434</c:v>
                </c:pt>
                <c:pt idx="57">
                  <c:v>155254958.8186021</c:v>
                </c:pt>
                <c:pt idx="58">
                  <c:v>168194098.94051763</c:v>
                </c:pt>
                <c:pt idx="59">
                  <c:v>234281959.80059254</c:v>
                </c:pt>
                <c:pt idx="60">
                  <c:v>64913187.53411009</c:v>
                </c:pt>
                <c:pt idx="61">
                  <c:v>323355027.0377208</c:v>
                </c:pt>
                <c:pt idx="62">
                  <c:v>317227778.4820029</c:v>
                </c:pt>
                <c:pt idx="63">
                  <c:v>461797269.3323102</c:v>
                </c:pt>
                <c:pt idx="64">
                  <c:v>359471805.3526578</c:v>
                </c:pt>
                <c:pt idx="65">
                  <c:v>282578516.8273981</c:v>
                </c:pt>
                <c:pt idx="66">
                  <c:v>207063533.45392042</c:v>
                </c:pt>
              </c:numCache>
            </c:numRef>
          </c:val>
          <c:smooth val="0"/>
        </c:ser>
        <c:marker val="1"/>
        <c:smooth val="0"/>
        <c:axId val="2118791784"/>
        <c:axId val="2140495176"/>
      </c:lineChart>
      <c:dateAx>
        <c:axId val="2118791784"/>
        <c:scaling>
          <c:orientation val="minMax"/>
        </c:scaling>
        <c:delete val="0"/>
        <c:axPos val="b"/>
        <c:minorGridlines/>
        <c:numFmt formatCode="yyyy\-mm\-dd" sourceLinked="1"/>
        <c:majorTickMark val="out"/>
        <c:minorTickMark val="none"/>
        <c:tickLblPos val="nextTo"/>
        <c:crossAx val="2140495176"/>
        <c:crosses val="autoZero"/>
        <c:auto val="1"/>
        <c:lblOffset val="100"/>
        <c:baseTimeUnit val="days"/>
      </c:dateAx>
      <c:valAx>
        <c:axId val="2140495176"/>
        <c:scaling>
          <c:max val="568441930.0"/>
          <c:min val="0.0"/>
        </c:scaling>
        <c:delete val="0"/>
        <c:axPos val="l"/>
        <c:minorGridlines/>
        <c:title>
          <c:tx>
            <c:rich>
              <a:bodyPr/>
              <a:lstStyle/>
              <a:p>
                <a:pPr>
                  <a:defRPr sz="1200"/>
                </a:pPr>
                <a:r>
                  <a:t>RUB</a:t>
                </a:r>
              </a:p>
            </c:rich>
          </c:tx>
          <c:layout/>
          <c:overlay val="0"/>
        </c:title>
        <c:majorTickMark val="out"/>
        <c:minorTickMark val="none"/>
        <c:tickLblPos val="nextTo"/>
        <c:crossAx val="2118791784"/>
        <c:dispUnits>
          <c:builtInUnit val="millions"/>
          <c:dispUnitsLbl>
            <c:layout>
              <c:manualLayout>
                <c:xMode val="edge"/>
                <c:yMode val="edge"/>
                <c:x val="0.13"/>
                <c:y val="0.13"/>
              </c:manualLayout>
            </c:layout>
          </c:dispUnitsLbl>
        </c:dispUnits>
        <c:crosses val="autoZero"/>
      </c:valAx>
    </c:plotArea>
    <c:legend>
      <c:legendPos val="b"/>
      <c:layout/>
      <c:overlay val="0"/>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200"/>
            </a:pPr>
            <a:r>
              <a:t>Brand_1 Warsaw: Packs Sales Factors</a:t>
            </a:r>
          </a:p>
        </c:rich>
      </c:tx>
      <c:layout/>
      <c:overlay val="0"/>
    </c:title>
    <c:autoTitleDeleted val="0"/>
    <c:plotArea>
      <c:barChart>
        <c:barDir val="col"/>
        <c:grouping val="stacked"/>
        <c:ser>
          <c:idx val="0"/>
          <c:order val="0"/>
          <c:tx>
            <c:strRef>
              <c:f>Sheet1!$B$1</c:f>
              <c:strCache>
                <c:ptCount val="1"/>
                <c:pt idx="0">
                  <c:v>Base</c:v>
                </c:pt>
              </c:strCache>
            </c:strRef>
          </c:tx>
          <c:spPr>
            <a:solidFill>
              <a:srgbClr val="D6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Sheet1!$B$2:$B$67</c:f>
              <c:numCache>
                <c:formatCode>General</c:formatCode>
                <c:ptCount val="66"/>
                <c:pt idx="0">
                  <c:v>541609.0854943773</c:v>
                </c:pt>
                <c:pt idx="1">
                  <c:v>541609.0854943773</c:v>
                </c:pt>
                <c:pt idx="2">
                  <c:v>677011.3568679716</c:v>
                </c:pt>
                <c:pt idx="3">
                  <c:v>541609.0854943773</c:v>
                </c:pt>
                <c:pt idx="4">
                  <c:v>541609.0854943773</c:v>
                </c:pt>
                <c:pt idx="5">
                  <c:v>677011.3568679716</c:v>
                </c:pt>
                <c:pt idx="6">
                  <c:v>541609.0854943773</c:v>
                </c:pt>
                <c:pt idx="7">
                  <c:v>677011.3568679716</c:v>
                </c:pt>
                <c:pt idx="8">
                  <c:v>541609.0854943773</c:v>
                </c:pt>
                <c:pt idx="9">
                  <c:v>541609.0854943773</c:v>
                </c:pt>
                <c:pt idx="10">
                  <c:v>677011.3568679716</c:v>
                </c:pt>
                <c:pt idx="11">
                  <c:v>541609.0854943773</c:v>
                </c:pt>
                <c:pt idx="12">
                  <c:v>541609.0854943773</c:v>
                </c:pt>
                <c:pt idx="13">
                  <c:v>541609.0854943773</c:v>
                </c:pt>
                <c:pt idx="14">
                  <c:v>677011.3568679716</c:v>
                </c:pt>
                <c:pt idx="15">
                  <c:v>541609.0854943773</c:v>
                </c:pt>
                <c:pt idx="16">
                  <c:v>677011.3568679716</c:v>
                </c:pt>
                <c:pt idx="17">
                  <c:v>541609.0854943773</c:v>
                </c:pt>
                <c:pt idx="18">
                  <c:v>541609.0854943773</c:v>
                </c:pt>
                <c:pt idx="19">
                  <c:v>677011.3568679716</c:v>
                </c:pt>
                <c:pt idx="20">
                  <c:v>541609.0854943773</c:v>
                </c:pt>
                <c:pt idx="21">
                  <c:v>541609.0854943773</c:v>
                </c:pt>
                <c:pt idx="22">
                  <c:v>677011.3568679716</c:v>
                </c:pt>
                <c:pt idx="23">
                  <c:v>541609.0854943773</c:v>
                </c:pt>
                <c:pt idx="24">
                  <c:v>677011.3568679716</c:v>
                </c:pt>
                <c:pt idx="25">
                  <c:v>541609.0854943773</c:v>
                </c:pt>
                <c:pt idx="26">
                  <c:v>541609.0854943773</c:v>
                </c:pt>
                <c:pt idx="27">
                  <c:v>541609.0854943773</c:v>
                </c:pt>
                <c:pt idx="28">
                  <c:v>677011.3568679716</c:v>
                </c:pt>
                <c:pt idx="29">
                  <c:v>541609.0854943773</c:v>
                </c:pt>
                <c:pt idx="30">
                  <c:v>541609.0854943773</c:v>
                </c:pt>
                <c:pt idx="31">
                  <c:v>677011.3568679716</c:v>
                </c:pt>
                <c:pt idx="32">
                  <c:v>541609.0854943773</c:v>
                </c:pt>
                <c:pt idx="33">
                  <c:v>677011.3568679716</c:v>
                </c:pt>
                <c:pt idx="34">
                  <c:v>541609.0854943773</c:v>
                </c:pt>
                <c:pt idx="35">
                  <c:v>541609.0854943773</c:v>
                </c:pt>
                <c:pt idx="36">
                  <c:v>677011.3568679716</c:v>
                </c:pt>
                <c:pt idx="37">
                  <c:v>541609.0854943773</c:v>
                </c:pt>
                <c:pt idx="38">
                  <c:v>541609.0854943773</c:v>
                </c:pt>
                <c:pt idx="39">
                  <c:v>541609.0854943773</c:v>
                </c:pt>
                <c:pt idx="40">
                  <c:v>677011.3568679716</c:v>
                </c:pt>
                <c:pt idx="41">
                  <c:v>541609.0854943773</c:v>
                </c:pt>
                <c:pt idx="42">
                  <c:v>677011.3568679716</c:v>
                </c:pt>
                <c:pt idx="43">
                  <c:v>541609.0854943773</c:v>
                </c:pt>
                <c:pt idx="44">
                  <c:v>541609.0854943773</c:v>
                </c:pt>
                <c:pt idx="45">
                  <c:v>677011.3568679716</c:v>
                </c:pt>
                <c:pt idx="46">
                  <c:v>541609.0854943773</c:v>
                </c:pt>
                <c:pt idx="47">
                  <c:v>541609.0854943773</c:v>
                </c:pt>
                <c:pt idx="48">
                  <c:v>677011.3568679716</c:v>
                </c:pt>
                <c:pt idx="49">
                  <c:v>541609.0854943773</c:v>
                </c:pt>
                <c:pt idx="50">
                  <c:v>541609.0854943773</c:v>
                </c:pt>
                <c:pt idx="51">
                  <c:v>677011.3568679716</c:v>
                </c:pt>
                <c:pt idx="52">
                  <c:v>541609.0854943773</c:v>
                </c:pt>
                <c:pt idx="53">
                  <c:v>541609.0854943773</c:v>
                </c:pt>
                <c:pt idx="54">
                  <c:v>677011.3568679716</c:v>
                </c:pt>
                <c:pt idx="55">
                  <c:v>541609.0854943773</c:v>
                </c:pt>
                <c:pt idx="56">
                  <c:v>677011.3568679716</c:v>
                </c:pt>
                <c:pt idx="57">
                  <c:v>541609.0854943773</c:v>
                </c:pt>
                <c:pt idx="58">
                  <c:v>541609.0854943773</c:v>
                </c:pt>
                <c:pt idx="59">
                  <c:v>677011.3568679716</c:v>
                </c:pt>
                <c:pt idx="60">
                  <c:v>541609.0854943773</c:v>
                </c:pt>
                <c:pt idx="61">
                  <c:v>541609.0854943773</c:v>
                </c:pt>
                <c:pt idx="62">
                  <c:v>677011.3568679716</c:v>
                </c:pt>
                <c:pt idx="63">
                  <c:v>541609.0854943773</c:v>
                </c:pt>
                <c:pt idx="64">
                  <c:v>541609.0854943773</c:v>
                </c:pt>
                <c:pt idx="65">
                  <c:v>541609.0854943773</c:v>
                </c:pt>
              </c:numCache>
            </c:numRef>
          </c:val>
        </c:ser>
        <c:ser>
          <c:idx val="1"/>
          <c:order val="1"/>
          <c:tx>
            <c:strRef>
              <c:f>Sheet1!$C$1</c:f>
              <c:strCache>
                <c:ptCount val="1"/>
                <c:pt idx="0">
                  <c:v>Brand_Digital_DA</c:v>
                </c:pt>
              </c:strCache>
            </c:strRef>
          </c:tx>
          <c:spPr>
            <a:solidFill>
              <a:srgbClr val="8C3B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Sheet1!$C$2:$C$67</c:f>
              <c:numCache>
                <c:formatCode>General</c:formatCode>
                <c:ptCount val="66"/>
                <c:pt idx="0">
                  <c:v>24213.524814397508</c:v>
                </c:pt>
                <c:pt idx="1">
                  <c:v>13986.702169974846</c:v>
                </c:pt>
                <c:pt idx="2">
                  <c:v>230.98487013651376</c:v>
                </c:pt>
                <c:pt idx="3">
                  <c:v>33264.372813471266</c:v>
                </c:pt>
                <c:pt idx="4">
                  <c:v>8207.370244702059</c:v>
                </c:pt>
                <c:pt idx="5">
                  <c:v>88.09390056686028</c:v>
                </c:pt>
                <c:pt idx="6">
                  <c:v>21771.838195868793</c:v>
                </c:pt>
                <c:pt idx="7">
                  <c:v>5633.407297698956</c:v>
                </c:pt>
                <c:pt idx="8">
                  <c:v>3791.966667611084</c:v>
                </c:pt>
                <c:pt idx="9">
                  <c:v>8769.756887772603</c:v>
                </c:pt>
                <c:pt idx="10">
                  <c:v>20404.616598995915</c:v>
                </c:pt>
                <c:pt idx="11">
                  <c:v>10550.560560474642</c:v>
                </c:pt>
                <c:pt idx="12">
                  <c:v>27240.896118221048</c:v>
                </c:pt>
                <c:pt idx="13">
                  <c:v>1957.9549176406847</c:v>
                </c:pt>
                <c:pt idx="14">
                  <c:v>9531.17150054751</c:v>
                </c:pt>
                <c:pt idx="15">
                  <c:v>8997.137268545726</c:v>
                </c:pt>
                <c:pt idx="16">
                  <c:v>28404.168632159483</c:v>
                </c:pt>
                <c:pt idx="17">
                  <c:v>479.6413064223366</c:v>
                </c:pt>
                <c:pt idx="18">
                  <c:v>3.9506589117353466</c:v>
                </c:pt>
                <c:pt idx="19">
                  <c:v>16900.719985787793</c:v>
                </c:pt>
                <c:pt idx="20">
                  <c:v>6727.049212306093</c:v>
                </c:pt>
                <c:pt idx="21">
                  <c:v>25314.780732875053</c:v>
                </c:pt>
                <c:pt idx="22">
                  <c:v>19184.289403436025</c:v>
                </c:pt>
                <c:pt idx="23">
                  <c:v>21187.207852037493</c:v>
                </c:pt>
                <c:pt idx="24">
                  <c:v>8615.880028244608</c:v>
                </c:pt>
                <c:pt idx="25">
                  <c:v>369.125220056332</c:v>
                </c:pt>
                <c:pt idx="26">
                  <c:v>6327.866368438127</c:v>
                </c:pt>
                <c:pt idx="27">
                  <c:v>221.85077848014026</c:v>
                </c:pt>
                <c:pt idx="28">
                  <c:v>3318.94801648228</c:v>
                </c:pt>
                <c:pt idx="29">
                  <c:v>9450.929918094687</c:v>
                </c:pt>
                <c:pt idx="30">
                  <c:v>21032.503084380736</c:v>
                </c:pt>
                <c:pt idx="31">
                  <c:v>18493.021681367038</c:v>
                </c:pt>
                <c:pt idx="32">
                  <c:v>9852.246668864711</c:v>
                </c:pt>
                <c:pt idx="33">
                  <c:v>10037.737930186826</c:v>
                </c:pt>
                <c:pt idx="34">
                  <c:v>332.517494397371</c:v>
                </c:pt>
                <c:pt idx="35">
                  <c:v>18118.188230751064</c:v>
                </c:pt>
                <c:pt idx="36">
                  <c:v>44242.33027277072</c:v>
                </c:pt>
                <c:pt idx="37">
                  <c:v>29007.28485950625</c:v>
                </c:pt>
                <c:pt idx="38">
                  <c:v>30247.08419241949</c:v>
                </c:pt>
                <c:pt idx="39">
                  <c:v>19631.380288471595</c:v>
                </c:pt>
                <c:pt idx="40">
                  <c:v>19219.890305704583</c:v>
                </c:pt>
                <c:pt idx="41">
                  <c:v>5836.781515651272</c:v>
                </c:pt>
                <c:pt idx="42">
                  <c:v>26061.223095468733</c:v>
                </c:pt>
                <c:pt idx="43">
                  <c:v>8459.096969351831</c:v>
                </c:pt>
                <c:pt idx="44">
                  <c:v>500.2126547773001</c:v>
                </c:pt>
                <c:pt idx="45">
                  <c:v>6911.495450442698</c:v>
                </c:pt>
                <c:pt idx="46">
                  <c:v>17529.643775775392</c:v>
                </c:pt>
                <c:pt idx="47">
                  <c:v>1629.1502713299437</c:v>
                </c:pt>
                <c:pt idx="48">
                  <c:v>11380.972352016835</c:v>
                </c:pt>
                <c:pt idx="49">
                  <c:v>14522.975664312724</c:v>
                </c:pt>
                <c:pt idx="50">
                  <c:v>6891.599221272208</c:v>
                </c:pt>
                <c:pt idx="51">
                  <c:v>20619.185279476584</c:v>
                </c:pt>
                <c:pt idx="52">
                  <c:v>22834.87810040461</c:v>
                </c:pt>
                <c:pt idx="53">
                  <c:v>14172.73875818606</c:v>
                </c:pt>
                <c:pt idx="54">
                  <c:v>243.68344659636503</c:v>
                </c:pt>
                <c:pt idx="55">
                  <c:v>14677.772657981768</c:v>
                </c:pt>
                <c:pt idx="56">
                  <c:v>20506.379225394732</c:v>
                </c:pt>
                <c:pt idx="57">
                  <c:v>38173.87536710966</c:v>
                </c:pt>
                <c:pt idx="58">
                  <c:v>21689.231304368677</c:v>
                </c:pt>
                <c:pt idx="59">
                  <c:v>17505.366855988425</c:v>
                </c:pt>
                <c:pt idx="60">
                  <c:v>31275.41465248548</c:v>
                </c:pt>
                <c:pt idx="61">
                  <c:v>1430.101493315159</c:v>
                </c:pt>
                <c:pt idx="62">
                  <c:v>271.0635786471442</c:v>
                </c:pt>
                <c:pt idx="63">
                  <c:v>43229.24699933578</c:v>
                </c:pt>
                <c:pt idx="64">
                  <c:v>8819.602233721413</c:v>
                </c:pt>
                <c:pt idx="65">
                  <c:v>227.11672944222028</c:v>
                </c:pt>
              </c:numCache>
            </c:numRef>
          </c:val>
        </c:ser>
        <c:ser>
          <c:idx val="2"/>
          <c:order val="2"/>
          <c:tx>
            <c:strRef>
              <c:f>Sheet1!$D$1</c:f>
              <c:strCache>
                <c:ptCount val="1"/>
                <c:pt idx="0">
                  <c:v>Brand_Digital_Indoor</c:v>
                </c:pt>
              </c:strCache>
            </c:strRef>
          </c:tx>
          <c:spPr>
            <a:solidFill>
              <a:srgbClr val="0187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Sheet1!$D$2:$D$67</c:f>
              <c:numCache>
                <c:formatCode>General</c:formatCode>
                <c:ptCount val="66"/>
                <c:pt idx="0">
                  <c:v>59861.88973502515</c:v>
                </c:pt>
                <c:pt idx="1">
                  <c:v>65355.62759267575</c:v>
                </c:pt>
                <c:pt idx="2">
                  <c:v>54080.06250845947</c:v>
                </c:pt>
                <c:pt idx="3">
                  <c:v>166581.08279108323</c:v>
                </c:pt>
                <c:pt idx="4">
                  <c:v>80454.77804205204</c:v>
                </c:pt>
                <c:pt idx="5">
                  <c:v>47307.137374216174</c:v>
                </c:pt>
                <c:pt idx="6">
                  <c:v>14785.40895910388</c:v>
                </c:pt>
                <c:pt idx="7">
                  <c:v>8390.359575481589</c:v>
                </c:pt>
                <c:pt idx="8">
                  <c:v>6961.959764891186</c:v>
                </c:pt>
                <c:pt idx="9">
                  <c:v>96187.12623907464</c:v>
                </c:pt>
                <c:pt idx="10">
                  <c:v>137042.57156231647</c:v>
                </c:pt>
                <c:pt idx="11">
                  <c:v>54094.620884674834</c:v>
                </c:pt>
                <c:pt idx="12">
                  <c:v>22256.85146179651</c:v>
                </c:pt>
                <c:pt idx="13">
                  <c:v>9709.305962143073</c:v>
                </c:pt>
                <c:pt idx="14">
                  <c:v>113546.96421220576</c:v>
                </c:pt>
                <c:pt idx="15">
                  <c:v>86746.25130793921</c:v>
                </c:pt>
                <c:pt idx="16">
                  <c:v>61003.458219207954</c:v>
                </c:pt>
                <c:pt idx="17">
                  <c:v>119600.74939367769</c:v>
                </c:pt>
                <c:pt idx="18">
                  <c:v>183549.8912408248</c:v>
                </c:pt>
                <c:pt idx="19">
                  <c:v>132752.59709526954</c:v>
                </c:pt>
                <c:pt idx="20">
                  <c:v>91216.86464772037</c:v>
                </c:pt>
                <c:pt idx="21">
                  <c:v>142600.96133356963</c:v>
                </c:pt>
                <c:pt idx="22">
                  <c:v>165602.9122806024</c:v>
                </c:pt>
                <c:pt idx="23">
                  <c:v>58761.866239548246</c:v>
                </c:pt>
                <c:pt idx="24">
                  <c:v>107036.56487600302</c:v>
                </c:pt>
                <c:pt idx="25">
                  <c:v>107291.1550499328</c:v>
                </c:pt>
                <c:pt idx="26">
                  <c:v>157148.7120144948</c:v>
                </c:pt>
                <c:pt idx="27">
                  <c:v>105307.29678352963</c:v>
                </c:pt>
                <c:pt idx="28">
                  <c:v>86522.50297231151</c:v>
                </c:pt>
                <c:pt idx="29">
                  <c:v>116785.92256901196</c:v>
                </c:pt>
                <c:pt idx="30">
                  <c:v>151969.67045207263</c:v>
                </c:pt>
                <c:pt idx="31">
                  <c:v>332839.79458070884</c:v>
                </c:pt>
                <c:pt idx="32">
                  <c:v>213883.18783165887</c:v>
                </c:pt>
                <c:pt idx="33">
                  <c:v>311945.47845720104</c:v>
                </c:pt>
                <c:pt idx="34">
                  <c:v>261137.9989269234</c:v>
                </c:pt>
                <c:pt idx="35">
                  <c:v>149799.5474725709</c:v>
                </c:pt>
                <c:pt idx="36">
                  <c:v>102450.60669287536</c:v>
                </c:pt>
                <c:pt idx="37">
                  <c:v>178287.09925496895</c:v>
                </c:pt>
                <c:pt idx="38">
                  <c:v>156188.78871085466</c:v>
                </c:pt>
                <c:pt idx="39">
                  <c:v>71183.3492213968</c:v>
                </c:pt>
                <c:pt idx="40">
                  <c:v>151044.5828019708</c:v>
                </c:pt>
                <c:pt idx="41">
                  <c:v>165408.36347650105</c:v>
                </c:pt>
                <c:pt idx="42">
                  <c:v>187640.74659620062</c:v>
                </c:pt>
                <c:pt idx="43">
                  <c:v>223997.31501476187</c:v>
                </c:pt>
                <c:pt idx="44">
                  <c:v>196483.29241855492</c:v>
                </c:pt>
                <c:pt idx="45">
                  <c:v>205174.8358629683</c:v>
                </c:pt>
                <c:pt idx="46">
                  <c:v>213598.4431437829</c:v>
                </c:pt>
                <c:pt idx="47">
                  <c:v>130140.63140667994</c:v>
                </c:pt>
                <c:pt idx="48">
                  <c:v>136299.4473258438</c:v>
                </c:pt>
                <c:pt idx="49">
                  <c:v>109549.45218499456</c:v>
                </c:pt>
                <c:pt idx="50">
                  <c:v>101123.45216719247</c:v>
                </c:pt>
                <c:pt idx="51">
                  <c:v>69730.6664229854</c:v>
                </c:pt>
                <c:pt idx="52">
                  <c:v>133346.60947245295</c:v>
                </c:pt>
                <c:pt idx="53">
                  <c:v>147107.34636155012</c:v>
                </c:pt>
                <c:pt idx="54">
                  <c:v>224432.2780541837</c:v>
                </c:pt>
                <c:pt idx="55">
                  <c:v>215930.749735656</c:v>
                </c:pt>
                <c:pt idx="56">
                  <c:v>72370.65334793268</c:v>
                </c:pt>
                <c:pt idx="57">
                  <c:v>33915.35368543687</c:v>
                </c:pt>
                <c:pt idx="58">
                  <c:v>21117.714791626433</c:v>
                </c:pt>
                <c:pt idx="59">
                  <c:v>131958.90222324082</c:v>
                </c:pt>
                <c:pt idx="60">
                  <c:v>173425.37478797266</c:v>
                </c:pt>
                <c:pt idx="61">
                  <c:v>133361.7362299816</c:v>
                </c:pt>
                <c:pt idx="62">
                  <c:v>270720.48046418664</c:v>
                </c:pt>
                <c:pt idx="63">
                  <c:v>100703.51481146495</c:v>
                </c:pt>
                <c:pt idx="64">
                  <c:v>43272.96766398989</c:v>
                </c:pt>
                <c:pt idx="65">
                  <c:v>17840.901242828513</c:v>
                </c:pt>
              </c:numCache>
            </c:numRef>
          </c:val>
        </c:ser>
        <c:ser>
          <c:idx val="3"/>
          <c:order val="3"/>
          <c:tx>
            <c:strRef>
              <c:f>Sheet1!$E$1</c:f>
              <c:strCache>
                <c:ptCount val="1"/>
                <c:pt idx="0">
                  <c:v>Brand_Digital_Performance</c:v>
                </c:pt>
              </c:strCache>
            </c:strRef>
          </c:tx>
          <c:spPr>
            <a:solidFill>
              <a:srgbClr val="00ACC6"/>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Sheet1!$E$2:$E$67</c:f>
              <c:numCache>
                <c:formatCode>General</c:formatCode>
                <c:ptCount val="66"/>
                <c:pt idx="0">
                  <c:v>21705.86772636778</c:v>
                </c:pt>
                <c:pt idx="1">
                  <c:v>19685.58292261509</c:v>
                </c:pt>
                <c:pt idx="2">
                  <c:v>22029.34998322158</c:v>
                </c:pt>
                <c:pt idx="3">
                  <c:v>24966.39610950704</c:v>
                </c:pt>
                <c:pt idx="4">
                  <c:v>42650.38277909374</c:v>
                </c:pt>
                <c:pt idx="5">
                  <c:v>12751.60532693803</c:v>
                </c:pt>
                <c:pt idx="6">
                  <c:v>253.0213661985424</c:v>
                </c:pt>
                <c:pt idx="7">
                  <c:v>24261.147413904433</c:v>
                </c:pt>
                <c:pt idx="8">
                  <c:v>23952.21874281176</c:v>
                </c:pt>
                <c:pt idx="9">
                  <c:v>34280.40526710429</c:v>
                </c:pt>
                <c:pt idx="10">
                  <c:v>1282.3502642233336</c:v>
                </c:pt>
                <c:pt idx="11">
                  <c:v>22043.047218313593</c:v>
                </c:pt>
                <c:pt idx="12">
                  <c:v>22526.442143699795</c:v>
                </c:pt>
                <c:pt idx="13">
                  <c:v>12119.92920356956</c:v>
                </c:pt>
                <c:pt idx="14">
                  <c:v>36008.95151525776</c:v>
                </c:pt>
                <c:pt idx="15">
                  <c:v>42994.82451077358</c:v>
                </c:pt>
                <c:pt idx="16">
                  <c:v>35129.00972163326</c:v>
                </c:pt>
                <c:pt idx="17">
                  <c:v>28929.61112221422</c:v>
                </c:pt>
                <c:pt idx="18">
                  <c:v>4079.154111636714</c:v>
                </c:pt>
                <c:pt idx="19">
                  <c:v>4690.116688674444</c:v>
                </c:pt>
                <c:pt idx="20">
                  <c:v>17341.639158540085</c:v>
                </c:pt>
                <c:pt idx="21">
                  <c:v>46595.51844304589</c:v>
                </c:pt>
                <c:pt idx="22">
                  <c:v>2674.263222733488</c:v>
                </c:pt>
                <c:pt idx="23">
                  <c:v>25750.2868540379</c:v>
                </c:pt>
                <c:pt idx="24">
                  <c:v>32205.283839692787</c:v>
                </c:pt>
                <c:pt idx="25">
                  <c:v>24124.0652547427</c:v>
                </c:pt>
                <c:pt idx="26">
                  <c:v>16485.459405585225</c:v>
                </c:pt>
                <c:pt idx="27">
                  <c:v>21724.619400265914</c:v>
                </c:pt>
                <c:pt idx="28">
                  <c:v>19454.672655118546</c:v>
                </c:pt>
                <c:pt idx="29">
                  <c:v>1002.3686120335645</c:v>
                </c:pt>
                <c:pt idx="30">
                  <c:v>10831.396409176472</c:v>
                </c:pt>
                <c:pt idx="31">
                  <c:v>14859.380687571018</c:v>
                </c:pt>
                <c:pt idx="32">
                  <c:v>11392.117193854614</c:v>
                </c:pt>
                <c:pt idx="33">
                  <c:v>49060.40091972509</c:v>
                </c:pt>
                <c:pt idx="34">
                  <c:v>10913.520182024731</c:v>
                </c:pt>
                <c:pt idx="35">
                  <c:v>21760.338054872413</c:v>
                </c:pt>
                <c:pt idx="36">
                  <c:v>40647.24674419689</c:v>
                </c:pt>
                <c:pt idx="37">
                  <c:v>25293.188108001534</c:v>
                </c:pt>
                <c:pt idx="38">
                  <c:v>22460.12798468292</c:v>
                </c:pt>
                <c:pt idx="39">
                  <c:v>26256.28634828748</c:v>
                </c:pt>
                <c:pt idx="40">
                  <c:v>20213.076448925287</c:v>
                </c:pt>
                <c:pt idx="41">
                  <c:v>16348.836071569998</c:v>
                </c:pt>
                <c:pt idx="42">
                  <c:v>33417.240063025965</c:v>
                </c:pt>
                <c:pt idx="43">
                  <c:v>20574.91964003088</c:v>
                </c:pt>
                <c:pt idx="44">
                  <c:v>17187.45521901006</c:v>
                </c:pt>
                <c:pt idx="45">
                  <c:v>49172.619686072685</c:v>
                </c:pt>
                <c:pt idx="46">
                  <c:v>24358.15951642471</c:v>
                </c:pt>
                <c:pt idx="47">
                  <c:v>1236.5060406577675</c:v>
                </c:pt>
                <c:pt idx="48">
                  <c:v>8790.634573567228</c:v>
                </c:pt>
                <c:pt idx="49">
                  <c:v>31565.53810013977</c:v>
                </c:pt>
                <c:pt idx="50">
                  <c:v>14554.700484658906</c:v>
                </c:pt>
                <c:pt idx="51">
                  <c:v>45716.194334486725</c:v>
                </c:pt>
                <c:pt idx="52">
                  <c:v>19525.978132458164</c:v>
                </c:pt>
                <c:pt idx="53">
                  <c:v>14612.921979271363</c:v>
                </c:pt>
                <c:pt idx="54">
                  <c:v>19872.005063083983</c:v>
                </c:pt>
                <c:pt idx="55">
                  <c:v>39.826267112185576</c:v>
                </c:pt>
                <c:pt idx="56">
                  <c:v>953.6270167475765</c:v>
                </c:pt>
                <c:pt idx="57">
                  <c:v>11410.843481013679</c:v>
                </c:pt>
                <c:pt idx="58">
                  <c:v>34183.38284476708</c:v>
                </c:pt>
                <c:pt idx="59">
                  <c:v>53569.4585853441</c:v>
                </c:pt>
                <c:pt idx="60">
                  <c:v>47891.15176306111</c:v>
                </c:pt>
                <c:pt idx="61">
                  <c:v>18508.526114345324</c:v>
                </c:pt>
                <c:pt idx="62">
                  <c:v>19906.020432504894</c:v>
                </c:pt>
                <c:pt idx="63">
                  <c:v>61216.76460095972</c:v>
                </c:pt>
                <c:pt idx="64">
                  <c:v>18345.607472618205</c:v>
                </c:pt>
                <c:pt idx="65">
                  <c:v>1229.078281335438</c:v>
                </c:pt>
              </c:numCache>
            </c:numRef>
          </c:val>
        </c:ser>
        <c:ser>
          <c:idx val="4"/>
          <c:order val="4"/>
          <c:tx>
            <c:strRef>
              <c:f>Sheet1!$F$1</c:f>
              <c:strCache>
                <c:ptCount val="1"/>
                <c:pt idx="0">
                  <c:v>Brand_Digital_Special</c:v>
                </c:pt>
              </c:strCache>
            </c:strRef>
          </c:tx>
          <c:spPr>
            <a:solidFill>
              <a:srgbClr val="97FF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Sheet1!$F$2:$F$67</c:f>
              <c:numCache>
                <c:formatCode>General</c:formatCode>
                <c:ptCount val="66"/>
                <c:pt idx="0">
                  <c:v>6641.272748650355</c:v>
                </c:pt>
                <c:pt idx="1">
                  <c:v>12803.360370154749</c:v>
                </c:pt>
                <c:pt idx="2">
                  <c:v>7861.290627003821</c:v>
                </c:pt>
                <c:pt idx="3">
                  <c:v>7372.622897884992</c:v>
                </c:pt>
                <c:pt idx="4">
                  <c:v>92.32620824820341</c:v>
                </c:pt>
                <c:pt idx="5">
                  <c:v>7313.0813094221885</c:v>
                </c:pt>
                <c:pt idx="6">
                  <c:v>3336.67421641756</c:v>
                </c:pt>
                <c:pt idx="7">
                  <c:v>183.5643658457167</c:v>
                </c:pt>
                <c:pt idx="8">
                  <c:v>15673.089855086448</c:v>
                </c:pt>
                <c:pt idx="9">
                  <c:v>416.9145683658367</c:v>
                </c:pt>
                <c:pt idx="10">
                  <c:v>7480.082978750682</c:v>
                </c:pt>
                <c:pt idx="11">
                  <c:v>4345.804097010797</c:v>
                </c:pt>
                <c:pt idx="12">
                  <c:v>15712.070401473524</c:v>
                </c:pt>
                <c:pt idx="13">
                  <c:v>420.29712805911356</c:v>
                </c:pt>
                <c:pt idx="14">
                  <c:v>3136.547933625045</c:v>
                </c:pt>
                <c:pt idx="15">
                  <c:v>8196.033140398707</c:v>
                </c:pt>
                <c:pt idx="16">
                  <c:v>21842.534857536924</c:v>
                </c:pt>
                <c:pt idx="17">
                  <c:v>13818.847735053372</c:v>
                </c:pt>
                <c:pt idx="18">
                  <c:v>11271.87081678744</c:v>
                </c:pt>
                <c:pt idx="19">
                  <c:v>2101.3753688936085</c:v>
                </c:pt>
                <c:pt idx="20">
                  <c:v>9920.387620750143</c:v>
                </c:pt>
                <c:pt idx="21">
                  <c:v>3276.5904246137434</c:v>
                </c:pt>
                <c:pt idx="22">
                  <c:v>12178.294956019086</c:v>
                </c:pt>
                <c:pt idx="23">
                  <c:v>141.8338731531728</c:v>
                </c:pt>
                <c:pt idx="24">
                  <c:v>137.7785895755311</c:v>
                </c:pt>
                <c:pt idx="25">
                  <c:v>397.97674765564295</c:v>
                </c:pt>
                <c:pt idx="26">
                  <c:v>8127.246709021347</c:v>
                </c:pt>
                <c:pt idx="27">
                  <c:v>6192.980173833991</c:v>
                </c:pt>
                <c:pt idx="28">
                  <c:v>327.9154684164431</c:v>
                </c:pt>
                <c:pt idx="29">
                  <c:v>16831.62646125447</c:v>
                </c:pt>
                <c:pt idx="30">
                  <c:v>15201.679263715918</c:v>
                </c:pt>
                <c:pt idx="31">
                  <c:v>14289.214053945992</c:v>
                </c:pt>
                <c:pt idx="32">
                  <c:v>2333.733865954655</c:v>
                </c:pt>
                <c:pt idx="33">
                  <c:v>2961.6925105231007</c:v>
                </c:pt>
                <c:pt idx="34">
                  <c:v>94.54541895659973</c:v>
                </c:pt>
                <c:pt idx="35">
                  <c:v>18157.84014431334</c:v>
                </c:pt>
                <c:pt idx="36">
                  <c:v>19577.58867905019</c:v>
                </c:pt>
                <c:pt idx="37">
                  <c:v>6858.384124598706</c:v>
                </c:pt>
                <c:pt idx="38">
                  <c:v>9871.485533250707</c:v>
                </c:pt>
                <c:pt idx="39">
                  <c:v>9703.899585623718</c:v>
                </c:pt>
                <c:pt idx="40">
                  <c:v>106.12063450582903</c:v>
                </c:pt>
                <c:pt idx="41">
                  <c:v>230.6980361945285</c:v>
                </c:pt>
                <c:pt idx="42">
                  <c:v>7209.016275641906</c:v>
                </c:pt>
                <c:pt idx="43">
                  <c:v>9969.92864104035</c:v>
                </c:pt>
                <c:pt idx="44">
                  <c:v>104.33511898854404</c:v>
                </c:pt>
                <c:pt idx="45">
                  <c:v>23064.340570611064</c:v>
                </c:pt>
                <c:pt idx="46">
                  <c:v>6116.210050776726</c:v>
                </c:pt>
                <c:pt idx="47">
                  <c:v>15769.127024483683</c:v>
                </c:pt>
                <c:pt idx="48">
                  <c:v>5422.646157264171</c:v>
                </c:pt>
                <c:pt idx="49">
                  <c:v>6407.262032016524</c:v>
                </c:pt>
                <c:pt idx="50">
                  <c:v>73.64354324488347</c:v>
                </c:pt>
                <c:pt idx="51">
                  <c:v>3349.3462231493304</c:v>
                </c:pt>
                <c:pt idx="52">
                  <c:v>15869.19464442997</c:v>
                </c:pt>
                <c:pt idx="53">
                  <c:v>55.09856525703457</c:v>
                </c:pt>
                <c:pt idx="54">
                  <c:v>11469.100713575006</c:v>
                </c:pt>
                <c:pt idx="55">
                  <c:v>17710.70383369831</c:v>
                </c:pt>
                <c:pt idx="56">
                  <c:v>7721.2074334362</c:v>
                </c:pt>
                <c:pt idx="57">
                  <c:v>80.63766127739537</c:v>
                </c:pt>
                <c:pt idx="58">
                  <c:v>258.17473536919584</c:v>
                </c:pt>
                <c:pt idx="59">
                  <c:v>14133.968687997165</c:v>
                </c:pt>
                <c:pt idx="60">
                  <c:v>20029.829779744432</c:v>
                </c:pt>
                <c:pt idx="61">
                  <c:v>11713.662835654764</c:v>
                </c:pt>
                <c:pt idx="62">
                  <c:v>22902.52261804741</c:v>
                </c:pt>
                <c:pt idx="63">
                  <c:v>6454.636887494088</c:v>
                </c:pt>
                <c:pt idx="64">
                  <c:v>6255.541431381173</c:v>
                </c:pt>
                <c:pt idx="65">
                  <c:v>10619.184389311551</c:v>
                </c:pt>
              </c:numCache>
            </c:numRef>
          </c:val>
        </c:ser>
        <c:ser>
          <c:idx val="5"/>
          <c:order val="5"/>
          <c:tx>
            <c:strRef>
              <c:f>Sheet1!$G$1</c:f>
              <c:strCache>
                <c:ptCount val="1"/>
                <c:pt idx="0">
                  <c:v>Brand_Digital_Video</c:v>
                </c:pt>
              </c:strCache>
            </c:strRef>
          </c:tx>
          <c:spPr>
            <a:solidFill>
              <a:srgbClr val="FF7ED1"/>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Sheet1!$G$2:$G$67</c:f>
              <c:numCache>
                <c:formatCode>General</c:formatCode>
                <c:ptCount val="66"/>
                <c:pt idx="0">
                  <c:v>701.6795459841605</c:v>
                </c:pt>
                <c:pt idx="1">
                  <c:v>11666.394495466593</c:v>
                </c:pt>
                <c:pt idx="2">
                  <c:v>4150.313083515116</c:v>
                </c:pt>
                <c:pt idx="3">
                  <c:v>17.447959808217593</c:v>
                </c:pt>
                <c:pt idx="4">
                  <c:v>17546.06980421856</c:v>
                </c:pt>
                <c:pt idx="5">
                  <c:v>18238.757135302953</c:v>
                </c:pt>
                <c:pt idx="6">
                  <c:v>6055.697813693325</c:v>
                </c:pt>
                <c:pt idx="7">
                  <c:v>655.807375213163</c:v>
                </c:pt>
                <c:pt idx="8">
                  <c:v>26984.871777864086</c:v>
                </c:pt>
                <c:pt idx="9">
                  <c:v>15433.800363351456</c:v>
                </c:pt>
                <c:pt idx="10">
                  <c:v>17830.13398116172</c:v>
                </c:pt>
                <c:pt idx="11">
                  <c:v>202.80095597816958</c:v>
                </c:pt>
                <c:pt idx="12">
                  <c:v>14829.80628748304</c:v>
                </c:pt>
                <c:pt idx="13">
                  <c:v>5119.546830603042</c:v>
                </c:pt>
                <c:pt idx="14">
                  <c:v>30787.785233301584</c:v>
                </c:pt>
                <c:pt idx="15">
                  <c:v>15798.894570193508</c:v>
                </c:pt>
                <c:pt idx="16">
                  <c:v>25459.7161653068</c:v>
                </c:pt>
                <c:pt idx="17">
                  <c:v>460.74289608093295</c:v>
                </c:pt>
                <c:pt idx="18">
                  <c:v>14164.986143195845</c:v>
                </c:pt>
                <c:pt idx="19">
                  <c:v>21610.599311803067</c:v>
                </c:pt>
                <c:pt idx="20">
                  <c:v>621.9432006572175</c:v>
                </c:pt>
                <c:pt idx="21">
                  <c:v>12724.785767054625</c:v>
                </c:pt>
                <c:pt idx="22">
                  <c:v>11099.447769113092</c:v>
                </c:pt>
                <c:pt idx="23">
                  <c:v>4274.869151969845</c:v>
                </c:pt>
                <c:pt idx="24">
                  <c:v>10044.454066892324</c:v>
                </c:pt>
                <c:pt idx="25">
                  <c:v>34.04893184100415</c:v>
                </c:pt>
                <c:pt idx="26">
                  <c:v>211.28754563957614</c:v>
                </c:pt>
                <c:pt idx="27">
                  <c:v>9958.792709416293</c:v>
                </c:pt>
                <c:pt idx="28">
                  <c:v>13545.724914085862</c:v>
                </c:pt>
                <c:pt idx="29">
                  <c:v>3041.4174708341707</c:v>
                </c:pt>
                <c:pt idx="30">
                  <c:v>4531.579676715602</c:v>
                </c:pt>
                <c:pt idx="31">
                  <c:v>22289.838787180863</c:v>
                </c:pt>
                <c:pt idx="32">
                  <c:v>18531.281443561922</c:v>
                </c:pt>
                <c:pt idx="33">
                  <c:v>12254.35690035171</c:v>
                </c:pt>
                <c:pt idx="34">
                  <c:v>4744.615285069315</c:v>
                </c:pt>
                <c:pt idx="35">
                  <c:v>11540.253213277381</c:v>
                </c:pt>
                <c:pt idx="36">
                  <c:v>18822.354644585048</c:v>
                </c:pt>
                <c:pt idx="37">
                  <c:v>46.76529252394516</c:v>
                </c:pt>
                <c:pt idx="38">
                  <c:v>23627.681131536112</c:v>
                </c:pt>
                <c:pt idx="39">
                  <c:v>4100.345967227037</c:v>
                </c:pt>
                <c:pt idx="40">
                  <c:v>18217.27354023455</c:v>
                </c:pt>
                <c:pt idx="41">
                  <c:v>16840.853851880784</c:v>
                </c:pt>
                <c:pt idx="42">
                  <c:v>20638.01259747549</c:v>
                </c:pt>
                <c:pt idx="43">
                  <c:v>586.1869622548217</c:v>
                </c:pt>
                <c:pt idx="44">
                  <c:v>8684.129567133805</c:v>
                </c:pt>
                <c:pt idx="45">
                  <c:v>22910.507971313396</c:v>
                </c:pt>
                <c:pt idx="46">
                  <c:v>14820.679339753959</c:v>
                </c:pt>
                <c:pt idx="47">
                  <c:v>371.0973789356813</c:v>
                </c:pt>
                <c:pt idx="48">
                  <c:v>12528.123573883611</c:v>
                </c:pt>
                <c:pt idx="49">
                  <c:v>11974.675386155692</c:v>
                </c:pt>
                <c:pt idx="50">
                  <c:v>20756.22602431148</c:v>
                </c:pt>
                <c:pt idx="51">
                  <c:v>18398.524941665342</c:v>
                </c:pt>
                <c:pt idx="52">
                  <c:v>27316.67214781751</c:v>
                </c:pt>
                <c:pt idx="53">
                  <c:v>22160.06243103967</c:v>
                </c:pt>
                <c:pt idx="54">
                  <c:v>11092.204499817284</c:v>
                </c:pt>
                <c:pt idx="55">
                  <c:v>37191.16037086284</c:v>
                </c:pt>
                <c:pt idx="56">
                  <c:v>5237.806754455866</c:v>
                </c:pt>
                <c:pt idx="57">
                  <c:v>524.9348649006045</c:v>
                </c:pt>
                <c:pt idx="58">
                  <c:v>306.63754005296795</c:v>
                </c:pt>
                <c:pt idx="59">
                  <c:v>0.0839320962770064</c:v>
                </c:pt>
                <c:pt idx="60">
                  <c:v>7484.961430850346</c:v>
                </c:pt>
                <c:pt idx="61">
                  <c:v>9874.3173543191</c:v>
                </c:pt>
                <c:pt idx="62">
                  <c:v>18060.998809739853</c:v>
                </c:pt>
                <c:pt idx="63">
                  <c:v>701.9743375110086</c:v>
                </c:pt>
                <c:pt idx="64">
                  <c:v>28787.925837275834</c:v>
                </c:pt>
                <c:pt idx="65">
                  <c:v>21264.061145802996</c:v>
                </c:pt>
              </c:numCache>
            </c:numRef>
          </c:val>
        </c:ser>
        <c:ser>
          <c:idx val="6"/>
          <c:order val="6"/>
          <c:tx>
            <c:strRef>
              <c:f>Sheet1!$H$1</c:f>
              <c:strCache>
                <c:ptCount val="1"/>
                <c:pt idx="0">
                  <c:v>Brand_OOH</c:v>
                </c:pt>
              </c:strCache>
            </c:strRef>
          </c:tx>
          <c:spPr>
            <a:solidFill>
              <a:srgbClr val="6B004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Sheet1!$H$2:$H$67</c:f>
              <c:numCache>
                <c:formatCode>General</c:formatCode>
                <c:ptCount val="66"/>
                <c:pt idx="0">
                  <c:v>2322.744629306948</c:v>
                </c:pt>
                <c:pt idx="1">
                  <c:v>4164.250778321813</c:v>
                </c:pt>
                <c:pt idx="2">
                  <c:v>9871.993088943367</c:v>
                </c:pt>
                <c:pt idx="3">
                  <c:v>37638.90753775028</c:v>
                </c:pt>
                <c:pt idx="4">
                  <c:v>3511.541088086625</c:v>
                </c:pt>
                <c:pt idx="5">
                  <c:v>35573.50962833762</c:v>
                </c:pt>
                <c:pt idx="6">
                  <c:v>2677.3006227448022</c:v>
                </c:pt>
                <c:pt idx="7">
                  <c:v>58850.91695602041</c:v>
                </c:pt>
                <c:pt idx="8">
                  <c:v>21506.297077172738</c:v>
                </c:pt>
                <c:pt idx="9">
                  <c:v>33081.018692113365</c:v>
                </c:pt>
                <c:pt idx="10">
                  <c:v>53443.407306443754</c:v>
                </c:pt>
                <c:pt idx="11">
                  <c:v>23093.698385836266</c:v>
                </c:pt>
                <c:pt idx="12">
                  <c:v>64083.94660541156</c:v>
                </c:pt>
                <c:pt idx="13">
                  <c:v>8741.38962497433</c:v>
                </c:pt>
                <c:pt idx="14">
                  <c:v>3445.88653783787</c:v>
                </c:pt>
                <c:pt idx="15">
                  <c:v>8892.380427244543</c:v>
                </c:pt>
                <c:pt idx="16">
                  <c:v>47519.69688951406</c:v>
                </c:pt>
                <c:pt idx="17">
                  <c:v>26523.75920602001</c:v>
                </c:pt>
                <c:pt idx="18">
                  <c:v>21401.588635922068</c:v>
                </c:pt>
                <c:pt idx="19">
                  <c:v>49670.3317497702</c:v>
                </c:pt>
                <c:pt idx="20">
                  <c:v>29234.40520920353</c:v>
                </c:pt>
                <c:pt idx="21">
                  <c:v>28763.974148502904</c:v>
                </c:pt>
                <c:pt idx="22">
                  <c:v>14944.841087584735</c:v>
                </c:pt>
                <c:pt idx="23">
                  <c:v>2960.229603323009</c:v>
                </c:pt>
                <c:pt idx="24">
                  <c:v>44235.980198826284</c:v>
                </c:pt>
                <c:pt idx="25">
                  <c:v>17028.875936705906</c:v>
                </c:pt>
                <c:pt idx="26">
                  <c:v>30449.377370311286</c:v>
                </c:pt>
                <c:pt idx="27">
                  <c:v>2836.078052156764</c:v>
                </c:pt>
                <c:pt idx="28">
                  <c:v>21445.26126341076</c:v>
                </c:pt>
                <c:pt idx="29">
                  <c:v>40965.693532243866</c:v>
                </c:pt>
                <c:pt idx="30">
                  <c:v>22946.685279964073</c:v>
                </c:pt>
                <c:pt idx="31">
                  <c:v>50530.88888659606</c:v>
                </c:pt>
                <c:pt idx="32">
                  <c:v>47895.29456709168</c:v>
                </c:pt>
                <c:pt idx="33">
                  <c:v>64889.89583042029</c:v>
                </c:pt>
                <c:pt idx="34">
                  <c:v>27663.617291293835</c:v>
                </c:pt>
                <c:pt idx="35">
                  <c:v>54050.49143454974</c:v>
                </c:pt>
                <c:pt idx="36">
                  <c:v>21966.24270138818</c:v>
                </c:pt>
                <c:pt idx="37">
                  <c:v>1860.7890683878627</c:v>
                </c:pt>
                <c:pt idx="38">
                  <c:v>3464.199791784219</c:v>
                </c:pt>
                <c:pt idx="39">
                  <c:v>5652.6793099687275</c:v>
                </c:pt>
                <c:pt idx="40">
                  <c:v>31749.84380546368</c:v>
                </c:pt>
                <c:pt idx="41">
                  <c:v>28923.85021504</c:v>
                </c:pt>
                <c:pt idx="42">
                  <c:v>44463.17029030153</c:v>
                </c:pt>
                <c:pt idx="43">
                  <c:v>40066.29425179823</c:v>
                </c:pt>
                <c:pt idx="44">
                  <c:v>9768.676518159264</c:v>
                </c:pt>
                <c:pt idx="45">
                  <c:v>57964.94981625287</c:v>
                </c:pt>
                <c:pt idx="46">
                  <c:v>68473.35780908386</c:v>
                </c:pt>
                <c:pt idx="47">
                  <c:v>5799.542241261759</c:v>
                </c:pt>
                <c:pt idx="48">
                  <c:v>1224.5604758261857</c:v>
                </c:pt>
                <c:pt idx="49">
                  <c:v>2996.4014443308733</c:v>
                </c:pt>
                <c:pt idx="50">
                  <c:v>56990.77453478766</c:v>
                </c:pt>
                <c:pt idx="51">
                  <c:v>7596.792709240359</c:v>
                </c:pt>
                <c:pt idx="52">
                  <c:v>867.2924856433468</c:v>
                </c:pt>
                <c:pt idx="53">
                  <c:v>64525.721741678266</c:v>
                </c:pt>
                <c:pt idx="54">
                  <c:v>49818.96924004325</c:v>
                </c:pt>
                <c:pt idx="55">
                  <c:v>30286.393782613573</c:v>
                </c:pt>
                <c:pt idx="56">
                  <c:v>16269.289605860828</c:v>
                </c:pt>
                <c:pt idx="57">
                  <c:v>80025.11475759247</c:v>
                </c:pt>
                <c:pt idx="58">
                  <c:v>9242.164295560633</c:v>
                </c:pt>
                <c:pt idx="59">
                  <c:v>70438.33222868993</c:v>
                </c:pt>
                <c:pt idx="60">
                  <c:v>71425.99533581047</c:v>
                </c:pt>
                <c:pt idx="61">
                  <c:v>47681.304040964686</c:v>
                </c:pt>
                <c:pt idx="62">
                  <c:v>89726.85433429926</c:v>
                </c:pt>
                <c:pt idx="63">
                  <c:v>44455.401746005315</c:v>
                </c:pt>
                <c:pt idx="64">
                  <c:v>77802.45671858503</c:v>
                </c:pt>
                <c:pt idx="65">
                  <c:v>20311.762441317514</c:v>
                </c:pt>
              </c:numCache>
            </c:numRef>
          </c:val>
        </c:ser>
        <c:ser>
          <c:idx val="7"/>
          <c:order val="7"/>
          <c:tx>
            <c:strRef>
              <c:f>Sheet1!$I$1</c:f>
              <c:strCache>
                <c:ptCount val="1"/>
                <c:pt idx="0">
                  <c:v>Brand_TV</c:v>
                </c:pt>
              </c:strCache>
            </c:strRef>
          </c:tx>
          <c:spPr>
            <a:solidFill>
              <a:srgbClr val="FFA52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Sheet1!$I$2:$I$67</c:f>
              <c:numCache>
                <c:formatCode>General</c:formatCode>
                <c:ptCount val="66"/>
                <c:pt idx="0">
                  <c:v>5005.495826088195</c:v>
                </c:pt>
                <c:pt idx="1">
                  <c:v>4515.452473058221</c:v>
                </c:pt>
                <c:pt idx="2">
                  <c:v>40460.726417109494</c:v>
                </c:pt>
                <c:pt idx="3">
                  <c:v>29287.5610014073</c:v>
                </c:pt>
                <c:pt idx="4">
                  <c:v>4861.834746139782</c:v>
                </c:pt>
                <c:pt idx="5">
                  <c:v>47801.476301752606</c:v>
                </c:pt>
                <c:pt idx="6">
                  <c:v>17687.534786629563</c:v>
                </c:pt>
                <c:pt idx="7">
                  <c:v>35483.256280374255</c:v>
                </c:pt>
                <c:pt idx="8">
                  <c:v>4890.102634246501</c:v>
                </c:pt>
                <c:pt idx="9">
                  <c:v>51111.19415143632</c:v>
                </c:pt>
                <c:pt idx="10">
                  <c:v>63685.29120303434</c:v>
                </c:pt>
                <c:pt idx="11">
                  <c:v>27327.794193632533</c:v>
                </c:pt>
                <c:pt idx="12">
                  <c:v>5148.00593976976</c:v>
                </c:pt>
                <c:pt idx="13">
                  <c:v>47444.931945138305</c:v>
                </c:pt>
                <c:pt idx="14">
                  <c:v>29910.48501949487</c:v>
                </c:pt>
                <c:pt idx="15">
                  <c:v>4239.2918237878785</c:v>
                </c:pt>
                <c:pt idx="16">
                  <c:v>53426.182482323726</c:v>
                </c:pt>
                <c:pt idx="17">
                  <c:v>5103.037782099496</c:v>
                </c:pt>
                <c:pt idx="18">
                  <c:v>21827.198921484967</c:v>
                </c:pt>
                <c:pt idx="19">
                  <c:v>44756.01540893239</c:v>
                </c:pt>
                <c:pt idx="20">
                  <c:v>8553.908250878054</c:v>
                </c:pt>
                <c:pt idx="21">
                  <c:v>42828.63072731829</c:v>
                </c:pt>
                <c:pt idx="22">
                  <c:v>38618.59730848331</c:v>
                </c:pt>
                <c:pt idx="23">
                  <c:v>20475.48043242466</c:v>
                </c:pt>
                <c:pt idx="24">
                  <c:v>7221.273580999363</c:v>
                </c:pt>
                <c:pt idx="25">
                  <c:v>4121.146628456019</c:v>
                </c:pt>
                <c:pt idx="26">
                  <c:v>5270.599661650272</c:v>
                </c:pt>
                <c:pt idx="27">
                  <c:v>32420.6301068502</c:v>
                </c:pt>
                <c:pt idx="28">
                  <c:v>7081.352986830694</c:v>
                </c:pt>
                <c:pt idx="29">
                  <c:v>59615.56179583943</c:v>
                </c:pt>
                <c:pt idx="30">
                  <c:v>38550.51519045401</c:v>
                </c:pt>
                <c:pt idx="31">
                  <c:v>26013.737037310035</c:v>
                </c:pt>
                <c:pt idx="32">
                  <c:v>13866.400935472979</c:v>
                </c:pt>
                <c:pt idx="33">
                  <c:v>6790.5426380394065</c:v>
                </c:pt>
                <c:pt idx="34">
                  <c:v>28325.231150046977</c:v>
                </c:pt>
                <c:pt idx="35">
                  <c:v>59685.308485654634</c:v>
                </c:pt>
                <c:pt idx="36">
                  <c:v>73301.62022833273</c:v>
                </c:pt>
                <c:pt idx="37">
                  <c:v>30252.63694428642</c:v>
                </c:pt>
                <c:pt idx="38">
                  <c:v>73162.8997236198</c:v>
                </c:pt>
                <c:pt idx="39">
                  <c:v>55100.92870567605</c:v>
                </c:pt>
                <c:pt idx="40">
                  <c:v>28983.899987233952</c:v>
                </c:pt>
                <c:pt idx="41">
                  <c:v>32150.19064164233</c:v>
                </c:pt>
                <c:pt idx="42">
                  <c:v>13049.55170766206</c:v>
                </c:pt>
                <c:pt idx="43">
                  <c:v>17741.796186690855</c:v>
                </c:pt>
                <c:pt idx="44">
                  <c:v>72371.33117925281</c:v>
                </c:pt>
                <c:pt idx="45">
                  <c:v>15490.923818697333</c:v>
                </c:pt>
                <c:pt idx="46">
                  <c:v>6881.393820552714</c:v>
                </c:pt>
                <c:pt idx="47">
                  <c:v>8122.1448698495515</c:v>
                </c:pt>
                <c:pt idx="48">
                  <c:v>10756.207393712986</c:v>
                </c:pt>
                <c:pt idx="49">
                  <c:v>83776.29757004308</c:v>
                </c:pt>
                <c:pt idx="50">
                  <c:v>13462.318764533271</c:v>
                </c:pt>
                <c:pt idx="51">
                  <c:v>5047.901662064423</c:v>
                </c:pt>
                <c:pt idx="52">
                  <c:v>5137.972617512822</c:v>
                </c:pt>
                <c:pt idx="53">
                  <c:v>24920.143314208275</c:v>
                </c:pt>
                <c:pt idx="54">
                  <c:v>8644.031539583533</c:v>
                </c:pt>
                <c:pt idx="55">
                  <c:v>7313.540288170905</c:v>
                </c:pt>
                <c:pt idx="56">
                  <c:v>5840.851175082886</c:v>
                </c:pt>
                <c:pt idx="57">
                  <c:v>43707.021110981994</c:v>
                </c:pt>
                <c:pt idx="58">
                  <c:v>36937.7469310922</c:v>
                </c:pt>
                <c:pt idx="59">
                  <c:v>25865.183156004194</c:v>
                </c:pt>
                <c:pt idx="60">
                  <c:v>6360.388851570082</c:v>
                </c:pt>
                <c:pt idx="61">
                  <c:v>29932.219960187784</c:v>
                </c:pt>
                <c:pt idx="62">
                  <c:v>19029.629320296597</c:v>
                </c:pt>
                <c:pt idx="63">
                  <c:v>41654.689864734435</c:v>
                </c:pt>
                <c:pt idx="64">
                  <c:v>47857.23187021338</c:v>
                </c:pt>
                <c:pt idx="65">
                  <c:v>42990.58340090941</c:v>
                </c:pt>
              </c:numCache>
            </c:numRef>
          </c:val>
        </c:ser>
        <c:ser>
          <c:idx val="8"/>
          <c:order val="8"/>
          <c:tx>
            <c:strRef>
              <c:f>Sheet1!$J$1</c:f>
              <c:strCache>
                <c:ptCount val="1"/>
                <c:pt idx="0">
                  <c:v>Distribution</c:v>
                </c:pt>
              </c:strCache>
            </c:strRef>
          </c:tx>
          <c:spPr>
            <a:solidFill>
              <a:srgbClr val="573B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Sheet1!$J$2:$J$67</c:f>
              <c:numCache>
                <c:formatCode>General</c:formatCode>
                <c:ptCount val="66"/>
                <c:pt idx="0">
                  <c:v>85935.57916975979</c:v>
                </c:pt>
                <c:pt idx="1">
                  <c:v>78151.1056384391</c:v>
                </c:pt>
                <c:pt idx="2">
                  <c:v>87255.41115854727</c:v>
                </c:pt>
                <c:pt idx="3">
                  <c:v>91078.50405672406</c:v>
                </c:pt>
                <c:pt idx="4">
                  <c:v>84759.73141626944</c:v>
                </c:pt>
                <c:pt idx="5">
                  <c:v>97629.35471969235</c:v>
                </c:pt>
                <c:pt idx="6">
                  <c:v>71841.75672001578</c:v>
                </c:pt>
                <c:pt idx="7">
                  <c:v>103460.51048941171</c:v>
                </c:pt>
                <c:pt idx="8">
                  <c:v>83080.21632271708</c:v>
                </c:pt>
                <c:pt idx="9">
                  <c:v>79475.41750088341</c:v>
                </c:pt>
                <c:pt idx="10">
                  <c:v>97362.69615137155</c:v>
                </c:pt>
                <c:pt idx="11">
                  <c:v>68591.13526624383</c:v>
                </c:pt>
                <c:pt idx="12">
                  <c:v>94157.00526424755</c:v>
                </c:pt>
                <c:pt idx="13">
                  <c:v>75418.66534384352</c:v>
                </c:pt>
                <c:pt idx="14">
                  <c:v>117595.75851067943</c:v>
                </c:pt>
                <c:pt idx="15">
                  <c:v>92057.77211991069</c:v>
                </c:pt>
                <c:pt idx="16">
                  <c:v>115592.0856596531</c:v>
                </c:pt>
                <c:pt idx="17">
                  <c:v>76550.51068985826</c:v>
                </c:pt>
                <c:pt idx="18">
                  <c:v>76579.24960433783</c:v>
                </c:pt>
                <c:pt idx="19">
                  <c:v>110267.6791651476</c:v>
                </c:pt>
                <c:pt idx="20">
                  <c:v>81336.5413823986</c:v>
                </c:pt>
                <c:pt idx="21">
                  <c:v>87928.25787624708</c:v>
                </c:pt>
                <c:pt idx="22">
                  <c:v>111114.11122343951</c:v>
                </c:pt>
                <c:pt idx="23">
                  <c:v>84906.60731350514</c:v>
                </c:pt>
                <c:pt idx="24">
                  <c:v>115945.44472975118</c:v>
                </c:pt>
                <c:pt idx="25">
                  <c:v>100103.44187718557</c:v>
                </c:pt>
                <c:pt idx="26">
                  <c:v>104345.11974661524</c:v>
                </c:pt>
                <c:pt idx="27">
                  <c:v>79030.39081762976</c:v>
                </c:pt>
                <c:pt idx="28">
                  <c:v>128450.49422105383</c:v>
                </c:pt>
                <c:pt idx="29">
                  <c:v>102626.67201811794</c:v>
                </c:pt>
                <c:pt idx="30">
                  <c:v>92245.28907160585</c:v>
                </c:pt>
                <c:pt idx="31">
                  <c:v>105110.74917945568</c:v>
                </c:pt>
                <c:pt idx="32">
                  <c:v>93803.29155937773</c:v>
                </c:pt>
                <c:pt idx="33">
                  <c:v>111129.18748469598</c:v>
                </c:pt>
                <c:pt idx="34">
                  <c:v>109452.06170494705</c:v>
                </c:pt>
                <c:pt idx="35">
                  <c:v>89266.95843340817</c:v>
                </c:pt>
                <c:pt idx="36">
                  <c:v>152734.22012970046</c:v>
                </c:pt>
                <c:pt idx="37">
                  <c:v>98012.07790067463</c:v>
                </c:pt>
                <c:pt idx="38">
                  <c:v>104788.1502127473</c:v>
                </c:pt>
                <c:pt idx="39">
                  <c:v>81941.09193666627</c:v>
                </c:pt>
                <c:pt idx="40">
                  <c:v>122675.70911624694</c:v>
                </c:pt>
                <c:pt idx="41">
                  <c:v>93212.0418256966</c:v>
                </c:pt>
                <c:pt idx="42">
                  <c:v>125095.6993972261</c:v>
                </c:pt>
                <c:pt idx="43">
                  <c:v>101784.93083490778</c:v>
                </c:pt>
                <c:pt idx="44">
                  <c:v>94670.3795254752</c:v>
                </c:pt>
                <c:pt idx="45">
                  <c:v>131340.85597263597</c:v>
                </c:pt>
                <c:pt idx="46">
                  <c:v>106539.08706673008</c:v>
                </c:pt>
                <c:pt idx="47">
                  <c:v>110139.56060777846</c:v>
                </c:pt>
                <c:pt idx="48">
                  <c:v>101810.06787907041</c:v>
                </c:pt>
                <c:pt idx="49">
                  <c:v>95641.54324296661</c:v>
                </c:pt>
                <c:pt idx="50">
                  <c:v>109389.37782474353</c:v>
                </c:pt>
                <c:pt idx="51">
                  <c:v>125473.09739148384</c:v>
                </c:pt>
                <c:pt idx="52">
                  <c:v>106588.44138181931</c:v>
                </c:pt>
                <c:pt idx="53">
                  <c:v>107110.32028648579</c:v>
                </c:pt>
                <c:pt idx="54">
                  <c:v>131249.6614902041</c:v>
                </c:pt>
                <c:pt idx="55">
                  <c:v>106547.76827071412</c:v>
                </c:pt>
                <c:pt idx="56">
                  <c:v>142414.9204784188</c:v>
                </c:pt>
                <c:pt idx="57">
                  <c:v>106890.63584660545</c:v>
                </c:pt>
                <c:pt idx="58">
                  <c:v>111223.86436441098</c:v>
                </c:pt>
                <c:pt idx="59">
                  <c:v>144821.69303215208</c:v>
                </c:pt>
                <c:pt idx="60">
                  <c:v>121969.47175246863</c:v>
                </c:pt>
                <c:pt idx="61">
                  <c:v>109056.80118249891</c:v>
                </c:pt>
                <c:pt idx="62">
                  <c:v>135159.84752727026</c:v>
                </c:pt>
                <c:pt idx="63">
                  <c:v>125340.79066291195</c:v>
                </c:pt>
                <c:pt idx="64">
                  <c:v>103532.67533784718</c:v>
                </c:pt>
                <c:pt idx="65">
                  <c:v>109645.57916687436</c:v>
                </c:pt>
              </c:numCache>
            </c:numRef>
          </c:val>
        </c:ser>
        <c:ser>
          <c:idx val="9"/>
          <c:order val="9"/>
          <c:tx>
            <c:strRef>
              <c:f>Sheet1!$K$1</c:f>
              <c:strCache>
                <c:ptCount val="1"/>
                <c:pt idx="0">
                  <c:v>E-com</c:v>
                </c:pt>
              </c:strCache>
            </c:strRef>
          </c:tx>
          <c:spPr>
            <a:solidFill>
              <a:srgbClr val="00565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Sheet1!$K$2:$K$67</c:f>
              <c:numCache>
                <c:formatCode>General</c:formatCode>
                <c:ptCount val="66"/>
                <c:pt idx="0">
                  <c:v>9828.149548373814</c:v>
                </c:pt>
                <c:pt idx="1">
                  <c:v>34929.9538793339</c:v>
                </c:pt>
                <c:pt idx="2">
                  <c:v>31906.315204173057</c:v>
                </c:pt>
                <c:pt idx="3">
                  <c:v>14701.436908451078</c:v>
                </c:pt>
                <c:pt idx="4">
                  <c:v>4890.568810590236</c:v>
                </c:pt>
                <c:pt idx="5">
                  <c:v>30646.10650911672</c:v>
                </c:pt>
                <c:pt idx="6">
                  <c:v>33141.73993318966</c:v>
                </c:pt>
                <c:pt idx="7">
                  <c:v>45704.204009453984</c:v>
                </c:pt>
                <c:pt idx="8">
                  <c:v>48607.92987939494</c:v>
                </c:pt>
                <c:pt idx="9">
                  <c:v>30084.712371513047</c:v>
                </c:pt>
                <c:pt idx="10">
                  <c:v>28802.954515590845</c:v>
                </c:pt>
                <c:pt idx="11">
                  <c:v>21170.143242064914</c:v>
                </c:pt>
                <c:pt idx="12">
                  <c:v>57509.50460548472</c:v>
                </c:pt>
                <c:pt idx="13">
                  <c:v>48794.47064716172</c:v>
                </c:pt>
                <c:pt idx="14">
                  <c:v>72903.47520520256</c:v>
                </c:pt>
                <c:pt idx="15">
                  <c:v>16649.67313329289</c:v>
                </c:pt>
                <c:pt idx="16">
                  <c:v>34099.62923373333</c:v>
                </c:pt>
                <c:pt idx="17">
                  <c:v>38750.93823168162</c:v>
                </c:pt>
                <c:pt idx="18">
                  <c:v>29452.138496971755</c:v>
                </c:pt>
                <c:pt idx="19">
                  <c:v>44671.061922890796</c:v>
                </c:pt>
                <c:pt idx="20">
                  <c:v>43760.62752714231</c:v>
                </c:pt>
                <c:pt idx="21">
                  <c:v>72886.16485174838</c:v>
                </c:pt>
                <c:pt idx="22">
                  <c:v>44790.53334503436</c:v>
                </c:pt>
                <c:pt idx="23">
                  <c:v>34296.45111851981</c:v>
                </c:pt>
                <c:pt idx="24">
                  <c:v>59241.22670100126</c:v>
                </c:pt>
                <c:pt idx="25">
                  <c:v>39858.838078855355</c:v>
                </c:pt>
                <c:pt idx="26">
                  <c:v>42279.88539143649</c:v>
                </c:pt>
                <c:pt idx="27">
                  <c:v>28157.62616675396</c:v>
                </c:pt>
                <c:pt idx="28">
                  <c:v>45616.37777189671</c:v>
                </c:pt>
                <c:pt idx="29">
                  <c:v>48475.47843805724</c:v>
                </c:pt>
                <c:pt idx="30">
                  <c:v>50886.075698255125</c:v>
                </c:pt>
                <c:pt idx="31">
                  <c:v>37204.31706035114</c:v>
                </c:pt>
                <c:pt idx="32">
                  <c:v>28380.60006739211</c:v>
                </c:pt>
                <c:pt idx="33">
                  <c:v>13634.949124874402</c:v>
                </c:pt>
                <c:pt idx="34">
                  <c:v>16044.622537359795</c:v>
                </c:pt>
                <c:pt idx="35">
                  <c:v>13854.011234350115</c:v>
                </c:pt>
                <c:pt idx="36">
                  <c:v>12911.576699578733</c:v>
                </c:pt>
                <c:pt idx="37">
                  <c:v>5831.966313746426</c:v>
                </c:pt>
                <c:pt idx="38">
                  <c:v>20202.054042997952</c:v>
                </c:pt>
                <c:pt idx="39">
                  <c:v>7900.044408564297</c:v>
                </c:pt>
                <c:pt idx="40">
                  <c:v>10836.902429371772</c:v>
                </c:pt>
                <c:pt idx="41">
                  <c:v>39052.332748192304</c:v>
                </c:pt>
                <c:pt idx="42">
                  <c:v>47863.65119013953</c:v>
                </c:pt>
                <c:pt idx="43">
                  <c:v>19547.983146987823</c:v>
                </c:pt>
                <c:pt idx="44">
                  <c:v>21391.701519577524</c:v>
                </c:pt>
                <c:pt idx="45">
                  <c:v>33311.41552342931</c:v>
                </c:pt>
                <c:pt idx="46">
                  <c:v>22047.9352776151</c:v>
                </c:pt>
                <c:pt idx="47">
                  <c:v>49828.60676035165</c:v>
                </c:pt>
                <c:pt idx="48">
                  <c:v>20934.95537962398</c:v>
                </c:pt>
                <c:pt idx="49">
                  <c:v>29933.064763525967</c:v>
                </c:pt>
                <c:pt idx="50">
                  <c:v>20649.95175176769</c:v>
                </c:pt>
                <c:pt idx="51">
                  <c:v>24772.299178672</c:v>
                </c:pt>
                <c:pt idx="52">
                  <c:v>42536.28534074565</c:v>
                </c:pt>
                <c:pt idx="53">
                  <c:v>32865.026637747986</c:v>
                </c:pt>
                <c:pt idx="54">
                  <c:v>39742.80401472495</c:v>
                </c:pt>
                <c:pt idx="55">
                  <c:v>34832.559757967225</c:v>
                </c:pt>
                <c:pt idx="56">
                  <c:v>45225.94866627842</c:v>
                </c:pt>
                <c:pt idx="57">
                  <c:v>43702.62016959515</c:v>
                </c:pt>
                <c:pt idx="58">
                  <c:v>49255.99714394678</c:v>
                </c:pt>
                <c:pt idx="59">
                  <c:v>81466.36793486169</c:v>
                </c:pt>
                <c:pt idx="60">
                  <c:v>61526.6433819963</c:v>
                </c:pt>
                <c:pt idx="61">
                  <c:v>26176.65076653026</c:v>
                </c:pt>
                <c:pt idx="62">
                  <c:v>43370.753205795576</c:v>
                </c:pt>
                <c:pt idx="63">
                  <c:v>53555.90230884972</c:v>
                </c:pt>
                <c:pt idx="64">
                  <c:v>40710.41026983473</c:v>
                </c:pt>
                <c:pt idx="65">
                  <c:v>18607.855240452755</c:v>
                </c:pt>
              </c:numCache>
            </c:numRef>
          </c:val>
        </c:ser>
        <c:ser>
          <c:idx val="10"/>
          <c:order val="10"/>
          <c:tx>
            <c:strRef>
              <c:f>Sheet1!$L$1</c:f>
              <c:strCache>
                <c:ptCount val="1"/>
                <c:pt idx="0">
                  <c:v>POS</c:v>
                </c:pt>
              </c:strCache>
            </c:strRef>
          </c:tx>
          <c:spPr>
            <a:solidFill>
              <a:srgbClr val="0000DD"/>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Sheet1!$L$2:$L$67</c:f>
              <c:numCache>
                <c:formatCode>General</c:formatCode>
                <c:ptCount val="66"/>
                <c:pt idx="0">
                  <c:v>6060.862296219942</c:v>
                </c:pt>
                <c:pt idx="1">
                  <c:v>3660.6401303328626</c:v>
                </c:pt>
                <c:pt idx="2">
                  <c:v>5291.459516205461</c:v>
                </c:pt>
                <c:pt idx="3">
                  <c:v>3067.625755792006</c:v>
                </c:pt>
                <c:pt idx="4">
                  <c:v>6716.927477651431</c:v>
                </c:pt>
                <c:pt idx="5">
                  <c:v>3412.6317754127026</c:v>
                </c:pt>
                <c:pt idx="6">
                  <c:v>5249.112389086873</c:v>
                </c:pt>
                <c:pt idx="7">
                  <c:v>4598.413728461352</c:v>
                </c:pt>
                <c:pt idx="8">
                  <c:v>155.83495239314368</c:v>
                </c:pt>
                <c:pt idx="9">
                  <c:v>2906.2838803504574</c:v>
                </c:pt>
                <c:pt idx="10">
                  <c:v>1543.5276375704818</c:v>
                </c:pt>
                <c:pt idx="11">
                  <c:v>729.8452247973914</c:v>
                </c:pt>
                <c:pt idx="12">
                  <c:v>4198.42050419312</c:v>
                </c:pt>
                <c:pt idx="13">
                  <c:v>3055.245215302458</c:v>
                </c:pt>
                <c:pt idx="14">
                  <c:v>5871.003664186682</c:v>
                </c:pt>
                <c:pt idx="15">
                  <c:v>6192.621437020908</c:v>
                </c:pt>
                <c:pt idx="16">
                  <c:v>5166.972776120081</c:v>
                </c:pt>
                <c:pt idx="17">
                  <c:v>7653.569153203321</c:v>
                </c:pt>
                <c:pt idx="18">
                  <c:v>8289.551995854426</c:v>
                </c:pt>
                <c:pt idx="19">
                  <c:v>7072.274981908145</c:v>
                </c:pt>
                <c:pt idx="20">
                  <c:v>4796.598540454712</c:v>
                </c:pt>
                <c:pt idx="21">
                  <c:v>6373.590295921214</c:v>
                </c:pt>
                <c:pt idx="22">
                  <c:v>10056.314693293103</c:v>
                </c:pt>
                <c:pt idx="23">
                  <c:v>9755.541908754361</c:v>
                </c:pt>
                <c:pt idx="24">
                  <c:v>560.7098016140865</c:v>
                </c:pt>
                <c:pt idx="25">
                  <c:v>4719.916975270271</c:v>
                </c:pt>
                <c:pt idx="26">
                  <c:v>2641.016918264217</c:v>
                </c:pt>
                <c:pt idx="27">
                  <c:v>73.00420363609379</c:v>
                </c:pt>
                <c:pt idx="28">
                  <c:v>5926.8025459669225</c:v>
                </c:pt>
                <c:pt idx="29">
                  <c:v>3350.7697059679654</c:v>
                </c:pt>
                <c:pt idx="30">
                  <c:v>1666.644583399233</c:v>
                </c:pt>
                <c:pt idx="31">
                  <c:v>6877.239200032359</c:v>
                </c:pt>
                <c:pt idx="32">
                  <c:v>2766.5180125755824</c:v>
                </c:pt>
                <c:pt idx="33">
                  <c:v>131.48241397362597</c:v>
                </c:pt>
                <c:pt idx="34">
                  <c:v>11817.359921559242</c:v>
                </c:pt>
                <c:pt idx="35">
                  <c:v>4537.476836101264</c:v>
                </c:pt>
                <c:pt idx="36">
                  <c:v>11628.308040689066</c:v>
                </c:pt>
                <c:pt idx="37">
                  <c:v>2428.756446703565</c:v>
                </c:pt>
                <c:pt idx="38">
                  <c:v>1679.8430735301465</c:v>
                </c:pt>
                <c:pt idx="39">
                  <c:v>367.7543313489882</c:v>
                </c:pt>
                <c:pt idx="40">
                  <c:v>2110.153613136482</c:v>
                </c:pt>
                <c:pt idx="41">
                  <c:v>1.8055061900068854</c:v>
                </c:pt>
                <c:pt idx="42">
                  <c:v>115.81768394291298</c:v>
                </c:pt>
                <c:pt idx="43">
                  <c:v>9417.89554080016</c:v>
                </c:pt>
                <c:pt idx="44">
                  <c:v>680.5087310701605</c:v>
                </c:pt>
                <c:pt idx="45">
                  <c:v>7481.232649193222</c:v>
                </c:pt>
                <c:pt idx="46">
                  <c:v>4781.2651017505195</c:v>
                </c:pt>
                <c:pt idx="47">
                  <c:v>1811.4464853613295</c:v>
                </c:pt>
                <c:pt idx="48">
                  <c:v>2182.1719682479566</c:v>
                </c:pt>
                <c:pt idx="49">
                  <c:v>1681.477601088431</c:v>
                </c:pt>
                <c:pt idx="50">
                  <c:v>2944.5091773712875</c:v>
                </c:pt>
                <c:pt idx="51">
                  <c:v>86.17086222701529</c:v>
                </c:pt>
                <c:pt idx="52">
                  <c:v>2814.4454540062397</c:v>
                </c:pt>
                <c:pt idx="53">
                  <c:v>1657.6657564592188</c:v>
                </c:pt>
                <c:pt idx="54">
                  <c:v>6090.375924705333</c:v>
                </c:pt>
                <c:pt idx="55">
                  <c:v>106.58587820288348</c:v>
                </c:pt>
                <c:pt idx="56">
                  <c:v>3968.2058942774056</c:v>
                </c:pt>
                <c:pt idx="57">
                  <c:v>28.829070325359154</c:v>
                </c:pt>
                <c:pt idx="58">
                  <c:v>2062.559615579296</c:v>
                </c:pt>
                <c:pt idx="59">
                  <c:v>6925.27770901234</c:v>
                </c:pt>
                <c:pt idx="60">
                  <c:v>3461.023187843436</c:v>
                </c:pt>
                <c:pt idx="61">
                  <c:v>3643.4746895994313</c:v>
                </c:pt>
                <c:pt idx="62">
                  <c:v>2520.3311904685056</c:v>
                </c:pt>
                <c:pt idx="63">
                  <c:v>3727.0552469010463</c:v>
                </c:pt>
                <c:pt idx="64">
                  <c:v>298.16969713470075</c:v>
                </c:pt>
                <c:pt idx="65">
                  <c:v>6511.38864126725</c:v>
                </c:pt>
              </c:numCache>
            </c:numRef>
          </c:val>
        </c:ser>
        <c:ser>
          <c:idx val="11"/>
          <c:order val="11"/>
          <c:tx>
            <c:strRef>
              <c:f>Sheet1!$M$1</c:f>
              <c:strCache>
                <c:ptCount val="1"/>
                <c:pt idx="0">
                  <c:v>PR</c:v>
                </c:pt>
              </c:strCache>
            </c:strRef>
          </c:tx>
          <c:spPr>
            <a:solidFill>
              <a:srgbClr val="00FDC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Sheet1!$M$2:$M$67</c:f>
              <c:numCache>
                <c:formatCode>General</c:formatCode>
                <c:ptCount val="66"/>
                <c:pt idx="0">
                  <c:v>66.17706267875536</c:v>
                </c:pt>
                <c:pt idx="1">
                  <c:v>4645.319861582867</c:v>
                </c:pt>
                <c:pt idx="2">
                  <c:v>739.2399977065136</c:v>
                </c:pt>
                <c:pt idx="3">
                  <c:v>169.0640127662516</c:v>
                </c:pt>
                <c:pt idx="4">
                  <c:v>1051.3723537638425</c:v>
                </c:pt>
                <c:pt idx="5">
                  <c:v>4013.587098001463</c:v>
                </c:pt>
                <c:pt idx="6">
                  <c:v>2759.5025427219844</c:v>
                </c:pt>
                <c:pt idx="7">
                  <c:v>6125.73466944509</c:v>
                </c:pt>
                <c:pt idx="8">
                  <c:v>307.38153725638534</c:v>
                </c:pt>
                <c:pt idx="9">
                  <c:v>147.58426024088197</c:v>
                </c:pt>
                <c:pt idx="10">
                  <c:v>1989.4531788981644</c:v>
                </c:pt>
                <c:pt idx="11">
                  <c:v>991.6626719470414</c:v>
                </c:pt>
                <c:pt idx="12">
                  <c:v>3842.0793412787516</c:v>
                </c:pt>
                <c:pt idx="13">
                  <c:v>269.09957717537225</c:v>
                </c:pt>
                <c:pt idx="14">
                  <c:v>275.809754739373</c:v>
                </c:pt>
                <c:pt idx="15">
                  <c:v>78.90032053134739</c:v>
                </c:pt>
                <c:pt idx="16">
                  <c:v>1962.2895234281516</c:v>
                </c:pt>
                <c:pt idx="17">
                  <c:v>37.83817143049036</c:v>
                </c:pt>
                <c:pt idx="18">
                  <c:v>2815.0681606765124</c:v>
                </c:pt>
                <c:pt idx="19">
                  <c:v>221.77869678102607</c:v>
                </c:pt>
                <c:pt idx="20">
                  <c:v>382.2371375694799</c:v>
                </c:pt>
                <c:pt idx="21">
                  <c:v>5251.883660068182</c:v>
                </c:pt>
                <c:pt idx="22">
                  <c:v>3710.4756808191605</c:v>
                </c:pt>
                <c:pt idx="23">
                  <c:v>148.90185851847502</c:v>
                </c:pt>
                <c:pt idx="24">
                  <c:v>163.4373858510283</c:v>
                </c:pt>
                <c:pt idx="25">
                  <c:v>3181.697639490016</c:v>
                </c:pt>
                <c:pt idx="26">
                  <c:v>743.0558764824046</c:v>
                </c:pt>
                <c:pt idx="27">
                  <c:v>1857.968434845648</c:v>
                </c:pt>
                <c:pt idx="28">
                  <c:v>3254.356104451512</c:v>
                </c:pt>
                <c:pt idx="29">
                  <c:v>1764.0962910004891</c:v>
                </c:pt>
                <c:pt idx="30">
                  <c:v>1155.7821697381319</c:v>
                </c:pt>
                <c:pt idx="31">
                  <c:v>18.21169934192418</c:v>
                </c:pt>
                <c:pt idx="32">
                  <c:v>48.12228674814047</c:v>
                </c:pt>
                <c:pt idx="33">
                  <c:v>162.20411062549968</c:v>
                </c:pt>
                <c:pt idx="34">
                  <c:v>141.7414833138094</c:v>
                </c:pt>
                <c:pt idx="35">
                  <c:v>3858.046723926902</c:v>
                </c:pt>
                <c:pt idx="36">
                  <c:v>3393.9840655677153</c:v>
                </c:pt>
                <c:pt idx="37">
                  <c:v>53.300078928648745</c:v>
                </c:pt>
                <c:pt idx="38">
                  <c:v>34.89029490534309</c:v>
                </c:pt>
                <c:pt idx="39">
                  <c:v>2149.44808392851</c:v>
                </c:pt>
                <c:pt idx="40">
                  <c:v>264.07782174293</c:v>
                </c:pt>
                <c:pt idx="41">
                  <c:v>4.784155237296673</c:v>
                </c:pt>
                <c:pt idx="42">
                  <c:v>4278.592071244894</c:v>
                </c:pt>
                <c:pt idx="43">
                  <c:v>563.7113803481657</c:v>
                </c:pt>
                <c:pt idx="44">
                  <c:v>41.97577560245263</c:v>
                </c:pt>
                <c:pt idx="45">
                  <c:v>1563.6012154711038</c:v>
                </c:pt>
                <c:pt idx="46">
                  <c:v>174.37836516831206</c:v>
                </c:pt>
                <c:pt idx="47">
                  <c:v>80.04145775438364</c:v>
                </c:pt>
                <c:pt idx="48">
                  <c:v>127.4856682765646</c:v>
                </c:pt>
                <c:pt idx="49">
                  <c:v>922.576988720719</c:v>
                </c:pt>
                <c:pt idx="50">
                  <c:v>623.393178634479</c:v>
                </c:pt>
                <c:pt idx="51">
                  <c:v>3041.652148016324</c:v>
                </c:pt>
                <c:pt idx="52">
                  <c:v>2077.337514757927</c:v>
                </c:pt>
                <c:pt idx="53">
                  <c:v>185.12837087718646</c:v>
                </c:pt>
                <c:pt idx="54">
                  <c:v>34.549686279867345</c:v>
                </c:pt>
                <c:pt idx="55">
                  <c:v>4355.346147405648</c:v>
                </c:pt>
                <c:pt idx="56">
                  <c:v>1276.4132468600394</c:v>
                </c:pt>
                <c:pt idx="57">
                  <c:v>330.53821803862184</c:v>
                </c:pt>
                <c:pt idx="58">
                  <c:v>87.97086866038566</c:v>
                </c:pt>
                <c:pt idx="59">
                  <c:v>3546.8669244567554</c:v>
                </c:pt>
                <c:pt idx="60">
                  <c:v>1178.7434836665016</c:v>
                </c:pt>
                <c:pt idx="61">
                  <c:v>2917.270380077098</c:v>
                </c:pt>
                <c:pt idx="62">
                  <c:v>6151.56756822112</c:v>
                </c:pt>
                <c:pt idx="63">
                  <c:v>346.5397742934472</c:v>
                </c:pt>
                <c:pt idx="64">
                  <c:v>46.13320864244389</c:v>
                </c:pt>
                <c:pt idx="65">
                  <c:v>2899.6323743143776</c:v>
                </c:pt>
              </c:numCache>
            </c:numRef>
          </c:val>
        </c:ser>
        <c:ser>
          <c:idx val="12"/>
          <c:order val="12"/>
          <c:tx>
            <c:strRef>
              <c:f>Sheet1!$N$1</c:f>
              <c:strCache>
                <c:ptCount val="1"/>
                <c:pt idx="0">
                  <c:v>Price index</c:v>
                </c:pt>
              </c:strCache>
            </c:strRef>
          </c:tx>
          <c:spPr>
            <a:solidFill>
              <a:srgbClr val="A17569"/>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Sheet1!$N$2:$N$67</c:f>
              <c:numCache>
                <c:formatCode>General</c:formatCode>
                <c:ptCount val="66"/>
                <c:pt idx="0">
                  <c:v>7626.07307858795</c:v>
                </c:pt>
                <c:pt idx="1">
                  <c:v>-8468.103304588352</c:v>
                </c:pt>
                <c:pt idx="2">
                  <c:v>6289.827251080441</c:v>
                </c:pt>
                <c:pt idx="3">
                  <c:v>-10460.295069027008</c:v>
                </c:pt>
                <c:pt idx="4">
                  <c:v>7122.543349740312</c:v>
                </c:pt>
                <c:pt idx="5">
                  <c:v>-14704.443416021832</c:v>
                </c:pt>
                <c:pt idx="6">
                  <c:v>-3853.5948814424582</c:v>
                </c:pt>
                <c:pt idx="7">
                  <c:v>-2578.873821605308</c:v>
                </c:pt>
                <c:pt idx="8">
                  <c:v>19859.84706177422</c:v>
                </c:pt>
                <c:pt idx="9">
                  <c:v>-2462.1285636269467</c:v>
                </c:pt>
                <c:pt idx="10">
                  <c:v>-4116.5754839859455</c:v>
                </c:pt>
                <c:pt idx="11">
                  <c:v>-6963.383424975995</c:v>
                </c:pt>
                <c:pt idx="12">
                  <c:v>-8890.896430734329</c:v>
                </c:pt>
                <c:pt idx="13">
                  <c:v>4950.3901349647795</c:v>
                </c:pt>
                <c:pt idx="14">
                  <c:v>-20104.80017075216</c:v>
                </c:pt>
                <c:pt idx="15">
                  <c:v>-3542.2762554940246</c:v>
                </c:pt>
                <c:pt idx="16">
                  <c:v>-10831.783006887963</c:v>
                </c:pt>
                <c:pt idx="17">
                  <c:v>6171.229531035738</c:v>
                </c:pt>
                <c:pt idx="18">
                  <c:v>-717.7328498665335</c:v>
                </c:pt>
                <c:pt idx="19">
                  <c:v>-4261.435573541679</c:v>
                </c:pt>
                <c:pt idx="20">
                  <c:v>110.37627317601982</c:v>
                </c:pt>
                <c:pt idx="21">
                  <c:v>22107.771592814857</c:v>
                </c:pt>
                <c:pt idx="22">
                  <c:v>13654.860626469066</c:v>
                </c:pt>
                <c:pt idx="23">
                  <c:v>-4960.31009558492</c:v>
                </c:pt>
                <c:pt idx="24">
                  <c:v>-16005.390021576906</c:v>
                </c:pt>
                <c:pt idx="25">
                  <c:v>-7809.9192666097915</c:v>
                </c:pt>
                <c:pt idx="26">
                  <c:v>9535.865482725903</c:v>
                </c:pt>
                <c:pt idx="27">
                  <c:v>-2855.4794475253184</c:v>
                </c:pt>
                <c:pt idx="28">
                  <c:v>-6292.30569372852</c:v>
                </c:pt>
                <c:pt idx="29">
                  <c:v>18824.500813296298</c:v>
                </c:pt>
                <c:pt idx="30">
                  <c:v>1267.4019832042104</c:v>
                </c:pt>
                <c:pt idx="31">
                  <c:v>22494.501073223353</c:v>
                </c:pt>
                <c:pt idx="32">
                  <c:v>10185.54496312002</c:v>
                </c:pt>
                <c:pt idx="33">
                  <c:v>1085.3668634523874</c:v>
                </c:pt>
                <c:pt idx="34">
                  <c:v>-9612.24842505769</c:v>
                </c:pt>
                <c:pt idx="35">
                  <c:v>21542.608343396023</c:v>
                </c:pt>
                <c:pt idx="36">
                  <c:v>-11316.21197196134</c:v>
                </c:pt>
                <c:pt idx="37">
                  <c:v>-2148.647122421893</c:v>
                </c:pt>
                <c:pt idx="38">
                  <c:v>-6387.548577116268</c:v>
                </c:pt>
                <c:pt idx="39">
                  <c:v>-3833.730668127658</c:v>
                </c:pt>
                <c:pt idx="40">
                  <c:v>-8401.613307672756</c:v>
                </c:pt>
                <c:pt idx="41">
                  <c:v>-6824.882061506628</c:v>
                </c:pt>
                <c:pt idx="42">
                  <c:v>7998.944079447552</c:v>
                </c:pt>
                <c:pt idx="43">
                  <c:v>-446.7017586066099</c:v>
                </c:pt>
                <c:pt idx="44">
                  <c:v>-11332.62723712343</c:v>
                </c:pt>
                <c:pt idx="45">
                  <c:v>-15465.204374404724</c:v>
                </c:pt>
                <c:pt idx="46">
                  <c:v>-13198.846243779924</c:v>
                </c:pt>
                <c:pt idx="47">
                  <c:v>-2282.5518365699722</c:v>
                </c:pt>
                <c:pt idx="48">
                  <c:v>9728.746741619841</c:v>
                </c:pt>
                <c:pt idx="49">
                  <c:v>-4773.632082579885</c:v>
                </c:pt>
                <c:pt idx="50">
                  <c:v>-836.4615621631297</c:v>
                </c:pt>
                <c:pt idx="51">
                  <c:v>7491.534193144571</c:v>
                </c:pt>
                <c:pt idx="52">
                  <c:v>1882.1509695793798</c:v>
                </c:pt>
                <c:pt idx="53">
                  <c:v>14909.28880845325</c:v>
                </c:pt>
                <c:pt idx="54">
                  <c:v>-1364.809789660536</c:v>
                </c:pt>
                <c:pt idx="55">
                  <c:v>4686.907402691145</c:v>
                </c:pt>
                <c:pt idx="56">
                  <c:v>2121.9068844841822</c:v>
                </c:pt>
                <c:pt idx="57">
                  <c:v>-4239.64835703545</c:v>
                </c:pt>
                <c:pt idx="58">
                  <c:v>4965.106039043232</c:v>
                </c:pt>
                <c:pt idx="59">
                  <c:v>-19535.487515319728</c:v>
                </c:pt>
                <c:pt idx="60">
                  <c:v>-15709.542154321922</c:v>
                </c:pt>
                <c:pt idx="61">
                  <c:v>-14679.604343224153</c:v>
                </c:pt>
                <c:pt idx="62">
                  <c:v>-34681.911434306196</c:v>
                </c:pt>
                <c:pt idx="63">
                  <c:v>10917.721253123804</c:v>
                </c:pt>
                <c:pt idx="64">
                  <c:v>-14985.670256010968</c:v>
                </c:pt>
                <c:pt idx="65">
                  <c:v>-10252.06984442539</c:v>
                </c:pt>
              </c:numCache>
            </c:numRef>
          </c:val>
        </c:ser>
        <c:ser>
          <c:idx val="13"/>
          <c:order val="13"/>
          <c:tx>
            <c:strRef>
              <c:f>Sheet1!$O$1</c:f>
              <c:strCache>
                <c:ptCount val="1"/>
                <c:pt idx="0">
                  <c:v>Region_Digital_DA</c:v>
                </c:pt>
              </c:strCache>
            </c:strRef>
          </c:tx>
          <c:spPr>
            <a:solidFill>
              <a:srgbClr val="BCB6FF"/>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Sheet1!$O$2:$O$67</c:f>
              <c:numCache>
                <c:formatCode>General</c:formatCode>
                <c:ptCount val="66"/>
                <c:pt idx="0">
                  <c:v>6148.93828265564</c:v>
                </c:pt>
                <c:pt idx="1">
                  <c:v>4020.961834149104</c:v>
                </c:pt>
                <c:pt idx="2">
                  <c:v>3132.0487582268966</c:v>
                </c:pt>
                <c:pt idx="3">
                  <c:v>5301.917851179771</c:v>
                </c:pt>
                <c:pt idx="4">
                  <c:v>1691.0988849201603</c:v>
                </c:pt>
                <c:pt idx="5">
                  <c:v>3251.1617708686153</c:v>
                </c:pt>
                <c:pt idx="6">
                  <c:v>230.86425562716707</c:v>
                </c:pt>
                <c:pt idx="7">
                  <c:v>3218.654048302464</c:v>
                </c:pt>
                <c:pt idx="8">
                  <c:v>2553.0800197047874</c:v>
                </c:pt>
                <c:pt idx="9">
                  <c:v>241.35501983385083</c:v>
                </c:pt>
                <c:pt idx="10">
                  <c:v>3417.3913181789576</c:v>
                </c:pt>
                <c:pt idx="11">
                  <c:v>6554.233114741619</c:v>
                </c:pt>
                <c:pt idx="12">
                  <c:v>8370.370150778961</c:v>
                </c:pt>
                <c:pt idx="13">
                  <c:v>4215.1793681490435</c:v>
                </c:pt>
                <c:pt idx="14">
                  <c:v>6269.807035687065</c:v>
                </c:pt>
                <c:pt idx="15">
                  <c:v>56.67341738901168</c:v>
                </c:pt>
                <c:pt idx="16">
                  <c:v>1537.7857024466532</c:v>
                </c:pt>
                <c:pt idx="17">
                  <c:v>2583.716266430109</c:v>
                </c:pt>
                <c:pt idx="18">
                  <c:v>1688.256118318356</c:v>
                </c:pt>
                <c:pt idx="19">
                  <c:v>2020.599570423857</c:v>
                </c:pt>
                <c:pt idx="20">
                  <c:v>3712.622230019326</c:v>
                </c:pt>
                <c:pt idx="21">
                  <c:v>6299.0846115788945</c:v>
                </c:pt>
                <c:pt idx="22">
                  <c:v>6241.596515155282</c:v>
                </c:pt>
                <c:pt idx="23">
                  <c:v>2276.127824323695</c:v>
                </c:pt>
                <c:pt idx="24">
                  <c:v>161.99853598947846</c:v>
                </c:pt>
                <c:pt idx="25">
                  <c:v>2590.8463325548287</c:v>
                </c:pt>
                <c:pt idx="26">
                  <c:v>4480.7306403367065</c:v>
                </c:pt>
                <c:pt idx="27">
                  <c:v>107.78886581371279</c:v>
                </c:pt>
                <c:pt idx="28">
                  <c:v>95.50322746041925</c:v>
                </c:pt>
                <c:pt idx="29">
                  <c:v>3951.310435948948</c:v>
                </c:pt>
                <c:pt idx="30">
                  <c:v>54.894142181928146</c:v>
                </c:pt>
                <c:pt idx="31">
                  <c:v>1769.1780196226587</c:v>
                </c:pt>
                <c:pt idx="32">
                  <c:v>444.948864121626</c:v>
                </c:pt>
                <c:pt idx="33">
                  <c:v>7275.604660515952</c:v>
                </c:pt>
                <c:pt idx="34">
                  <c:v>174.77959991211918</c:v>
                </c:pt>
                <c:pt idx="35">
                  <c:v>7482.354776332322</c:v>
                </c:pt>
                <c:pt idx="36">
                  <c:v>3963.5293543787666</c:v>
                </c:pt>
                <c:pt idx="37">
                  <c:v>314.378196155351</c:v>
                </c:pt>
                <c:pt idx="38">
                  <c:v>5014.760598974283</c:v>
                </c:pt>
                <c:pt idx="39">
                  <c:v>2479.1062290139917</c:v>
                </c:pt>
                <c:pt idx="40">
                  <c:v>7482.340522601607</c:v>
                </c:pt>
                <c:pt idx="41">
                  <c:v>2513.8595865837688</c:v>
                </c:pt>
                <c:pt idx="42">
                  <c:v>4159.408647707923</c:v>
                </c:pt>
                <c:pt idx="43">
                  <c:v>5749.492558018621</c:v>
                </c:pt>
                <c:pt idx="44">
                  <c:v>2338.450507008586</c:v>
                </c:pt>
                <c:pt idx="45">
                  <c:v>267.51002614917013</c:v>
                </c:pt>
                <c:pt idx="46">
                  <c:v>151.52371719499087</c:v>
                </c:pt>
                <c:pt idx="47">
                  <c:v>42.308378735228686</c:v>
                </c:pt>
                <c:pt idx="48">
                  <c:v>5614.11175582266</c:v>
                </c:pt>
                <c:pt idx="49">
                  <c:v>4244.876115961801</c:v>
                </c:pt>
                <c:pt idx="50">
                  <c:v>741.6182152475083</c:v>
                </c:pt>
                <c:pt idx="51">
                  <c:v>3926.3407980954216</c:v>
                </c:pt>
                <c:pt idx="52">
                  <c:v>409.95102056917824</c:v>
                </c:pt>
                <c:pt idx="53">
                  <c:v>338.11689669424993</c:v>
                </c:pt>
                <c:pt idx="54">
                  <c:v>3010.5504448508796</c:v>
                </c:pt>
                <c:pt idx="55">
                  <c:v>130.17884669227217</c:v>
                </c:pt>
                <c:pt idx="56">
                  <c:v>5962.991619979532</c:v>
                </c:pt>
                <c:pt idx="57">
                  <c:v>2384.553361407615</c:v>
                </c:pt>
                <c:pt idx="58">
                  <c:v>264.2365383494524</c:v>
                </c:pt>
                <c:pt idx="59">
                  <c:v>6731.006875260823</c:v>
                </c:pt>
                <c:pt idx="60">
                  <c:v>4817.799651470165</c:v>
                </c:pt>
                <c:pt idx="61">
                  <c:v>223.39183045091613</c:v>
                </c:pt>
                <c:pt idx="62">
                  <c:v>253.17747715952686</c:v>
                </c:pt>
                <c:pt idx="63">
                  <c:v>2971.0277012812694</c:v>
                </c:pt>
                <c:pt idx="64">
                  <c:v>3370.5676249978105</c:v>
                </c:pt>
                <c:pt idx="65">
                  <c:v>96.15656270557346</c:v>
                </c:pt>
              </c:numCache>
            </c:numRef>
          </c:val>
        </c:ser>
        <c:ser>
          <c:idx val="14"/>
          <c:order val="14"/>
          <c:tx>
            <c:strRef>
              <c:f>Sheet1!$P$1</c:f>
              <c:strCache>
                <c:ptCount val="1"/>
                <c:pt idx="0">
                  <c:v>Region_Digital_Indoor</c:v>
                </c:pt>
              </c:strCache>
            </c:strRef>
          </c:tx>
          <c:spPr>
            <a:solidFill>
              <a:srgbClr val="95B577"/>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Sheet1!$P$2:$P$67</c:f>
              <c:numCache>
                <c:formatCode>General</c:formatCode>
                <c:ptCount val="66"/>
                <c:pt idx="0">
                  <c:v>4566.233423129919</c:v>
                </c:pt>
                <c:pt idx="1">
                  <c:v>16019.689658800982</c:v>
                </c:pt>
                <c:pt idx="2">
                  <c:v>30798.94360321715</c:v>
                </c:pt>
                <c:pt idx="3">
                  <c:v>10136.68453067853</c:v>
                </c:pt>
                <c:pt idx="4">
                  <c:v>17338.051804406874</c:v>
                </c:pt>
                <c:pt idx="5">
                  <c:v>25969.093942990068</c:v>
                </c:pt>
                <c:pt idx="6">
                  <c:v>10998.968471628259</c:v>
                </c:pt>
                <c:pt idx="7">
                  <c:v>32486.303002053264</c:v>
                </c:pt>
                <c:pt idx="8">
                  <c:v>15985.52121786858</c:v>
                </c:pt>
                <c:pt idx="9">
                  <c:v>19583.0929866372</c:v>
                </c:pt>
                <c:pt idx="10">
                  <c:v>16864.344213552642</c:v>
                </c:pt>
                <c:pt idx="11">
                  <c:v>21210.671054714458</c:v>
                </c:pt>
                <c:pt idx="12">
                  <c:v>53802.16018518237</c:v>
                </c:pt>
                <c:pt idx="13">
                  <c:v>48198.443753622945</c:v>
                </c:pt>
                <c:pt idx="14">
                  <c:v>27488.18148344376</c:v>
                </c:pt>
                <c:pt idx="15">
                  <c:v>40617.667992006755</c:v>
                </c:pt>
                <c:pt idx="16">
                  <c:v>32881.057343424865</c:v>
                </c:pt>
                <c:pt idx="17">
                  <c:v>30461.65455800146</c:v>
                </c:pt>
                <c:pt idx="18">
                  <c:v>36527.09657778173</c:v>
                </c:pt>
                <c:pt idx="19">
                  <c:v>43609.37359812554</c:v>
                </c:pt>
                <c:pt idx="20">
                  <c:v>17008.19528847104</c:v>
                </c:pt>
                <c:pt idx="21">
                  <c:v>36372.77339061243</c:v>
                </c:pt>
                <c:pt idx="22">
                  <c:v>68405.04358188839</c:v>
                </c:pt>
                <c:pt idx="23">
                  <c:v>57386.16550983387</c:v>
                </c:pt>
                <c:pt idx="24">
                  <c:v>43307.90045640156</c:v>
                </c:pt>
                <c:pt idx="25">
                  <c:v>15132.768694361554</c:v>
                </c:pt>
                <c:pt idx="26">
                  <c:v>21364.88567786428</c:v>
                </c:pt>
                <c:pt idx="27">
                  <c:v>15194.432562060658</c:v>
                </c:pt>
                <c:pt idx="28">
                  <c:v>29075.79315619474</c:v>
                </c:pt>
                <c:pt idx="29">
                  <c:v>16901.60632534747</c:v>
                </c:pt>
                <c:pt idx="30">
                  <c:v>18806.905575831846</c:v>
                </c:pt>
                <c:pt idx="31">
                  <c:v>24157.77029672249</c:v>
                </c:pt>
                <c:pt idx="32">
                  <c:v>34709.15692134996</c:v>
                </c:pt>
                <c:pt idx="33">
                  <c:v>25269.43691655479</c:v>
                </c:pt>
                <c:pt idx="34">
                  <c:v>33910.7949661292</c:v>
                </c:pt>
                <c:pt idx="35">
                  <c:v>37750.51311348415</c:v>
                </c:pt>
                <c:pt idx="36">
                  <c:v>20459.3955226535</c:v>
                </c:pt>
                <c:pt idx="37">
                  <c:v>6640.769420202811</c:v>
                </c:pt>
                <c:pt idx="38">
                  <c:v>8127.025122340131</c:v>
                </c:pt>
                <c:pt idx="39">
                  <c:v>41235.54396136783</c:v>
                </c:pt>
                <c:pt idx="40">
                  <c:v>29718.167256044537</c:v>
                </c:pt>
                <c:pt idx="41">
                  <c:v>28030.599597151697</c:v>
                </c:pt>
                <c:pt idx="42">
                  <c:v>27883.947193884676</c:v>
                </c:pt>
                <c:pt idx="43">
                  <c:v>24273.36242021712</c:v>
                </c:pt>
                <c:pt idx="44">
                  <c:v>22061.127962170864</c:v>
                </c:pt>
                <c:pt idx="45">
                  <c:v>14659.578026249133</c:v>
                </c:pt>
                <c:pt idx="46">
                  <c:v>8840.827409188005</c:v>
                </c:pt>
                <c:pt idx="47">
                  <c:v>38804.634034882336</c:v>
                </c:pt>
                <c:pt idx="48">
                  <c:v>55748.25274889813</c:v>
                </c:pt>
                <c:pt idx="49">
                  <c:v>33682.42285712395</c:v>
                </c:pt>
                <c:pt idx="50">
                  <c:v>45664.790185268685</c:v>
                </c:pt>
                <c:pt idx="51">
                  <c:v>37021.373006516296</c:v>
                </c:pt>
                <c:pt idx="52">
                  <c:v>38958.91091524407</c:v>
                </c:pt>
                <c:pt idx="53">
                  <c:v>39864.808830474976</c:v>
                </c:pt>
                <c:pt idx="54">
                  <c:v>22522.149641399108</c:v>
                </c:pt>
                <c:pt idx="55">
                  <c:v>7529.014175074005</c:v>
                </c:pt>
                <c:pt idx="56">
                  <c:v>5513.7979483332565</c:v>
                </c:pt>
                <c:pt idx="57">
                  <c:v>2166.5841017928306</c:v>
                </c:pt>
                <c:pt idx="58">
                  <c:v>1148.4808623689905</c:v>
                </c:pt>
                <c:pt idx="59">
                  <c:v>17296.456556088902</c:v>
                </c:pt>
                <c:pt idx="60">
                  <c:v>23119.068201129714</c:v>
                </c:pt>
                <c:pt idx="61">
                  <c:v>21759.25146765021</c:v>
                </c:pt>
                <c:pt idx="62">
                  <c:v>20605.024652711258</c:v>
                </c:pt>
                <c:pt idx="63">
                  <c:v>6866.102806693869</c:v>
                </c:pt>
                <c:pt idx="64">
                  <c:v>4234.847005847409</c:v>
                </c:pt>
                <c:pt idx="65">
                  <c:v>24750.165823693987</c:v>
                </c:pt>
              </c:numCache>
            </c:numRef>
          </c:val>
        </c:ser>
        <c:ser>
          <c:idx val="15"/>
          <c:order val="15"/>
          <c:tx>
            <c:strRef>
              <c:f>Sheet1!$Q$1</c:f>
              <c:strCache>
                <c:ptCount val="1"/>
                <c:pt idx="0">
                  <c:v>Region_Digital_Performance</c:v>
                </c:pt>
              </c:strCache>
            </c:strRef>
          </c:tx>
          <c:spPr>
            <a:solidFill>
              <a:srgbClr val="BF03B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Sheet1!$Q$2:$Q$67</c:f>
              <c:numCache>
                <c:formatCode>General</c:formatCode>
                <c:ptCount val="66"/>
                <c:pt idx="0">
                  <c:v>763.2009282278124</c:v>
                </c:pt>
                <c:pt idx="1">
                  <c:v>6868.2218909934245</c:v>
                </c:pt>
                <c:pt idx="2">
                  <c:v>7570.7585256307375</c:v>
                </c:pt>
                <c:pt idx="3">
                  <c:v>222.19230127443313</c:v>
                </c:pt>
                <c:pt idx="4">
                  <c:v>5712.040847683502</c:v>
                </c:pt>
                <c:pt idx="5">
                  <c:v>3515.1011774891767</c:v>
                </c:pt>
                <c:pt idx="6">
                  <c:v>5689.729963041673</c:v>
                </c:pt>
                <c:pt idx="7">
                  <c:v>5372.228057567898</c:v>
                </c:pt>
                <c:pt idx="8">
                  <c:v>6299.1499716259295</c:v>
                </c:pt>
                <c:pt idx="9">
                  <c:v>938.7434069068179</c:v>
                </c:pt>
                <c:pt idx="10">
                  <c:v>3077.2977168867747</c:v>
                </c:pt>
                <c:pt idx="11">
                  <c:v>4015.951925983718</c:v>
                </c:pt>
                <c:pt idx="12">
                  <c:v>8066.41908183907</c:v>
                </c:pt>
                <c:pt idx="13">
                  <c:v>8167.936972346212</c:v>
                </c:pt>
                <c:pt idx="14">
                  <c:v>623.049802026364</c:v>
                </c:pt>
                <c:pt idx="15">
                  <c:v>3217.2336392255893</c:v>
                </c:pt>
                <c:pt idx="16">
                  <c:v>172.40837173353623</c:v>
                </c:pt>
                <c:pt idx="17">
                  <c:v>2878.5386752598415</c:v>
                </c:pt>
                <c:pt idx="18">
                  <c:v>3184.2959042719767</c:v>
                </c:pt>
                <c:pt idx="19">
                  <c:v>8344.601298200554</c:v>
                </c:pt>
                <c:pt idx="20">
                  <c:v>6208.877400314867</c:v>
                </c:pt>
                <c:pt idx="21">
                  <c:v>1897.6569438668896</c:v>
                </c:pt>
                <c:pt idx="22">
                  <c:v>5301.33666639276</c:v>
                </c:pt>
                <c:pt idx="23">
                  <c:v>3085.8983081083115</c:v>
                </c:pt>
                <c:pt idx="24">
                  <c:v>706.7674199173244</c:v>
                </c:pt>
                <c:pt idx="25">
                  <c:v>5445.717103089351</c:v>
                </c:pt>
                <c:pt idx="26">
                  <c:v>396.9112425407548</c:v>
                </c:pt>
                <c:pt idx="27">
                  <c:v>7330.841108851752</c:v>
                </c:pt>
                <c:pt idx="28">
                  <c:v>7610.98265384844</c:v>
                </c:pt>
                <c:pt idx="29">
                  <c:v>1500.8556388071217</c:v>
                </c:pt>
                <c:pt idx="30">
                  <c:v>4007.522708314331</c:v>
                </c:pt>
                <c:pt idx="31">
                  <c:v>11652.997692636856</c:v>
                </c:pt>
                <c:pt idx="32">
                  <c:v>2509.128506404332</c:v>
                </c:pt>
                <c:pt idx="33">
                  <c:v>2338.17006186118</c:v>
                </c:pt>
                <c:pt idx="34">
                  <c:v>4229.278367208619</c:v>
                </c:pt>
                <c:pt idx="35">
                  <c:v>5035.209923162851</c:v>
                </c:pt>
                <c:pt idx="36">
                  <c:v>1254.0135289852992</c:v>
                </c:pt>
                <c:pt idx="37">
                  <c:v>720.444662713399</c:v>
                </c:pt>
                <c:pt idx="38">
                  <c:v>2258.7250533499923</c:v>
                </c:pt>
                <c:pt idx="39">
                  <c:v>5141.4299434508885</c:v>
                </c:pt>
                <c:pt idx="40">
                  <c:v>3222.757854723877</c:v>
                </c:pt>
                <c:pt idx="41">
                  <c:v>3831.6421895304757</c:v>
                </c:pt>
                <c:pt idx="42">
                  <c:v>8788.761741352278</c:v>
                </c:pt>
                <c:pt idx="43">
                  <c:v>5480.206363519761</c:v>
                </c:pt>
                <c:pt idx="44">
                  <c:v>4365.484812917889</c:v>
                </c:pt>
                <c:pt idx="45">
                  <c:v>12072.872881684787</c:v>
                </c:pt>
                <c:pt idx="46">
                  <c:v>4839.882745318116</c:v>
                </c:pt>
                <c:pt idx="47">
                  <c:v>305.2659513554733</c:v>
                </c:pt>
                <c:pt idx="48">
                  <c:v>4084.2906632826816</c:v>
                </c:pt>
                <c:pt idx="49">
                  <c:v>1935.2349795458554</c:v>
                </c:pt>
                <c:pt idx="50">
                  <c:v>9336.777457634407</c:v>
                </c:pt>
                <c:pt idx="51">
                  <c:v>4042.236154459023</c:v>
                </c:pt>
                <c:pt idx="52">
                  <c:v>2292.917262603867</c:v>
                </c:pt>
                <c:pt idx="53">
                  <c:v>144.93115754209637</c:v>
                </c:pt>
                <c:pt idx="54">
                  <c:v>9827.65296491917</c:v>
                </c:pt>
                <c:pt idx="55">
                  <c:v>5291.363799833767</c:v>
                </c:pt>
                <c:pt idx="56">
                  <c:v>528.7013365337343</c:v>
                </c:pt>
                <c:pt idx="57">
                  <c:v>3382.139769638451</c:v>
                </c:pt>
                <c:pt idx="58">
                  <c:v>7928.653947206229</c:v>
                </c:pt>
                <c:pt idx="59">
                  <c:v>1381.8189882718093</c:v>
                </c:pt>
                <c:pt idx="60">
                  <c:v>3418.911050479878</c:v>
                </c:pt>
                <c:pt idx="61">
                  <c:v>2565.7404232064728</c:v>
                </c:pt>
                <c:pt idx="62">
                  <c:v>4038.5766824785906</c:v>
                </c:pt>
                <c:pt idx="63">
                  <c:v>1476.917981963492</c:v>
                </c:pt>
                <c:pt idx="64">
                  <c:v>2988.2811679158417</c:v>
                </c:pt>
                <c:pt idx="65">
                  <c:v>6197.219660246005</c:v>
                </c:pt>
              </c:numCache>
            </c:numRef>
          </c:val>
        </c:ser>
        <c:ser>
          <c:idx val="16"/>
          <c:order val="16"/>
          <c:tx>
            <c:strRef>
              <c:f>Sheet1!$R$1</c:f>
              <c:strCache>
                <c:ptCount val="1"/>
                <c:pt idx="0">
                  <c:v>Region_Digital_Special</c:v>
                </c:pt>
              </c:strCache>
            </c:strRef>
          </c:tx>
          <c:spPr>
            <a:solidFill>
              <a:srgbClr val="645474"/>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Sheet1!$R$2:$R$67</c:f>
              <c:numCache>
                <c:formatCode>General</c:formatCode>
                <c:ptCount val="66"/>
                <c:pt idx="0">
                  <c:v>42.53890243739495</c:v>
                </c:pt>
                <c:pt idx="1">
                  <c:v>109.27143722020232</c:v>
                </c:pt>
                <c:pt idx="2">
                  <c:v>4520.867365493246</c:v>
                </c:pt>
                <c:pt idx="3">
                  <c:v>4225.960684809684</c:v>
                </c:pt>
                <c:pt idx="4">
                  <c:v>0.037033769514786645</c:v>
                </c:pt>
                <c:pt idx="5">
                  <c:v>1880.0776379047802</c:v>
                </c:pt>
                <c:pt idx="6">
                  <c:v>281.1915245708316</c:v>
                </c:pt>
                <c:pt idx="7">
                  <c:v>301.8796397149</c:v>
                </c:pt>
                <c:pt idx="8">
                  <c:v>63.372809103410745</c:v>
                </c:pt>
                <c:pt idx="9">
                  <c:v>229.85126382009037</c:v>
                </c:pt>
                <c:pt idx="10">
                  <c:v>377.4194546721842</c:v>
                </c:pt>
                <c:pt idx="11">
                  <c:v>69.74856433009545</c:v>
                </c:pt>
                <c:pt idx="12">
                  <c:v>137.348826066714</c:v>
                </c:pt>
                <c:pt idx="13">
                  <c:v>3772.60743964788</c:v>
                </c:pt>
                <c:pt idx="14">
                  <c:v>1747.1130504709515</c:v>
                </c:pt>
                <c:pt idx="15">
                  <c:v>4167.081681544957</c:v>
                </c:pt>
                <c:pt idx="16">
                  <c:v>148.7562837543696</c:v>
                </c:pt>
                <c:pt idx="17">
                  <c:v>5474.470884444707</c:v>
                </c:pt>
                <c:pt idx="18">
                  <c:v>19.495807391099166</c:v>
                </c:pt>
                <c:pt idx="19">
                  <c:v>1553.6323733901052</c:v>
                </c:pt>
                <c:pt idx="20">
                  <c:v>4710.683234389329</c:v>
                </c:pt>
                <c:pt idx="21">
                  <c:v>1840.278999317789</c:v>
                </c:pt>
                <c:pt idx="22">
                  <c:v>1214.4214186241281</c:v>
                </c:pt>
                <c:pt idx="23">
                  <c:v>2844.919341793724</c:v>
                </c:pt>
                <c:pt idx="24">
                  <c:v>1763.5860359202704</c:v>
                </c:pt>
                <c:pt idx="25">
                  <c:v>1072.915306225762</c:v>
                </c:pt>
                <c:pt idx="26">
                  <c:v>3295.6705668148493</c:v>
                </c:pt>
                <c:pt idx="27">
                  <c:v>369.9427945412196</c:v>
                </c:pt>
                <c:pt idx="28">
                  <c:v>144.76397066337978</c:v>
                </c:pt>
                <c:pt idx="29">
                  <c:v>376.333129002866</c:v>
                </c:pt>
                <c:pt idx="30">
                  <c:v>1950.868678672629</c:v>
                </c:pt>
                <c:pt idx="31">
                  <c:v>1667.0758715324694</c:v>
                </c:pt>
                <c:pt idx="32">
                  <c:v>1541.2301534693652</c:v>
                </c:pt>
                <c:pt idx="33">
                  <c:v>615.5428587608</c:v>
                </c:pt>
                <c:pt idx="34">
                  <c:v>6316.340715582359</c:v>
                </c:pt>
                <c:pt idx="35">
                  <c:v>1804.656941758947</c:v>
                </c:pt>
                <c:pt idx="36">
                  <c:v>1945.8149088634073</c:v>
                </c:pt>
                <c:pt idx="37">
                  <c:v>5310.7511278296715</c:v>
                </c:pt>
                <c:pt idx="38">
                  <c:v>1531.891650639618</c:v>
                </c:pt>
                <c:pt idx="39">
                  <c:v>3592.7054739624605</c:v>
                </c:pt>
                <c:pt idx="40">
                  <c:v>214.37290975220895</c:v>
                </c:pt>
                <c:pt idx="41">
                  <c:v>5815.898378331883</c:v>
                </c:pt>
                <c:pt idx="42">
                  <c:v>4125.36120018147</c:v>
                </c:pt>
                <c:pt idx="43">
                  <c:v>352.2127790898028</c:v>
                </c:pt>
                <c:pt idx="44">
                  <c:v>1296.2323012130767</c:v>
                </c:pt>
                <c:pt idx="45">
                  <c:v>1887.94550816874</c:v>
                </c:pt>
                <c:pt idx="46">
                  <c:v>0.0019774027031053743</c:v>
                </c:pt>
                <c:pt idx="47">
                  <c:v>257.4850740783741</c:v>
                </c:pt>
                <c:pt idx="48">
                  <c:v>208.52492212505877</c:v>
                </c:pt>
                <c:pt idx="49">
                  <c:v>697.1239598861497</c:v>
                </c:pt>
                <c:pt idx="50">
                  <c:v>1154.3679289378558</c:v>
                </c:pt>
                <c:pt idx="51">
                  <c:v>169.74938618402155</c:v>
                </c:pt>
                <c:pt idx="52">
                  <c:v>272.3814202984712</c:v>
                </c:pt>
                <c:pt idx="53">
                  <c:v>3501.9489627164235</c:v>
                </c:pt>
                <c:pt idx="54">
                  <c:v>4735.946604459141</c:v>
                </c:pt>
                <c:pt idx="55">
                  <c:v>64.97109701575968</c:v>
                </c:pt>
                <c:pt idx="56">
                  <c:v>2332.6444843015215</c:v>
                </c:pt>
                <c:pt idx="57">
                  <c:v>355.90217175503966</c:v>
                </c:pt>
                <c:pt idx="58">
                  <c:v>1.4984247203515988e-05</c:v>
                </c:pt>
                <c:pt idx="59">
                  <c:v>303.77243298302426</c:v>
                </c:pt>
                <c:pt idx="60">
                  <c:v>3052.858427149116</c:v>
                </c:pt>
                <c:pt idx="61">
                  <c:v>2746.8537832322972</c:v>
                </c:pt>
                <c:pt idx="62">
                  <c:v>4445.805678731424</c:v>
                </c:pt>
                <c:pt idx="63">
                  <c:v>2172.091925918324</c:v>
                </c:pt>
                <c:pt idx="64">
                  <c:v>95.18576844984784</c:v>
                </c:pt>
                <c:pt idx="65">
                  <c:v>2888.041969645688</c:v>
                </c:pt>
              </c:numCache>
            </c:numRef>
          </c:val>
        </c:ser>
        <c:ser>
          <c:idx val="17"/>
          <c:order val="17"/>
          <c:tx>
            <c:strRef>
              <c:f>Sheet1!$S$1</c:f>
              <c:strCache>
                <c:ptCount val="1"/>
                <c:pt idx="0">
                  <c:v>Region_Digital_Video</c:v>
                </c:pt>
              </c:strCache>
            </c:strRef>
          </c:tx>
          <c:spPr>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Sheet1!$S$2:$S$67</c:f>
              <c:numCache>
                <c:formatCode>General</c:formatCode>
                <c:ptCount val="66"/>
                <c:pt idx="0">
                  <c:v>-985.3582137057379</c:v>
                </c:pt>
                <c:pt idx="1">
                  <c:v>-1270.8560163247485</c:v>
                </c:pt>
                <c:pt idx="2">
                  <c:v>-1951.1735529931898</c:v>
                </c:pt>
                <c:pt idx="3">
                  <c:v>-942.7303348160267</c:v>
                </c:pt>
                <c:pt idx="4">
                  <c:v>-1613.388735147386</c:v>
                </c:pt>
                <c:pt idx="5">
                  <c:v>-3546.438057520289</c:v>
                </c:pt>
                <c:pt idx="6">
                  <c:v>-61.44899189559336</c:v>
                </c:pt>
                <c:pt idx="7">
                  <c:v>-1401.5044174530112</c:v>
                </c:pt>
                <c:pt idx="8">
                  <c:v>-54.418860901977574</c:v>
                </c:pt>
                <c:pt idx="9">
                  <c:v>-2992.9070926940963</c:v>
                </c:pt>
                <c:pt idx="10">
                  <c:v>-2426.173813551959</c:v>
                </c:pt>
                <c:pt idx="11">
                  <c:v>-97.03459667003219</c:v>
                </c:pt>
                <c:pt idx="12">
                  <c:v>-1083.1381340886496</c:v>
                </c:pt>
                <c:pt idx="13">
                  <c:v>-1421.6531673165641</c:v>
                </c:pt>
                <c:pt idx="14">
                  <c:v>-1542.2290100279863</c:v>
                </c:pt>
                <c:pt idx="15">
                  <c:v>-2413.7073442171386</c:v>
                </c:pt>
                <c:pt idx="16">
                  <c:v>-3194.769777540876</c:v>
                </c:pt>
                <c:pt idx="17">
                  <c:v>-1477.671760703396</c:v>
                </c:pt>
                <c:pt idx="18">
                  <c:v>-1163.5177663462168</c:v>
                </c:pt>
                <c:pt idx="19">
                  <c:v>-1917.411435699603</c:v>
                </c:pt>
                <c:pt idx="20">
                  <c:v>-42.61771982177624</c:v>
                </c:pt>
                <c:pt idx="21">
                  <c:v>-780.5612366489859</c:v>
                </c:pt>
                <c:pt idx="22">
                  <c:v>-1609.0079900375322</c:v>
                </c:pt>
                <c:pt idx="23">
                  <c:v>-374.8185282155272</c:v>
                </c:pt>
                <c:pt idx="24">
                  <c:v>-1307.9394224893583</c:v>
                </c:pt>
                <c:pt idx="25">
                  <c:v>-3615.113946024</c:v>
                </c:pt>
                <c:pt idx="26">
                  <c:v>-1317.4380900815404</c:v>
                </c:pt>
                <c:pt idx="27">
                  <c:v>-0.3206426113412488</c:v>
                </c:pt>
                <c:pt idx="28">
                  <c:v>-2747.2893578448634</c:v>
                </c:pt>
                <c:pt idx="29">
                  <c:v>-3730.4800654658147</c:v>
                </c:pt>
                <c:pt idx="30">
                  <c:v>-2855.0619130436244</c:v>
                </c:pt>
                <c:pt idx="31">
                  <c:v>-2467.655991263688</c:v>
                </c:pt>
                <c:pt idx="32">
                  <c:v>-1055.485861449993</c:v>
                </c:pt>
                <c:pt idx="33">
                  <c:v>-1722.4576161994316</c:v>
                </c:pt>
                <c:pt idx="34">
                  <c:v>-1702.4549963333766</c:v>
                </c:pt>
                <c:pt idx="35">
                  <c:v>-2261.622357987456</c:v>
                </c:pt>
                <c:pt idx="36">
                  <c:v>-1155.1812999832546</c:v>
                </c:pt>
                <c:pt idx="37">
                  <c:v>-2212.7687605948868</c:v>
                </c:pt>
                <c:pt idx="38">
                  <c:v>-1526.6367527331495</c:v>
                </c:pt>
                <c:pt idx="39">
                  <c:v>-407.13931294811977</c:v>
                </c:pt>
                <c:pt idx="40">
                  <c:v>-105.5280389114759</c:v>
                </c:pt>
                <c:pt idx="41">
                  <c:v>-1387.8897863198172</c:v>
                </c:pt>
                <c:pt idx="42">
                  <c:v>-180.1277411544277</c:v>
                </c:pt>
                <c:pt idx="43">
                  <c:v>-4901.531088648506</c:v>
                </c:pt>
                <c:pt idx="44">
                  <c:v>-108.29351781527139</c:v>
                </c:pt>
                <c:pt idx="45">
                  <c:v>-3717.5573810565247</c:v>
                </c:pt>
                <c:pt idx="46">
                  <c:v>-1687.876166208409</c:v>
                </c:pt>
                <c:pt idx="47">
                  <c:v>-2092.0039786271273</c:v>
                </c:pt>
                <c:pt idx="48">
                  <c:v>-962.9140844951443</c:v>
                </c:pt>
                <c:pt idx="49">
                  <c:v>-3354.6952006311485</c:v>
                </c:pt>
                <c:pt idx="50">
                  <c:v>-3080.698712045379</c:v>
                </c:pt>
                <c:pt idx="51">
                  <c:v>-1736.2577171936696</c:v>
                </c:pt>
                <c:pt idx="52">
                  <c:v>-976.7310641543629</c:v>
                </c:pt>
                <c:pt idx="53">
                  <c:v>-1056.074684516107</c:v>
                </c:pt>
                <c:pt idx="54">
                  <c:v>-4726.339545611989</c:v>
                </c:pt>
                <c:pt idx="55">
                  <c:v>-1362.6480357737257</c:v>
                </c:pt>
                <c:pt idx="56">
                  <c:v>-1256.2451013090035</c:v>
                </c:pt>
                <c:pt idx="57">
                  <c:v>-935.0459760516886</c:v>
                </c:pt>
                <c:pt idx="58">
                  <c:v>-1509.6550873893223</c:v>
                </c:pt>
                <c:pt idx="59">
                  <c:v>-4756.87520883728</c:v>
                </c:pt>
                <c:pt idx="60">
                  <c:v>-4696.860655788296</c:v>
                </c:pt>
                <c:pt idx="61">
                  <c:v>-2894.782376670918</c:v>
                </c:pt>
                <c:pt idx="62">
                  <c:v>-3023.9596242318426</c:v>
                </c:pt>
                <c:pt idx="63">
                  <c:v>-2290.437211008364</c:v>
                </c:pt>
                <c:pt idx="64">
                  <c:v>-705.4807363322371</c:v>
                </c:pt>
                <c:pt idx="65">
                  <c:v>-3680.1041628593566</c:v>
                </c:pt>
              </c:numCache>
            </c:numRef>
          </c:val>
        </c:ser>
        <c:ser>
          <c:idx val="18"/>
          <c:order val="18"/>
          <c:tx>
            <c:strRef>
              <c:f>Sheet1!$T$1</c:f>
              <c:strCache>
                <c:ptCount val="1"/>
                <c:pt idx="0">
                  <c:v>Region_OOH</c:v>
                </c:pt>
              </c:strCache>
            </c:strRef>
          </c:tx>
          <c:spPr>
            <a:solidFill>
              <a:srgbClr val="79000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Sheet1!$T$2:$T$67</c:f>
              <c:numCache>
                <c:formatCode>General</c:formatCode>
                <c:ptCount val="66"/>
                <c:pt idx="0">
                  <c:v>1844.346101184942</c:v>
                </c:pt>
                <c:pt idx="1">
                  <c:v>1214.0175674993243</c:v>
                </c:pt>
                <c:pt idx="2">
                  <c:v>1859.7925293632459</c:v>
                </c:pt>
                <c:pt idx="3">
                  <c:v>1000.9529992981672</c:v>
                </c:pt>
                <c:pt idx="4">
                  <c:v>640.2937572862702</c:v>
                </c:pt>
                <c:pt idx="5">
                  <c:v>2524.173882584819</c:v>
                </c:pt>
                <c:pt idx="6">
                  <c:v>324.8342605254963</c:v>
                </c:pt>
                <c:pt idx="7">
                  <c:v>149.23413104518414</c:v>
                </c:pt>
                <c:pt idx="8">
                  <c:v>198.2752634641753</c:v>
                </c:pt>
                <c:pt idx="9">
                  <c:v>1090.541814213734</c:v>
                </c:pt>
                <c:pt idx="10">
                  <c:v>2324.5406236438416</c:v>
                </c:pt>
                <c:pt idx="11">
                  <c:v>87.16102088459014</c:v>
                </c:pt>
                <c:pt idx="12">
                  <c:v>1061.6341308236742</c:v>
                </c:pt>
                <c:pt idx="13">
                  <c:v>1068.7784110787713</c:v>
                </c:pt>
                <c:pt idx="14">
                  <c:v>1755.4595760107106</c:v>
                </c:pt>
                <c:pt idx="15">
                  <c:v>2742.6902994586285</c:v>
                </c:pt>
                <c:pt idx="16">
                  <c:v>922.3017837238212</c:v>
                </c:pt>
                <c:pt idx="17">
                  <c:v>1753.1343223277568</c:v>
                </c:pt>
                <c:pt idx="18">
                  <c:v>803.4588315510372</c:v>
                </c:pt>
                <c:pt idx="19">
                  <c:v>232.13355771089755</c:v>
                </c:pt>
                <c:pt idx="20">
                  <c:v>89.83043104085536</c:v>
                </c:pt>
                <c:pt idx="21">
                  <c:v>2377.7056568625194</c:v>
                </c:pt>
                <c:pt idx="22">
                  <c:v>2151.1184137564715</c:v>
                </c:pt>
                <c:pt idx="23">
                  <c:v>1279.7287417328787</c:v>
                </c:pt>
                <c:pt idx="24">
                  <c:v>308.8960943823033</c:v>
                </c:pt>
                <c:pt idx="25">
                  <c:v>64.96544672702406</c:v>
                </c:pt>
                <c:pt idx="26">
                  <c:v>3958.96495215829</c:v>
                </c:pt>
                <c:pt idx="27">
                  <c:v>997.0823059439472</c:v>
                </c:pt>
                <c:pt idx="28">
                  <c:v>3443.045671154027</c:v>
                </c:pt>
                <c:pt idx="29">
                  <c:v>4532.914504793322</c:v>
                </c:pt>
                <c:pt idx="30">
                  <c:v>3934.841351804724</c:v>
                </c:pt>
                <c:pt idx="31">
                  <c:v>2013.8663716877186</c:v>
                </c:pt>
                <c:pt idx="32">
                  <c:v>149.4110210490608</c:v>
                </c:pt>
                <c:pt idx="33">
                  <c:v>2209.0975853035056</c:v>
                </c:pt>
                <c:pt idx="34">
                  <c:v>308.27046608867255</c:v>
                </c:pt>
                <c:pt idx="35">
                  <c:v>191.60751208284344</c:v>
                </c:pt>
                <c:pt idx="36">
                  <c:v>482.6839300186685</c:v>
                </c:pt>
                <c:pt idx="37">
                  <c:v>858.5332636460587</c:v>
                </c:pt>
                <c:pt idx="38">
                  <c:v>3877.355414365792</c:v>
                </c:pt>
                <c:pt idx="39">
                  <c:v>478.2271033267521</c:v>
                </c:pt>
                <c:pt idx="40">
                  <c:v>1845.2479503694294</c:v>
                </c:pt>
                <c:pt idx="41">
                  <c:v>2641.900755521136</c:v>
                </c:pt>
                <c:pt idx="42">
                  <c:v>1775.904557243029</c:v>
                </c:pt>
                <c:pt idx="43">
                  <c:v>2200.595265305158</c:v>
                </c:pt>
                <c:pt idx="44">
                  <c:v>3653.5455389718536</c:v>
                </c:pt>
                <c:pt idx="45">
                  <c:v>2366.4374165302197</c:v>
                </c:pt>
                <c:pt idx="46">
                  <c:v>253.75980157156573</c:v>
                </c:pt>
                <c:pt idx="47">
                  <c:v>212.52400173327942</c:v>
                </c:pt>
                <c:pt idx="48">
                  <c:v>115.09213835840023</c:v>
                </c:pt>
                <c:pt idx="49">
                  <c:v>257.175014711012</c:v>
                </c:pt>
                <c:pt idx="50">
                  <c:v>771.432669949804</c:v>
                </c:pt>
                <c:pt idx="51">
                  <c:v>425.8410333891825</c:v>
                </c:pt>
                <c:pt idx="52">
                  <c:v>1687.1888799649064</c:v>
                </c:pt>
                <c:pt idx="53">
                  <c:v>2383.4626399533927</c:v>
                </c:pt>
                <c:pt idx="54">
                  <c:v>3006.3347436314593</c:v>
                </c:pt>
                <c:pt idx="55">
                  <c:v>3204.6305272526074</c:v>
                </c:pt>
                <c:pt idx="56">
                  <c:v>3353.5310687739307</c:v>
                </c:pt>
                <c:pt idx="57">
                  <c:v>2613.8397993529957</c:v>
                </c:pt>
                <c:pt idx="58">
                  <c:v>2282.260832404089</c:v>
                </c:pt>
                <c:pt idx="59">
                  <c:v>3763.334332568935</c:v>
                </c:pt>
                <c:pt idx="60">
                  <c:v>4244.797955817928</c:v>
                </c:pt>
                <c:pt idx="61">
                  <c:v>361.06254927004636</c:v>
                </c:pt>
                <c:pt idx="62">
                  <c:v>1767.7583942066583</c:v>
                </c:pt>
                <c:pt idx="63">
                  <c:v>1620.6037011071794</c:v>
                </c:pt>
                <c:pt idx="64">
                  <c:v>2601.9969281626495</c:v>
                </c:pt>
                <c:pt idx="65">
                  <c:v>3016.0065291685487</c:v>
                </c:pt>
              </c:numCache>
            </c:numRef>
          </c:val>
        </c:ser>
        <c:ser>
          <c:idx val="19"/>
          <c:order val="19"/>
          <c:tx>
            <c:strRef>
              <c:f>Sheet1!$U$1</c:f>
              <c:strCache>
                <c:ptCount val="1"/>
                <c:pt idx="0">
                  <c:v>Region_TV</c:v>
                </c:pt>
              </c:strCache>
            </c:strRef>
          </c:tx>
          <c:spPr>
            <a:solidFill>
              <a:srgbClr val="0774D8"/>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Sheet1!$U$2:$U$67</c:f>
              <c:numCache>
                <c:formatCode>General</c:formatCode>
                <c:ptCount val="66"/>
                <c:pt idx="0">
                  <c:v>1325.2415281786111</c:v>
                </c:pt>
                <c:pt idx="1">
                  <c:v>186.14788688354793</c:v>
                </c:pt>
                <c:pt idx="2">
                  <c:v>76.29358710881866</c:v>
                </c:pt>
                <c:pt idx="3">
                  <c:v>903.4017440996954</c:v>
                </c:pt>
                <c:pt idx="4">
                  <c:v>111.6117700989024</c:v>
                </c:pt>
                <c:pt idx="5">
                  <c:v>96.22143447986355</c:v>
                </c:pt>
                <c:pt idx="6">
                  <c:v>180.5615357851976</c:v>
                </c:pt>
                <c:pt idx="7">
                  <c:v>483.30193963483947</c:v>
                </c:pt>
                <c:pt idx="8">
                  <c:v>937.500763272802</c:v>
                </c:pt>
                <c:pt idx="9">
                  <c:v>311.6045325235402</c:v>
                </c:pt>
                <c:pt idx="10">
                  <c:v>474.3011680819814</c:v>
                </c:pt>
                <c:pt idx="11">
                  <c:v>63.08640806559296</c:v>
                </c:pt>
                <c:pt idx="12">
                  <c:v>74.87649476820366</c:v>
                </c:pt>
                <c:pt idx="13">
                  <c:v>856.4602736635904</c:v>
                </c:pt>
                <c:pt idx="14">
                  <c:v>233.84403617969787</c:v>
                </c:pt>
                <c:pt idx="15">
                  <c:v>94.64236127137126</c:v>
                </c:pt>
                <c:pt idx="16">
                  <c:v>100.03468875442212</c:v>
                </c:pt>
                <c:pt idx="17">
                  <c:v>1125.0723949639487</c:v>
                </c:pt>
                <c:pt idx="18">
                  <c:v>176.56661436314255</c:v>
                </c:pt>
                <c:pt idx="19">
                  <c:v>102.6815427822959</c:v>
                </c:pt>
                <c:pt idx="20">
                  <c:v>76.24963568093872</c:v>
                </c:pt>
                <c:pt idx="21">
                  <c:v>792.0234001940572</c:v>
                </c:pt>
                <c:pt idx="22">
                  <c:v>987.0971736408064</c:v>
                </c:pt>
                <c:pt idx="23">
                  <c:v>466.30888117344284</c:v>
                </c:pt>
                <c:pt idx="24">
                  <c:v>1203.947153376014</c:v>
                </c:pt>
                <c:pt idx="25">
                  <c:v>236.4770211170905</c:v>
                </c:pt>
                <c:pt idx="26">
                  <c:v>100.05702684265675</c:v>
                </c:pt>
                <c:pt idx="27">
                  <c:v>76.00458538173712</c:v>
                </c:pt>
                <c:pt idx="28">
                  <c:v>113.72602827105597</c:v>
                </c:pt>
                <c:pt idx="29">
                  <c:v>89.64386514178993</c:v>
                </c:pt>
                <c:pt idx="30">
                  <c:v>346.78408435400576</c:v>
                </c:pt>
                <c:pt idx="31">
                  <c:v>466.50430333108363</c:v>
                </c:pt>
                <c:pt idx="32">
                  <c:v>80.69250584220045</c:v>
                </c:pt>
                <c:pt idx="33">
                  <c:v>485.3483199783151</c:v>
                </c:pt>
                <c:pt idx="34">
                  <c:v>521.2421538324373</c:v>
                </c:pt>
                <c:pt idx="35">
                  <c:v>92.077343252269</c:v>
                </c:pt>
                <c:pt idx="36">
                  <c:v>750.1158574516694</c:v>
                </c:pt>
                <c:pt idx="37">
                  <c:v>746.6822240254676</c:v>
                </c:pt>
                <c:pt idx="38">
                  <c:v>859.1927484325716</c:v>
                </c:pt>
                <c:pt idx="39">
                  <c:v>162.81772200004121</c:v>
                </c:pt>
                <c:pt idx="40">
                  <c:v>723.0171315978628</c:v>
                </c:pt>
                <c:pt idx="41">
                  <c:v>827.0758915587363</c:v>
                </c:pt>
                <c:pt idx="42">
                  <c:v>275.72072458854245</c:v>
                </c:pt>
                <c:pt idx="43">
                  <c:v>79.14977693631587</c:v>
                </c:pt>
                <c:pt idx="44">
                  <c:v>81.05064987107792</c:v>
                </c:pt>
                <c:pt idx="45">
                  <c:v>113.17706148739818</c:v>
                </c:pt>
                <c:pt idx="46">
                  <c:v>701.198590248175</c:v>
                </c:pt>
                <c:pt idx="47">
                  <c:v>182.97721704464834</c:v>
                </c:pt>
                <c:pt idx="48">
                  <c:v>1198.4722346344383</c:v>
                </c:pt>
                <c:pt idx="49">
                  <c:v>257.59037217624655</c:v>
                </c:pt>
                <c:pt idx="50">
                  <c:v>99.0002133661553</c:v>
                </c:pt>
                <c:pt idx="51">
                  <c:v>111.5617669192537</c:v>
                </c:pt>
                <c:pt idx="52">
                  <c:v>109.4629692854934</c:v>
                </c:pt>
                <c:pt idx="53">
                  <c:v>90.6106563162657</c:v>
                </c:pt>
                <c:pt idx="54">
                  <c:v>118.76869273630274</c:v>
                </c:pt>
                <c:pt idx="55">
                  <c:v>803.5273028894994</c:v>
                </c:pt>
                <c:pt idx="56">
                  <c:v>690.2406415772693</c:v>
                </c:pt>
                <c:pt idx="57">
                  <c:v>348.834502265643</c:v>
                </c:pt>
                <c:pt idx="58">
                  <c:v>914.2482832815182</c:v>
                </c:pt>
                <c:pt idx="59">
                  <c:v>522.1223837550917</c:v>
                </c:pt>
                <c:pt idx="60">
                  <c:v>103.93047371961352</c:v>
                </c:pt>
                <c:pt idx="61">
                  <c:v>93.83087910762272</c:v>
                </c:pt>
                <c:pt idx="62">
                  <c:v>816.6954918225343</c:v>
                </c:pt>
                <c:pt idx="63">
                  <c:v>123.02617419331881</c:v>
                </c:pt>
                <c:pt idx="64">
                  <c:v>91.8833211677306</c:v>
                </c:pt>
                <c:pt idx="65">
                  <c:v>104.19084625244298</c:v>
                </c:pt>
              </c:numCache>
            </c:numRef>
          </c:val>
        </c:ser>
        <c:ser>
          <c:idx val="20"/>
          <c:order val="20"/>
          <c:tx>
            <c:strRef>
              <c:f>Sheet1!$V$1</c:f>
              <c:strCache>
                <c:ptCount val="1"/>
                <c:pt idx="0">
                  <c:v>Seasonality</c:v>
                </c:pt>
              </c:strCache>
            </c:strRef>
          </c:tx>
          <c:spPr>
            <a:solidFill>
              <a:srgbClr val="FDF490"/>
            </a:solidFill>
            <a:ln w="6350">
              <a:solidFill>
                <a:srgbClr val="C8C8C8"/>
              </a:solidFill>
            </a:ln>
          </c:spPr>
          <c:invertIfNegative val="0"/>
          <c:cat>
            <c:numRef>
              <c:f>Sheet1!$A$2:$A$67</c:f>
              <c:numCache>
                <c:formatCode>yyyy\-mm\-dd</c:formatCode>
                <c:ptCount val="66"/>
                <c:pt idx="0">
                  <c:v>43831.0</c:v>
                </c:pt>
                <c:pt idx="1">
                  <c:v>43862.0</c:v>
                </c:pt>
                <c:pt idx="2">
                  <c:v>43891.0</c:v>
                </c:pt>
                <c:pt idx="3">
                  <c:v>43922.0</c:v>
                </c:pt>
                <c:pt idx="4">
                  <c:v>43952.0</c:v>
                </c:pt>
                <c:pt idx="5">
                  <c:v>43983.0</c:v>
                </c:pt>
                <c:pt idx="6">
                  <c:v>44013.0</c:v>
                </c:pt>
                <c:pt idx="7">
                  <c:v>44044.0</c:v>
                </c:pt>
                <c:pt idx="8">
                  <c:v>44075.0</c:v>
                </c:pt>
                <c:pt idx="9">
                  <c:v>44105.0</c:v>
                </c:pt>
                <c:pt idx="10">
                  <c:v>44136.0</c:v>
                </c:pt>
                <c:pt idx="11">
                  <c:v>44166.0</c:v>
                </c:pt>
                <c:pt idx="12">
                  <c:v>44197.0</c:v>
                </c:pt>
                <c:pt idx="13">
                  <c:v>44228.0</c:v>
                </c:pt>
                <c:pt idx="14">
                  <c:v>44256.0</c:v>
                </c:pt>
                <c:pt idx="15">
                  <c:v>44287.0</c:v>
                </c:pt>
                <c:pt idx="16">
                  <c:v>44317.0</c:v>
                </c:pt>
                <c:pt idx="17">
                  <c:v>44348.0</c:v>
                </c:pt>
                <c:pt idx="18">
                  <c:v>44378.0</c:v>
                </c:pt>
                <c:pt idx="19">
                  <c:v>44409.0</c:v>
                </c:pt>
                <c:pt idx="20">
                  <c:v>44440.0</c:v>
                </c:pt>
                <c:pt idx="21">
                  <c:v>44470.0</c:v>
                </c:pt>
                <c:pt idx="22">
                  <c:v>44501.0</c:v>
                </c:pt>
                <c:pt idx="23">
                  <c:v>44531.0</c:v>
                </c:pt>
                <c:pt idx="24">
                  <c:v>44562.0</c:v>
                </c:pt>
                <c:pt idx="25">
                  <c:v>44593.0</c:v>
                </c:pt>
                <c:pt idx="26">
                  <c:v>44621.0</c:v>
                </c:pt>
                <c:pt idx="27">
                  <c:v>44652.0</c:v>
                </c:pt>
                <c:pt idx="28">
                  <c:v>44682.0</c:v>
                </c:pt>
                <c:pt idx="29">
                  <c:v>44713.0</c:v>
                </c:pt>
                <c:pt idx="30">
                  <c:v>44743.0</c:v>
                </c:pt>
                <c:pt idx="31">
                  <c:v>44774.0</c:v>
                </c:pt>
                <c:pt idx="32">
                  <c:v>44805.0</c:v>
                </c:pt>
                <c:pt idx="33">
                  <c:v>44835.0</c:v>
                </c:pt>
                <c:pt idx="34">
                  <c:v>44866.0</c:v>
                </c:pt>
                <c:pt idx="35">
                  <c:v>44896.0</c:v>
                </c:pt>
                <c:pt idx="36">
                  <c:v>44927.0</c:v>
                </c:pt>
                <c:pt idx="37">
                  <c:v>44958.0</c:v>
                </c:pt>
                <c:pt idx="38">
                  <c:v>44986.0</c:v>
                </c:pt>
                <c:pt idx="39">
                  <c:v>45017.0</c:v>
                </c:pt>
                <c:pt idx="40">
                  <c:v>45047.0</c:v>
                </c:pt>
                <c:pt idx="41">
                  <c:v>45078.0</c:v>
                </c:pt>
                <c:pt idx="42">
                  <c:v>45108.0</c:v>
                </c:pt>
                <c:pt idx="43">
                  <c:v>45139.0</c:v>
                </c:pt>
                <c:pt idx="44">
                  <c:v>45170.0</c:v>
                </c:pt>
                <c:pt idx="45">
                  <c:v>45200.0</c:v>
                </c:pt>
                <c:pt idx="46">
                  <c:v>45231.0</c:v>
                </c:pt>
                <c:pt idx="47">
                  <c:v>45261.0</c:v>
                </c:pt>
                <c:pt idx="48">
                  <c:v>45292.0</c:v>
                </c:pt>
                <c:pt idx="49">
                  <c:v>45323.0</c:v>
                </c:pt>
                <c:pt idx="50">
                  <c:v>45352.0</c:v>
                </c:pt>
                <c:pt idx="51">
                  <c:v>45383.0</c:v>
                </c:pt>
                <c:pt idx="52">
                  <c:v>45413.0</c:v>
                </c:pt>
                <c:pt idx="53">
                  <c:v>45444.0</c:v>
                </c:pt>
                <c:pt idx="54">
                  <c:v>45474.0</c:v>
                </c:pt>
                <c:pt idx="55">
                  <c:v>45505.0</c:v>
                </c:pt>
                <c:pt idx="56">
                  <c:v>45536.0</c:v>
                </c:pt>
                <c:pt idx="57">
                  <c:v>45566.0</c:v>
                </c:pt>
                <c:pt idx="58">
                  <c:v>45597.0</c:v>
                </c:pt>
                <c:pt idx="59">
                  <c:v>45627.0</c:v>
                </c:pt>
                <c:pt idx="60">
                  <c:v>45658.0</c:v>
                </c:pt>
                <c:pt idx="61">
                  <c:v>45689.0</c:v>
                </c:pt>
                <c:pt idx="62">
                  <c:v>45717.0</c:v>
                </c:pt>
                <c:pt idx="63">
                  <c:v>45748.0</c:v>
                </c:pt>
                <c:pt idx="64">
                  <c:v>45778.0</c:v>
                </c:pt>
                <c:pt idx="65">
                  <c:v>45809.0</c:v>
                </c:pt>
              </c:numCache>
            </c:numRef>
          </c:cat>
          <c:val>
            <c:numRef>
              <c:f>Sheet1!$V$2:$V$67</c:f>
              <c:numCache>
                <c:formatCode>General</c:formatCode>
                <c:ptCount val="66"/>
                <c:pt idx="0">
                  <c:v>250408.2424704191</c:v>
                </c:pt>
                <c:pt idx="1">
                  <c:v>335042.236643575</c:v>
                </c:pt>
                <c:pt idx="2">
                  <c:v>453180.91724753263</c:v>
                </c:pt>
                <c:pt idx="3">
                  <c:v>434128.4468308481</c:v>
                </c:pt>
                <c:pt idx="4">
                  <c:v>327074.9587310762</c:v>
                </c:pt>
                <c:pt idx="5">
                  <c:v>273525.39930693834</c:v>
                </c:pt>
                <c:pt idx="6">
                  <c:v>107943.89805472997</c:v>
                </c:pt>
                <c:pt idx="7">
                  <c:v>50615.846209524905</c:v>
                </c:pt>
                <c:pt idx="8">
                  <c:v>2538.9212736053846</c:v>
                </c:pt>
                <c:pt idx="9">
                  <c:v>16959.585750745777</c:v>
                </c:pt>
                <c:pt idx="10">
                  <c:v>107866.1948748006</c:v>
                </c:pt>
                <c:pt idx="11">
                  <c:v>166234.28832364394</c:v>
                </c:pt>
                <c:pt idx="12">
                  <c:v>300120.4615890742</c:v>
                </c:pt>
                <c:pt idx="13">
                  <c:v>334855.07020718604</c:v>
                </c:pt>
                <c:pt idx="14">
                  <c:v>519083.67966998386</c:v>
                </c:pt>
                <c:pt idx="15">
                  <c:v>393069.26995206624</c:v>
                </c:pt>
                <c:pt idx="16">
                  <c:v>435117.6135764382</c:v>
                </c:pt>
                <c:pt idx="17">
                  <c:v>230557.1155918448</c:v>
                </c:pt>
                <c:pt idx="18">
                  <c:v>138273.54988781922</c:v>
                </c:pt>
                <c:pt idx="19">
                  <c:v>57270.341571958714</c:v>
                </c:pt>
                <c:pt idx="20">
                  <c:v>2542.5126526184067</c:v>
                </c:pt>
                <c:pt idx="21">
                  <c:v>19538.025193117188</c:v>
                </c:pt>
                <c:pt idx="22">
                  <c:v>110545.35004090279</c:v>
                </c:pt>
                <c:pt idx="23">
                  <c:v>181915.3419619878</c:v>
                </c:pt>
                <c:pt idx="24">
                  <c:v>363887.90332366823</c:v>
                </c:pt>
                <c:pt idx="25">
                  <c:v>365527.1162866155</c:v>
                </c:pt>
                <c:pt idx="26">
                  <c:v>440744.9217614999</c:v>
                </c:pt>
                <c:pt idx="27">
                  <c:v>381320.8461613781</c:v>
                </c:pt>
                <c:pt idx="28">
                  <c:v>411979.92968249286</c:v>
                </c:pt>
                <c:pt idx="29">
                  <c:v>249489.0454554527</c:v>
                </c:pt>
                <c:pt idx="30">
                  <c:v>138464.89885856217</c:v>
                </c:pt>
                <c:pt idx="31">
                  <c:v>66188.6378091591</c:v>
                </c:pt>
                <c:pt idx="32">
                  <c:v>3404.531074376468</c:v>
                </c:pt>
                <c:pt idx="33">
                  <c:v>33352.36050277971</c:v>
                </c:pt>
                <c:pt idx="34">
                  <c:v>111136.42371410473</c:v>
                </c:pt>
                <c:pt idx="35">
                  <c:v>219245.00880057155</c:v>
                </c:pt>
                <c:pt idx="36">
                  <c:v>408255.86050347134</c:v>
                </c:pt>
                <c:pt idx="37">
                  <c:v>395182.7592334066</c:v>
                </c:pt>
                <c:pt idx="38">
                  <c:v>463792.5770903497</c:v>
                </c:pt>
                <c:pt idx="39">
                  <c:v>391685.61067648255</c:v>
                </c:pt>
                <c:pt idx="40">
                  <c:v>428641.6978844006</c:v>
                </c:pt>
                <c:pt idx="41">
                  <c:v>250264.99383788902</c:v>
                </c:pt>
                <c:pt idx="42">
                  <c:v>166958.29131540193</c:v>
                </c:pt>
                <c:pt idx="43">
                  <c:v>41142.815012730214</c:v>
                </c:pt>
                <c:pt idx="44">
                  <c:v>2923.8471838589876</c:v>
                </c:pt>
                <c:pt idx="45">
                  <c:v>32370.161951117654</c:v>
                </c:pt>
                <c:pt idx="46">
                  <c:v>116629.05893283065</c:v>
                </c:pt>
                <c:pt idx="47">
                  <c:v>187576.99918691072</c:v>
                </c:pt>
                <c:pt idx="48">
                  <c:v>361153.9436741308</c:v>
                </c:pt>
                <c:pt idx="49">
                  <c:v>409166.75737575657</c:v>
                </c:pt>
                <c:pt idx="50">
                  <c:v>437196.3767784258</c:v>
                </c:pt>
                <c:pt idx="51">
                  <c:v>462334.90254784265</c:v>
                </c:pt>
                <c:pt idx="52">
                  <c:v>344725.4516550708</c:v>
                </c:pt>
                <c:pt idx="53">
                  <c:v>264747.1339232274</c:v>
                </c:pt>
                <c:pt idx="54">
                  <c:v>160832.41196650226</c:v>
                </c:pt>
                <c:pt idx="55">
                  <c:v>40678.60845253988</c:v>
                </c:pt>
                <c:pt idx="56">
                  <c:v>3335.027066318359</c:v>
                </c:pt>
                <c:pt idx="57">
                  <c:v>27826.50537384733</c:v>
                </c:pt>
                <c:pt idx="58">
                  <c:v>98719.05577732548</c:v>
                </c:pt>
                <c:pt idx="59">
                  <c:v>276970.56373682234</c:v>
                </c:pt>
                <c:pt idx="60">
                  <c:v>385695.9503824992</c:v>
                </c:pt>
                <c:pt idx="61">
                  <c:v>405429.18628256634</c:v>
                </c:pt>
                <c:pt idx="62">
                  <c:v>610902.669449935</c:v>
                </c:pt>
                <c:pt idx="63">
                  <c:v>452326.80012218026</c:v>
                </c:pt>
                <c:pt idx="64">
                  <c:v>358142.73162843613</c:v>
                </c:pt>
                <c:pt idx="65">
                  <c:v>212580.81493916243</c:v>
                </c:pt>
              </c:numCache>
            </c:numRef>
          </c:val>
        </c:ser>
        <c:gapWidth val="0"/>
        <c:overlap val="100"/>
        <c:axId val="-2068027336"/>
        <c:axId val="-2113994440"/>
      </c:barChart>
      <c:dateAx>
        <c:axId val="-2068027336"/>
        <c:scaling>
          <c:orientation val="minMax"/>
        </c:scaling>
        <c:delete val="0"/>
        <c:axPos val="b"/>
        <c:minorGridlines/>
        <c:numFmt formatCode="yyyy\-mm\-dd" sourceLinked="1"/>
        <c:majorTickMark val="out"/>
        <c:minorTickMark val="none"/>
        <c:tickLblPos val="low"/>
        <c:crossAx val="-2113994440"/>
        <c:crosses val="autoZero"/>
        <c:auto val="1"/>
        <c:lblOffset val="100"/>
        <c:baseTimeUnit val="months"/>
      </c:dateAx>
      <c:valAx>
        <c:axId val="-2113994440"/>
        <c:scaling/>
        <c:delete val="0"/>
        <c:axPos val="l"/>
        <c:majorGridlines/>
        <c:title>
          <c:tx>
            <c:rich>
              <a:bodyPr/>
              <a:lstStyle/>
              <a:p>
                <a:pPr>
                  <a:defRPr sz="1200"/>
                </a:pPr>
              </a:p>
            </c:rich>
          </c:tx>
          <c:layout/>
          <c:overlay val="0"/>
        </c:title>
        <c:majorTickMark val="out"/>
        <c:minorTickMark val="none"/>
        <c:tickLblPos val="nextTo"/>
        <c:crossAx val="-2068027336"/>
        <c:crosses val="autoZero"/>
      </c:valAx>
    </c:plotArea>
    <c:legend>
      <c:legendPos val="l"/>
      <c:overlay val="0"/>
      <c:txPr>
        <a:bodyPr/>
        <a:lstStyle/>
        <a:p>
          <a:pPr>
            <a:defRPr sz="1000">
              <a:latin typeface="Calibri"/>
            </a:defRPr>
          </a:pPr>
        </a:p>
      </c:txPr>
    </c:legend>
    <c:dispBlanksAs val="gap"/>
  </c:chart>
  <c:txPr>
    <a:bodyPr/>
    <a:lstStyle/>
    <a:p>
      <a:pPr>
        <a:defRPr sz="1000">
          <a:latin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solidFill>
              <a:srgbClr val="FF0000">
                <a:alpha val="0"/>
              </a:srgbClr>
            </a:solidFill>
          </c:spPr>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Sheet1!$B$2:$B$22</c:f>
              <c:numCache>
                <c:formatCode>General</c:formatCode>
                <c:ptCount val="21"/>
                <c:pt idx="0">
                  <c:v>0.0</c:v>
                </c:pt>
                <c:pt idx="1">
                  <c:v>47.34917087419019</c:v>
                </c:pt>
                <c:pt idx="2">
                  <c:v>66.40205111235744</c:v>
                </c:pt>
                <c:pt idx="3">
                  <c:v>75.61864549649873</c:v>
                </c:pt>
                <c:pt idx="4">
                  <c:v>84.78429538234951</c:v>
                </c:pt>
                <c:pt idx="5">
                  <c:v>87.85840915817067</c:v>
                </c:pt>
                <c:pt idx="6">
                  <c:v>90.43347813464973</c:v>
                </c:pt>
                <c:pt idx="7">
                  <c:v>92.45982820212575</c:v>
                </c:pt>
                <c:pt idx="8">
                  <c:v>94.25057898206974</c:v>
                </c:pt>
                <c:pt idx="9">
                  <c:v>95.93171034168107</c:v>
                </c:pt>
                <c:pt idx="10">
                  <c:v>97.27254163964886</c:v>
                </c:pt>
                <c:pt idx="11">
                  <c:v>98.37761714971587</c:v>
                </c:pt>
                <c:pt idx="12">
                  <c:v>98.9222863464174</c:v>
                </c:pt>
                <c:pt idx="13">
                  <c:v>99.25335099940857</c:v>
                </c:pt>
                <c:pt idx="14">
                  <c:v>99.47608889822246</c:v>
                </c:pt>
                <c:pt idx="15">
                  <c:v>99.67764560298762</c:v>
                </c:pt>
                <c:pt idx="16">
                  <c:v>99.83510045584092</c:v>
                </c:pt>
                <c:pt idx="17">
                  <c:v>99.94468790437821</c:v>
                </c:pt>
                <c:pt idx="18">
                  <c:v>100.04389240440628</c:v>
                </c:pt>
                <c:pt idx="19">
                  <c:v>100.13492684284228</c:v>
                </c:pt>
                <c:pt idx="20">
                  <c:v>100.00000000000003</c:v>
                </c:pt>
              </c:numCache>
            </c:numRef>
          </c:val>
        </c:ser>
        <c:ser>
          <c:idx val="1"/>
          <c:order val="1"/>
          <c:tx>
            <c:strRef>
              <c:f>Sheet1!$C$1</c:f>
              <c:strCache>
                <c:ptCount val="1"/>
                <c:pt idx="0">
                  <c:v>value</c:v>
                </c:pt>
              </c:strCache>
            </c:strRef>
          </c:tx>
          <c:dPt>
            <c:idx val="0"/>
            <c:spPr>
              <a:solidFill>
                <a:srgbClr val="D60000"/>
              </a:solidFill>
            </c:spPr>
          </c:dPt>
          <c:dPt>
            <c:idx val="1"/>
            <c:spPr>
              <a:solidFill>
                <a:srgbClr val="FDF490"/>
              </a:solidFill>
            </c:spPr>
          </c:dPt>
          <c:dPt>
            <c:idx val="2"/>
            <c:spPr>
              <a:solidFill>
                <a:srgbClr val="018700"/>
              </a:solidFill>
            </c:spPr>
          </c:dPt>
          <c:dPt>
            <c:idx val="3"/>
            <c:spPr>
              <a:solidFill>
                <a:srgbClr val="573B00"/>
              </a:solidFill>
            </c:spPr>
          </c:dPt>
          <c:dPt>
            <c:idx val="4"/>
            <c:spPr>
              <a:solidFill>
                <a:srgbClr val="005659"/>
              </a:solidFill>
            </c:spPr>
          </c:dPt>
          <c:dPt>
            <c:idx val="5"/>
            <c:spPr>
              <a:solidFill>
                <a:srgbClr val="6B004F"/>
              </a:solidFill>
            </c:spPr>
          </c:dPt>
          <c:dPt>
            <c:idx val="6"/>
            <c:spPr>
              <a:solidFill>
                <a:srgbClr val="95B577"/>
              </a:solidFill>
            </c:spPr>
          </c:dPt>
          <c:dPt>
            <c:idx val="7"/>
            <c:spPr>
              <a:solidFill>
                <a:srgbClr val="FFA52F"/>
              </a:solidFill>
            </c:spPr>
          </c:dPt>
          <c:dPt>
            <c:idx val="8"/>
            <c:spPr>
              <a:solidFill>
                <a:srgbClr val="00ACC6"/>
              </a:solidFill>
            </c:spPr>
          </c:dPt>
          <c:dPt>
            <c:idx val="9"/>
            <c:spPr>
              <a:solidFill>
                <a:srgbClr val="8C3BFF"/>
              </a:solidFill>
            </c:spPr>
          </c:dPt>
          <c:dPt>
            <c:idx val="10"/>
            <c:spPr>
              <a:solidFill>
                <a:srgbClr val="FF7ED1"/>
              </a:solidFill>
            </c:spPr>
          </c:dPt>
          <c:dPt>
            <c:idx val="11"/>
            <c:spPr>
              <a:solidFill>
                <a:srgbClr val="97FF00"/>
              </a:solidFill>
            </c:spPr>
          </c:dPt>
          <c:dPt>
            <c:idx val="12"/>
            <c:spPr>
              <a:solidFill>
                <a:srgbClr val="BF03B8"/>
              </a:solidFill>
            </c:spPr>
          </c:dPt>
          <c:dPt>
            <c:idx val="13"/>
            <c:spPr>
              <a:solidFill>
                <a:srgbClr val="BCB6FF"/>
              </a:solidFill>
            </c:spPr>
          </c:dPt>
          <c:dPt>
            <c:idx val="14"/>
            <c:spPr>
              <a:solidFill>
                <a:srgbClr val="0000DD"/>
              </a:solidFill>
            </c:spPr>
          </c:dPt>
          <c:dPt>
            <c:idx val="15"/>
            <c:spPr>
              <a:solidFill>
                <a:srgbClr val="790000"/>
              </a:solidFill>
            </c:spPr>
          </c:dPt>
          <c:dPt>
            <c:idx val="16"/>
            <c:spPr>
              <a:solidFill>
                <a:srgbClr val="00FDCF"/>
              </a:solidFill>
            </c:spPr>
          </c:dPt>
          <c:dPt>
            <c:idx val="17"/>
            <c:spPr>
              <a:solidFill>
                <a:srgbClr val="A17569"/>
              </a:solidFill>
            </c:spPr>
          </c:dPt>
          <c:dPt>
            <c:idx val="18"/>
            <c:spPr>
              <a:solidFill>
                <a:srgbClr val="645474"/>
              </a:solidFill>
            </c:spPr>
          </c:dPt>
          <c:dPt>
            <c:idx val="19"/>
            <c:spPr>
              <a:solidFill>
                <a:srgbClr val="0774D8"/>
              </a:solidFill>
            </c:spPr>
          </c:dPt>
          <c:dLbls>
            <c:dLbl>
              <c:idx val="0"/>
              <c:tx>
                <c:rich>
                  <a:bodyPr/>
                  <a:lstStyle/>
                  <a:p>
                    <a:r>
                      <a:t>47.35%</a:t>
                    </a:r>
                  </a:p>
                </c:rich>
              </c:tx>
              <c:dLblPos val="inEnd"/>
              <c:showLegendKey val="0"/>
              <c:showVal val="1"/>
              <c:showCatName val="0"/>
              <c:showSerName val="0"/>
              <c:showPercent val="0"/>
              <c:showBubbleSize val="0"/>
            </c:dLbl>
            <c:dLbl>
              <c:idx val="1"/>
              <c:tx>
                <c:rich>
                  <a:bodyPr/>
                  <a:lstStyle/>
                  <a:p>
                    <a:r>
                      <a:t>19.05%</a:t>
                    </a:r>
                  </a:p>
                </c:rich>
              </c:tx>
              <c:dLblPos val="inEnd"/>
              <c:showLegendKey val="0"/>
              <c:showVal val="1"/>
              <c:showCatName val="0"/>
              <c:showSerName val="0"/>
              <c:showPercent val="0"/>
              <c:showBubbleSize val="0"/>
            </c:dLbl>
            <c:dLbl>
              <c:idx val="2"/>
              <c:tx>
                <c:rich>
                  <a:bodyPr/>
                  <a:lstStyle/>
                  <a:p>
                    <a:r>
                      <a:t>9.22%</a:t>
                    </a:r>
                  </a:p>
                </c:rich>
              </c:tx>
              <c:dLblPos val="inEnd"/>
              <c:showLegendKey val="0"/>
              <c:showVal val="1"/>
              <c:showCatName val="0"/>
              <c:showSerName val="0"/>
              <c:showPercent val="0"/>
              <c:showBubbleSize val="0"/>
            </c:dLbl>
            <c:dLbl>
              <c:idx val="3"/>
              <c:tx>
                <c:rich>
                  <a:bodyPr/>
                  <a:lstStyle/>
                  <a:p>
                    <a:r>
                      <a:t>9.17%</a:t>
                    </a:r>
                  </a:p>
                </c:rich>
              </c:tx>
              <c:dLblPos val="inEnd"/>
              <c:showLegendKey val="0"/>
              <c:showVal val="1"/>
              <c:showCatName val="0"/>
              <c:showSerName val="0"/>
              <c:showPercent val="0"/>
              <c:showBubbleSize val="0"/>
            </c:dLbl>
            <c:dLbl>
              <c:idx val="4"/>
              <c:tx>
                <c:rich>
                  <a:bodyPr/>
                  <a:lstStyle/>
                  <a:p>
                    <a:r>
                      <a:t>3.07%</a:t>
                    </a:r>
                  </a:p>
                </c:rich>
              </c:tx>
              <c:dLblPos val="inEnd"/>
              <c:showLegendKey val="0"/>
              <c:showVal val="1"/>
              <c:showCatName val="0"/>
              <c:showSerName val="0"/>
              <c:showPercent val="0"/>
              <c:showBubbleSize val="0"/>
            </c:dLbl>
            <c:dLbl>
              <c:idx val="5"/>
              <c:tx>
                <c:rich>
                  <a:bodyPr/>
                  <a:lstStyle/>
                  <a:p>
                    <a:r>
                      <a:t>2.58%</a:t>
                    </a:r>
                  </a:p>
                </c:rich>
              </c:tx>
              <c:dLblPos val="inEnd"/>
              <c:showLegendKey val="0"/>
              <c:showVal val="1"/>
              <c:showCatName val="0"/>
              <c:showSerName val="0"/>
              <c:showPercent val="0"/>
              <c:showBubbleSize val="0"/>
            </c:dLbl>
            <c:dLbl>
              <c:idx val="6"/>
              <c:tx>
                <c:rich>
                  <a:bodyPr/>
                  <a:lstStyle/>
                  <a:p>
                    <a:r>
                      <a:t>2.03%</a:t>
                    </a:r>
                  </a:p>
                </c:rich>
              </c:tx>
              <c:dLblPos val="inEnd"/>
              <c:showLegendKey val="0"/>
              <c:showVal val="1"/>
              <c:showCatName val="0"/>
              <c:showSerName val="0"/>
              <c:showPercent val="0"/>
              <c:showBubbleSize val="0"/>
            </c:dLbl>
            <c:dLbl>
              <c:idx val="7"/>
              <c:tx>
                <c:rich>
                  <a:bodyPr/>
                  <a:lstStyle/>
                  <a:p>
                    <a:r>
                      <a:t>1.79%</a:t>
                    </a:r>
                  </a:p>
                </c:rich>
              </c:tx>
              <c:dLblPos val="inEnd"/>
              <c:showLegendKey val="0"/>
              <c:showVal val="1"/>
              <c:showCatName val="0"/>
              <c:showSerName val="0"/>
              <c:showPercent val="0"/>
              <c:showBubbleSize val="0"/>
            </c:dLbl>
            <c:dLbl>
              <c:idx val="8"/>
              <c:tx>
                <c:rich>
                  <a:bodyPr/>
                  <a:lstStyle/>
                  <a:p>
                    <a:r>
                      <a:t>1.68%</a:t>
                    </a:r>
                  </a:p>
                </c:rich>
              </c:tx>
              <c:dLblPos val="inEnd"/>
              <c:showLegendKey val="0"/>
              <c:showVal val="1"/>
              <c:showCatName val="0"/>
              <c:showSerName val="0"/>
              <c:showPercent val="0"/>
              <c:showBubbleSize val="0"/>
            </c:dLbl>
            <c:dLbl>
              <c:idx val="9"/>
              <c:tx>
                <c:rich>
                  <a:bodyPr/>
                  <a:lstStyle/>
                  <a:p>
                    <a:r>
                      <a:t>1.34%</a:t>
                    </a:r>
                  </a:p>
                </c:rich>
              </c:tx>
              <c:dLblPos val="inEnd"/>
              <c:showLegendKey val="0"/>
              <c:showVal val="1"/>
              <c:showCatName val="0"/>
              <c:showSerName val="0"/>
              <c:showPercent val="0"/>
              <c:showBubbleSize val="0"/>
            </c:dLbl>
            <c:dLbl>
              <c:idx val="10"/>
              <c:tx>
                <c:rich>
                  <a:bodyPr/>
                  <a:lstStyle/>
                  <a:p>
                    <a:r>
                      <a:t>1.11%</a:t>
                    </a:r>
                  </a:p>
                </c:rich>
              </c:tx>
              <c:dLblPos val="inEnd"/>
              <c:showLegendKey val="0"/>
              <c:showVal val="1"/>
              <c:showCatName val="0"/>
              <c:showSerName val="0"/>
              <c:showPercent val="0"/>
              <c:showBubbleSize val="0"/>
            </c:dLbl>
            <c:dLbl>
              <c:idx val="11"/>
              <c:tx>
                <c:rich>
                  <a:bodyPr/>
                  <a:lstStyle/>
                  <a:p>
                    <a:r>
                      <a:t>0.54%</a:t>
                    </a:r>
                  </a:p>
                </c:rich>
              </c:tx>
              <c:dLblPos val="inEnd"/>
              <c:showLegendKey val="0"/>
              <c:showVal val="1"/>
              <c:showCatName val="0"/>
              <c:showSerName val="0"/>
              <c:showPercent val="0"/>
              <c:showBubbleSize val="0"/>
            </c:dLbl>
            <c:dLbl>
              <c:idx val="12"/>
              <c:tx>
                <c:rich>
                  <a:bodyPr/>
                  <a:lstStyle/>
                  <a:p>
                    <a:r>
                      <a:t>0.33%</a:t>
                    </a:r>
                  </a:p>
                </c:rich>
              </c:tx>
              <c:dLblPos val="inEnd"/>
              <c:showLegendKey val="0"/>
              <c:showVal val="1"/>
              <c:showCatName val="0"/>
              <c:showSerName val="0"/>
              <c:showPercent val="0"/>
              <c:showBubbleSize val="0"/>
            </c:dLbl>
            <c:dLbl>
              <c:idx val="13"/>
              <c:tx>
                <c:rich>
                  <a:bodyPr/>
                  <a:lstStyle/>
                  <a:p>
                    <a:r>
                      <a:t>0.22%</a:t>
                    </a:r>
                  </a:p>
                </c:rich>
              </c:tx>
              <c:dLblPos val="inEnd"/>
              <c:showLegendKey val="0"/>
              <c:showVal val="1"/>
              <c:showCatName val="0"/>
              <c:showSerName val="0"/>
              <c:showPercent val="0"/>
              <c:showBubbleSize val="0"/>
            </c:dLbl>
            <c:dLbl>
              <c:idx val="14"/>
              <c:tx>
                <c:rich>
                  <a:bodyPr/>
                  <a:lstStyle/>
                  <a:p>
                    <a:r>
                      <a:t>0.2%</a:t>
                    </a:r>
                  </a:p>
                </c:rich>
              </c:tx>
              <c:dLblPos val="inEnd"/>
              <c:showLegendKey val="0"/>
              <c:showVal val="1"/>
              <c:showCatName val="0"/>
              <c:showSerName val="0"/>
              <c:showPercent val="0"/>
              <c:showBubbleSize val="0"/>
            </c:dLbl>
            <c:dLbl>
              <c:idx val="15"/>
              <c:tx>
                <c:rich>
                  <a:bodyPr/>
                  <a:lstStyle/>
                  <a:p>
                    <a:r>
                      <a:t>0.16%</a:t>
                    </a:r>
                  </a:p>
                </c:rich>
              </c:tx>
              <c:dLblPos val="inEnd"/>
              <c:showLegendKey val="0"/>
              <c:showVal val="1"/>
              <c:showCatName val="0"/>
              <c:showSerName val="0"/>
              <c:showPercent val="0"/>
              <c:showBubbleSize val="0"/>
            </c:dLbl>
            <c:dLbl>
              <c:idx val="16"/>
              <c:tx>
                <c:rich>
                  <a:bodyPr/>
                  <a:lstStyle/>
                  <a:p>
                    <a:r>
                      <a:t>0.11%</a:t>
                    </a:r>
                  </a:p>
                </c:rich>
              </c:tx>
              <c:dLblPos val="inEnd"/>
              <c:showLegendKey val="0"/>
              <c:showVal val="1"/>
              <c:showCatName val="0"/>
              <c:showSerName val="0"/>
              <c:showPercent val="0"/>
              <c:showBubbleSize val="0"/>
            </c:dLbl>
            <c:dLbl>
              <c:idx val="17"/>
              <c:tx>
                <c:rich>
                  <a:bodyPr/>
                  <a:lstStyle/>
                  <a:p>
                    <a:r>
                      <a:t>0.1%</a:t>
                    </a:r>
                  </a:p>
                </c:rich>
              </c:tx>
              <c:dLblPos val="inEnd"/>
              <c:showLegendKey val="0"/>
              <c:showVal val="1"/>
              <c:showCatName val="0"/>
              <c:showSerName val="0"/>
              <c:showPercent val="0"/>
              <c:showBubbleSize val="0"/>
            </c:dLbl>
            <c:dLbl>
              <c:idx val="18"/>
              <c:tx>
                <c:rich>
                  <a:bodyPr/>
                  <a:lstStyle/>
                  <a:p>
                    <a:r>
                      <a:t>0.09%</a:t>
                    </a:r>
                  </a:p>
                </c:rich>
              </c:tx>
              <c:dLblPos val="inEnd"/>
              <c:showLegendKey val="0"/>
              <c:showVal val="1"/>
              <c:showCatName val="0"/>
              <c:showSerName val="0"/>
              <c:showPercent val="0"/>
              <c:showBubbleSize val="0"/>
            </c:dLbl>
            <c:dLbl>
              <c:idx val="19"/>
              <c:tx>
                <c:rich>
                  <a:bodyPr/>
                  <a:lstStyle/>
                  <a:p>
                    <a:r>
                      <a:t>0.03%</a:t>
                    </a:r>
                  </a:p>
                </c:rich>
              </c:tx>
              <c:dLblPos val="inEnd"/>
              <c:showLegendKey val="0"/>
              <c:showVal val="1"/>
              <c:showCatName val="0"/>
              <c:showSerName val="0"/>
              <c:showPercent val="0"/>
              <c:showBubbleSize val="0"/>
            </c:dLbl>
            <c:dLbl>
              <c:idx val="20"/>
              <c:tx>
                <c:rich>
                  <a:bodyPr/>
                  <a:lstStyle/>
                  <a:p>
                    <a:r>
                      <a:t>-0.17%</a:t>
                    </a:r>
                  </a:p>
                </c:rich>
              </c:tx>
              <c:dLblPos val="inEnd"/>
              <c:showLegendKey val="0"/>
              <c:showVal val="1"/>
              <c:showCatName val="0"/>
              <c:showSerName val="0"/>
              <c:showPercent val="0"/>
              <c:showBubbleSize val="0"/>
            </c:dLbl>
            <c:txPr>
              <a:bodyPr/>
              <a:lstStyle/>
              <a:p>
                <a:pPr>
                  <a:defRPr b="1" sz="1000">
                    <a:latin typeface="Calibri"/>
                  </a:defRPr>
                </a:pPr>
              </a:p>
            </c:txPr>
            <c:showLegendKey val="0"/>
            <c:showVal val="0"/>
            <c:showCatName val="0"/>
            <c:showSerName val="0"/>
            <c:showPercent val="0"/>
            <c:showBubbleSize val="0"/>
            <c:showLeaderLines val="1"/>
          </c:dLbls>
          <c:cat>
            <c:strRef>
              <c:f>Sheet1!$A$2:$A$22</c:f>
              <c:strCache>
                <c:ptCount val="21"/>
                <c:pt idx="0">
                  <c:v>Base</c:v>
                </c:pt>
                <c:pt idx="1">
                  <c:v>Seasonality</c:v>
                </c:pt>
                <c:pt idx="2">
                  <c:v>Brand_Digital_I...</c:v>
                </c:pt>
                <c:pt idx="3">
                  <c:v>Distribution</c:v>
                </c:pt>
                <c:pt idx="4">
                  <c:v>E-com</c:v>
                </c:pt>
                <c:pt idx="5">
                  <c:v>Brand_OOH</c:v>
                </c:pt>
                <c:pt idx="6">
                  <c:v>Region_Digital_...</c:v>
                </c:pt>
                <c:pt idx="7">
                  <c:v>Brand_TV</c:v>
                </c:pt>
                <c:pt idx="8">
                  <c:v>Brand_Digital_P...</c:v>
                </c:pt>
                <c:pt idx="9">
                  <c:v>Brand_Digital_D...</c:v>
                </c:pt>
                <c:pt idx="10">
                  <c:v>Brand_Digital_V...</c:v>
                </c:pt>
                <c:pt idx="11">
                  <c:v>Brand_Digital_S...</c:v>
                </c:pt>
                <c:pt idx="12">
                  <c:v>Region_Digital_...</c:v>
                </c:pt>
                <c:pt idx="13">
                  <c:v>Region_Digital_...</c:v>
                </c:pt>
                <c:pt idx="14">
                  <c:v>POS</c:v>
                </c:pt>
                <c:pt idx="15">
                  <c:v>Region_OOH</c:v>
                </c:pt>
                <c:pt idx="16">
                  <c:v>PR</c:v>
                </c:pt>
                <c:pt idx="17">
                  <c:v>Price index</c:v>
                </c:pt>
                <c:pt idx="18">
                  <c:v>Region_Digital_...</c:v>
                </c:pt>
                <c:pt idx="19">
                  <c:v>Region_TV</c:v>
                </c:pt>
                <c:pt idx="20">
                  <c:v>Region_Digital_...</c:v>
                </c:pt>
              </c:strCache>
            </c:strRef>
          </c:cat>
          <c:val>
            <c:numRef>
              <c:f>Sheet1!$C$2:$C$22</c:f>
              <c:numCache>
                <c:formatCode>General</c:formatCode>
                <c:ptCount val="21"/>
                <c:pt idx="0">
                  <c:v>47.349170874190186</c:v>
                </c:pt>
                <c:pt idx="1">
                  <c:v>19.052880238167237</c:v>
                </c:pt>
                <c:pt idx="2">
                  <c:v>9.216594384141292</c:v>
                </c:pt>
                <c:pt idx="3">
                  <c:v>9.16564988585078</c:v>
                </c:pt>
                <c:pt idx="4">
                  <c:v>3.074113775821152</c:v>
                </c:pt>
                <c:pt idx="5">
                  <c:v>2.5750689764790584</c:v>
                </c:pt>
                <c:pt idx="6">
                  <c:v>2.0263500674760295</c:v>
                </c:pt>
                <c:pt idx="7">
                  <c:v>1.7907507799439961</c:v>
                </c:pt>
                <c:pt idx="8">
                  <c:v>1.681131359611327</c:v>
                </c:pt>
                <c:pt idx="9">
                  <c:v>1.3408312979677923</c:v>
                </c:pt>
                <c:pt idx="10">
                  <c:v>1.105075510067003</c:v>
                </c:pt>
                <c:pt idx="11">
                  <c:v>0.5446691967015228</c:v>
                </c:pt>
                <c:pt idx="12">
                  <c:v>0.3310646529911705</c:v>
                </c:pt>
                <c:pt idx="13">
                  <c:v>0.22273789881389547</c:v>
                </c:pt>
                <c:pt idx="14">
                  <c:v>0.20155670476518245</c:v>
                </c:pt>
                <c:pt idx="15">
                  <c:v>0.15745485285327915</c:v>
                </c:pt>
                <c:pt idx="16">
                  <c:v>0.10958744853730054</c:v>
                </c:pt>
                <c:pt idx="17">
                  <c:v>0.09920450002806011</c:v>
                </c:pt>
                <c:pt idx="18">
                  <c:v>0.09103443843601272</c:v>
                </c:pt>
                <c:pt idx="19">
                  <c:v>0.03473463512353694</c:v>
                </c:pt>
                <c:pt idx="20">
                  <c:v>0.16966147796580372</c:v>
                </c:pt>
              </c:numCache>
            </c:numRef>
          </c:val>
        </c:ser>
        <c:gapWidth val="20"/>
        <c:overlap val="100"/>
        <c:axId val="-2068027336"/>
        <c:axId val="-2113994440"/>
      </c:barChart>
      <c:catAx>
        <c:axId val="-2068027336"/>
        <c:scaling>
          <c:orientation val="minMax"/>
        </c:scaling>
        <c:delete val="0"/>
        <c:axPos val="b"/>
        <c:majorTickMark val="out"/>
        <c:minorTickMark val="none"/>
        <c:tickLblPos val="high"/>
        <c:crossAx val="-2113994440"/>
        <c:crosses val="autoZero"/>
        <c:auto val="1"/>
        <c:lblAlgn val="ctr"/>
        <c:lblOffset val="100"/>
        <c:noMultiLvlLbl val="0"/>
      </c:catAx>
      <c:valAx>
        <c:axId val="-2113994440"/>
        <c:scaling/>
        <c:delete val="0"/>
        <c:axPos val="l"/>
        <c:majorGridlines/>
        <c:title>
          <c:tx>
            <c:rich>
              <a:bodyPr/>
              <a:lstStyle/>
              <a:p>
                <a:pPr>
                  <a:defRPr sz="1000"/>
                </a:pPr>
                <a:r>
                  <a:t>Factors contribution to forecast, %</a:t>
                </a:r>
              </a:p>
            </c:rich>
          </c:tx>
          <c:layout/>
          <c:overlay val="0"/>
        </c:title>
        <c:majorTickMark val="out"/>
        <c:minorTickMark val="none"/>
        <c:tickLblPos val="nextTo"/>
        <c:crossAx val="-2068027336"/>
        <c:crosses val="autoZero"/>
      </c:valAx>
    </c:plotArea>
    <c:dispBlanksAs val="gap"/>
  </c:chart>
  <c:txPr>
    <a:bodyPr/>
    <a:lstStyle/>
    <a:p>
      <a:pPr>
        <a:defRPr sz="1000">
          <a:latin typeface="Calibri"/>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347033.63637542725</c:v>
                </c:pt>
                <c:pt idx="2">
                  <c:v>700262.0104117393</c:v>
                </c:pt>
                <c:pt idx="3">
                  <c:v>1059545.2179012299</c:v>
                </c:pt>
                <c:pt idx="4">
                  <c:v>1424724.250406742</c:v>
                </c:pt>
                <c:pt idx="5">
                  <c:v>1795620.9295315742</c:v>
                </c:pt>
                <c:pt idx="6">
                  <c:v>2172037.9815921783</c:v>
                </c:pt>
                <c:pt idx="7">
                  <c:v>2553759.259917736</c:v>
                </c:pt>
                <c:pt idx="8">
                  <c:v>2940550.1201429367</c:v>
                </c:pt>
                <c:pt idx="9">
                  <c:v>3332157.951930046</c:v>
                </c:pt>
                <c:pt idx="10">
                  <c:v>3728312.8682556152</c:v>
                </c:pt>
                <c:pt idx="11">
                  <c:v>4128728.551094055</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4128728.551094055</c:v>
                </c:pt>
                <c:pt idx="12">
                  <c:v>4533103.249784946</c:v>
                </c:pt>
                <c:pt idx="13">
                  <c:v>4941120.925917625</c:v>
                </c:pt>
                <c:pt idx="14">
                  <c:v>5352452.535979271</c:v>
                </c:pt>
                <c:pt idx="15">
                  <c:v>5766757.4406199455</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13245.023994922638</c:v>
                </c:pt>
                <c:pt idx="2">
                  <c:v>26500.424973487854</c:v>
                </c:pt>
                <c:pt idx="3">
                  <c:v>39766.14296388626</c:v>
                </c:pt>
                <c:pt idx="4">
                  <c:v>53042.117730140686</c:v>
                </c:pt>
                <c:pt idx="5">
                  <c:v>66328.28877973557</c:v>
                </c:pt>
                <c:pt idx="6">
                  <c:v>79624.59536552429</c:v>
                </c:pt>
                <c:pt idx="7">
                  <c:v>92930.97648382187</c:v>
                </c:pt>
                <c:pt idx="8">
                  <c:v>106247.3708782196</c:v>
                </c:pt>
                <c:pt idx="9">
                  <c:v>119573.71703910828</c:v>
                </c:pt>
                <c:pt idx="10">
                  <c:v>132909.9532084465</c:v>
                </c:pt>
                <c:pt idx="11">
                  <c:v>146256.0173740387</c:v>
                </c:pt>
                <c:pt idx="12">
                  <c:v>159611.847281456</c:v>
                </c:pt>
                <c:pt idx="13">
                  <c:v>172977.38042640686</c:v>
                </c:pt>
                <c:pt idx="14">
                  <c:v>186352.5540585518</c:v>
                </c:pt>
                <c:pt idx="15">
                  <c:v>199737.3051891327</c:v>
                </c:pt>
                <c:pt idx="16">
                  <c:v>213131.5705795288</c:v>
                </c:pt>
                <c:pt idx="17">
                  <c:v>226535.28675746918</c:v>
                </c:pt>
                <c:pt idx="18">
                  <c:v>239948.3900065422</c:v>
                </c:pt>
                <c:pt idx="19">
                  <c:v>253370.81637716293</c:v>
                </c:pt>
                <c:pt idx="20">
                  <c:v>266802.50167894363</c:v>
                </c:pt>
                <c:pt idx="21">
                  <c:v>280243.3814907074</c:v>
                </c:pt>
                <c:pt idx="22">
                  <c:v>293693.39115715027</c:v>
                </c:pt>
                <c:pt idx="23">
                  <c:v>307152.46579170227</c:v>
                </c:pt>
                <c:pt idx="24">
                  <c:v>320620.54027700424</c:v>
                </c:pt>
                <c:pt idx="25">
                  <c:v>334097.54926776886</c:v>
                </c:pt>
                <c:pt idx="26">
                  <c:v>347583.42719459534</c:v>
                </c:pt>
                <c:pt idx="27">
                  <c:v>361078.10826158524</c:v>
                </c:pt>
                <c:pt idx="28">
                  <c:v>374581.526447773</c:v>
                </c:pt>
                <c:pt idx="29">
                  <c:v>388093.6155138016</c:v>
                </c:pt>
                <c:pt idx="30">
                  <c:v>401614.3089981079</c:v>
                </c:pt>
                <c:pt idx="31">
                  <c:v>415143.54022312164</c:v>
                </c:pt>
                <c:pt idx="32">
                  <c:v>428681.2422938347</c:v>
                </c:pt>
                <c:pt idx="33">
                  <c:v>442227.3480987549</c:v>
                </c:pt>
                <c:pt idx="34">
                  <c:v>455781.7903175354</c:v>
                </c:pt>
                <c:pt idx="35">
                  <c:v>469344.5014157295</c:v>
                </c:pt>
                <c:pt idx="36">
                  <c:v>482915.413649559</c:v>
                </c:pt>
                <c:pt idx="37">
                  <c:v>496494.4590678215</c:v>
                </c:pt>
                <c:pt idx="38">
                  <c:v>510081.5695152283</c:v>
                </c:pt>
                <c:pt idx="39">
                  <c:v>523676.67663002014</c:v>
                </c:pt>
                <c:pt idx="40">
                  <c:v>537279.7118496895</c:v>
                </c:pt>
                <c:pt idx="41">
                  <c:v>550890.6064114571</c:v>
                </c:pt>
                <c:pt idx="42">
                  <c:v>564509.2913546562</c:v>
                </c:pt>
                <c:pt idx="43">
                  <c:v>578135.6975188255</c:v>
                </c:pt>
                <c:pt idx="44">
                  <c:v>591769.7555532455</c:v>
                </c:pt>
                <c:pt idx="45">
                  <c:v>605411.3959116936</c:v>
                </c:pt>
                <c:pt idx="46">
                  <c:v>619060.5488567352</c:v>
                </c:pt>
                <c:pt idx="47">
                  <c:v>632717.1444635391</c:v>
                </c:pt>
                <c:pt idx="48">
                  <c:v>646381.1126189232</c:v>
                </c:pt>
                <c:pt idx="49">
                  <c:v>660052.3830251694</c:v>
                </c:pt>
                <c:pt idx="50">
                  <c:v>673730.885201931</c:v>
                </c:pt>
                <c:pt idx="51">
                  <c:v>687416.5484867096</c:v>
                </c:pt>
                <c:pt idx="52">
                  <c:v>701109.3020372391</c:v>
                </c:pt>
                <c:pt idx="53">
                  <c:v>714809.0748357773</c:v>
                </c:pt>
                <c:pt idx="54">
                  <c:v>728515.7956881523</c:v>
                </c:pt>
                <c:pt idx="55">
                  <c:v>742229.3932271004</c:v>
                </c:pt>
                <c:pt idx="56">
                  <c:v>755949.7959151268</c:v>
                </c:pt>
                <c:pt idx="57">
                  <c:v>769676.9320435524</c:v>
                </c:pt>
                <c:pt idx="58">
                  <c:v>783410.7297387123</c:v>
                </c:pt>
                <c:pt idx="59">
                  <c:v>797151.1169610023</c:v>
                </c:pt>
                <c:pt idx="60">
                  <c:v>810898.0215072632</c:v>
                </c:pt>
                <c:pt idx="61">
                  <c:v>824651.3710131645</c:v>
                </c:pt>
                <c:pt idx="62">
                  <c:v>838411.0929589272</c:v>
                </c:pt>
                <c:pt idx="63">
                  <c:v>852177.1146640778</c:v>
                </c:pt>
                <c:pt idx="64">
                  <c:v>865949.3632941246</c:v>
                </c:pt>
                <c:pt idx="65">
                  <c:v>879727.7658643723</c:v>
                </c:pt>
                <c:pt idx="66">
                  <c:v>893512.2492389679</c:v>
                </c:pt>
                <c:pt idx="67">
                  <c:v>907302.740131855</c:v>
                </c:pt>
                <c:pt idx="68">
                  <c:v>921099.1651124954</c:v>
                </c:pt>
                <c:pt idx="69">
                  <c:v>934901.4506077766</c:v>
                </c:pt>
                <c:pt idx="70">
                  <c:v>948709.5229001045</c:v>
                </c:pt>
                <c:pt idx="71">
                  <c:v>962523.3081350327</c:v>
                </c:pt>
                <c:pt idx="72">
                  <c:v>976342.732319355</c:v>
                </c:pt>
                <c:pt idx="73">
                  <c:v>990167.7213230133</c:v>
                </c:pt>
                <c:pt idx="74">
                  <c:v>1003998.20088768</c:v>
                </c:pt>
                <c:pt idx="75">
                  <c:v>1017834.0966205597</c:v>
                </c:pt>
                <c:pt idx="76">
                  <c:v>1031675.3340010643</c:v>
                </c:pt>
                <c:pt idx="77">
                  <c:v>1045521.838382721</c:v>
                </c:pt>
                <c:pt idx="78">
                  <c:v>1059373.534995079</c:v>
                </c:pt>
                <c:pt idx="79">
                  <c:v>1073230.3489470482</c:v>
                </c:pt>
                <c:pt idx="80">
                  <c:v>1087092.2052249908</c:v>
                </c:pt>
                <c:pt idx="81">
                  <c:v>1100959.0287017822</c:v>
                </c:pt>
                <c:pt idx="82">
                  <c:v>1114830.744131565</c:v>
                </c:pt>
                <c:pt idx="83">
                  <c:v>1128707.276160717</c:v>
                </c:pt>
                <c:pt idx="84">
                  <c:v>1142588.549320221</c:v>
                </c:pt>
                <c:pt idx="85">
                  <c:v>1156474.4880356789</c:v>
                </c:pt>
                <c:pt idx="86">
                  <c:v>1170365.0166268349</c:v>
                </c:pt>
                <c:pt idx="87">
                  <c:v>1184260.059308529</c:v>
                </c:pt>
                <c:pt idx="88">
                  <c:v>1198159.5401964188</c:v>
                </c:pt>
                <c:pt idx="89">
                  <c:v>1212063.3833060265</c:v>
                </c:pt>
                <c:pt idx="90">
                  <c:v>1225971.5125555992</c:v>
                </c:pt>
                <c:pt idx="91">
                  <c:v>1239883.8517718315</c:v>
                </c:pt>
                <c:pt idx="92">
                  <c:v>1253800.3246879578</c:v>
                </c:pt>
                <c:pt idx="93">
                  <c:v>1267720.8549480438</c:v>
                </c:pt>
                <c:pt idx="94">
                  <c:v>1281645.3661079407</c:v>
                </c:pt>
                <c:pt idx="95">
                  <c:v>1295573.7816410065</c:v>
                </c:pt>
                <c:pt idx="96">
                  <c:v>1309506.0249371529</c:v>
                </c:pt>
                <c:pt idx="97">
                  <c:v>1323442.0193042755</c:v>
                </c:pt>
                <c:pt idx="98">
                  <c:v>1337381.6879758835</c:v>
                </c:pt>
                <c:pt idx="99">
                  <c:v>1351324.9541096687</c:v>
                </c:pt>
                <c:pt idx="100">
                  <c:v>1365271.7407884598</c:v>
                </c:pt>
                <c:pt idx="101">
                  <c:v>1379221.971025467</c:v>
                </c:pt>
                <c:pt idx="102">
                  <c:v>1393175.5677661896</c:v>
                </c:pt>
                <c:pt idx="103">
                  <c:v>1407132.4538903236</c:v>
                </c:pt>
                <c:pt idx="104">
                  <c:v>1421092.552216053</c:v>
                </c:pt>
                <c:pt idx="105">
                  <c:v>1435055.7854967117</c:v>
                </c:pt>
                <c:pt idx="106">
                  <c:v>1449022.0764307976</c:v>
                </c:pt>
                <c:pt idx="107">
                  <c:v>1462991.3476586342</c:v>
                </c:pt>
                <c:pt idx="108">
                  <c:v>1476963.521768093</c:v>
                </c:pt>
                <c:pt idx="109">
                  <c:v>1490938.5212950706</c:v>
                </c:pt>
                <c:pt idx="110">
                  <c:v>1504916.2687277794</c:v>
                </c:pt>
                <c:pt idx="111">
                  <c:v>1518896.6865062714</c:v>
                </c:pt>
                <c:pt idx="112">
                  <c:v>1532879.6970276833</c:v>
                </c:pt>
                <c:pt idx="113">
                  <c:v>1546865.222647667</c:v>
                </c:pt>
                <c:pt idx="114">
                  <c:v>1560853.1856837273</c:v>
                </c:pt>
                <c:pt idx="115">
                  <c:v>1574843.5084142685</c:v>
                </c:pt>
                <c:pt idx="116">
                  <c:v>1588836.1130857468</c:v>
                </c:pt>
                <c:pt idx="117">
                  <c:v>1602830.9219112396</c:v>
                </c:pt>
                <c:pt idx="118">
                  <c:v>1616827.857076645</c:v>
                </c:pt>
                <c:pt idx="119">
                  <c:v>1630826.8407378197</c:v>
                </c:pt>
                <c:pt idx="120">
                  <c:v>1644827.7950291634</c:v>
                </c:pt>
                <c:pt idx="121">
                  <c:v>1658830.6420607567</c:v>
                </c:pt>
                <c:pt idx="122">
                  <c:v>1672835.3039255142</c:v>
                </c:pt>
                <c:pt idx="123">
                  <c:v>1686841.7026958466</c:v>
                </c:pt>
                <c:pt idx="124">
                  <c:v>1700849.7604346275</c:v>
                </c:pt>
                <c:pt idx="125">
                  <c:v>1714859.3991856575</c:v>
                </c:pt>
                <c:pt idx="126">
                  <c:v>1728870.5409889221</c:v>
                </c:pt>
                <c:pt idx="127">
                  <c:v>1742883.1078739166</c:v>
                </c:pt>
                <c:pt idx="128">
                  <c:v>1756897.0218663216</c:v>
                </c:pt>
                <c:pt idx="129">
                  <c:v>1770912.2049894333</c:v>
                </c:pt>
                <c:pt idx="130">
                  <c:v>1784928.5792655945</c:v>
                </c:pt>
                <c:pt idx="131">
                  <c:v>1798946.0667200089</c:v>
                </c:pt>
                <c:pt idx="132">
                  <c:v>1812964.5893831253</c:v>
                </c:pt>
                <c:pt idx="133">
                  <c:v>1826984.0692939758</c:v>
                </c:pt>
                <c:pt idx="134">
                  <c:v>1841004.4284963608</c:v>
                </c:pt>
                <c:pt idx="135">
                  <c:v>1855025.5890522003</c:v>
                </c:pt>
                <c:pt idx="136">
                  <c:v>1869047.4730353355</c:v>
                </c:pt>
                <c:pt idx="137">
                  <c:v>1883070.0025348663</c:v>
                </c:pt>
                <c:pt idx="138">
                  <c:v>1897093.0996637344</c:v>
                </c:pt>
                <c:pt idx="139">
                  <c:v>1911116.6865534782</c:v>
                </c:pt>
                <c:pt idx="140">
                  <c:v>1925140.6853599548</c:v>
                </c:pt>
                <c:pt idx="141">
                  <c:v>1939165.0182666779</c:v>
                </c:pt>
                <c:pt idx="142">
                  <c:v>1953189.6074886322</c:v>
                </c:pt>
                <c:pt idx="143">
                  <c:v>1967214.3752655983</c:v>
                </c:pt>
                <c:pt idx="144">
                  <c:v>1981239.243879795</c:v>
                </c:pt>
                <c:pt idx="145">
                  <c:v>1995264.1356434822</c:v>
                </c:pt>
                <c:pt idx="146">
                  <c:v>2009288.9729104042</c:v>
                </c:pt>
                <c:pt idx="147">
                  <c:v>2023313.6780748367</c:v>
                </c:pt>
                <c:pt idx="148">
                  <c:v>2037338.1735768318</c:v>
                </c:pt>
                <c:pt idx="149">
                  <c:v>2051362.3818979263</c:v>
                </c:pt>
                <c:pt idx="150">
                  <c:v>2065386.225572586</c:v>
                </c:pt>
                <c:pt idx="151">
                  <c:v>2079409.6271834373</c:v>
                </c:pt>
                <c:pt idx="152">
                  <c:v>2093432.509367466</c:v>
                </c:pt>
                <c:pt idx="153">
                  <c:v>2107454.794816494</c:v>
                </c:pt>
                <c:pt idx="154">
                  <c:v>2121476.406279087</c:v>
                </c:pt>
                <c:pt idx="155">
                  <c:v>2135497.26656723</c:v>
                </c:pt>
                <c:pt idx="156">
                  <c:v>2149517.2985539436</c:v>
                </c:pt>
                <c:pt idx="157">
                  <c:v>2163536.4251761436</c:v>
                </c:pt>
                <c:pt idx="158">
                  <c:v>2177554.5694384575</c:v>
                </c:pt>
                <c:pt idx="159">
                  <c:v>2191571.654417515</c:v>
                </c:pt>
                <c:pt idx="160">
                  <c:v>2205587.6032590866</c:v>
                </c:pt>
                <c:pt idx="161">
                  <c:v>2219602.339184761</c:v>
                </c:pt>
                <c:pt idx="162">
                  <c:v>2233615.7854919434</c:v>
                </c:pt>
                <c:pt idx="163">
                  <c:v>2247627.865559101</c:v>
                </c:pt>
                <c:pt idx="164">
                  <c:v>2261638.50284338</c:v>
                </c:pt>
                <c:pt idx="165">
                  <c:v>2275647.6208868027</c:v>
                </c:pt>
                <c:pt idx="166">
                  <c:v>2289655.1433176994</c:v>
                </c:pt>
                <c:pt idx="167">
                  <c:v>2303660.9938516617</c:v>
                </c:pt>
                <c:pt idx="168">
                  <c:v>2317665.0962953568</c:v>
                </c:pt>
                <c:pt idx="169">
                  <c:v>2331667.374549389</c:v>
                </c:pt>
                <c:pt idx="170">
                  <c:v>2345667.752605915</c:v>
                </c:pt>
                <c:pt idx="171">
                  <c:v>2359666.1545591354</c:v>
                </c:pt>
                <c:pt idx="172">
                  <c:v>2373662.50459671</c:v>
                </c:pt>
                <c:pt idx="173">
                  <c:v>2387656.727016449</c:v>
                </c:pt>
                <c:pt idx="174">
                  <c:v>2401648.7462124825</c:v>
                </c:pt>
                <c:pt idx="175">
                  <c:v>2415638.4866900444</c:v>
                </c:pt>
                <c:pt idx="176">
                  <c:v>2429625.8730592728</c:v>
                </c:pt>
                <c:pt idx="177">
                  <c:v>2443610.8300442696</c:v>
                </c:pt>
                <c:pt idx="178">
                  <c:v>2457593.282479763</c:v>
                </c:pt>
                <c:pt idx="179">
                  <c:v>2471573.1553177834</c:v>
                </c:pt>
                <c:pt idx="180">
                  <c:v>2485550.3736257553</c:v>
                </c:pt>
                <c:pt idx="181">
                  <c:v>2499524.86259079</c:v>
                </c:pt>
                <c:pt idx="182">
                  <c:v>2513496.547522545</c:v>
                </c:pt>
                <c:pt idx="183">
                  <c:v>2527465.3538541794</c:v>
                </c:pt>
                <c:pt idx="184">
                  <c:v>2541431.207145214</c:v>
                </c:pt>
                <c:pt idx="185">
                  <c:v>2555394.0330820084</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2555394.0330820084</c:v>
                </c:pt>
                <c:pt idx="186">
                  <c:v>2569353.757481575</c:v>
                </c:pt>
                <c:pt idx="187">
                  <c:v>2583310.306294441</c:v>
                </c:pt>
                <c:pt idx="188">
                  <c:v>2597263.6056041718</c:v>
                </c:pt>
                <c:pt idx="189">
                  <c:v>2611213.5816321373</c:v>
                </c:pt>
                <c:pt idx="190">
                  <c:v>2625160.1607375145</c:v>
                </c:pt>
                <c:pt idx="191">
                  <c:v>2639103.2694191933</c:v>
                </c:pt>
                <c:pt idx="192">
                  <c:v>2653042.834321499</c:v>
                </c:pt>
                <c:pt idx="193">
                  <c:v>2666978.7822322845</c:v>
                </c:pt>
                <c:pt idx="194">
                  <c:v>2680911.040084362</c:v>
                </c:pt>
                <c:pt idx="195">
                  <c:v>2694839.534963131</c:v>
                </c:pt>
                <c:pt idx="196">
                  <c:v>2708764.1941022873</c:v>
                </c:pt>
                <c:pt idx="197">
                  <c:v>2722684.9448895454</c:v>
                </c:pt>
                <c:pt idx="198">
                  <c:v>2736601.714867592</c:v>
                </c:pt>
                <c:pt idx="199">
                  <c:v>2750514.4317355156</c:v>
                </c:pt>
                <c:pt idx="200">
                  <c:v>2764423.0233511925</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6574724.796220779</c:v>
                </c:pt>
                <c:pt idx="2">
                  <c:v>14197137.88856697</c:v>
                </c:pt>
                <c:pt idx="3">
                  <c:v>22888600.336461067</c:v>
                </c:pt>
                <c:pt idx="4">
                  <c:v>32597301.81628418</c:v>
                </c:pt>
                <c:pt idx="5">
                  <c:v>43184784.485085964</c:v>
                </c:pt>
                <c:pt idx="6">
                  <c:v>54428586.89121723</c:v>
                </c:pt>
                <c:pt idx="7">
                  <c:v>66044743.59477615</c:v>
                </c:pt>
                <c:pt idx="8">
                  <c:v>77725904.91399908</c:v>
                </c:pt>
                <c:pt idx="9">
                  <c:v>89183663.67275</c:v>
                </c:pt>
                <c:pt idx="10">
                  <c:v>100182238.02529907</c:v>
                </c:pt>
                <c:pt idx="11">
                  <c:v>110555717.6124382</c:v>
                </c:pt>
                <c:pt idx="12">
                  <c:v>120208659.17812204</c:v>
                </c:pt>
                <c:pt idx="13">
                  <c:v>129105205.87238312</c:v>
                </c:pt>
                <c:pt idx="14">
                  <c:v>137253288.16991043</c:v>
                </c:pt>
                <c:pt idx="15">
                  <c:v>144688970.8277254</c:v>
                </c:pt>
                <c:pt idx="16">
                  <c:v>151463638.8019042</c:v>
                </c:pt>
                <c:pt idx="17">
                  <c:v>157634787.71507597</c:v>
                </c:pt>
                <c:pt idx="18">
                  <c:v>163260087.3642664</c:v>
                </c:pt>
                <c:pt idx="19">
                  <c:v>168393968.75428963</c:v>
                </c:pt>
                <c:pt idx="20">
                  <c:v>173085959.67711735</c:v>
                </c:pt>
                <c:pt idx="21">
                  <c:v>177380133.23427486</c:v>
                </c:pt>
                <c:pt idx="22">
                  <c:v>181315207.75869226</c:v>
                </c:pt>
                <c:pt idx="23">
                  <c:v>184924988.69180012</c:v>
                </c:pt>
                <c:pt idx="24">
                  <c:v>188238957.45154715</c:v>
                </c:pt>
                <c:pt idx="25">
                  <c:v>191282891.52468443</c:v>
                </c:pt>
                <c:pt idx="26">
                  <c:v>194079451.84710836</c:v>
                </c:pt>
                <c:pt idx="27">
                  <c:v>196648706.06024122</c:v>
                </c:pt>
                <c:pt idx="28">
                  <c:v>199008575.87335253</c:v>
                </c:pt>
                <c:pt idx="29">
                  <c:v>201175208.10834455</c:v>
                </c:pt>
                <c:pt idx="30">
                  <c:v>203163275.13912535</c:v>
                </c:pt>
                <c:pt idx="31">
                  <c:v>204986213.36499643</c:v>
                </c:pt>
                <c:pt idx="32">
                  <c:v>206656409.35174227</c:v>
                </c:pt>
                <c:pt idx="33">
                  <c:v>208185343.13941288</c:v>
                </c:pt>
                <c:pt idx="34">
                  <c:v>209583697.45714092</c:v>
                </c:pt>
                <c:pt idx="35">
                  <c:v>210861440.51944113</c:v>
                </c:pt>
                <c:pt idx="36">
                  <c:v>212027888.90278292</c:v>
                </c:pt>
                <c:pt idx="37">
                  <c:v>213091755.83697748</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213091755.83697748</c:v>
                </c:pt>
                <c:pt idx="38">
                  <c:v>214061189.16455173</c:v>
                </c:pt>
                <c:pt idx="39">
                  <c:v>214943802.2612157</c:v>
                </c:pt>
                <c:pt idx="40">
                  <c:v>215746700.38847303</c:v>
                </c:pt>
                <c:pt idx="41">
                  <c:v>216476504.26714563</c:v>
                </c:pt>
                <c:pt idx="42">
                  <c:v>217139372.11102962</c:v>
                </c:pt>
                <c:pt idx="43">
                  <c:v>217741020.92991877</c:v>
                </c:pt>
                <c:pt idx="44">
                  <c:v>218286747.5853858</c:v>
                </c:pt>
                <c:pt idx="45">
                  <c:v>218781449.84422398</c:v>
                </c:pt>
                <c:pt idx="46">
                  <c:v>219229647.50729275</c:v>
                </c:pt>
                <c:pt idx="47">
                  <c:v>219635503.58084583</c:v>
                </c:pt>
                <c:pt idx="48">
                  <c:v>220002845.39000893</c:v>
                </c:pt>
                <c:pt idx="49">
                  <c:v>220335185.49901915</c:v>
                </c:pt>
                <c:pt idx="50">
                  <c:v>220635742.29074478</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35543152.74579573</c:v>
                </c:pt>
                <c:pt idx="2">
                  <c:v>74173393.49005032</c:v>
                </c:pt>
                <c:pt idx="3">
                  <c:v>115854773.02255058</c:v>
                </c:pt>
                <c:pt idx="4">
                  <c:v>160458555.15739965</c:v>
                </c:pt>
                <c:pt idx="5">
                  <c:v>207754449.2639513</c:v>
                </c:pt>
                <c:pt idx="6">
                  <c:v>257409491.01442385</c:v>
                </c:pt>
                <c:pt idx="7">
                  <c:v>308996275.56462765</c:v>
                </c:pt>
                <c:pt idx="8">
                  <c:v>362010838.6991987</c:v>
                </c:pt>
                <c:pt idx="9">
                  <c:v>415898722.81655407</c:v>
                </c:pt>
                <c:pt idx="10">
                  <c:v>470086136.8679781</c:v>
                </c:pt>
                <c:pt idx="11">
                  <c:v>524012127.64581585</c:v>
                </c:pt>
                <c:pt idx="12">
                  <c:v>577157632.752737</c:v>
                </c:pt>
                <c:pt idx="13">
                  <c:v>629068157.4897833</c:v>
                </c:pt>
                <c:pt idx="14">
                  <c:v>679368276.1421833</c:v>
                </c:pt>
                <c:pt idx="15">
                  <c:v>727767730.9351454</c:v>
                </c:pt>
                <c:pt idx="16">
                  <c:v>774060179.3462534</c:v>
                </c:pt>
                <c:pt idx="17">
                  <c:v>818116402.4826393</c:v>
                </c:pt>
                <c:pt idx="18">
                  <c:v>859874019.6717892</c:v>
                </c:pt>
                <c:pt idx="19">
                  <c:v>899325583.0792732</c:v>
                </c:pt>
                <c:pt idx="20">
                  <c:v>936506527.3578787</c:v>
                </c:pt>
                <c:pt idx="21">
                  <c:v>971483981.0718899</c:v>
                </c:pt>
                <c:pt idx="22">
                  <c:v>1004347016.0401154</c:v>
                </c:pt>
                <c:pt idx="23">
                  <c:v>1035198571.2416506</c:v>
                </c:pt>
                <c:pt idx="24">
                  <c:v>1064149052.3119516</c:v>
                </c:pt>
                <c:pt idx="25">
                  <c:v>1091311464.815606</c:v>
                </c:pt>
                <c:pt idx="26">
                  <c:v>1116797868.268056</c:v>
                </c:pt>
                <c:pt idx="27">
                  <c:v>1140716916.0005398</c:v>
                </c:pt>
                <c:pt idx="28">
                  <c:v>1163172254.4570541</c:v>
                </c:pt>
                <c:pt idx="29">
                  <c:v>1184261580.200674</c:v>
                </c:pt>
                <c:pt idx="30">
                  <c:v>1204076184.1985254</c:v>
                </c:pt>
                <c:pt idx="31">
                  <c:v>1222700844.9535275</c:v>
                </c:pt>
                <c:pt idx="32">
                  <c:v>1240213961.5266333</c:v>
                </c:pt>
                <c:pt idx="33">
                  <c:v>1256687842.9794226</c:v>
                </c:pt>
                <c:pt idx="34">
                  <c:v>1272189091.873784</c:v>
                </c:pt>
                <c:pt idx="35">
                  <c:v>1286779036.3978662</c:v>
                </c:pt>
                <c:pt idx="36">
                  <c:v>1300514178.9350119</c:v>
                </c:pt>
                <c:pt idx="37">
                  <c:v>1313446639.0412378</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1313446639.0412378</c:v>
                </c:pt>
                <c:pt idx="38">
                  <c:v>1325624576.4260626</c:v>
                </c:pt>
                <c:pt idx="39">
                  <c:v>1337092585.1617956</c:v>
                </c:pt>
                <c:pt idx="40">
                  <c:v>1347892054.4213467</c:v>
                </c:pt>
                <c:pt idx="41">
                  <c:v>1358061493.927514</c:v>
                </c:pt>
                <c:pt idx="42">
                  <c:v>1367636824.2792263</c:v>
                </c:pt>
                <c:pt idx="43">
                  <c:v>1376651633.6302032</c:v>
                </c:pt>
                <c:pt idx="44">
                  <c:v>1385137403.010785</c:v>
                </c:pt>
                <c:pt idx="45">
                  <c:v>1393123703.0392294</c:v>
                </c:pt>
                <c:pt idx="46">
                  <c:v>1400638364.968299</c:v>
                </c:pt>
                <c:pt idx="47">
                  <c:v>1407707629.0335388</c:v>
                </c:pt>
                <c:pt idx="48">
                  <c:v>1414356272.969861</c:v>
                </c:pt>
                <c:pt idx="49">
                  <c:v>1420607723.3855572</c:v>
                </c:pt>
                <c:pt idx="50">
                  <c:v>1426484152.4597673</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30114578.044662</c:v>
                </c:pt>
                <c:pt idx="2">
                  <c:v>61298344.31436062</c:v>
                </c:pt>
                <c:pt idx="3">
                  <c:v>92948225.81576967</c:v>
                </c:pt>
                <c:pt idx="4">
                  <c:v>124430156.28138113</c:v>
                </c:pt>
                <c:pt idx="5">
                  <c:v>155143777.38803387</c:v>
                </c:pt>
                <c:pt idx="6">
                  <c:v>184578004.511858</c:v>
                </c:pt>
                <c:pt idx="7">
                  <c:v>212346388.6404667</c:v>
                </c:pt>
                <c:pt idx="8">
                  <c:v>238198612.6664033</c:v>
                </c:pt>
                <c:pt idx="9">
                  <c:v>262011540.48318052</c:v>
                </c:pt>
                <c:pt idx="10">
                  <c:v>283767218.0869055</c:v>
                </c:pt>
                <c:pt idx="11">
                  <c:v>303525665.12835073</c:v>
                </c:pt>
                <c:pt idx="12">
                  <c:v>321398432.9689388</c:v>
                </c:pt>
                <c:pt idx="13">
                  <c:v>337526337.83852816</c:v>
                </c:pt>
                <c:pt idx="14">
                  <c:v>352062586.75614214</c:v>
                </c:pt>
                <c:pt idx="15">
                  <c:v>365161100.7842088</c:v>
                </c:pt>
                <c:pt idx="16">
                  <c:v>376969153.3921995</c:v>
                </c:pt>
                <c:pt idx="17">
                  <c:v>387623254.12534046</c:v>
                </c:pt>
                <c:pt idx="18">
                  <c:v>397247291.3346982</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397247291.3346982</c:v>
                </c:pt>
                <c:pt idx="19">
                  <c:v>405952139.9442611</c:v>
                </c:pt>
                <c:pt idx="20">
                  <c:v>413836148.0242362</c:v>
                </c:pt>
                <c:pt idx="21">
                  <c:v>420986096.5597224</c:v>
                </c:pt>
                <c:pt idx="22">
                  <c:v>427478367.13098</c:v>
                </c:pt>
                <c:pt idx="23">
                  <c:v>433380153.6770458</c:v>
                </c:pt>
                <c:pt idx="24">
                  <c:v>438750624.0654812</c:v>
                </c:pt>
                <c:pt idx="25">
                  <c:v>443641982.77495384</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1323296.6686267853</c:v>
                </c:pt>
                <c:pt idx="2">
                  <c:v>2692100.5712862015</c:v>
                </c:pt>
                <c:pt idx="3">
                  <c:v>4106526.9643821716</c:v>
                </c:pt>
                <c:pt idx="4">
                  <c:v>5566506.425261021</c:v>
                </c:pt>
                <c:pt idx="5">
                  <c:v>7071770.729115963</c:v>
                </c:pt>
                <c:pt idx="6">
                  <c:v>8621840.010067463</c:v>
                </c:pt>
                <c:pt idx="7">
                  <c:v>10216011.59960699</c:v>
                </c:pt>
                <c:pt idx="8">
                  <c:v>11853350.939085484</c:v>
                </c:pt>
                <c:pt idx="9">
                  <c:v>13532684.95259571</c:v>
                </c:pt>
                <c:pt idx="10">
                  <c:v>15252598.240680218</c:v>
                </c:pt>
                <c:pt idx="11">
                  <c:v>17011432.413057327</c:v>
                </c:pt>
                <c:pt idx="12">
                  <c:v>18807288.81960106</c:v>
                </c:pt>
                <c:pt idx="13">
                  <c:v>20638034.864031315</c:v>
                </c:pt>
                <c:pt idx="14">
                  <c:v>22501313.99605131</c:v>
                </c:pt>
                <c:pt idx="15">
                  <c:v>24394559.377719402</c:v>
                </c:pt>
                <c:pt idx="16">
                  <c:v>26315011.112734795</c:v>
                </c:pt>
                <c:pt idx="17">
                  <c:v>28259736.817479134</c:v>
                </c:pt>
                <c:pt idx="18">
                  <c:v>30225655.20544052</c:v>
                </c:pt>
                <c:pt idx="19">
                  <c:v>32209562.25733471</c:v>
                </c:pt>
                <c:pt idx="20">
                  <c:v>34208159.46295977</c:v>
                </c:pt>
                <c:pt idx="21">
                  <c:v>36218083.552398205</c:v>
                </c:pt>
                <c:pt idx="22">
                  <c:v>38235937.08699894</c:v>
                </c:pt>
                <c:pt idx="23">
                  <c:v>40258319.25734377</c:v>
                </c:pt>
                <c:pt idx="24">
                  <c:v>42281856.23709297</c:v>
                </c:pt>
                <c:pt idx="25">
                  <c:v>44303230.46767759</c:v>
                </c:pt>
                <c:pt idx="26">
                  <c:v>46319208.29763222</c:v>
                </c:pt>
                <c:pt idx="27">
                  <c:v>48326665.46856451</c:v>
                </c:pt>
                <c:pt idx="28">
                  <c:v>50322610.02349281</c:v>
                </c:pt>
                <c:pt idx="29">
                  <c:v>52304202.30763626</c:v>
                </c:pt>
                <c:pt idx="30">
                  <c:v>54268771.8317337</c:v>
                </c:pt>
                <c:pt idx="31">
                  <c:v>56213830.86880112</c:v>
                </c:pt>
                <c:pt idx="32">
                  <c:v>58137084.752155304</c:v>
                </c:pt>
                <c:pt idx="33">
                  <c:v>60036438.931817055</c:v>
                </c:pt>
                <c:pt idx="34">
                  <c:v>61910002.92504597</c:v>
                </c:pt>
                <c:pt idx="35">
                  <c:v>63756091.36246443</c:v>
                </c:pt>
                <c:pt idx="36">
                  <c:v>65573222.38299322</c:v>
                </c:pt>
                <c:pt idx="37">
                  <c:v>67360113.66822958</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67360113.66822958</c:v>
                </c:pt>
                <c:pt idx="38">
                  <c:v>69115676.43042183</c:v>
                </c:pt>
                <c:pt idx="39">
                  <c:v>70839007.67885017</c:v>
                </c:pt>
                <c:pt idx="40">
                  <c:v>72529381.08878279</c:v>
                </c:pt>
                <c:pt idx="41">
                  <c:v>74186236.78690577</c:v>
                </c:pt>
                <c:pt idx="42">
                  <c:v>75809170.34927082</c:v>
                </c:pt>
                <c:pt idx="43">
                  <c:v>77397921.28412199</c:v>
                </c:pt>
                <c:pt idx="44">
                  <c:v>78952361.2444439</c:v>
                </c:pt>
                <c:pt idx="45">
                  <c:v>80472482.18520927</c:v>
                </c:pt>
                <c:pt idx="46">
                  <c:v>81958384.64959908</c:v>
                </c:pt>
                <c:pt idx="47">
                  <c:v>83410266.33807659</c:v>
                </c:pt>
                <c:pt idx="48">
                  <c:v>84828411.08506107</c:v>
                </c:pt>
                <c:pt idx="49">
                  <c:v>86213178.3407011</c:v>
                </c:pt>
                <c:pt idx="50">
                  <c:v>87564993.23045492</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2565292.29833889</c:v>
                </c:pt>
                <c:pt idx="2">
                  <c:v>5243952.308701992</c:v>
                </c:pt>
                <c:pt idx="3">
                  <c:v>8035863.412351131</c:v>
                </c:pt>
                <c:pt idx="4">
                  <c:v>10940067.1013937</c:v>
                </c:pt>
                <c:pt idx="5">
                  <c:v>13954692.817798138</c:v>
                </c:pt>
                <c:pt idx="6">
                  <c:v>17076900.69474268</c:v>
                </c:pt>
                <c:pt idx="7">
                  <c:v>20302840.914304733</c:v>
                </c:pt>
                <c:pt idx="8">
                  <c:v>23627633.15952587</c:v>
                </c:pt>
                <c:pt idx="9">
                  <c:v>27045369.142879963</c:v>
                </c:pt>
                <c:pt idx="10">
                  <c:v>30549140.43184662</c:v>
                </c:pt>
                <c:pt idx="11">
                  <c:v>34131092.78607035</c:v>
                </c:pt>
                <c:pt idx="12">
                  <c:v>37782507.01878548</c:v>
                </c:pt>
                <c:pt idx="13">
                  <c:v>41493905.07376337</c:v>
                </c:pt>
                <c:pt idx="14">
                  <c:v>45255178.666139126</c:v>
                </c:pt>
                <c:pt idx="15">
                  <c:v>49055736.580942154</c:v>
                </c:pt>
                <c:pt idx="16">
                  <c:v>52884665.66663551</c:v>
                </c:pt>
                <c:pt idx="17">
                  <c:v>56730899.79803848</c:v>
                </c:pt>
                <c:pt idx="18">
                  <c:v>60583390.68273449</c:v>
                </c:pt>
                <c:pt idx="19">
                  <c:v>64431274.38095665</c:v>
                </c:pt>
                <c:pt idx="20">
                  <c:v>68264027.79455662</c:v>
                </c:pt>
                <c:pt idx="21">
                  <c:v>72071610.11150551</c:v>
                </c:pt>
                <c:pt idx="22">
                  <c:v>75844585.19233465</c:v>
                </c:pt>
                <c:pt idx="23">
                  <c:v>79574222.05756855</c:v>
                </c:pt>
                <c:pt idx="24">
                  <c:v>83252571.87590742</c:v>
                </c:pt>
                <c:pt idx="25">
                  <c:v>86872521.06218863</c:v>
                </c:pt>
                <c:pt idx="26">
                  <c:v>90427821.1869874</c:v>
                </c:pt>
                <c:pt idx="27">
                  <c:v>93913097.31367588</c:v>
                </c:pt>
                <c:pt idx="28">
                  <c:v>97323837.07600307</c:v>
                </c:pt>
                <c:pt idx="29">
                  <c:v>100656363.27696896</c:v>
                </c:pt>
                <c:pt idx="30">
                  <c:v>103907793.0361166</c:v>
                </c:pt>
                <c:pt idx="31">
                  <c:v>107075986.56185293</c:v>
                </c:pt>
                <c:pt idx="32">
                  <c:v>110159488.51280212</c:v>
                </c:pt>
                <c:pt idx="33">
                  <c:v>113157464.6772728</c:v>
                </c:pt>
                <c:pt idx="34">
                  <c:v>116069636.38223314</c:v>
                </c:pt>
                <c:pt idx="35">
                  <c:v>118896214.6794939</c:v>
                </c:pt>
                <c:pt idx="36">
                  <c:v>121637835.9776187</c:v>
                </c:pt>
                <c:pt idx="37">
                  <c:v>124295500.4179411</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124295500.4179411</c:v>
                </c:pt>
                <c:pt idx="38">
                  <c:v>126870513.9492569</c:v>
                </c:pt>
                <c:pt idx="39">
                  <c:v>129364434.74965477</c:v>
                </c:pt>
                <c:pt idx="40">
                  <c:v>131779024.38148403</c:v>
                </c:pt>
                <c:pt idx="41">
                  <c:v>134116203.8483057</c:v>
                </c:pt>
                <c:pt idx="42">
                  <c:v>136378014.54966354</c:v>
                </c:pt>
                <c:pt idx="43">
                  <c:v>138566583.99701786</c:v>
                </c:pt>
                <c:pt idx="44">
                  <c:v>140684096.05763197</c:v>
                </c:pt>
                <c:pt idx="45">
                  <c:v>142732765.42737675</c:v>
                </c:pt>
                <c:pt idx="46">
                  <c:v>144714815.99287415</c:v>
                </c:pt>
                <c:pt idx="47">
                  <c:v>146632462.72325373</c:v>
                </c:pt>
                <c:pt idx="48">
                  <c:v>148487896.7272997</c:v>
                </c:pt>
                <c:pt idx="49">
                  <c:v>150283273.1191206</c:v>
                </c:pt>
                <c:pt idx="50">
                  <c:v>152020701.35107946</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19308652.622015953</c:v>
                </c:pt>
                <c:pt idx="2">
                  <c:v>40284313.61532259</c:v>
                </c:pt>
                <c:pt idx="3">
                  <c:v>62776829.55273247</c:v>
                </c:pt>
                <c:pt idx="4">
                  <c:v>86550160.3411851</c:v>
                </c:pt>
                <c:pt idx="5">
                  <c:v>111290538.03590918</c:v>
                </c:pt>
                <c:pt idx="6">
                  <c:v>136626260.92494392</c:v>
                </c:pt>
                <c:pt idx="7">
                  <c:v>162156665.9317217</c:v>
                </c:pt>
                <c:pt idx="8">
                  <c:v>187485174.55988026</c:v>
                </c:pt>
                <c:pt idx="9">
                  <c:v>212250198.14958334</c:v>
                </c:pt>
                <c:pt idx="10">
                  <c:v>236148596.3403678</c:v>
                </c:pt>
                <c:pt idx="11">
                  <c:v>258948808.50250006</c:v>
                </c:pt>
                <c:pt idx="12">
                  <c:v>280493598.2462735</c:v>
                </c:pt>
                <c:pt idx="13">
                  <c:v>300694507.6838317</c:v>
                </c:pt>
                <c:pt idx="14">
                  <c:v>319521110.4745965</c:v>
                </c:pt>
                <c:pt idx="15">
                  <c:v>336988080.8791938</c:v>
                </c:pt>
                <c:pt idx="16">
                  <c:v>353142388.352016</c:v>
                </c:pt>
                <c:pt idx="17">
                  <c:v>368052032.4732642</c:v>
                </c:pt>
                <c:pt idx="18">
                  <c:v>381796949.350893</c:v>
                </c:pt>
                <c:pt idx="19">
                  <c:v>394462170.94315004</c:v>
                </c:pt>
                <c:pt idx="20">
                  <c:v>406133004.19491196</c:v>
                </c:pt>
                <c:pt idx="21">
                  <c:v>416891862.1978178</c:v>
                </c:pt>
                <c:pt idx="22">
                  <c:v>426816359.0610862</c:v>
                </c:pt>
                <c:pt idx="23">
                  <c:v>435978319.83166504</c:v>
                </c:pt>
                <c:pt idx="24">
                  <c:v>444443420.2020931</c:v>
                </c:pt>
                <c:pt idx="25">
                  <c:v>452271236.8694563</c:v>
                </c:pt>
                <c:pt idx="26">
                  <c:v>459515548.08446217</c:v>
                </c:pt>
                <c:pt idx="27">
                  <c:v>466224771.57190037</c:v>
                </c:pt>
                <c:pt idx="28">
                  <c:v>472442463.51951694</c:v>
                </c:pt>
                <c:pt idx="29">
                  <c:v>478207829.1755295</c:v>
                </c:pt>
                <c:pt idx="30">
                  <c:v>483556214.6816883</c:v>
                </c:pt>
                <c:pt idx="31">
                  <c:v>488519562.9466505</c:v>
                </c:pt>
                <c:pt idx="32">
                  <c:v>493126825.2000723</c:v>
                </c:pt>
                <c:pt idx="33">
                  <c:v>497404325.5983715</c:v>
                </c:pt>
                <c:pt idx="34">
                  <c:v>501376079.8127794</c:v>
                </c:pt>
                <c:pt idx="35">
                  <c:v>505064070.60376453</c:v>
                </c:pt>
                <c:pt idx="36">
                  <c:v>508488484.4632149</c:v>
                </c:pt>
                <c:pt idx="37">
                  <c:v>511667913.8325558</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511667913.8325558</c:v>
                </c:pt>
                <c:pt idx="38">
                  <c:v>514619529.4204273</c:v>
                </c:pt>
                <c:pt idx="39">
                  <c:v>517359226.9120426</c:v>
                </c:pt>
                <c:pt idx="40">
                  <c:v>519901751.99418736</c:v>
                </c:pt>
                <c:pt idx="41">
                  <c:v>522260807.1882582</c:v>
                </c:pt>
                <c:pt idx="42">
                  <c:v>524449143.53612995</c:v>
                </c:pt>
                <c:pt idx="43">
                  <c:v>526478639.74928474</c:v>
                </c:pt>
                <c:pt idx="44">
                  <c:v>528360371.02789974</c:v>
                </c:pt>
                <c:pt idx="45">
                  <c:v>530104669.3924732</c:v>
                </c:pt>
                <c:pt idx="46">
                  <c:v>531721177.04961586</c:v>
                </c:pt>
                <c:pt idx="47">
                  <c:v>533218894.03613377</c:v>
                </c:pt>
                <c:pt idx="48">
                  <c:v>534606221.14914036</c:v>
                </c:pt>
                <c:pt idx="49">
                  <c:v>535890998.97155666</c:v>
                </c:pt>
                <c:pt idx="50">
                  <c:v>537080543.6378784</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196759.70228481293</c:v>
                </c:pt>
                <c:pt idx="2">
                  <c:v>393584.6367306709</c:v>
                </c:pt>
                <c:pt idx="3">
                  <c:v>590474.7093162537</c:v>
                </c:pt>
                <c:pt idx="4">
                  <c:v>787429.8258481026</c:v>
                </c:pt>
                <c:pt idx="5">
                  <c:v>984449.8919558525</c:v>
                </c:pt>
                <c:pt idx="6">
                  <c:v>1181534.8130965233</c:v>
                </c:pt>
                <c:pt idx="7">
                  <c:v>1378684.494553566</c:v>
                </c:pt>
                <c:pt idx="8">
                  <c:v>1575898.841433525</c:v>
                </c:pt>
                <c:pt idx="9">
                  <c:v>1773177.758676052</c:v>
                </c:pt>
                <c:pt idx="10">
                  <c:v>1970521.1510429382</c:v>
                </c:pt>
                <c:pt idx="11">
                  <c:v>2167928.923122406</c:v>
                </c:pt>
                <c:pt idx="12">
                  <c:v>2365400.9793310165</c:v>
                </c:pt>
                <c:pt idx="13">
                  <c:v>2562937.223916054</c:v>
                </c:pt>
                <c:pt idx="14">
                  <c:v>2760537.5609464645</c:v>
                </c:pt>
                <c:pt idx="15">
                  <c:v>2958201.8943223953</c:v>
                </c:pt>
                <c:pt idx="16">
                  <c:v>3155930.1277713776</c:v>
                </c:pt>
                <c:pt idx="17">
                  <c:v>3353722.164847851</c:v>
                </c:pt>
                <c:pt idx="18">
                  <c:v>3551577.9089360237</c:v>
                </c:pt>
                <c:pt idx="19">
                  <c:v>3749497.2632465363</c:v>
                </c:pt>
                <c:pt idx="20">
                  <c:v>3947480.1308202744</c:v>
                </c:pt>
                <c:pt idx="21">
                  <c:v>4145526.4145269394</c:v>
                </c:pt>
                <c:pt idx="22">
                  <c:v>4343636.017063141</c:v>
                </c:pt>
                <c:pt idx="23">
                  <c:v>4541808.840958595</c:v>
                </c:pt>
                <c:pt idx="24">
                  <c:v>4740044.788567543</c:v>
                </c:pt>
                <c:pt idx="25">
                  <c:v>4938343.762075901</c:v>
                </c:pt>
                <c:pt idx="26">
                  <c:v>5136705.6635017395</c:v>
                </c:pt>
                <c:pt idx="27">
                  <c:v>5335130.394688606</c:v>
                </c:pt>
                <c:pt idx="28">
                  <c:v>5533617.857313156</c:v>
                </c:pt>
                <c:pt idx="29">
                  <c:v>5732167.952879429</c:v>
                </c:pt>
                <c:pt idx="30">
                  <c:v>5930780.582727909</c:v>
                </c:pt>
                <c:pt idx="31">
                  <c:v>6129455.648021698</c:v>
                </c:pt>
                <c:pt idx="32">
                  <c:v>6328193.0497608185</c:v>
                </c:pt>
                <c:pt idx="33">
                  <c:v>6526992.688773632</c:v>
                </c:pt>
                <c:pt idx="34">
                  <c:v>6725854.465721607</c:v>
                </c:pt>
                <c:pt idx="35">
                  <c:v>6924778.281095505</c:v>
                </c:pt>
                <c:pt idx="36">
                  <c:v>7123764.035218716</c:v>
                </c:pt>
                <c:pt idx="37">
                  <c:v>7322811.628248215</c:v>
                </c:pt>
                <c:pt idx="38">
                  <c:v>7521920.960168362</c:v>
                </c:pt>
                <c:pt idx="39">
                  <c:v>7721091.930802345</c:v>
                </c:pt>
                <c:pt idx="40">
                  <c:v>7920324.439800739</c:v>
                </c:pt>
                <c:pt idx="41">
                  <c:v>8119618.386648655</c:v>
                </c:pt>
                <c:pt idx="42">
                  <c:v>8318973.670663834</c:v>
                </c:pt>
                <c:pt idx="43">
                  <c:v>8518390.19099617</c:v>
                </c:pt>
                <c:pt idx="44">
                  <c:v>8717867.846632957</c:v>
                </c:pt>
                <c:pt idx="45">
                  <c:v>8917406.53638935</c:v>
                </c:pt>
                <c:pt idx="46">
                  <c:v>9117006.158917904</c:v>
                </c:pt>
                <c:pt idx="47">
                  <c:v>9316666.6127038</c:v>
                </c:pt>
                <c:pt idx="48">
                  <c:v>9516387.796067238</c:v>
                </c:pt>
                <c:pt idx="49">
                  <c:v>9716169.607161522</c:v>
                </c:pt>
                <c:pt idx="50">
                  <c:v>9916011.943976402</c:v>
                </c:pt>
                <c:pt idx="51">
                  <c:v>10115914.704334259</c:v>
                </c:pt>
                <c:pt idx="52">
                  <c:v>10315877.785895348</c:v>
                </c:pt>
                <c:pt idx="53">
                  <c:v>10515901.086152077</c:v>
                </c:pt>
                <c:pt idx="54">
                  <c:v>10715984.50243473</c:v>
                </c:pt>
                <c:pt idx="55">
                  <c:v>10916127.931907177</c:v>
                </c:pt>
                <c:pt idx="56">
                  <c:v>11116331.271570683</c:v>
                </c:pt>
                <c:pt idx="57">
                  <c:v>11316594.418264389</c:v>
                </c:pt>
                <c:pt idx="58">
                  <c:v>11516917.268659115</c:v>
                </c:pt>
                <c:pt idx="59">
                  <c:v>11717299.719268322</c:v>
                </c:pt>
                <c:pt idx="60">
                  <c:v>11917741.666436195</c:v>
                </c:pt>
                <c:pt idx="61">
                  <c:v>12118243.00634861</c:v>
                </c:pt>
                <c:pt idx="62">
                  <c:v>12318803.63502407</c:v>
                </c:pt>
                <c:pt idx="63">
                  <c:v>12519423.448325634</c:v>
                </c:pt>
                <c:pt idx="64">
                  <c:v>12720102.341947079</c:v>
                </c:pt>
                <c:pt idx="65">
                  <c:v>12920840.211423874</c:v>
                </c:pt>
                <c:pt idx="66">
                  <c:v>13121636.952129364</c:v>
                </c:pt>
                <c:pt idx="67">
                  <c:v>13322492.459274292</c:v>
                </c:pt>
                <c:pt idx="68">
                  <c:v>13523406.627910137</c:v>
                </c:pt>
                <c:pt idx="69">
                  <c:v>13724379.352923393</c:v>
                </c:pt>
                <c:pt idx="70">
                  <c:v>13925410.529045105</c:v>
                </c:pt>
                <c:pt idx="71">
                  <c:v>14126500.050841808</c:v>
                </c:pt>
                <c:pt idx="72">
                  <c:v>14327647.812719822</c:v>
                </c:pt>
                <c:pt idx="73">
                  <c:v>14528853.708927631</c:v>
                </c:pt>
                <c:pt idx="74">
                  <c:v>14730117.633552074</c:v>
                </c:pt>
                <c:pt idx="75">
                  <c:v>14931439.480521202</c:v>
                </c:pt>
                <c:pt idx="76">
                  <c:v>15132819.143603325</c:v>
                </c:pt>
                <c:pt idx="77">
                  <c:v>15334256.516407967</c:v>
                </c:pt>
                <c:pt idx="78">
                  <c:v>15535751.492384434</c:v>
                </c:pt>
                <c:pt idx="79">
                  <c:v>15737303.964825153</c:v>
                </c:pt>
                <c:pt idx="80">
                  <c:v>15938913.82686472</c:v>
                </c:pt>
                <c:pt idx="81">
                  <c:v>16140580.971476078</c:v>
                </c:pt>
                <c:pt idx="82">
                  <c:v>16342305.29147911</c:v>
                </c:pt>
                <c:pt idx="83">
                  <c:v>16544086.679532528</c:v>
                </c:pt>
                <c:pt idx="84">
                  <c:v>16745925.028137207</c:v>
                </c:pt>
                <c:pt idx="85">
                  <c:v>16947820.22964096</c:v>
                </c:pt>
                <c:pt idx="86">
                  <c:v>17149772.176229954</c:v>
                </c:pt>
                <c:pt idx="87">
                  <c:v>17351780.759938717</c:v>
                </c:pt>
                <c:pt idx="88">
                  <c:v>17553845.872641087</c:v>
                </c:pt>
                <c:pt idx="89">
                  <c:v>17755967.406055927</c:v>
                </c:pt>
                <c:pt idx="90">
                  <c:v>17958145.25174713</c:v>
                </c:pt>
                <c:pt idx="91">
                  <c:v>18160379.301124096</c:v>
                </c:pt>
                <c:pt idx="92">
                  <c:v>18362669.44543934</c:v>
                </c:pt>
                <c:pt idx="93">
                  <c:v>18565015.575788975</c:v>
                </c:pt>
                <c:pt idx="94">
                  <c:v>18767417.583117485</c:v>
                </c:pt>
                <c:pt idx="95">
                  <c:v>18969875.358211994</c:v>
                </c:pt>
                <c:pt idx="96">
                  <c:v>19172388.791707516</c:v>
                </c:pt>
                <c:pt idx="97">
                  <c:v>19374957.774084568</c:v>
                </c:pt>
                <c:pt idx="98">
                  <c:v>19577582.19566822</c:v>
                </c:pt>
                <c:pt idx="99">
                  <c:v>19780261.94663334</c:v>
                </c:pt>
                <c:pt idx="100">
                  <c:v>19982996.916998386</c:v>
                </c:pt>
                <c:pt idx="101">
                  <c:v>20185786.9966321</c:v>
                </c:pt>
                <c:pt idx="102">
                  <c:v>20388632.07524681</c:v>
                </c:pt>
                <c:pt idx="103">
                  <c:v>20591532.04240656</c:v>
                </c:pt>
                <c:pt idx="104">
                  <c:v>20794486.78751993</c:v>
                </c:pt>
                <c:pt idx="105">
                  <c:v>20997496.199843407</c:v>
                </c:pt>
                <c:pt idx="106">
                  <c:v>21200560.168488503</c:v>
                </c:pt>
                <c:pt idx="107">
                  <c:v>21403678.58240652</c:v>
                </c:pt>
                <c:pt idx="108">
                  <c:v>21606851.33040142</c:v>
                </c:pt>
                <c:pt idx="109">
                  <c:v>21810078.30113125</c:v>
                </c:pt>
                <c:pt idx="110">
                  <c:v>22013359.38309574</c:v>
                </c:pt>
                <c:pt idx="111">
                  <c:v>22216694.46464777</c:v>
                </c:pt>
                <c:pt idx="112">
                  <c:v>22420083.43399334</c:v>
                </c:pt>
                <c:pt idx="113">
                  <c:v>22623526.179184437</c:v>
                </c:pt>
                <c:pt idx="114">
                  <c:v>22827022.588125706</c:v>
                </c:pt>
                <c:pt idx="115">
                  <c:v>23030572.548573494</c:v>
                </c:pt>
                <c:pt idx="116">
                  <c:v>23234175.948134422</c:v>
                </c:pt>
                <c:pt idx="117">
                  <c:v>23437832.67426586</c:v>
                </c:pt>
                <c:pt idx="118">
                  <c:v>23641542.61427927</c:v>
                </c:pt>
                <c:pt idx="119">
                  <c:v>23845305.655337334</c:v>
                </c:pt>
                <c:pt idx="120">
                  <c:v>24049121.684452534</c:v>
                </c:pt>
                <c:pt idx="121">
                  <c:v>24252990.58849573</c:v>
                </c:pt>
                <c:pt idx="122">
                  <c:v>24456912.254185677</c:v>
                </c:pt>
                <c:pt idx="123">
                  <c:v>24660886.56809759</c:v>
                </c:pt>
                <c:pt idx="124">
                  <c:v>24864913.4166584</c:v>
                </c:pt>
                <c:pt idx="125">
                  <c:v>25068992.686150074</c:v>
                </c:pt>
                <c:pt idx="126">
                  <c:v>25273124.26270771</c:v>
                </c:pt>
                <c:pt idx="127">
                  <c:v>25477308.03232193</c:v>
                </c:pt>
                <c:pt idx="128">
                  <c:v>25681543.880839348</c:v>
                </c:pt>
                <c:pt idx="129">
                  <c:v>25885831.693959236</c:v>
                </c:pt>
                <c:pt idx="130">
                  <c:v>26090171.357236385</c:v>
                </c:pt>
                <c:pt idx="131">
                  <c:v>26294562.756082535</c:v>
                </c:pt>
                <c:pt idx="132">
                  <c:v>26499005.775765896</c:v>
                </c:pt>
                <c:pt idx="133">
                  <c:v>26703500.301410675</c:v>
                </c:pt>
                <c:pt idx="134">
                  <c:v>26908046.217995644</c:v>
                </c:pt>
                <c:pt idx="135">
                  <c:v>27112643.410358906</c:v>
                </c:pt>
                <c:pt idx="136">
                  <c:v>27317291.76319647</c:v>
                </c:pt>
                <c:pt idx="137">
                  <c:v>27521991.161058426</c:v>
                </c:pt>
                <c:pt idx="138">
                  <c:v>27726741.488356113</c:v>
                </c:pt>
                <c:pt idx="139">
                  <c:v>27931542.62935686</c:v>
                </c:pt>
                <c:pt idx="140">
                  <c:v>28136394.46818781</c:v>
                </c:pt>
                <c:pt idx="141">
                  <c:v>28341296.888834953</c:v>
                </c:pt>
                <c:pt idx="142">
                  <c:v>28546249.775141716</c:v>
                </c:pt>
                <c:pt idx="143">
                  <c:v>28751253.010813236</c:v>
                </c:pt>
                <c:pt idx="144">
                  <c:v>28956306.479412556</c:v>
                </c:pt>
                <c:pt idx="145">
                  <c:v>29161410.064363003</c:v>
                </c:pt>
                <c:pt idx="146">
                  <c:v>29366563.6489501</c:v>
                </c:pt>
                <c:pt idx="147">
                  <c:v>29571767.116318226</c:v>
                </c:pt>
                <c:pt idx="148">
                  <c:v>29777020.349473</c:v>
                </c:pt>
                <c:pt idx="149">
                  <c:v>29982323.231282234</c:v>
                </c:pt>
                <c:pt idx="150">
                  <c:v>30187675.6444726</c:v>
                </c:pt>
                <c:pt idx="151">
                  <c:v>30393077.471637726</c:v>
                </c:pt>
                <c:pt idx="152">
                  <c:v>30598528.595229626</c:v>
                </c:pt>
                <c:pt idx="153">
                  <c:v>30804028.89756441</c:v>
                </c:pt>
                <c:pt idx="154">
                  <c:v>31009578.260819912</c:v>
                </c:pt>
                <c:pt idx="155">
                  <c:v>31215176.56703806</c:v>
                </c:pt>
                <c:pt idx="156">
                  <c:v>31420823.698125362</c:v>
                </c:pt>
                <c:pt idx="157">
                  <c:v>31626519.535851</c:v>
                </c:pt>
                <c:pt idx="158">
                  <c:v>31832263.961847305</c:v>
                </c:pt>
                <c:pt idx="159">
                  <c:v>32038056.857614994</c:v>
                </c:pt>
                <c:pt idx="160">
                  <c:v>32243898.104514122</c:v>
                </c:pt>
                <c:pt idx="161">
                  <c:v>32449787.58377552</c:v>
                </c:pt>
                <c:pt idx="162">
                  <c:v>32655725.176493645</c:v>
                </c:pt>
                <c:pt idx="163">
                  <c:v>32861710.76362562</c:v>
                </c:pt>
                <c:pt idx="164">
                  <c:v>33067744.22600031</c:v>
                </c:pt>
                <c:pt idx="165">
                  <c:v>33273825.444308758</c:v>
                </c:pt>
                <c:pt idx="166">
                  <c:v>33479954.299111843</c:v>
                </c:pt>
                <c:pt idx="167">
                  <c:v>33686130.67083502</c:v>
                </c:pt>
                <c:pt idx="168">
                  <c:v>33892354.43977308</c:v>
                </c:pt>
                <c:pt idx="169">
                  <c:v>34098625.48608971</c:v>
                </c:pt>
                <c:pt idx="170">
                  <c:v>34304943.68981314</c:v>
                </c:pt>
                <c:pt idx="171">
                  <c:v>34511308.93084431</c:v>
                </c:pt>
                <c:pt idx="172">
                  <c:v>34717721.08895111</c:v>
                </c:pt>
                <c:pt idx="173">
                  <c:v>34924180.04377127</c:v>
                </c:pt>
                <c:pt idx="174">
                  <c:v>35130685.67481089</c:v>
                </c:pt>
                <c:pt idx="175">
                  <c:v>35337237.861447334</c:v>
                </c:pt>
                <c:pt idx="176">
                  <c:v>35543836.48292923</c:v>
                </c:pt>
                <c:pt idx="177">
                  <c:v>35750481.41837311</c:v>
                </c:pt>
                <c:pt idx="178">
                  <c:v>35957172.54676819</c:v>
                </c:pt>
                <c:pt idx="179">
                  <c:v>36163909.746974945</c:v>
                </c:pt>
                <c:pt idx="180">
                  <c:v>36370692.89772558</c:v>
                </c:pt>
                <c:pt idx="181">
                  <c:v>36577521.87762499</c:v>
                </c:pt>
                <c:pt idx="182">
                  <c:v>36784396.56514883</c:v>
                </c:pt>
                <c:pt idx="183">
                  <c:v>36991316.83864689</c:v>
                </c:pt>
                <c:pt idx="184">
                  <c:v>37198282.576340675</c:v>
                </c:pt>
                <c:pt idx="185">
                  <c:v>37405293.656327724</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37405293.656327724</c:v>
                </c:pt>
                <c:pt idx="186">
                  <c:v>37612349.95657635</c:v>
                </c:pt>
                <c:pt idx="187">
                  <c:v>37819451.3549304</c:v>
                </c:pt>
                <c:pt idx="188">
                  <c:v>38026597.72910929</c:v>
                </c:pt>
                <c:pt idx="189">
                  <c:v>38233788.95670605</c:v>
                </c:pt>
                <c:pt idx="190">
                  <c:v>38441024.91518879</c:v>
                </c:pt>
                <c:pt idx="191">
                  <c:v>38648305.48190212</c:v>
                </c:pt>
                <c:pt idx="192">
                  <c:v>38855630.53406572</c:v>
                </c:pt>
                <c:pt idx="193">
                  <c:v>39062999.9487772</c:v>
                </c:pt>
                <c:pt idx="194">
                  <c:v>39270413.60300732</c:v>
                </c:pt>
                <c:pt idx="195">
                  <c:v>39477871.37360859</c:v>
                </c:pt>
                <c:pt idx="196">
                  <c:v>39685373.13730812</c:v>
                </c:pt>
                <c:pt idx="197">
                  <c:v>39892918.770709515</c:v>
                </c:pt>
                <c:pt idx="198">
                  <c:v>40100508.150297165</c:v>
                </c:pt>
                <c:pt idx="199">
                  <c:v>40308141.1524353</c:v>
                </c:pt>
                <c:pt idx="200">
                  <c:v>40515817.6533618</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7064235.225777626</c:v>
                </c:pt>
                <c:pt idx="2">
                  <c:v>14926843.843147278</c:v>
                </c:pt>
                <c:pt idx="3">
                  <c:v>23630536.144706726</c:v>
                </c:pt>
                <c:pt idx="4">
                  <c:v>33200639.511027336</c:v>
                </c:pt>
                <c:pt idx="5">
                  <c:v>43639113.80014801</c:v>
                </c:pt>
                <c:pt idx="6">
                  <c:v>54919209.01397514</c:v>
                </c:pt>
                <c:pt idx="7">
                  <c:v>66981804.430268764</c:v>
                </c:pt>
                <c:pt idx="8">
                  <c:v>79734478.80189466</c:v>
                </c:pt>
                <c:pt idx="9">
                  <c:v>93054077.55182219</c:v>
                </c:pt>
                <c:pt idx="10">
                  <c:v>106792956.69562864</c:v>
                </c:pt>
                <c:pt idx="11">
                  <c:v>120788316.11310434</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120788316.11310434</c:v>
                </c:pt>
                <c:pt idx="12">
                  <c:v>134873319.61132097</c:v>
                </c:pt>
                <c:pt idx="13">
                  <c:v>148888287.77204514</c:v>
                </c:pt>
                <c:pt idx="14">
                  <c:v>162690290.51955223</c:v>
                </c:pt>
                <c:pt idx="15">
                  <c:v>176159929.72016048</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341334.1686439514</c:v>
                </c:pt>
                <c:pt idx="2">
                  <c:v>684262.1703109741</c:v>
                </c:pt>
                <c:pt idx="3">
                  <c:v>1028764.0252885818</c:v>
                </c:pt>
                <c:pt idx="4">
                  <c:v>1374819.1742310524</c:v>
                </c:pt>
                <c:pt idx="5">
                  <c:v>1722406.4814710617</c:v>
                </c:pt>
                <c:pt idx="6">
                  <c:v>2071504.238837719</c:v>
                </c:pt>
                <c:pt idx="7">
                  <c:v>2422090.169970989</c:v>
                </c:pt>
                <c:pt idx="8">
                  <c:v>2774141.4351511</c:v>
                </c:pt>
                <c:pt idx="9">
                  <c:v>3127634.6366319656</c:v>
                </c:pt>
                <c:pt idx="10">
                  <c:v>3482545.824488163</c:v>
                </c:pt>
                <c:pt idx="11">
                  <c:v>3838850.502972603</c:v>
                </c:pt>
                <c:pt idx="12">
                  <c:v>4196523.637383461</c:v>
                </c:pt>
                <c:pt idx="13">
                  <c:v>4555539.661450863</c:v>
                </c:pt>
                <c:pt idx="14">
                  <c:v>4915872.485217571</c:v>
                </c:pt>
                <c:pt idx="15">
                  <c:v>5277495.503441334</c:v>
                </c:pt>
                <c:pt idx="16">
                  <c:v>5640381.604486942</c:v>
                </c:pt>
                <c:pt idx="17">
                  <c:v>6004503.179726601</c:v>
                </c:pt>
                <c:pt idx="18">
                  <c:v>6369832.133428574</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6369832.133428574</c:v>
                </c:pt>
                <c:pt idx="19">
                  <c:v>6736339.893133163</c:v>
                </c:pt>
                <c:pt idx="20">
                  <c:v>7103997.420509338</c:v>
                </c:pt>
                <c:pt idx="21">
                  <c:v>7472775.222686768</c:v>
                </c:pt>
                <c:pt idx="22">
                  <c:v>7842643.364048004</c:v>
                </c:pt>
                <c:pt idx="23">
                  <c:v>8213571.478476524</c:v>
                </c:pt>
                <c:pt idx="24">
                  <c:v>8585528.78204441</c:v>
                </c:pt>
                <c:pt idx="25">
                  <c:v>8958484.08614397</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8602540.113926888</c:v>
                </c:pt>
                <c:pt idx="2">
                  <c:v>19170807.651871204</c:v>
                </c:pt>
                <c:pt idx="3">
                  <c:v>29948725.08249283</c:v>
                </c:pt>
                <c:pt idx="4">
                  <c:v>39282552.68651104</c:v>
                </c:pt>
                <c:pt idx="5">
                  <c:v>46627829.82036209</c:v>
                </c:pt>
                <c:pt idx="6">
                  <c:v>52238668.53644705</c:v>
                </c:pt>
                <c:pt idx="7">
                  <c:v>56562659.7153182</c:v>
                </c:pt>
                <c:pt idx="8">
                  <c:v>59968366.251624584</c:v>
                </c:pt>
                <c:pt idx="9">
                  <c:v>62705479.79494095</c:v>
                </c:pt>
                <c:pt idx="10">
                  <c:v>64934686.538778305</c:v>
                </c:pt>
                <c:pt idx="11">
                  <c:v>66761552.615030766</c:v>
                </c:pt>
                <c:pt idx="12">
                  <c:v>68259969.70577192</c:v>
                </c:pt>
                <c:pt idx="13">
                  <c:v>69485860.96322775</c:v>
                </c:pt>
                <c:pt idx="14">
                  <c:v>70484434.70273733</c:v>
                </c:pt>
                <c:pt idx="15">
                  <c:v>71293742.39562273</c:v>
                </c:pt>
                <c:pt idx="16">
                  <c:v>71946344.48076534</c:v>
                </c:pt>
                <c:pt idx="17">
                  <c:v>72470123.13110113</c:v>
                </c:pt>
                <c:pt idx="18">
                  <c:v>72888776.16340017</c:v>
                </c:pt>
                <c:pt idx="19">
                  <c:v>73222229.4513464</c:v>
                </c:pt>
                <c:pt idx="20">
                  <c:v>73487049.25067568</c:v>
                </c:pt>
                <c:pt idx="21">
                  <c:v>73696864.86961603</c:v>
                </c:pt>
                <c:pt idx="22">
                  <c:v>73862786.98261166</c:v>
                </c:pt>
                <c:pt idx="23">
                  <c:v>73993803.35286808</c:v>
                </c:pt>
                <c:pt idx="24">
                  <c:v>74097138.39973783</c:v>
                </c:pt>
                <c:pt idx="25">
                  <c:v>74178569.39382744</c:v>
                </c:pt>
                <c:pt idx="26">
                  <c:v>74242697.43707037</c:v>
                </c:pt>
                <c:pt idx="27">
                  <c:v>74293175.07819557</c:v>
                </c:pt>
                <c:pt idx="28">
                  <c:v>74332894.54804802</c:v>
                </c:pt>
                <c:pt idx="29">
                  <c:v>74364141.55994749</c:v>
                </c:pt>
                <c:pt idx="30">
                  <c:v>74388719.8050766</c:v>
                </c:pt>
                <c:pt idx="31">
                  <c:v>74408051.00045586</c:v>
                </c:pt>
                <c:pt idx="32">
                  <c:v>74423254.84259272</c:v>
                </c:pt>
                <c:pt idx="33">
                  <c:v>74435212.62855148</c:v>
                </c:pt>
                <c:pt idx="34">
                  <c:v>74444617.71417713</c:v>
                </c:pt>
                <c:pt idx="35">
                  <c:v>74452015.43226337</c:v>
                </c:pt>
                <c:pt idx="36">
                  <c:v>74457834.61227703</c:v>
                </c:pt>
                <c:pt idx="37">
                  <c:v>74462412.43307447</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74462412.43307447</c:v>
                </c:pt>
                <c:pt idx="38">
                  <c:v>74466013.9980793</c:v>
                </c:pt>
                <c:pt idx="39">
                  <c:v>74468847.74175215</c:v>
                </c:pt>
                <c:pt idx="40">
                  <c:v>74471077.54846048</c:v>
                </c:pt>
                <c:pt idx="41">
                  <c:v>74472832.28171778</c:v>
                </c:pt>
                <c:pt idx="42">
                  <c:v>74474213.27530861</c:v>
                </c:pt>
                <c:pt idx="43">
                  <c:v>74475300.22137117</c:v>
                </c:pt>
                <c:pt idx="44">
                  <c:v>74476155.79814386</c:v>
                </c:pt>
                <c:pt idx="45">
                  <c:v>74476829.30711174</c:v>
                </c:pt>
                <c:pt idx="46">
                  <c:v>74477359.53167248</c:v>
                </c:pt>
                <c:pt idx="47">
                  <c:v>74477776.98408508</c:v>
                </c:pt>
                <c:pt idx="48">
                  <c:v>74478105.67174053</c:v>
                </c:pt>
                <c:pt idx="49">
                  <c:v>74478364.48570824</c:v>
                </c:pt>
                <c:pt idx="50">
                  <c:v>74478568.29246521</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24300250.676265717</c:v>
                </c:pt>
                <c:pt idx="2">
                  <c:v>52694613.44127321</c:v>
                </c:pt>
                <c:pt idx="3">
                  <c:v>83707465.1358056</c:v>
                </c:pt>
                <c:pt idx="4">
                  <c:v>115203832.92495584</c:v>
                </c:pt>
                <c:pt idx="5">
                  <c:v>145187310.15286207</c:v>
                </c:pt>
                <c:pt idx="6">
                  <c:v>172412753.04291916</c:v>
                </c:pt>
                <c:pt idx="7">
                  <c:v>196454467.4693737</c:v>
                </c:pt>
                <c:pt idx="8">
                  <c:v>217426954.01984072</c:v>
                </c:pt>
                <c:pt idx="9">
                  <c:v>235681142.71940613</c:v>
                </c:pt>
                <c:pt idx="10">
                  <c:v>251614190.4921112</c:v>
                </c:pt>
                <c:pt idx="11">
                  <c:v>265584624.2658925</c:v>
                </c:pt>
                <c:pt idx="12">
                  <c:v>277888007.33810806</c:v>
                </c:pt>
                <c:pt idx="13">
                  <c:v>288759319.58193874</c:v>
                </c:pt>
                <c:pt idx="14">
                  <c:v>298384177.82684803</c:v>
                </c:pt>
                <c:pt idx="15">
                  <c:v>306911067.8348932</c:v>
                </c:pt>
                <c:pt idx="16">
                  <c:v>314461732.23551416</c:v>
                </c:pt>
                <c:pt idx="17">
                  <c:v>321139037.8453026</c:v>
                </c:pt>
                <c:pt idx="18">
                  <c:v>327032506.1545148</c:v>
                </c:pt>
                <c:pt idx="19">
                  <c:v>332221970.0307193</c:v>
                </c:pt>
                <c:pt idx="20">
                  <c:v>336779853.9240532</c:v>
                </c:pt>
                <c:pt idx="21">
                  <c:v>340772512.9683337</c:v>
                </c:pt>
                <c:pt idx="22">
                  <c:v>344260974.5795088</c:v>
                </c:pt>
                <c:pt idx="23">
                  <c:v>347301334.05512</c:v>
                </c:pt>
                <c:pt idx="24">
                  <c:v>349944975.9163313</c:v>
                </c:pt>
                <c:pt idx="25">
                  <c:v>352238729.58280516</c:v>
                </c:pt>
                <c:pt idx="26">
                  <c:v>354225021.4204931</c:v>
                </c:pt>
                <c:pt idx="27">
                  <c:v>355942053.1473937</c:v>
                </c:pt>
                <c:pt idx="28">
                  <c:v>357424016.1026845</c:v>
                </c:pt>
                <c:pt idx="29">
                  <c:v>358701339.0029516</c:v>
                </c:pt>
                <c:pt idx="30">
                  <c:v>359800960.89673805</c:v>
                </c:pt>
                <c:pt idx="31">
                  <c:v>360746618.9736004</c:v>
                </c:pt>
                <c:pt idx="32">
                  <c:v>361559141.11270523</c:v>
                </c:pt>
                <c:pt idx="33">
                  <c:v>362256734.47158146</c:v>
                </c:pt>
                <c:pt idx="34">
                  <c:v>362855263.3036318</c:v>
                </c:pt>
                <c:pt idx="35">
                  <c:v>363368511.1234274</c:v>
                </c:pt>
                <c:pt idx="36">
                  <c:v>363808424.0799122</c:v>
                </c:pt>
                <c:pt idx="37">
                  <c:v>364185333.84708166</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364185333.84708166</c:v>
                </c:pt>
                <c:pt idx="38">
                  <c:v>364508159.47597456</c:v>
                </c:pt>
                <c:pt idx="39">
                  <c:v>364784588.49095154</c:v>
                </c:pt>
                <c:pt idx="40">
                  <c:v>365021238.09810877</c:v>
                </c:pt>
                <c:pt idx="41">
                  <c:v>365223797.7515664</c:v>
                </c:pt>
                <c:pt idx="42">
                  <c:v>365397154.5404644</c:v>
                </c:pt>
                <c:pt idx="43">
                  <c:v>365545502.95661926</c:v>
                </c:pt>
                <c:pt idx="44">
                  <c:v>365672440.6139755</c:v>
                </c:pt>
                <c:pt idx="45">
                  <c:v>365781051.4435563</c:v>
                </c:pt>
                <c:pt idx="46">
                  <c:v>365873977.80243635</c:v>
                </c:pt>
                <c:pt idx="47">
                  <c:v>365953482.82816124</c:v>
                </c:pt>
                <c:pt idx="48">
                  <c:v>366021504.25225735</c:v>
                </c:pt>
                <c:pt idx="49">
                  <c:v>366079700.76599836</c:v>
                </c:pt>
                <c:pt idx="50">
                  <c:v>366129491.9138179</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19904733.583090305</c:v>
                </c:pt>
                <c:pt idx="2">
                  <c:v>39671919.19825411</c:v>
                </c:pt>
                <c:pt idx="3">
                  <c:v>57181907.05400467</c:v>
                </c:pt>
                <c:pt idx="4">
                  <c:v>71560408.92435074</c:v>
                </c:pt>
                <c:pt idx="5">
                  <c:v>82978169.21677113</c:v>
                </c:pt>
                <c:pt idx="6">
                  <c:v>92004288.65521383</c:v>
                </c:pt>
                <c:pt idx="7">
                  <c:v>99204378.68494463</c:v>
                </c:pt>
                <c:pt idx="8">
                  <c:v>105017780.85989857</c:v>
                </c:pt>
                <c:pt idx="9">
                  <c:v>109760044.79979944</c:v>
                </c:pt>
                <c:pt idx="10">
                  <c:v>113655787.66576624</c:v>
                </c:pt>
                <c:pt idx="11">
                  <c:v>116868819.84312248</c:v>
                </c:pt>
                <c:pt idx="12">
                  <c:v>119523107.83948803</c:v>
                </c:pt>
                <c:pt idx="13">
                  <c:v>121715957.38598156</c:v>
                </c:pt>
                <c:pt idx="14">
                  <c:v>123525992.75578976</c:v>
                </c:pt>
                <c:pt idx="15">
                  <c:v>125017988.26876354</c:v>
                </c:pt>
                <c:pt idx="16">
                  <c:v>126245895.67316866</c:v>
                </c:pt>
                <c:pt idx="17">
                  <c:v>127254866.2965746</c:v>
                </c:pt>
                <c:pt idx="18">
                  <c:v>128082714.49917507</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128082714.49917507</c:v>
                </c:pt>
                <c:pt idx="19">
                  <c:v>128761060.01278973</c:v>
                </c:pt>
                <c:pt idx="20">
                  <c:v>129316270.39259005</c:v>
                </c:pt>
                <c:pt idx="21">
                  <c:v>129770263.67563105</c:v>
                </c:pt>
                <c:pt idx="22">
                  <c:v>130141201.20209885</c:v>
                </c:pt>
                <c:pt idx="23">
                  <c:v>130444086.81702042</c:v>
                </c:pt>
                <c:pt idx="24">
                  <c:v>130691283.0340743</c:v>
                </c:pt>
                <c:pt idx="25">
                  <c:v>130892952.74990892</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1376765.1601133347</c:v>
                </c:pt>
                <c:pt idx="2">
                  <c:v>2844378.427979946</c:v>
                </c:pt>
                <c:pt idx="3">
                  <c:v>4394475.986687183</c:v>
                </c:pt>
                <c:pt idx="4">
                  <c:v>6015143.1119065285</c:v>
                </c:pt>
                <c:pt idx="5">
                  <c:v>7691267.0134449005</c:v>
                </c:pt>
                <c:pt idx="6">
                  <c:v>9405260.989040375</c:v>
                </c:pt>
                <c:pt idx="7">
                  <c:v>11138092.7413764</c:v>
                </c:pt>
                <c:pt idx="8">
                  <c:v>12870481.820001602</c:v>
                </c:pt>
                <c:pt idx="9">
                  <c:v>14584093.278110981</c:v>
                </c:pt>
                <c:pt idx="10">
                  <c:v>16262560.08373785</c:v>
                </c:pt>
                <c:pt idx="11">
                  <c:v>17892212.541494846</c:v>
                </c:pt>
                <c:pt idx="12">
                  <c:v>19462461.490754128</c:v>
                </c:pt>
                <c:pt idx="13">
                  <c:v>20965850.434093475</c:v>
                </c:pt>
                <c:pt idx="14">
                  <c:v>22397841.792090416</c:v>
                </c:pt>
                <c:pt idx="15">
                  <c:v>23756426.362917423</c:v>
                </c:pt>
                <c:pt idx="16">
                  <c:v>25041645.048538685</c:v>
                </c:pt>
                <c:pt idx="17">
                  <c:v>26255096.09514618</c:v>
                </c:pt>
                <c:pt idx="18">
                  <c:v>27399478.632956028</c:v>
                </c:pt>
                <c:pt idx="19">
                  <c:v>28478201.245725155</c:v>
                </c:pt>
                <c:pt idx="20">
                  <c:v>29495066.587244034</c:v>
                </c:pt>
                <c:pt idx="21">
                  <c:v>30454030.92947054</c:v>
                </c:pt>
                <c:pt idx="22">
                  <c:v>31359030.51531744</c:v>
                </c:pt>
                <c:pt idx="23">
                  <c:v>32213863.486233234</c:v>
                </c:pt>
                <c:pt idx="24">
                  <c:v>33022115.63683653</c:v>
                </c:pt>
                <c:pt idx="25">
                  <c:v>33787119.20470524</c:v>
                </c:pt>
                <c:pt idx="26">
                  <c:v>34511935.53496122</c:v>
                </c:pt>
                <c:pt idx="27">
                  <c:v>35199354.261324406</c:v>
                </c:pt>
                <c:pt idx="28">
                  <c:v>35851903.337304115</c:v>
                </c:pt>
                <c:pt idx="29">
                  <c:v>36471865.70483208</c:v>
                </c:pt>
                <c:pt idx="30">
                  <c:v>37061299.566562176</c:v>
                </c:pt>
                <c:pt idx="31">
                  <c:v>37622060.14563322</c:v>
                </c:pt>
                <c:pt idx="32">
                  <c:v>38155821.508512974</c:v>
                </c:pt>
                <c:pt idx="33">
                  <c:v>38664097.53451109</c:v>
                </c:pt>
                <c:pt idx="34">
                  <c:v>39148261.479999065</c:v>
                </c:pt>
                <c:pt idx="35">
                  <c:v>39609563.84086132</c:v>
                </c:pt>
                <c:pt idx="36">
                  <c:v>40049148.39151621</c:v>
                </c:pt>
                <c:pt idx="37">
                  <c:v>40468066.39503527</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40468066.39503527</c:v>
                </c:pt>
                <c:pt idx="38">
                  <c:v>40867289.05314636</c:v>
                </c:pt>
                <c:pt idx="39">
                  <c:v>41247718.30972433</c:v>
                </c:pt>
                <c:pt idx="40">
                  <c:v>41610196.145736694</c:v>
                </c:pt>
                <c:pt idx="41">
                  <c:v>41955512.51416302</c:v>
                </c:pt>
                <c:pt idx="42">
                  <c:v>42284412.06474829</c:v>
                </c:pt>
                <c:pt idx="43">
                  <c:v>42597599.803776264</c:v>
                </c:pt>
                <c:pt idx="44">
                  <c:v>42895745.82586002</c:v>
                </c:pt>
                <c:pt idx="45">
                  <c:v>43179489.24433994</c:v>
                </c:pt>
                <c:pt idx="46">
                  <c:v>43449441.435599804</c:v>
                </c:pt>
                <c:pt idx="47">
                  <c:v>43706188.700935364</c:v>
                </c:pt>
                <c:pt idx="48">
                  <c:v>43950294.43823624</c:v>
                </c:pt>
                <c:pt idx="49">
                  <c:v>44182300.90478611</c:v>
                </c:pt>
                <c:pt idx="50">
                  <c:v>44402730.64226055</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-979295.6941008568</c:v>
                </c:pt>
                <c:pt idx="2">
                  <c:v>-2048455.5385260582</c:v>
                </c:pt>
                <c:pt idx="3">
                  <c:v>-3201059.4589443207</c:v>
                </c:pt>
                <c:pt idx="4">
                  <c:v>-4425770.971508026</c:v>
                </c:pt>
                <c:pt idx="5">
                  <c:v>-5706639.09098053</c:v>
                </c:pt>
                <c:pt idx="6">
                  <c:v>-7024152.743897438</c:v>
                </c:pt>
                <c:pt idx="7">
                  <c:v>-8356922.170497894</c:v>
                </c:pt>
                <c:pt idx="8">
                  <c:v>-9683661.885836601</c:v>
                </c:pt>
                <c:pt idx="9">
                  <c:v>-10985056.319058895</c:v>
                </c:pt>
                <c:pt idx="10">
                  <c:v>-12245147.704398155</c:v>
                </c:pt>
                <c:pt idx="11">
                  <c:v>-13452059.735398293</c:v>
                </c:pt>
                <c:pt idx="12">
                  <c:v>-14598070.539535046</c:v>
                </c:pt>
                <c:pt idx="13">
                  <c:v>-15679192.771565437</c:v>
                </c:pt>
                <c:pt idx="14">
                  <c:v>-16694473.675215244</c:v>
                </c:pt>
                <c:pt idx="15">
                  <c:v>-17645208.4110384</c:v>
                </c:pt>
                <c:pt idx="16">
                  <c:v>-18534202.20395565</c:v>
                </c:pt>
                <c:pt idx="17">
                  <c:v>-19365153.98879814</c:v>
                </c:pt>
                <c:pt idx="18">
                  <c:v>-20142184.83980322</c:v>
                </c:pt>
                <c:pt idx="19">
                  <c:v>-20869503.68507576</c:v>
                </c:pt>
                <c:pt idx="20">
                  <c:v>-21551187.977145195</c:v>
                </c:pt>
                <c:pt idx="21">
                  <c:v>-22191052.89305973</c:v>
                </c:pt>
                <c:pt idx="22">
                  <c:v>-22792584.436485767</c:v>
                </c:pt>
                <c:pt idx="23">
                  <c:v>-23358916.09908724</c:v>
                </c:pt>
                <c:pt idx="24">
                  <c:v>-23892833.51118183</c:v>
                </c:pt>
                <c:pt idx="25">
                  <c:v>-24396795.802164078</c:v>
                </c:pt>
                <c:pt idx="26">
                  <c:v>-24872965.8544178</c:v>
                </c:pt>
                <c:pt idx="27">
                  <c:v>-25323244.249883175</c:v>
                </c:pt>
                <c:pt idx="28">
                  <c:v>-25749303.59470558</c:v>
                </c:pt>
                <c:pt idx="29">
                  <c:v>-26152621.220837116</c:v>
                </c:pt>
                <c:pt idx="30">
                  <c:v>-26534509.15184784</c:v>
                </c:pt>
                <c:pt idx="31">
                  <c:v>-26896140.804899216</c:v>
                </c:pt>
                <c:pt idx="32">
                  <c:v>-27238574.274773598</c:v>
                </c:pt>
                <c:pt idx="33">
                  <c:v>-27562772.27650547</c:v>
                </c:pt>
                <c:pt idx="34">
                  <c:v>-27869618.958193302</c:v>
                </c:pt>
                <c:pt idx="35">
                  <c:v>-28159933.867827892</c:v>
                </c:pt>
                <c:pt idx="36">
                  <c:v>-28434483.38953972</c:v>
                </c:pt>
                <c:pt idx="37">
                  <c:v>-28693989.970453262</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-28693989.970453262</c:v>
                </c:pt>
                <c:pt idx="38">
                  <c:v>-28939139.449163914</c:v>
                </c:pt>
                <c:pt idx="39">
                  <c:v>-29170586.777131557</c:v>
                </c:pt>
                <c:pt idx="40">
                  <c:v>-29388960.39935541</c:v>
                </c:pt>
                <c:pt idx="41">
                  <c:v>-29594865.5333066</c:v>
                </c:pt>
                <c:pt idx="42">
                  <c:v>-29788886.55708742</c:v>
                </c:pt>
                <c:pt idx="43">
                  <c:v>-29971588.690375328</c:v>
                </c:pt>
                <c:pt idx="44">
                  <c:v>-30143519.125673294</c:v>
                </c:pt>
                <c:pt idx="45">
                  <c:v>-30305207.743197918</c:v>
                </c:pt>
                <c:pt idx="46">
                  <c:v>-30457167.520635128</c:v>
                </c:pt>
                <c:pt idx="47">
                  <c:v>-30599894.729207516</c:v>
                </c:pt>
                <c:pt idx="48">
                  <c:v>-30733868.98996401</c:v>
                </c:pt>
                <c:pt idx="49">
                  <c:v>-30859553.24888754</c:v>
                </c:pt>
                <c:pt idx="50">
                  <c:v>-30977393.716269016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3021163.875459671</c:v>
                </c:pt>
                <c:pt idx="2">
                  <c:v>6567076.18528986</c:v>
                </c:pt>
                <c:pt idx="3">
                  <c:v>10257432.59676838</c:v>
                </c:pt>
                <c:pt idx="4">
                  <c:v>13692255.317015171</c:v>
                </c:pt>
                <c:pt idx="5">
                  <c:v>16655903.846458435</c:v>
                </c:pt>
                <c:pt idx="6">
                  <c:v>19125537.720750332</c:v>
                </c:pt>
                <c:pt idx="7">
                  <c:v>21171679.967638493</c:v>
                </c:pt>
                <c:pt idx="8">
                  <c:v>22880714.30030346</c:v>
                </c:pt>
                <c:pt idx="9">
                  <c:v>24324290.143682003</c:v>
                </c:pt>
                <c:pt idx="10">
                  <c:v>25554723.06318617</c:v>
                </c:pt>
                <c:pt idx="11">
                  <c:v>26608965.308432102</c:v>
                </c:pt>
                <c:pt idx="12">
                  <c:v>27513651.18051386</c:v>
                </c:pt>
                <c:pt idx="13">
                  <c:v>28289024.077228546</c:v>
                </c:pt>
                <c:pt idx="14">
                  <c:v>28951499.448138237</c:v>
                </c:pt>
                <c:pt idx="15">
                  <c:v>29515157.22975731</c:v>
                </c:pt>
                <c:pt idx="16">
                  <c:v>29992521.91591358</c:v>
                </c:pt>
                <c:pt idx="17">
                  <c:v>30394920.50475216</c:v>
                </c:pt>
                <c:pt idx="18">
                  <c:v>30732619.883159637</c:v>
                </c:pt>
                <c:pt idx="19">
                  <c:v>31014869.20230198</c:v>
                </c:pt>
                <c:pt idx="20">
                  <c:v>31249917.03654194</c:v>
                </c:pt>
                <c:pt idx="21">
                  <c:v>31445036.354616642</c:v>
                </c:pt>
                <c:pt idx="22">
                  <c:v>31606568.47285652</c:v>
                </c:pt>
                <c:pt idx="23">
                  <c:v>31739985.712673187</c:v>
                </c:pt>
                <c:pt idx="24">
                  <c:v>31849967.60717249</c:v>
                </c:pt>
                <c:pt idx="25">
                  <c:v>31940484.3449378</c:v>
                </c:pt>
                <c:pt idx="26">
                  <c:v>32014881.807525635</c:v>
                </c:pt>
                <c:pt idx="27">
                  <c:v>32075963.912581444</c:v>
                </c:pt>
                <c:pt idx="28">
                  <c:v>32126069.406335354</c:v>
                </c:pt>
                <c:pt idx="29">
                  <c:v>32167141.479447365</c:v>
                </c:pt>
                <c:pt idx="30">
                  <c:v>32200789.519901276</c:v>
                </c:pt>
                <c:pt idx="31">
                  <c:v>32228342.972882748</c:v>
                </c:pt>
                <c:pt idx="32">
                  <c:v>32250897.696902752</c:v>
                </c:pt>
                <c:pt idx="33">
                  <c:v>32269355.444606304</c:v>
                </c:pt>
                <c:pt idx="34">
                  <c:v>32284457.20819235</c:v>
                </c:pt>
                <c:pt idx="35">
                  <c:v>32296811.195587635</c:v>
                </c:pt>
                <c:pt idx="36">
                  <c:v>32306916.176918507</c:v>
                </c:pt>
                <c:pt idx="37">
                  <c:v>32315180.884220123</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32315180.884220123</c:v>
                </c:pt>
                <c:pt idx="38">
                  <c:v>32321940.076349735</c:v>
                </c:pt>
                <c:pt idx="39">
                  <c:v>32327467.805782318</c:v>
                </c:pt>
                <c:pt idx="40">
                  <c:v>32331988.350553513</c:v>
                </c:pt>
                <c:pt idx="41">
                  <c:v>32335685.206380367</c:v>
                </c:pt>
                <c:pt idx="42">
                  <c:v>32338708.472822666</c:v>
                </c:pt>
                <c:pt idx="43">
                  <c:v>32341180.913514137</c:v>
                </c:pt>
                <c:pt idx="44">
                  <c:v>32343202.924104214</c:v>
                </c:pt>
                <c:pt idx="45">
                  <c:v>32344856.60197401</c:v>
                </c:pt>
                <c:pt idx="46">
                  <c:v>32346209.07829714</c:v>
                </c:pt>
                <c:pt idx="47">
                  <c:v>32347315.24502945</c:v>
                </c:pt>
                <c:pt idx="48">
                  <c:v>32348219.985970497</c:v>
                </c:pt>
                <c:pt idx="49">
                  <c:v>32348960.00165081</c:v>
                </c:pt>
                <c:pt idx="50">
                  <c:v>32349565.301725864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-1652966.3636245728</c:v>
                </c:pt>
                <c:pt idx="2">
                  <c:v>-3299737.9895882607</c:v>
                </c:pt>
                <c:pt idx="3">
                  <c:v>-4940454.78209877</c:v>
                </c:pt>
                <c:pt idx="4">
                  <c:v>-6575275.749593258</c:v>
                </c:pt>
                <c:pt idx="5">
                  <c:v>-8204379.070468426</c:v>
                </c:pt>
                <c:pt idx="6">
                  <c:v>-9827962.018407822</c:v>
                </c:pt>
                <c:pt idx="7">
                  <c:v>-11446240.740082264</c:v>
                </c:pt>
                <c:pt idx="8">
                  <c:v>-13059449.879857063</c:v>
                </c:pt>
                <c:pt idx="9">
                  <c:v>-14667842.048069954</c:v>
                </c:pt>
                <c:pt idx="10">
                  <c:v>-16271687.131744385</c:v>
                </c:pt>
                <c:pt idx="11">
                  <c:v>-17871271.448905945</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-17871271.448905945</c:v>
                </c:pt>
                <c:pt idx="12">
                  <c:v>-19466896.750215054</c:v>
                </c:pt>
                <c:pt idx="13">
                  <c:v>-21058879.074082375</c:v>
                </c:pt>
                <c:pt idx="14">
                  <c:v>-22647547.46402073</c:v>
                </c:pt>
                <c:pt idx="15">
                  <c:v>-24233242.559380054</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-1986754.9760050774</c:v>
                </c:pt>
                <c:pt idx="2">
                  <c:v>-3973499.575026512</c:v>
                </c:pt>
                <c:pt idx="3">
                  <c:v>-5960233.857036114</c:v>
                </c:pt>
                <c:pt idx="4">
                  <c:v>-7946957.882269859</c:v>
                </c:pt>
                <c:pt idx="5">
                  <c:v>-9933671.711220264</c:v>
                </c:pt>
                <c:pt idx="6">
                  <c:v>-11920375.404634476</c:v>
                </c:pt>
                <c:pt idx="7">
                  <c:v>-13907069.023516178</c:v>
                </c:pt>
                <c:pt idx="8">
                  <c:v>-15893752.62912178</c:v>
                </c:pt>
                <c:pt idx="9">
                  <c:v>-17880426.28296089</c:v>
                </c:pt>
                <c:pt idx="10">
                  <c:v>-19867090.046791553</c:v>
                </c:pt>
                <c:pt idx="11">
                  <c:v>-21853743.98262596</c:v>
                </c:pt>
                <c:pt idx="12">
                  <c:v>-23840388.152718544</c:v>
                </c:pt>
                <c:pt idx="13">
                  <c:v>-25827022.619573593</c:v>
                </c:pt>
                <c:pt idx="14">
                  <c:v>-27813647.44594145</c:v>
                </c:pt>
                <c:pt idx="15">
                  <c:v>-29800262.694810867</c:v>
                </c:pt>
                <c:pt idx="16">
                  <c:v>-31786868.42942047</c:v>
                </c:pt>
                <c:pt idx="17">
                  <c:v>-33773464.71324253</c:v>
                </c:pt>
                <c:pt idx="18">
                  <c:v>-35760051.60999346</c:v>
                </c:pt>
                <c:pt idx="19">
                  <c:v>-37746629.18362284</c:v>
                </c:pt>
                <c:pt idx="20">
                  <c:v>-39733197.49832106</c:v>
                </c:pt>
                <c:pt idx="21">
                  <c:v>-41719756.61850929</c:v>
                </c:pt>
                <c:pt idx="22">
                  <c:v>-43706306.60884285</c:v>
                </c:pt>
                <c:pt idx="23">
                  <c:v>-45692847.5342083</c:v>
                </c:pt>
                <c:pt idx="24">
                  <c:v>-47679379.459722996</c:v>
                </c:pt>
                <c:pt idx="25">
                  <c:v>-49665902.45073223</c:v>
                </c:pt>
                <c:pt idx="26">
                  <c:v>-51652416.572805405</c:v>
                </c:pt>
                <c:pt idx="27">
                  <c:v>-53638921.891738415</c:v>
                </c:pt>
                <c:pt idx="28">
                  <c:v>-55625418.47355223</c:v>
                </c:pt>
                <c:pt idx="29">
                  <c:v>-57611906.3844862</c:v>
                </c:pt>
                <c:pt idx="30">
                  <c:v>-59598385.69100189</c:v>
                </c:pt>
                <c:pt idx="31">
                  <c:v>-61584856.45977688</c:v>
                </c:pt>
                <c:pt idx="32">
                  <c:v>-63571318.757706165</c:v>
                </c:pt>
                <c:pt idx="33">
                  <c:v>-65557772.651901245</c:v>
                </c:pt>
                <c:pt idx="34">
                  <c:v>-67544218.20968246</c:v>
                </c:pt>
                <c:pt idx="35">
                  <c:v>-69530655.49858427</c:v>
                </c:pt>
                <c:pt idx="36">
                  <c:v>-71517084.58635044</c:v>
                </c:pt>
                <c:pt idx="37">
                  <c:v>-73503505.54093218</c:v>
                </c:pt>
                <c:pt idx="38">
                  <c:v>-75489918.43048477</c:v>
                </c:pt>
                <c:pt idx="39">
                  <c:v>-77476323.32336998</c:v>
                </c:pt>
                <c:pt idx="40">
                  <c:v>-79462720.28815031</c:v>
                </c:pt>
                <c:pt idx="41">
                  <c:v>-81449109.39358854</c:v>
                </c:pt>
                <c:pt idx="42">
                  <c:v>-83435490.70864534</c:v>
                </c:pt>
                <c:pt idx="43">
                  <c:v>-85421864.30248117</c:v>
                </c:pt>
                <c:pt idx="44">
                  <c:v>-87408230.24444675</c:v>
                </c:pt>
                <c:pt idx="45">
                  <c:v>-89394588.6040883</c:v>
                </c:pt>
                <c:pt idx="46">
                  <c:v>-91380939.45114326</c:v>
                </c:pt>
                <c:pt idx="47">
                  <c:v>-93367282.85553646</c:v>
                </c:pt>
                <c:pt idx="48">
                  <c:v>-95353618.88738108</c:v>
                </c:pt>
                <c:pt idx="49">
                  <c:v>-97339947.61697483</c:v>
                </c:pt>
                <c:pt idx="50">
                  <c:v>-99326269.11479807</c:v>
                </c:pt>
                <c:pt idx="51">
                  <c:v>-101312583.45151329</c:v>
                </c:pt>
                <c:pt idx="52">
                  <c:v>-103298890.69796276</c:v>
                </c:pt>
                <c:pt idx="53">
                  <c:v>-105285190.92516422</c:v>
                </c:pt>
                <c:pt idx="54">
                  <c:v>-107271484.20431185</c:v>
                </c:pt>
                <c:pt idx="55">
                  <c:v>-109257770.6067729</c:v>
                </c:pt>
                <c:pt idx="56">
                  <c:v>-111244050.20408487</c:v>
                </c:pt>
                <c:pt idx="57">
                  <c:v>-113230323.06795645</c:v>
                </c:pt>
                <c:pt idx="58">
                  <c:v>-115216589.27026129</c:v>
                </c:pt>
                <c:pt idx="59">
                  <c:v>-117202848.883039</c:v>
                </c:pt>
                <c:pt idx="60">
                  <c:v>-119189101.97849274</c:v>
                </c:pt>
                <c:pt idx="61">
                  <c:v>-121175348.62898684</c:v>
                </c:pt>
                <c:pt idx="62">
                  <c:v>-123161588.90704107</c:v>
                </c:pt>
                <c:pt idx="63">
                  <c:v>-125147822.88533592</c:v>
                </c:pt>
                <c:pt idx="64">
                  <c:v>-127134050.63670588</c:v>
                </c:pt>
                <c:pt idx="65">
                  <c:v>-129120272.23413563</c:v>
                </c:pt>
                <c:pt idx="66">
                  <c:v>-131106487.75076103</c:v>
                </c:pt>
                <c:pt idx="67">
                  <c:v>-133092697.25986814</c:v>
                </c:pt>
                <c:pt idx="68">
                  <c:v>-135078900.8348875</c:v>
                </c:pt>
                <c:pt idx="69">
                  <c:v>-137065098.54939222</c:v>
                </c:pt>
                <c:pt idx="70">
                  <c:v>-139051290.4770999</c:v>
                </c:pt>
                <c:pt idx="71">
                  <c:v>-141037476.69186497</c:v>
                </c:pt>
                <c:pt idx="72">
                  <c:v>-143023657.26768064</c:v>
                </c:pt>
                <c:pt idx="73">
                  <c:v>-145009832.278677</c:v>
                </c:pt>
                <c:pt idx="74">
                  <c:v>-146996001.79911232</c:v>
                </c:pt>
                <c:pt idx="75">
                  <c:v>-148982165.90337944</c:v>
                </c:pt>
                <c:pt idx="76">
                  <c:v>-150968324.66599894</c:v>
                </c:pt>
                <c:pt idx="77">
                  <c:v>-152954478.16161728</c:v>
                </c:pt>
                <c:pt idx="78">
                  <c:v>-154940626.46500492</c:v>
                </c:pt>
                <c:pt idx="79">
                  <c:v>-156926769.65105295</c:v>
                </c:pt>
                <c:pt idx="80">
                  <c:v>-158912907.794775</c:v>
                </c:pt>
                <c:pt idx="81">
                  <c:v>-160899040.97129822</c:v>
                </c:pt>
                <c:pt idx="82">
                  <c:v>-162885169.25586843</c:v>
                </c:pt>
                <c:pt idx="83">
                  <c:v>-164871292.72383928</c:v>
                </c:pt>
                <c:pt idx="84">
                  <c:v>-166857411.45067978</c:v>
                </c:pt>
                <c:pt idx="85">
                  <c:v>-168843525.51196432</c:v>
                </c:pt>
                <c:pt idx="86">
                  <c:v>-170829634.98337317</c:v>
                </c:pt>
                <c:pt idx="87">
                  <c:v>-172815739.94069147</c:v>
                </c:pt>
                <c:pt idx="88">
                  <c:v>-174801840.45980358</c:v>
                </c:pt>
                <c:pt idx="89">
                  <c:v>-176787936.61669397</c:v>
                </c:pt>
                <c:pt idx="90">
                  <c:v>-178774028.4874444</c:v>
                </c:pt>
                <c:pt idx="91">
                  <c:v>-180760116.14822817</c:v>
                </c:pt>
                <c:pt idx="92">
                  <c:v>-182746199.67531204</c:v>
                </c:pt>
                <c:pt idx="93">
                  <c:v>-184732279.14505196</c:v>
                </c:pt>
                <c:pt idx="94">
                  <c:v>-186718354.63389206</c:v>
                </c:pt>
                <c:pt idx="95">
                  <c:v>-188704426.218359</c:v>
                </c:pt>
                <c:pt idx="96">
                  <c:v>-190690493.97506285</c:v>
                </c:pt>
                <c:pt idx="97">
                  <c:v>-192676557.98069572</c:v>
                </c:pt>
                <c:pt idx="98">
                  <c:v>-194662618.31202412</c:v>
                </c:pt>
                <c:pt idx="99">
                  <c:v>-196648675.04589033</c:v>
                </c:pt>
                <c:pt idx="100">
                  <c:v>-198634728.25921154</c:v>
                </c:pt>
                <c:pt idx="101">
                  <c:v>-200620778.02897453</c:v>
                </c:pt>
                <c:pt idx="102">
                  <c:v>-202606824.4322338</c:v>
                </c:pt>
                <c:pt idx="103">
                  <c:v>-204592867.54610968</c:v>
                </c:pt>
                <c:pt idx="104">
                  <c:v>-206578907.44778395</c:v>
                </c:pt>
                <c:pt idx="105">
                  <c:v>-208564944.2145033</c:v>
                </c:pt>
                <c:pt idx="106">
                  <c:v>-210550977.9235692</c:v>
                </c:pt>
                <c:pt idx="107">
                  <c:v>-212537008.65234137</c:v>
                </c:pt>
                <c:pt idx="108">
                  <c:v>-214523036.4782319</c:v>
                </c:pt>
                <c:pt idx="109">
                  <c:v>-216509061.47870493</c:v>
                </c:pt>
                <c:pt idx="110">
                  <c:v>-218495083.73127222</c:v>
                </c:pt>
                <c:pt idx="111">
                  <c:v>-220481103.31349373</c:v>
                </c:pt>
                <c:pt idx="112">
                  <c:v>-222467120.30297232</c:v>
                </c:pt>
                <c:pt idx="113">
                  <c:v>-224453134.77735233</c:v>
                </c:pt>
                <c:pt idx="114">
                  <c:v>-226439146.81431627</c:v>
                </c:pt>
                <c:pt idx="115">
                  <c:v>-228425156.49158573</c:v>
                </c:pt>
                <c:pt idx="116">
                  <c:v>-230411163.88691425</c:v>
                </c:pt>
                <c:pt idx="117">
                  <c:v>-232397169.07808876</c:v>
                </c:pt>
                <c:pt idx="118">
                  <c:v>-234383172.14292336</c:v>
                </c:pt>
                <c:pt idx="119">
                  <c:v>-236369173.15926218</c:v>
                </c:pt>
                <c:pt idx="120">
                  <c:v>-238355172.20497084</c:v>
                </c:pt>
                <c:pt idx="121">
                  <c:v>-240341169.35793924</c:v>
                </c:pt>
                <c:pt idx="122">
                  <c:v>-242327164.6960745</c:v>
                </c:pt>
                <c:pt idx="123">
                  <c:v>-244313158.29730415</c:v>
                </c:pt>
                <c:pt idx="124">
                  <c:v>-246299150.23956537</c:v>
                </c:pt>
                <c:pt idx="125">
                  <c:v>-248285140.60081434</c:v>
                </c:pt>
                <c:pt idx="126">
                  <c:v>-250271129.45901108</c:v>
                </c:pt>
                <c:pt idx="127">
                  <c:v>-252257116.89212608</c:v>
                </c:pt>
                <c:pt idx="128">
                  <c:v>-254243102.97813368</c:v>
                </c:pt>
                <c:pt idx="129">
                  <c:v>-256229087.79501057</c:v>
                </c:pt>
                <c:pt idx="130">
                  <c:v>-258215071.4207344</c:v>
                </c:pt>
                <c:pt idx="131">
                  <c:v>-260201053.93328</c:v>
                </c:pt>
                <c:pt idx="132">
                  <c:v>-262187035.41061687</c:v>
                </c:pt>
                <c:pt idx="133">
                  <c:v>-264173015.93070602</c:v>
                </c:pt>
                <c:pt idx="134">
                  <c:v>-266158995.57150364</c:v>
                </c:pt>
                <c:pt idx="135">
                  <c:v>-268144974.4109478</c:v>
                </c:pt>
                <c:pt idx="136">
                  <c:v>-270130952.52696466</c:v>
                </c:pt>
                <c:pt idx="137">
                  <c:v>-272116929.99746513</c:v>
                </c:pt>
                <c:pt idx="138">
                  <c:v>-274102906.90033627</c:v>
                </c:pt>
                <c:pt idx="139">
                  <c:v>-276088883.3134465</c:v>
                </c:pt>
                <c:pt idx="140">
                  <c:v>-278074859.31464005</c:v>
                </c:pt>
                <c:pt idx="141">
                  <c:v>-280060834.9817333</c:v>
                </c:pt>
                <c:pt idx="142">
                  <c:v>-282046810.39251137</c:v>
                </c:pt>
                <c:pt idx="143">
                  <c:v>-284032785.6247344</c:v>
                </c:pt>
                <c:pt idx="144">
                  <c:v>-286018760.7561202</c:v>
                </c:pt>
                <c:pt idx="145">
                  <c:v>-288004735.8643565</c:v>
                </c:pt>
                <c:pt idx="146">
                  <c:v>-289990711.0270896</c:v>
                </c:pt>
                <c:pt idx="147">
                  <c:v>-291976686.32192516</c:v>
                </c:pt>
                <c:pt idx="148">
                  <c:v>-293962661.82642317</c:v>
                </c:pt>
                <c:pt idx="149">
                  <c:v>-295948637.6181021</c:v>
                </c:pt>
                <c:pt idx="150">
                  <c:v>-297934613.7744274</c:v>
                </c:pt>
                <c:pt idx="151">
                  <c:v>-299920590.37281656</c:v>
                </c:pt>
                <c:pt idx="152">
                  <c:v>-301906567.49063253</c:v>
                </c:pt>
                <c:pt idx="153">
                  <c:v>-303892545.2051835</c:v>
                </c:pt>
                <c:pt idx="154">
                  <c:v>-305878523.5937209</c:v>
                </c:pt>
                <c:pt idx="155">
                  <c:v>-307864502.73343277</c:v>
                </c:pt>
                <c:pt idx="156">
                  <c:v>-309850482.70144606</c:v>
                </c:pt>
                <c:pt idx="157">
                  <c:v>-311836463.57482386</c:v>
                </c:pt>
                <c:pt idx="158">
                  <c:v>-313822445.43056154</c:v>
                </c:pt>
                <c:pt idx="159">
                  <c:v>-315808428.3455825</c:v>
                </c:pt>
                <c:pt idx="160">
                  <c:v>-317794412.3967409</c:v>
                </c:pt>
                <c:pt idx="161">
                  <c:v>-319780397.66081524</c:v>
                </c:pt>
                <c:pt idx="162">
                  <c:v>-321766384.21450806</c:v>
                </c:pt>
                <c:pt idx="163">
                  <c:v>-323752372.1344409</c:v>
                </c:pt>
                <c:pt idx="164">
                  <c:v>-325738361.4971566</c:v>
                </c:pt>
                <c:pt idx="165">
                  <c:v>-327724352.3791132</c:v>
                </c:pt>
                <c:pt idx="166">
                  <c:v>-329710344.8566823</c:v>
                </c:pt>
                <c:pt idx="167">
                  <c:v>-331696339.00614834</c:v>
                </c:pt>
                <c:pt idx="168">
                  <c:v>-333682334.90370464</c:v>
                </c:pt>
                <c:pt idx="169">
                  <c:v>-335668332.6254506</c:v>
                </c:pt>
                <c:pt idx="170">
                  <c:v>-337654332.2473941</c:v>
                </c:pt>
                <c:pt idx="171">
                  <c:v>-339640333.84544086</c:v>
                </c:pt>
                <c:pt idx="172">
                  <c:v>-341626337.4954033</c:v>
                </c:pt>
                <c:pt idx="173">
                  <c:v>-343612343.27298355</c:v>
                </c:pt>
                <c:pt idx="174">
                  <c:v>-345598351.2537875</c:v>
                </c:pt>
                <c:pt idx="175">
                  <c:v>-347584361.51330996</c:v>
                </c:pt>
                <c:pt idx="176">
                  <c:v>-349570374.1269407</c:v>
                </c:pt>
                <c:pt idx="177">
                  <c:v>-351556389.16995573</c:v>
                </c:pt>
                <c:pt idx="178">
                  <c:v>-353542406.71752024</c:v>
                </c:pt>
                <c:pt idx="179">
                  <c:v>-355528426.8446822</c:v>
                </c:pt>
                <c:pt idx="180">
                  <c:v>-357514449.62637424</c:v>
                </c:pt>
                <c:pt idx="181">
                  <c:v>-359500475.1374092</c:v>
                </c:pt>
                <c:pt idx="182">
                  <c:v>-361486503.45247746</c:v>
                </c:pt>
                <c:pt idx="183">
                  <c:v>-363472534.6461458</c:v>
                </c:pt>
                <c:pt idx="184">
                  <c:v>-365458568.7928548</c:v>
                </c:pt>
                <c:pt idx="185">
                  <c:v>-367444605.966918</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-367444605.966918</c:v>
                </c:pt>
                <c:pt idx="186">
                  <c:v>-369430646.2425184</c:v>
                </c:pt>
                <c:pt idx="187">
                  <c:v>-371416689.69370556</c:v>
                </c:pt>
                <c:pt idx="188">
                  <c:v>-373402736.3943958</c:v>
                </c:pt>
                <c:pt idx="189">
                  <c:v>-375388786.41836786</c:v>
                </c:pt>
                <c:pt idx="190">
                  <c:v>-377374839.8392625</c:v>
                </c:pt>
                <c:pt idx="191">
                  <c:v>-379360896.7305808</c:v>
                </c:pt>
                <c:pt idx="192">
                  <c:v>-381346957.1656785</c:v>
                </c:pt>
                <c:pt idx="193">
                  <c:v>-383333021.2177677</c:v>
                </c:pt>
                <c:pt idx="194">
                  <c:v>-385319088.95991564</c:v>
                </c:pt>
                <c:pt idx="195">
                  <c:v>-387305160.46503687</c:v>
                </c:pt>
                <c:pt idx="196">
                  <c:v>-389291235.8058977</c:v>
                </c:pt>
                <c:pt idx="197">
                  <c:v>-391277315.05511045</c:v>
                </c:pt>
                <c:pt idx="198">
                  <c:v>-393263398.2851324</c:v>
                </c:pt>
                <c:pt idx="199">
                  <c:v>-395249485.5682645</c:v>
                </c:pt>
                <c:pt idx="200">
                  <c:v>-397235576.9766488</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4574724.796220779</c:v>
                </c:pt>
                <c:pt idx="2">
                  <c:v>10197137.88856697</c:v>
                </c:pt>
                <c:pt idx="3">
                  <c:v>16888600.336461067</c:v>
                </c:pt>
                <c:pt idx="4">
                  <c:v>24597301.81628418</c:v>
                </c:pt>
                <c:pt idx="5">
                  <c:v>33184784.485085964</c:v>
                </c:pt>
                <c:pt idx="6">
                  <c:v>42428586.89121723</c:v>
                </c:pt>
                <c:pt idx="7">
                  <c:v>52044743.59477615</c:v>
                </c:pt>
                <c:pt idx="8">
                  <c:v>61725904.91399908</c:v>
                </c:pt>
                <c:pt idx="9">
                  <c:v>71183663.67275</c:v>
                </c:pt>
                <c:pt idx="10">
                  <c:v>80182238.02529907</c:v>
                </c:pt>
                <c:pt idx="11">
                  <c:v>88555717.6124382</c:v>
                </c:pt>
                <c:pt idx="12">
                  <c:v>96208659.17812204</c:v>
                </c:pt>
                <c:pt idx="13">
                  <c:v>103105205.87238312</c:v>
                </c:pt>
                <c:pt idx="14">
                  <c:v>109253288.16991043</c:v>
                </c:pt>
                <c:pt idx="15">
                  <c:v>114688970.82772541</c:v>
                </c:pt>
                <c:pt idx="16">
                  <c:v>119463638.8019042</c:v>
                </c:pt>
                <c:pt idx="17">
                  <c:v>123634787.71507597</c:v>
                </c:pt>
                <c:pt idx="18">
                  <c:v>127260087.3642664</c:v>
                </c:pt>
                <c:pt idx="19">
                  <c:v>130393968.75428963</c:v>
                </c:pt>
                <c:pt idx="20">
                  <c:v>133085959.67711735</c:v>
                </c:pt>
                <c:pt idx="21">
                  <c:v>135380133.23427486</c:v>
                </c:pt>
                <c:pt idx="22">
                  <c:v>137315207.75869226</c:v>
                </c:pt>
                <c:pt idx="23">
                  <c:v>138924988.69180012</c:v>
                </c:pt>
                <c:pt idx="24">
                  <c:v>140238957.45154715</c:v>
                </c:pt>
                <c:pt idx="25">
                  <c:v>141282891.52468443</c:v>
                </c:pt>
                <c:pt idx="26">
                  <c:v>142079451.84710836</c:v>
                </c:pt>
                <c:pt idx="27">
                  <c:v>142648706.06024122</c:v>
                </c:pt>
                <c:pt idx="28">
                  <c:v>143008575.87335253</c:v>
                </c:pt>
                <c:pt idx="29">
                  <c:v>143175208.10834455</c:v>
                </c:pt>
                <c:pt idx="30">
                  <c:v>143163275.13912535</c:v>
                </c:pt>
                <c:pt idx="31">
                  <c:v>142986213.36499643</c:v>
                </c:pt>
                <c:pt idx="32">
                  <c:v>142656409.35174227</c:v>
                </c:pt>
                <c:pt idx="33">
                  <c:v>142185343.13941288</c:v>
                </c:pt>
                <c:pt idx="34">
                  <c:v>141583697.45714092</c:v>
                </c:pt>
                <c:pt idx="35">
                  <c:v>140861440.51944113</c:v>
                </c:pt>
                <c:pt idx="36">
                  <c:v>140027888.90278292</c:v>
                </c:pt>
                <c:pt idx="37">
                  <c:v>139091755.83697748</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139091755.83697748</c:v>
                </c:pt>
                <c:pt idx="38">
                  <c:v>138061189.16455173</c:v>
                </c:pt>
                <c:pt idx="39">
                  <c:v>136943802.2612157</c:v>
                </c:pt>
                <c:pt idx="40">
                  <c:v>135746700.38847303</c:v>
                </c:pt>
                <c:pt idx="41">
                  <c:v>134476504.26714563</c:v>
                </c:pt>
                <c:pt idx="42">
                  <c:v>133139372.11102962</c:v>
                </c:pt>
                <c:pt idx="43">
                  <c:v>131741020.92991877</c:v>
                </c:pt>
                <c:pt idx="44">
                  <c:v>130286747.5853858</c:v>
                </c:pt>
                <c:pt idx="45">
                  <c:v>128781449.84422398</c:v>
                </c:pt>
                <c:pt idx="46">
                  <c:v>127229647.50729275</c:v>
                </c:pt>
                <c:pt idx="47">
                  <c:v>125635503.58084583</c:v>
                </c:pt>
                <c:pt idx="48">
                  <c:v>124002845.39000893</c:v>
                </c:pt>
                <c:pt idx="49">
                  <c:v>122335185.49901915</c:v>
                </c:pt>
                <c:pt idx="50">
                  <c:v>120635742.29074478</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33543152.745795727</c:v>
                </c:pt>
                <c:pt idx="2">
                  <c:v>70173393.49005032</c:v>
                </c:pt>
                <c:pt idx="3">
                  <c:v>109854773.02255058</c:v>
                </c:pt>
                <c:pt idx="4">
                  <c:v>152458555.15739965</c:v>
                </c:pt>
                <c:pt idx="5">
                  <c:v>197754449.2639513</c:v>
                </c:pt>
                <c:pt idx="6">
                  <c:v>245409491.01442385</c:v>
                </c:pt>
                <c:pt idx="7">
                  <c:v>294996275.56462765</c:v>
                </c:pt>
                <c:pt idx="8">
                  <c:v>346010838.6991987</c:v>
                </c:pt>
                <c:pt idx="9">
                  <c:v>397898722.81655407</c:v>
                </c:pt>
                <c:pt idx="10">
                  <c:v>450086136.8679781</c:v>
                </c:pt>
                <c:pt idx="11">
                  <c:v>502012127.64581585</c:v>
                </c:pt>
                <c:pt idx="12">
                  <c:v>553157632.752737</c:v>
                </c:pt>
                <c:pt idx="13">
                  <c:v>603068157.4897833</c:v>
                </c:pt>
                <c:pt idx="14">
                  <c:v>651368276.1421833</c:v>
                </c:pt>
                <c:pt idx="15">
                  <c:v>697767730.9351454</c:v>
                </c:pt>
                <c:pt idx="16">
                  <c:v>742060179.3462534</c:v>
                </c:pt>
                <c:pt idx="17">
                  <c:v>784116402.4826393</c:v>
                </c:pt>
                <c:pt idx="18">
                  <c:v>823874019.6717892</c:v>
                </c:pt>
                <c:pt idx="19">
                  <c:v>861325583.0792732</c:v>
                </c:pt>
                <c:pt idx="20">
                  <c:v>896506527.3578787</c:v>
                </c:pt>
                <c:pt idx="21">
                  <c:v>929483981.0718899</c:v>
                </c:pt>
                <c:pt idx="22">
                  <c:v>960347016.0401154</c:v>
                </c:pt>
                <c:pt idx="23">
                  <c:v>989198571.2416506</c:v>
                </c:pt>
                <c:pt idx="24">
                  <c:v>1016149052.3119516</c:v>
                </c:pt>
                <c:pt idx="25">
                  <c:v>1041311464.8156061</c:v>
                </c:pt>
                <c:pt idx="26">
                  <c:v>1064797868.2680559</c:v>
                </c:pt>
                <c:pt idx="27">
                  <c:v>1086716916.0005398</c:v>
                </c:pt>
                <c:pt idx="28">
                  <c:v>1107172254.4570541</c:v>
                </c:pt>
                <c:pt idx="29">
                  <c:v>1126261580.200674</c:v>
                </c:pt>
                <c:pt idx="30">
                  <c:v>1144076184.1985254</c:v>
                </c:pt>
                <c:pt idx="31">
                  <c:v>1160700844.9535275</c:v>
                </c:pt>
                <c:pt idx="32">
                  <c:v>1176213961.5266333</c:v>
                </c:pt>
                <c:pt idx="33">
                  <c:v>1190687842.9794226</c:v>
                </c:pt>
                <c:pt idx="34">
                  <c:v>1204189091.873784</c:v>
                </c:pt>
                <c:pt idx="35">
                  <c:v>1216779036.3978662</c:v>
                </c:pt>
                <c:pt idx="36">
                  <c:v>1228514178.9350119</c:v>
                </c:pt>
                <c:pt idx="37">
                  <c:v>1239446639.0412378</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1239446639.0412378</c:v>
                </c:pt>
                <c:pt idx="38">
                  <c:v>1249624576.4260626</c:v>
                </c:pt>
                <c:pt idx="39">
                  <c:v>1259092585.1617956</c:v>
                </c:pt>
                <c:pt idx="40">
                  <c:v>1267892054.4213467</c:v>
                </c:pt>
                <c:pt idx="41">
                  <c:v>1276061493.927514</c:v>
                </c:pt>
                <c:pt idx="42">
                  <c:v>1283636824.2792263</c:v>
                </c:pt>
                <c:pt idx="43">
                  <c:v>1290651633.6302032</c:v>
                </c:pt>
                <c:pt idx="44">
                  <c:v>1297137403.010785</c:v>
                </c:pt>
                <c:pt idx="45">
                  <c:v>1303123703.0392294</c:v>
                </c:pt>
                <c:pt idx="46">
                  <c:v>1308638364.968299</c:v>
                </c:pt>
                <c:pt idx="47">
                  <c:v>1313707629.0335388</c:v>
                </c:pt>
                <c:pt idx="48">
                  <c:v>1318356272.969861</c:v>
                </c:pt>
                <c:pt idx="49">
                  <c:v>1322607723.3855572</c:v>
                </c:pt>
                <c:pt idx="50">
                  <c:v>1326484152.4597673</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28114578.044662</c:v>
                </c:pt>
                <c:pt idx="2">
                  <c:v>57298344.31436062</c:v>
                </c:pt>
                <c:pt idx="3">
                  <c:v>86948225.81576967</c:v>
                </c:pt>
                <c:pt idx="4">
                  <c:v>116430156.28138113</c:v>
                </c:pt>
                <c:pt idx="5">
                  <c:v>145143777.38803387</c:v>
                </c:pt>
                <c:pt idx="6">
                  <c:v>172578004.511858</c:v>
                </c:pt>
                <c:pt idx="7">
                  <c:v>198346388.6404667</c:v>
                </c:pt>
                <c:pt idx="8">
                  <c:v>222198612.6664033</c:v>
                </c:pt>
                <c:pt idx="9">
                  <c:v>244011540.48318052</c:v>
                </c:pt>
                <c:pt idx="10">
                  <c:v>263767218.08690548</c:v>
                </c:pt>
                <c:pt idx="11">
                  <c:v>281525665.12835073</c:v>
                </c:pt>
                <c:pt idx="12">
                  <c:v>297398432.9689388</c:v>
                </c:pt>
                <c:pt idx="13">
                  <c:v>311526337.83852816</c:v>
                </c:pt>
                <c:pt idx="14">
                  <c:v>324062586.75614214</c:v>
                </c:pt>
                <c:pt idx="15">
                  <c:v>335161100.7842088</c:v>
                </c:pt>
                <c:pt idx="16">
                  <c:v>344969153.3921995</c:v>
                </c:pt>
                <c:pt idx="17">
                  <c:v>353623254.12534046</c:v>
                </c:pt>
                <c:pt idx="18">
                  <c:v>361247291.3346982</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361247291.3346982</c:v>
                </c:pt>
                <c:pt idx="19">
                  <c:v>367952139.9442611</c:v>
                </c:pt>
                <c:pt idx="20">
                  <c:v>373836148.0242362</c:v>
                </c:pt>
                <c:pt idx="21">
                  <c:v>378986096.5597224</c:v>
                </c:pt>
                <c:pt idx="22">
                  <c:v>383478367.13098</c:v>
                </c:pt>
                <c:pt idx="23">
                  <c:v>387380153.6770458</c:v>
                </c:pt>
                <c:pt idx="24">
                  <c:v>390750624.0654812</c:v>
                </c:pt>
                <c:pt idx="25">
                  <c:v>393641982.77495384</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-676703.3313732147</c:v>
                </c:pt>
                <c:pt idx="2">
                  <c:v>-1307899.4287137985</c:v>
                </c:pt>
                <c:pt idx="3">
                  <c:v>-1893473.0356178284</c:v>
                </c:pt>
                <c:pt idx="4">
                  <c:v>-2433493.5747389793</c:v>
                </c:pt>
                <c:pt idx="5">
                  <c:v>-2928229.270884037</c:v>
                </c:pt>
                <c:pt idx="6">
                  <c:v>-3378159.989932537</c:v>
                </c:pt>
                <c:pt idx="7">
                  <c:v>-3783988.400393009</c:v>
                </c:pt>
                <c:pt idx="8">
                  <c:v>-4146649.0609145164</c:v>
                </c:pt>
                <c:pt idx="9">
                  <c:v>-4467315.047404289</c:v>
                </c:pt>
                <c:pt idx="10">
                  <c:v>-4747401.759319782</c:v>
                </c:pt>
                <c:pt idx="11">
                  <c:v>-4988567.586942673</c:v>
                </c:pt>
                <c:pt idx="12">
                  <c:v>-5192711.180398941</c:v>
                </c:pt>
                <c:pt idx="13">
                  <c:v>-5361965.135968685</c:v>
                </c:pt>
                <c:pt idx="14">
                  <c:v>-5498686.0039486885</c:v>
                </c:pt>
                <c:pt idx="15">
                  <c:v>-5605440.622280598</c:v>
                </c:pt>
                <c:pt idx="16">
                  <c:v>-5684988.887265205</c:v>
                </c:pt>
                <c:pt idx="17">
                  <c:v>-5740263.182520866</c:v>
                </c:pt>
                <c:pt idx="18">
                  <c:v>-5774344.794559479</c:v>
                </c:pt>
                <c:pt idx="19">
                  <c:v>-5790437.742665291</c:v>
                </c:pt>
                <c:pt idx="20">
                  <c:v>-5791840.537040234</c:v>
                </c:pt>
                <c:pt idx="21">
                  <c:v>-5781916.447601795</c:v>
                </c:pt>
                <c:pt idx="22">
                  <c:v>-5764062.9130010605</c:v>
                </c:pt>
                <c:pt idx="23">
                  <c:v>-5741680.742656231</c:v>
                </c:pt>
                <c:pt idx="24">
                  <c:v>-5718143.762907028</c:v>
                </c:pt>
                <c:pt idx="25">
                  <c:v>-5696769.532322407</c:v>
                </c:pt>
                <c:pt idx="26">
                  <c:v>-5680791.702367783</c:v>
                </c:pt>
                <c:pt idx="27">
                  <c:v>-5673334.53143549</c:v>
                </c:pt>
                <c:pt idx="28">
                  <c:v>-5677389.976507187</c:v>
                </c:pt>
                <c:pt idx="29">
                  <c:v>-5695797.692363739</c:v>
                </c:pt>
                <c:pt idx="30">
                  <c:v>-5731228.168266296</c:v>
                </c:pt>
                <c:pt idx="31">
                  <c:v>-5786169.131198883</c:v>
                </c:pt>
                <c:pt idx="32">
                  <c:v>-5862915.247844696</c:v>
                </c:pt>
                <c:pt idx="33">
                  <c:v>-5963561.068182945</c:v>
                </c:pt>
                <c:pt idx="34">
                  <c:v>-6089997.074954033</c:v>
                </c:pt>
                <c:pt idx="35">
                  <c:v>-6243908.637535572</c:v>
                </c:pt>
                <c:pt idx="36">
                  <c:v>-6426777.617006779</c:v>
                </c:pt>
                <c:pt idx="37">
                  <c:v>-6639886.33177042</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-6639886.33177042</c:v>
                </c:pt>
                <c:pt idx="38">
                  <c:v>-6884323.569578171</c:v>
                </c:pt>
                <c:pt idx="39">
                  <c:v>-7160992.321149826</c:v>
                </c:pt>
                <c:pt idx="40">
                  <c:v>-7470618.911217213</c:v>
                </c:pt>
                <c:pt idx="41">
                  <c:v>-7813763.2130942345</c:v>
                </c:pt>
                <c:pt idx="42">
                  <c:v>-8190829.650729179</c:v>
                </c:pt>
                <c:pt idx="43">
                  <c:v>-8602078.71587801</c:v>
                </c:pt>
                <c:pt idx="44">
                  <c:v>-9047638.755556107</c:v>
                </c:pt>
                <c:pt idx="45">
                  <c:v>-9527517.814790726</c:v>
                </c:pt>
                <c:pt idx="46">
                  <c:v>-10041615.350400925</c:v>
                </c:pt>
                <c:pt idx="47">
                  <c:v>-10589733.661923409</c:v>
                </c:pt>
                <c:pt idx="48">
                  <c:v>-11171588.914938927</c:v>
                </c:pt>
                <c:pt idx="49">
                  <c:v>-11786821.659298897</c:v>
                </c:pt>
                <c:pt idx="50">
                  <c:v>-12435006.769545078</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565292.2983388901</c:v>
                </c:pt>
                <c:pt idx="2">
                  <c:v>1243952.308701992</c:v>
                </c:pt>
                <c:pt idx="3">
                  <c:v>2035863.4123511314</c:v>
                </c:pt>
                <c:pt idx="4">
                  <c:v>2940067.1013936996</c:v>
                </c:pt>
                <c:pt idx="5">
                  <c:v>3954692.8177981377</c:v>
                </c:pt>
                <c:pt idx="6">
                  <c:v>5076900.69474268</c:v>
                </c:pt>
                <c:pt idx="7">
                  <c:v>6302840.914304733</c:v>
                </c:pt>
                <c:pt idx="8">
                  <c:v>7627633.159525871</c:v>
                </c:pt>
                <c:pt idx="9">
                  <c:v>9045369.142879963</c:v>
                </c:pt>
                <c:pt idx="10">
                  <c:v>10549140.431846619</c:v>
                </c:pt>
                <c:pt idx="11">
                  <c:v>12131092.786070347</c:v>
                </c:pt>
                <c:pt idx="12">
                  <c:v>13782507.018785477</c:v>
                </c:pt>
                <c:pt idx="13">
                  <c:v>15493905.07376337</c:v>
                </c:pt>
                <c:pt idx="14">
                  <c:v>17255178.666139126</c:v>
                </c:pt>
                <c:pt idx="15">
                  <c:v>19055736.580942154</c:v>
                </c:pt>
                <c:pt idx="16">
                  <c:v>20884665.666635513</c:v>
                </c:pt>
                <c:pt idx="17">
                  <c:v>22730899.798038483</c:v>
                </c:pt>
                <c:pt idx="18">
                  <c:v>24583390.68273449</c:v>
                </c:pt>
                <c:pt idx="19">
                  <c:v>26431274.38095665</c:v>
                </c:pt>
                <c:pt idx="20">
                  <c:v>28264027.794556618</c:v>
                </c:pt>
                <c:pt idx="21">
                  <c:v>30071610.11150551</c:v>
                </c:pt>
                <c:pt idx="22">
                  <c:v>31844585.192334652</c:v>
                </c:pt>
                <c:pt idx="23">
                  <c:v>33574222.05756855</c:v>
                </c:pt>
                <c:pt idx="24">
                  <c:v>35252571.87590742</c:v>
                </c:pt>
                <c:pt idx="25">
                  <c:v>36872521.062188625</c:v>
                </c:pt>
                <c:pt idx="26">
                  <c:v>38427821.1869874</c:v>
                </c:pt>
                <c:pt idx="27">
                  <c:v>39913097.31367588</c:v>
                </c:pt>
                <c:pt idx="28">
                  <c:v>41323837.076003075</c:v>
                </c:pt>
                <c:pt idx="29">
                  <c:v>42656363.276968956</c:v>
                </c:pt>
                <c:pt idx="30">
                  <c:v>43907793.0361166</c:v>
                </c:pt>
                <c:pt idx="31">
                  <c:v>45075986.56185293</c:v>
                </c:pt>
                <c:pt idx="32">
                  <c:v>46159488.512802124</c:v>
                </c:pt>
                <c:pt idx="33">
                  <c:v>47157464.6772728</c:v>
                </c:pt>
                <c:pt idx="34">
                  <c:v>48069636.38223314</c:v>
                </c:pt>
                <c:pt idx="35">
                  <c:v>48896214.679493904</c:v>
                </c:pt>
                <c:pt idx="36">
                  <c:v>49637835.977618694</c:v>
                </c:pt>
                <c:pt idx="37">
                  <c:v>50295500.41794109</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50295500.41794109</c:v>
                </c:pt>
                <c:pt idx="38">
                  <c:v>50870513.9492569</c:v>
                </c:pt>
                <c:pt idx="39">
                  <c:v>51364434.74965477</c:v>
                </c:pt>
                <c:pt idx="40">
                  <c:v>51779024.38148403</c:v>
                </c:pt>
                <c:pt idx="41">
                  <c:v>52116203.8483057</c:v>
                </c:pt>
                <c:pt idx="42">
                  <c:v>52378014.54966354</c:v>
                </c:pt>
                <c:pt idx="43">
                  <c:v>52566583.99701786</c:v>
                </c:pt>
                <c:pt idx="44">
                  <c:v>52684096.05763197</c:v>
                </c:pt>
                <c:pt idx="45">
                  <c:v>52732765.42737675</c:v>
                </c:pt>
                <c:pt idx="46">
                  <c:v>52714815.992874146</c:v>
                </c:pt>
                <c:pt idx="47">
                  <c:v>52632462.72325373</c:v>
                </c:pt>
                <c:pt idx="48">
                  <c:v>52487896.72729969</c:v>
                </c:pt>
                <c:pt idx="49">
                  <c:v>52283273.1191206</c:v>
                </c:pt>
                <c:pt idx="50">
                  <c:v>52020701.351079464</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17308652.622015953</c:v>
                </c:pt>
                <c:pt idx="2">
                  <c:v>36284313.61532259</c:v>
                </c:pt>
                <c:pt idx="3">
                  <c:v>56776829.55273247</c:v>
                </c:pt>
                <c:pt idx="4">
                  <c:v>78550160.3411851</c:v>
                </c:pt>
                <c:pt idx="5">
                  <c:v>101290538.03590918</c:v>
                </c:pt>
                <c:pt idx="6">
                  <c:v>124626260.92494392</c:v>
                </c:pt>
                <c:pt idx="7">
                  <c:v>148156665.9317217</c:v>
                </c:pt>
                <c:pt idx="8">
                  <c:v>171485174.55988026</c:v>
                </c:pt>
                <c:pt idx="9">
                  <c:v>194250198.14958334</c:v>
                </c:pt>
                <c:pt idx="10">
                  <c:v>216148596.3403678</c:v>
                </c:pt>
                <c:pt idx="11">
                  <c:v>236948808.50250006</c:v>
                </c:pt>
                <c:pt idx="12">
                  <c:v>256493598.24627352</c:v>
                </c:pt>
                <c:pt idx="13">
                  <c:v>274694507.6838317</c:v>
                </c:pt>
                <c:pt idx="14">
                  <c:v>291521110.4745965</c:v>
                </c:pt>
                <c:pt idx="15">
                  <c:v>306988080.8791938</c:v>
                </c:pt>
                <c:pt idx="16">
                  <c:v>321142388.352016</c:v>
                </c:pt>
                <c:pt idx="17">
                  <c:v>334052032.4732642</c:v>
                </c:pt>
                <c:pt idx="18">
                  <c:v>345796949.350893</c:v>
                </c:pt>
                <c:pt idx="19">
                  <c:v>356462170.94315004</c:v>
                </c:pt>
                <c:pt idx="20">
                  <c:v>366133004.19491196</c:v>
                </c:pt>
                <c:pt idx="21">
                  <c:v>374891862.1978178</c:v>
                </c:pt>
                <c:pt idx="22">
                  <c:v>382816359.0610862</c:v>
                </c:pt>
                <c:pt idx="23">
                  <c:v>389978319.83166504</c:v>
                </c:pt>
                <c:pt idx="24">
                  <c:v>396443420.2020931</c:v>
                </c:pt>
                <c:pt idx="25">
                  <c:v>402271236.8694563</c:v>
                </c:pt>
                <c:pt idx="26">
                  <c:v>407515548.08446217</c:v>
                </c:pt>
                <c:pt idx="27">
                  <c:v>412224771.57190037</c:v>
                </c:pt>
                <c:pt idx="28">
                  <c:v>416442463.51951694</c:v>
                </c:pt>
                <c:pt idx="29">
                  <c:v>420207829.1755295</c:v>
                </c:pt>
                <c:pt idx="30">
                  <c:v>423556214.6816883</c:v>
                </c:pt>
                <c:pt idx="31">
                  <c:v>426519562.9466505</c:v>
                </c:pt>
                <c:pt idx="32">
                  <c:v>429126825.2000723</c:v>
                </c:pt>
                <c:pt idx="33">
                  <c:v>431404325.5983715</c:v>
                </c:pt>
                <c:pt idx="34">
                  <c:v>433376079.8127794</c:v>
                </c:pt>
                <c:pt idx="35">
                  <c:v>435064070.60376453</c:v>
                </c:pt>
                <c:pt idx="36">
                  <c:v>436488484.4632149</c:v>
                </c:pt>
                <c:pt idx="37">
                  <c:v>437667913.8325558</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437667913.8325558</c:v>
                </c:pt>
                <c:pt idx="38">
                  <c:v>438619529.4204273</c:v>
                </c:pt>
                <c:pt idx="39">
                  <c:v>439359226.9120426</c:v>
                </c:pt>
                <c:pt idx="40">
                  <c:v>439901751.99418736</c:v>
                </c:pt>
                <c:pt idx="41">
                  <c:v>440260807.1882582</c:v>
                </c:pt>
                <c:pt idx="42">
                  <c:v>440449143.53612995</c:v>
                </c:pt>
                <c:pt idx="43">
                  <c:v>440478639.74928474</c:v>
                </c:pt>
                <c:pt idx="44">
                  <c:v>440360371.02789974</c:v>
                </c:pt>
                <c:pt idx="45">
                  <c:v>440104669.3924732</c:v>
                </c:pt>
                <c:pt idx="46">
                  <c:v>439721177.04961586</c:v>
                </c:pt>
                <c:pt idx="47">
                  <c:v>439218894.03613377</c:v>
                </c:pt>
                <c:pt idx="48">
                  <c:v>438606221.14914036</c:v>
                </c:pt>
                <c:pt idx="49">
                  <c:v>437890998.97155666</c:v>
                </c:pt>
                <c:pt idx="50">
                  <c:v>437080543.6378784</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-1803240.297715187</c:v>
                </c:pt>
                <c:pt idx="2">
                  <c:v>-3606415.363269329</c:v>
                </c:pt>
                <c:pt idx="3">
                  <c:v>-5409525.290683746</c:v>
                </c:pt>
                <c:pt idx="4">
                  <c:v>-7212570.174151897</c:v>
                </c:pt>
                <c:pt idx="5">
                  <c:v>-9015550.108044147</c:v>
                </c:pt>
                <c:pt idx="6">
                  <c:v>-10818465.186903477</c:v>
                </c:pt>
                <c:pt idx="7">
                  <c:v>-12621315.505446434</c:v>
                </c:pt>
                <c:pt idx="8">
                  <c:v>-14424101.158566475</c:v>
                </c:pt>
                <c:pt idx="9">
                  <c:v>-16226822.241323948</c:v>
                </c:pt>
                <c:pt idx="10">
                  <c:v>-18029478.84895706</c:v>
                </c:pt>
                <c:pt idx="11">
                  <c:v>-19832071.076877594</c:v>
                </c:pt>
                <c:pt idx="12">
                  <c:v>-21634599.020668983</c:v>
                </c:pt>
                <c:pt idx="13">
                  <c:v>-23437062.776083946</c:v>
                </c:pt>
                <c:pt idx="14">
                  <c:v>-25239462.439053535</c:v>
                </c:pt>
                <c:pt idx="15">
                  <c:v>-27041798.105677605</c:v>
                </c:pt>
                <c:pt idx="16">
                  <c:v>-28844069.872228622</c:v>
                </c:pt>
                <c:pt idx="17">
                  <c:v>-30646277.83515215</c:v>
                </c:pt>
                <c:pt idx="18">
                  <c:v>-32448422.091063976</c:v>
                </c:pt>
                <c:pt idx="19">
                  <c:v>-34250502.736753464</c:v>
                </c:pt>
                <c:pt idx="20">
                  <c:v>-36052519.869179726</c:v>
                </c:pt>
                <c:pt idx="21">
                  <c:v>-37854473.58547306</c:v>
                </c:pt>
                <c:pt idx="22">
                  <c:v>-39656363.98293686</c:v>
                </c:pt>
                <c:pt idx="23">
                  <c:v>-41458191.159041405</c:v>
                </c:pt>
                <c:pt idx="24">
                  <c:v>-43259955.21143246</c:v>
                </c:pt>
                <c:pt idx="25">
                  <c:v>-45061656.2379241</c:v>
                </c:pt>
                <c:pt idx="26">
                  <c:v>-46863294.33649826</c:v>
                </c:pt>
                <c:pt idx="27">
                  <c:v>-48664869.605311394</c:v>
                </c:pt>
                <c:pt idx="28">
                  <c:v>-50466382.142686844</c:v>
                </c:pt>
                <c:pt idx="29">
                  <c:v>-52267832.04712057</c:v>
                </c:pt>
                <c:pt idx="30">
                  <c:v>-54069219.41727209</c:v>
                </c:pt>
                <c:pt idx="31">
                  <c:v>-55870544.3519783</c:v>
                </c:pt>
                <c:pt idx="32">
                  <c:v>-57671806.95023918</c:v>
                </c:pt>
                <c:pt idx="33">
                  <c:v>-59473007.31122637</c:v>
                </c:pt>
                <c:pt idx="34">
                  <c:v>-61274145.53427839</c:v>
                </c:pt>
                <c:pt idx="35">
                  <c:v>-63075221.718904495</c:v>
                </c:pt>
                <c:pt idx="36">
                  <c:v>-64876235.964781284</c:v>
                </c:pt>
                <c:pt idx="37">
                  <c:v>-66677188.371751785</c:v>
                </c:pt>
                <c:pt idx="38">
                  <c:v>-68478079.03983164</c:v>
                </c:pt>
                <c:pt idx="39">
                  <c:v>-70278908.06919765</c:v>
                </c:pt>
                <c:pt idx="40">
                  <c:v>-72079675.56019926</c:v>
                </c:pt>
                <c:pt idx="41">
                  <c:v>-73880381.61335135</c:v>
                </c:pt>
                <c:pt idx="42">
                  <c:v>-75681026.32933617</c:v>
                </c:pt>
                <c:pt idx="43">
                  <c:v>-77481609.80900383</c:v>
                </c:pt>
                <c:pt idx="44">
                  <c:v>-79282132.15336704</c:v>
                </c:pt>
                <c:pt idx="45">
                  <c:v>-81082593.46361065</c:v>
                </c:pt>
                <c:pt idx="46">
                  <c:v>-82882993.8410821</c:v>
                </c:pt>
                <c:pt idx="47">
                  <c:v>-84683333.3872962</c:v>
                </c:pt>
                <c:pt idx="48">
                  <c:v>-86483612.20393276</c:v>
                </c:pt>
                <c:pt idx="49">
                  <c:v>-88283830.39283848</c:v>
                </c:pt>
                <c:pt idx="50">
                  <c:v>-90083988.0560236</c:v>
                </c:pt>
                <c:pt idx="51">
                  <c:v>-91884085.29566574</c:v>
                </c:pt>
                <c:pt idx="52">
                  <c:v>-93684122.21410465</c:v>
                </c:pt>
                <c:pt idx="53">
                  <c:v>-95484098.91384792</c:v>
                </c:pt>
                <c:pt idx="54">
                  <c:v>-97284015.49756527</c:v>
                </c:pt>
                <c:pt idx="55">
                  <c:v>-99083872.06809282</c:v>
                </c:pt>
                <c:pt idx="56">
                  <c:v>-100883668.72842932</c:v>
                </c:pt>
                <c:pt idx="57">
                  <c:v>-102683405.58173561</c:v>
                </c:pt>
                <c:pt idx="58">
                  <c:v>-104483082.73134089</c:v>
                </c:pt>
                <c:pt idx="59">
                  <c:v>-106282700.28073168</c:v>
                </c:pt>
                <c:pt idx="60">
                  <c:v>-108082258.3335638</c:v>
                </c:pt>
                <c:pt idx="61">
                  <c:v>-109881756.99365139</c:v>
                </c:pt>
                <c:pt idx="62">
                  <c:v>-111681196.36497593</c:v>
                </c:pt>
                <c:pt idx="63">
                  <c:v>-113480576.55167437</c:v>
                </c:pt>
                <c:pt idx="64">
                  <c:v>-115279897.65805292</c:v>
                </c:pt>
                <c:pt idx="65">
                  <c:v>-117079159.78857613</c:v>
                </c:pt>
                <c:pt idx="66">
                  <c:v>-118878363.04787064</c:v>
                </c:pt>
                <c:pt idx="67">
                  <c:v>-120677507.54072571</c:v>
                </c:pt>
                <c:pt idx="68">
                  <c:v>-122476593.37208986</c:v>
                </c:pt>
                <c:pt idx="69">
                  <c:v>-124275620.6470766</c:v>
                </c:pt>
                <c:pt idx="70">
                  <c:v>-126074589.4709549</c:v>
                </c:pt>
                <c:pt idx="71">
                  <c:v>-127873499.94915819</c:v>
                </c:pt>
                <c:pt idx="72">
                  <c:v>-129672352.18728018</c:v>
                </c:pt>
                <c:pt idx="73">
                  <c:v>-131471146.29107237</c:v>
                </c:pt>
                <c:pt idx="74">
                  <c:v>-133269882.36644793</c:v>
                </c:pt>
                <c:pt idx="75">
                  <c:v>-135068560.5194788</c:v>
                </c:pt>
                <c:pt idx="76">
                  <c:v>-136867180.85639668</c:v>
                </c:pt>
                <c:pt idx="77">
                  <c:v>-138665743.48359203</c:v>
                </c:pt>
                <c:pt idx="78">
                  <c:v>-140464248.50761557</c:v>
                </c:pt>
                <c:pt idx="79">
                  <c:v>-142262696.03517485</c:v>
                </c:pt>
                <c:pt idx="80">
                  <c:v>-144061086.17313528</c:v>
                </c:pt>
                <c:pt idx="81">
                  <c:v>-145859419.02852392</c:v>
                </c:pt>
                <c:pt idx="82">
                  <c:v>-147657694.7085209</c:v>
                </c:pt>
                <c:pt idx="83">
                  <c:v>-149455913.32046747</c:v>
                </c:pt>
                <c:pt idx="84">
                  <c:v>-151254074.9718628</c:v>
                </c:pt>
                <c:pt idx="85">
                  <c:v>-153052179.77035904</c:v>
                </c:pt>
                <c:pt idx="86">
                  <c:v>-154850227.82377005</c:v>
                </c:pt>
                <c:pt idx="87">
                  <c:v>-156648219.24006128</c:v>
                </c:pt>
                <c:pt idx="88">
                  <c:v>-158446154.1273589</c:v>
                </c:pt>
                <c:pt idx="89">
                  <c:v>-160244032.59394407</c:v>
                </c:pt>
                <c:pt idx="90">
                  <c:v>-162041854.74825287</c:v>
                </c:pt>
                <c:pt idx="91">
                  <c:v>-163839620.6988759</c:v>
                </c:pt>
                <c:pt idx="92">
                  <c:v>-165637330.55456066</c:v>
                </c:pt>
                <c:pt idx="93">
                  <c:v>-167434984.42421103</c:v>
                </c:pt>
                <c:pt idx="94">
                  <c:v>-169232582.41688251</c:v>
                </c:pt>
                <c:pt idx="95">
                  <c:v>-171030124.641788</c:v>
                </c:pt>
                <c:pt idx="96">
                  <c:v>-172827611.20829248</c:v>
                </c:pt>
                <c:pt idx="97">
                  <c:v>-174625042.22591543</c:v>
                </c:pt>
                <c:pt idx="98">
                  <c:v>-176422417.80433178</c:v>
                </c:pt>
                <c:pt idx="99">
                  <c:v>-178219738.05336666</c:v>
                </c:pt>
                <c:pt idx="100">
                  <c:v>-180017003.0830016</c:v>
                </c:pt>
                <c:pt idx="101">
                  <c:v>-181814213.0033679</c:v>
                </c:pt>
                <c:pt idx="102">
                  <c:v>-183611367.9247532</c:v>
                </c:pt>
                <c:pt idx="103">
                  <c:v>-185408467.95759344</c:v>
                </c:pt>
                <c:pt idx="104">
                  <c:v>-187205513.21248007</c:v>
                </c:pt>
                <c:pt idx="105">
                  <c:v>-189002503.8001566</c:v>
                </c:pt>
                <c:pt idx="106">
                  <c:v>-190799439.8315115</c:v>
                </c:pt>
                <c:pt idx="107">
                  <c:v>-192596321.41759348</c:v>
                </c:pt>
                <c:pt idx="108">
                  <c:v>-194393148.66959858</c:v>
                </c:pt>
                <c:pt idx="109">
                  <c:v>-196189921.69886875</c:v>
                </c:pt>
                <c:pt idx="110">
                  <c:v>-197986640.61690426</c:v>
                </c:pt>
                <c:pt idx="111">
                  <c:v>-199783305.53535223</c:v>
                </c:pt>
                <c:pt idx="112">
                  <c:v>-201579916.56600666</c:v>
                </c:pt>
                <c:pt idx="113">
                  <c:v>-203376473.82081556</c:v>
                </c:pt>
                <c:pt idx="114">
                  <c:v>-205172977.4118743</c:v>
                </c:pt>
                <c:pt idx="115">
                  <c:v>-206969427.4514265</c:v>
                </c:pt>
                <c:pt idx="116">
                  <c:v>-208765824.05186558</c:v>
                </c:pt>
                <c:pt idx="117">
                  <c:v>-210562167.32573414</c:v>
                </c:pt>
                <c:pt idx="118">
                  <c:v>-212358457.38572073</c:v>
                </c:pt>
                <c:pt idx="119">
                  <c:v>-214154694.34466267</c:v>
                </c:pt>
                <c:pt idx="120">
                  <c:v>-215950878.31554747</c:v>
                </c:pt>
                <c:pt idx="121">
                  <c:v>-217747009.41150427</c:v>
                </c:pt>
                <c:pt idx="122">
                  <c:v>-219543087.74581432</c:v>
                </c:pt>
                <c:pt idx="123">
                  <c:v>-221339113.4319024</c:v>
                </c:pt>
                <c:pt idx="124">
                  <c:v>-223135086.5833416</c:v>
                </c:pt>
                <c:pt idx="125">
                  <c:v>-224931007.31384993</c:v>
                </c:pt>
                <c:pt idx="126">
                  <c:v>-226726875.7372923</c:v>
                </c:pt>
                <c:pt idx="127">
                  <c:v>-228522691.96767807</c:v>
                </c:pt>
                <c:pt idx="128">
                  <c:v>-230318456.11916065</c:v>
                </c:pt>
                <c:pt idx="129">
                  <c:v>-232114168.30604076</c:v>
                </c:pt>
                <c:pt idx="130">
                  <c:v>-233909828.6427636</c:v>
                </c:pt>
                <c:pt idx="131">
                  <c:v>-235705437.24391747</c:v>
                </c:pt>
                <c:pt idx="132">
                  <c:v>-237500994.2242341</c:v>
                </c:pt>
                <c:pt idx="133">
                  <c:v>-239296499.69858932</c:v>
                </c:pt>
                <c:pt idx="134">
                  <c:v>-241091953.78200436</c:v>
                </c:pt>
                <c:pt idx="135">
                  <c:v>-242887356.5896411</c:v>
                </c:pt>
                <c:pt idx="136">
                  <c:v>-244682708.23680353</c:v>
                </c:pt>
                <c:pt idx="137">
                  <c:v>-246478008.83894157</c:v>
                </c:pt>
                <c:pt idx="138">
                  <c:v>-248273258.5116439</c:v>
                </c:pt>
                <c:pt idx="139">
                  <c:v>-250068457.37064314</c:v>
                </c:pt>
                <c:pt idx="140">
                  <c:v>-251863605.5318122</c:v>
                </c:pt>
                <c:pt idx="141">
                  <c:v>-253658703.11116505</c:v>
                </c:pt>
                <c:pt idx="142">
                  <c:v>-255453750.22485828</c:v>
                </c:pt>
                <c:pt idx="143">
                  <c:v>-257248746.98918676</c:v>
                </c:pt>
                <c:pt idx="144">
                  <c:v>-259043693.52058744</c:v>
                </c:pt>
                <c:pt idx="145">
                  <c:v>-260838589.935637</c:v>
                </c:pt>
                <c:pt idx="146">
                  <c:v>-262633436.3510499</c:v>
                </c:pt>
                <c:pt idx="147">
                  <c:v>-264428232.88368177</c:v>
                </c:pt>
                <c:pt idx="148">
                  <c:v>-266222979.650527</c:v>
                </c:pt>
                <c:pt idx="149">
                  <c:v>-268017676.76871777</c:v>
                </c:pt>
                <c:pt idx="150">
                  <c:v>-269812324.3555274</c:v>
                </c:pt>
                <c:pt idx="151">
                  <c:v>-271606922.5283623</c:v>
                </c:pt>
                <c:pt idx="152">
                  <c:v>-273401471.4047704</c:v>
                </c:pt>
                <c:pt idx="153">
                  <c:v>-275195971.1024356</c:v>
                </c:pt>
                <c:pt idx="154">
                  <c:v>-276990421.7391801</c:v>
                </c:pt>
                <c:pt idx="155">
                  <c:v>-278784823.43296194</c:v>
                </c:pt>
                <c:pt idx="156">
                  <c:v>-280579176.30187464</c:v>
                </c:pt>
                <c:pt idx="157">
                  <c:v>-282373480.464149</c:v>
                </c:pt>
                <c:pt idx="158">
                  <c:v>-284167736.0381527</c:v>
                </c:pt>
                <c:pt idx="159">
                  <c:v>-285961943.142385</c:v>
                </c:pt>
                <c:pt idx="160">
                  <c:v>-287756101.8954859</c:v>
                </c:pt>
                <c:pt idx="161">
                  <c:v>-289550212.4162245</c:v>
                </c:pt>
                <c:pt idx="162">
                  <c:v>-291344274.82350636</c:v>
                </c:pt>
                <c:pt idx="163">
                  <c:v>-293138289.2363744</c:v>
                </c:pt>
                <c:pt idx="164">
                  <c:v>-294932255.7739997</c:v>
                </c:pt>
                <c:pt idx="165">
                  <c:v>-296726174.55569124</c:v>
                </c:pt>
                <c:pt idx="166">
                  <c:v>-298520045.70088816</c:v>
                </c:pt>
                <c:pt idx="167">
                  <c:v>-300313869.329165</c:v>
                </c:pt>
                <c:pt idx="168">
                  <c:v>-302107645.5602269</c:v>
                </c:pt>
                <c:pt idx="169">
                  <c:v>-303901374.5139103</c:v>
                </c:pt>
                <c:pt idx="170">
                  <c:v>-305695056.31018686</c:v>
                </c:pt>
                <c:pt idx="171">
                  <c:v>-307488691.0691557</c:v>
                </c:pt>
                <c:pt idx="172">
                  <c:v>-309282278.9110489</c:v>
                </c:pt>
                <c:pt idx="173">
                  <c:v>-311075819.95622873</c:v>
                </c:pt>
                <c:pt idx="174">
                  <c:v>-312869314.3251891</c:v>
                </c:pt>
                <c:pt idx="175">
                  <c:v>-314662762.13855267</c:v>
                </c:pt>
                <c:pt idx="176">
                  <c:v>-316456163.5170708</c:v>
                </c:pt>
                <c:pt idx="177">
                  <c:v>-318249518.5816269</c:v>
                </c:pt>
                <c:pt idx="178">
                  <c:v>-320042827.4532318</c:v>
                </c:pt>
                <c:pt idx="179">
                  <c:v>-321836090.25302505</c:v>
                </c:pt>
                <c:pt idx="180">
                  <c:v>-323629307.1022744</c:v>
                </c:pt>
                <c:pt idx="181">
                  <c:v>-325422478.122375</c:v>
                </c:pt>
                <c:pt idx="182">
                  <c:v>-327215603.43485117</c:v>
                </c:pt>
                <c:pt idx="183">
                  <c:v>-329008683.1613531</c:v>
                </c:pt>
                <c:pt idx="184">
                  <c:v>-330801717.4236593</c:v>
                </c:pt>
                <c:pt idx="185">
                  <c:v>-332594706.3436723</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-332594706.3436723</c:v>
                </c:pt>
                <c:pt idx="186">
                  <c:v>-334387650.04342365</c:v>
                </c:pt>
                <c:pt idx="187">
                  <c:v>-336180548.6450696</c:v>
                </c:pt>
                <c:pt idx="188">
                  <c:v>-337973402.2708907</c:v>
                </c:pt>
                <c:pt idx="189">
                  <c:v>-339766211.04329395</c:v>
                </c:pt>
                <c:pt idx="190">
                  <c:v>-341558975.0848112</c:v>
                </c:pt>
                <c:pt idx="191">
                  <c:v>-343351694.5180979</c:v>
                </c:pt>
                <c:pt idx="192">
                  <c:v>-345144369.4659343</c:v>
                </c:pt>
                <c:pt idx="193">
                  <c:v>-346937000.0512228</c:v>
                </c:pt>
                <c:pt idx="194">
                  <c:v>-348729586.3969927</c:v>
                </c:pt>
                <c:pt idx="195">
                  <c:v>-350522128.6263914</c:v>
                </c:pt>
                <c:pt idx="196">
                  <c:v>-352314626.8626919</c:v>
                </c:pt>
                <c:pt idx="197">
                  <c:v>-354107081.2292905</c:v>
                </c:pt>
                <c:pt idx="198">
                  <c:v>-355899491.84970284</c:v>
                </c:pt>
                <c:pt idx="199">
                  <c:v>-357691858.8475647</c:v>
                </c:pt>
                <c:pt idx="200">
                  <c:v>-359484182.3466382</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5064235.225777626</c:v>
                </c:pt>
                <c:pt idx="2">
                  <c:v>10926843.843147278</c:v>
                </c:pt>
                <c:pt idx="3">
                  <c:v>17630536.144706726</c:v>
                </c:pt>
                <c:pt idx="4">
                  <c:v>25200639.511027336</c:v>
                </c:pt>
                <c:pt idx="5">
                  <c:v>33639113.80014801</c:v>
                </c:pt>
                <c:pt idx="6">
                  <c:v>42919209.01397514</c:v>
                </c:pt>
                <c:pt idx="7">
                  <c:v>52981804.430268764</c:v>
                </c:pt>
                <c:pt idx="8">
                  <c:v>63734478.801894665</c:v>
                </c:pt>
                <c:pt idx="9">
                  <c:v>75054077.55182219</c:v>
                </c:pt>
                <c:pt idx="10">
                  <c:v>86792956.69562864</c:v>
                </c:pt>
                <c:pt idx="11">
                  <c:v>98788316.11310434</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98788316.11310434</c:v>
                </c:pt>
                <c:pt idx="12">
                  <c:v>110873319.61132097</c:v>
                </c:pt>
                <c:pt idx="13">
                  <c:v>122888287.77204514</c:v>
                </c:pt>
                <c:pt idx="14">
                  <c:v>134690290.51955223</c:v>
                </c:pt>
                <c:pt idx="15">
                  <c:v>146159929.72016048</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-1658665.8313560486</c:v>
                </c:pt>
                <c:pt idx="2">
                  <c:v>-3315737.829689026</c:v>
                </c:pt>
                <c:pt idx="3">
                  <c:v>-4971235.974711418</c:v>
                </c:pt>
                <c:pt idx="4">
                  <c:v>-6625180.825768948</c:v>
                </c:pt>
                <c:pt idx="5">
                  <c:v>-8277593.518528938</c:v>
                </c:pt>
                <c:pt idx="6">
                  <c:v>-9928495.761162281</c:v>
                </c:pt>
                <c:pt idx="7">
                  <c:v>-11577909.83002901</c:v>
                </c:pt>
                <c:pt idx="8">
                  <c:v>-13225858.5648489</c:v>
                </c:pt>
                <c:pt idx="9">
                  <c:v>-14872365.363368034</c:v>
                </c:pt>
                <c:pt idx="10">
                  <c:v>-16517454.175511837</c:v>
                </c:pt>
                <c:pt idx="11">
                  <c:v>-18161149.497027397</c:v>
                </c:pt>
                <c:pt idx="12">
                  <c:v>-19803476.36261654</c:v>
                </c:pt>
                <c:pt idx="13">
                  <c:v>-21444460.338549137</c:v>
                </c:pt>
                <c:pt idx="14">
                  <c:v>-23084127.51478243</c:v>
                </c:pt>
                <c:pt idx="15">
                  <c:v>-24722504.496558666</c:v>
                </c:pt>
                <c:pt idx="16">
                  <c:v>-26359618.395513058</c:v>
                </c:pt>
                <c:pt idx="17">
                  <c:v>-27995496.8202734</c:v>
                </c:pt>
                <c:pt idx="18">
                  <c:v>-29630167.866571426</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-29630167.866571426</c:v>
                </c:pt>
                <c:pt idx="19">
                  <c:v>-31263660.106866837</c:v>
                </c:pt>
                <c:pt idx="20">
                  <c:v>-32896002.57949066</c:v>
                </c:pt>
                <c:pt idx="21">
                  <c:v>-34527224.77731323</c:v>
                </c:pt>
                <c:pt idx="22">
                  <c:v>-36157356.635951996</c:v>
                </c:pt>
                <c:pt idx="23">
                  <c:v>-37786428.521523476</c:v>
                </c:pt>
                <c:pt idx="24">
                  <c:v>-39414471.21795559</c:v>
                </c:pt>
                <c:pt idx="25">
                  <c:v>-41041515.91385603</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6602540.1139268875</c:v>
                </c:pt>
                <c:pt idx="2">
                  <c:v>15170807.651871204</c:v>
                </c:pt>
                <c:pt idx="3">
                  <c:v>23948725.08249283</c:v>
                </c:pt>
                <c:pt idx="4">
                  <c:v>31282552.68651104</c:v>
                </c:pt>
                <c:pt idx="5">
                  <c:v>36627829.82036209</c:v>
                </c:pt>
                <c:pt idx="6">
                  <c:v>40238668.53644705</c:v>
                </c:pt>
                <c:pt idx="7">
                  <c:v>42562659.7153182</c:v>
                </c:pt>
                <c:pt idx="8">
                  <c:v>43968366.251624584</c:v>
                </c:pt>
                <c:pt idx="9">
                  <c:v>44705479.79494095</c:v>
                </c:pt>
                <c:pt idx="10">
                  <c:v>44934686.538778305</c:v>
                </c:pt>
                <c:pt idx="11">
                  <c:v>44761552.615030766</c:v>
                </c:pt>
                <c:pt idx="12">
                  <c:v>44259969.70577192</c:v>
                </c:pt>
                <c:pt idx="13">
                  <c:v>43485860.96322775</c:v>
                </c:pt>
                <c:pt idx="14">
                  <c:v>42484434.70273733</c:v>
                </c:pt>
                <c:pt idx="15">
                  <c:v>41293742.39562273</c:v>
                </c:pt>
                <c:pt idx="16">
                  <c:v>39946344.48076534</c:v>
                </c:pt>
                <c:pt idx="17">
                  <c:v>38470123.13110113</c:v>
                </c:pt>
                <c:pt idx="18">
                  <c:v>36888776.16340017</c:v>
                </c:pt>
                <c:pt idx="19">
                  <c:v>35222229.4513464</c:v>
                </c:pt>
                <c:pt idx="20">
                  <c:v>33487049.25067568</c:v>
                </c:pt>
                <c:pt idx="21">
                  <c:v>31696864.86961603</c:v>
                </c:pt>
                <c:pt idx="22">
                  <c:v>29862786.982611656</c:v>
                </c:pt>
                <c:pt idx="23">
                  <c:v>27993803.35286808</c:v>
                </c:pt>
                <c:pt idx="24">
                  <c:v>26097138.399737835</c:v>
                </c:pt>
                <c:pt idx="25">
                  <c:v>24178569.39382744</c:v>
                </c:pt>
                <c:pt idx="26">
                  <c:v>22242697.43707037</c:v>
                </c:pt>
                <c:pt idx="27">
                  <c:v>20293175.078195572</c:v>
                </c:pt>
                <c:pt idx="28">
                  <c:v>18332894.54804802</c:v>
                </c:pt>
                <c:pt idx="29">
                  <c:v>16364141.55994749</c:v>
                </c:pt>
                <c:pt idx="30">
                  <c:v>14388719.8050766</c:v>
                </c:pt>
                <c:pt idx="31">
                  <c:v>12408051.000455856</c:v>
                </c:pt>
                <c:pt idx="32">
                  <c:v>10423254.842592716</c:v>
                </c:pt>
                <c:pt idx="33">
                  <c:v>8435212.628551483</c:v>
                </c:pt>
                <c:pt idx="34">
                  <c:v>6444617.714177132</c:v>
                </c:pt>
                <c:pt idx="35">
                  <c:v>4452015.432263374</c:v>
                </c:pt>
                <c:pt idx="36">
                  <c:v>2457834.612277031</c:v>
                </c:pt>
                <c:pt idx="37">
                  <c:v>462412.43307447433</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462412.43307447433</c:v>
                </c:pt>
                <c:pt idx="38">
                  <c:v>-1533986.0019207</c:v>
                </c:pt>
                <c:pt idx="39">
                  <c:v>-3531152.2582478523</c:v>
                </c:pt>
                <c:pt idx="40">
                  <c:v>-5528922.451539516</c:v>
                </c:pt>
                <c:pt idx="41">
                  <c:v>-7527167.718282223</c:v>
                </c:pt>
                <c:pt idx="42">
                  <c:v>-9525786.724691391</c:v>
                </c:pt>
                <c:pt idx="43">
                  <c:v>-11524699.778628826</c:v>
                </c:pt>
                <c:pt idx="44">
                  <c:v>-13523844.201856136</c:v>
                </c:pt>
                <c:pt idx="45">
                  <c:v>-15523170.69288826</c:v>
                </c:pt>
                <c:pt idx="46">
                  <c:v>-17522640.468327522</c:v>
                </c:pt>
                <c:pt idx="47">
                  <c:v>-19522223.015914917</c:v>
                </c:pt>
                <c:pt idx="48">
                  <c:v>-21521894.328259468</c:v>
                </c:pt>
                <c:pt idx="49">
                  <c:v>-23521635.514291763</c:v>
                </c:pt>
                <c:pt idx="50">
                  <c:v>-25521431.70753479</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22300250.676265717</c:v>
                </c:pt>
                <c:pt idx="2">
                  <c:v>48694613.44127321</c:v>
                </c:pt>
                <c:pt idx="3">
                  <c:v>77707465.1358056</c:v>
                </c:pt>
                <c:pt idx="4">
                  <c:v>107203832.92495584</c:v>
                </c:pt>
                <c:pt idx="5">
                  <c:v>135187310.15286207</c:v>
                </c:pt>
                <c:pt idx="6">
                  <c:v>160412753.04291916</c:v>
                </c:pt>
                <c:pt idx="7">
                  <c:v>182454467.4693737</c:v>
                </c:pt>
                <c:pt idx="8">
                  <c:v>201426954.01984072</c:v>
                </c:pt>
                <c:pt idx="9">
                  <c:v>217681142.71940613</c:v>
                </c:pt>
                <c:pt idx="10">
                  <c:v>231614190.4921112</c:v>
                </c:pt>
                <c:pt idx="11">
                  <c:v>243584624.2658925</c:v>
                </c:pt>
                <c:pt idx="12">
                  <c:v>253888007.33810806</c:v>
                </c:pt>
                <c:pt idx="13">
                  <c:v>262759319.58193874</c:v>
                </c:pt>
                <c:pt idx="14">
                  <c:v>270384177.82684803</c:v>
                </c:pt>
                <c:pt idx="15">
                  <c:v>276911067.8348932</c:v>
                </c:pt>
                <c:pt idx="16">
                  <c:v>282461732.23551416</c:v>
                </c:pt>
                <c:pt idx="17">
                  <c:v>287139037.8453026</c:v>
                </c:pt>
                <c:pt idx="18">
                  <c:v>291032506.1545148</c:v>
                </c:pt>
                <c:pt idx="19">
                  <c:v>294221970.0307193</c:v>
                </c:pt>
                <c:pt idx="20">
                  <c:v>296779853.9240532</c:v>
                </c:pt>
                <c:pt idx="21">
                  <c:v>298772512.9683337</c:v>
                </c:pt>
                <c:pt idx="22">
                  <c:v>300260974.5795088</c:v>
                </c:pt>
                <c:pt idx="23">
                  <c:v>301301334.05512</c:v>
                </c:pt>
                <c:pt idx="24">
                  <c:v>301944975.9163313</c:v>
                </c:pt>
                <c:pt idx="25">
                  <c:v>302238729.58280516</c:v>
                </c:pt>
                <c:pt idx="26">
                  <c:v>302225021.4204931</c:v>
                </c:pt>
                <c:pt idx="27">
                  <c:v>301942053.1473937</c:v>
                </c:pt>
                <c:pt idx="28">
                  <c:v>301424016.1026845</c:v>
                </c:pt>
                <c:pt idx="29">
                  <c:v>300701339.0029516</c:v>
                </c:pt>
                <c:pt idx="30">
                  <c:v>299800960.89673805</c:v>
                </c:pt>
                <c:pt idx="31">
                  <c:v>298746618.9736004</c:v>
                </c:pt>
                <c:pt idx="32">
                  <c:v>297559141.11270523</c:v>
                </c:pt>
                <c:pt idx="33">
                  <c:v>296256734.47158146</c:v>
                </c:pt>
                <c:pt idx="34">
                  <c:v>294855263.3036318</c:v>
                </c:pt>
                <c:pt idx="35">
                  <c:v>293368511.1234274</c:v>
                </c:pt>
                <c:pt idx="36">
                  <c:v>291808424.0799122</c:v>
                </c:pt>
                <c:pt idx="37">
                  <c:v>290185333.84708166</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290185333.84708166</c:v>
                </c:pt>
                <c:pt idx="38">
                  <c:v>288508159.47597456</c:v>
                </c:pt>
                <c:pt idx="39">
                  <c:v>286784588.49095154</c:v>
                </c:pt>
                <c:pt idx="40">
                  <c:v>285021238.09810877</c:v>
                </c:pt>
                <c:pt idx="41">
                  <c:v>283223797.7515664</c:v>
                </c:pt>
                <c:pt idx="42">
                  <c:v>281397154.5404644</c:v>
                </c:pt>
                <c:pt idx="43">
                  <c:v>279545502.95661926</c:v>
                </c:pt>
                <c:pt idx="44">
                  <c:v>277672440.6139755</c:v>
                </c:pt>
                <c:pt idx="45">
                  <c:v>275781051.4435563</c:v>
                </c:pt>
                <c:pt idx="46">
                  <c:v>273873977.80243635</c:v>
                </c:pt>
                <c:pt idx="47">
                  <c:v>271953482.82816124</c:v>
                </c:pt>
                <c:pt idx="48">
                  <c:v>270021504.25225735</c:v>
                </c:pt>
                <c:pt idx="49">
                  <c:v>268079700.76599836</c:v>
                </c:pt>
                <c:pt idx="50">
                  <c:v>266129491.91381788</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17904733.583090305</c:v>
                </c:pt>
                <c:pt idx="2">
                  <c:v>35671919.19825411</c:v>
                </c:pt>
                <c:pt idx="3">
                  <c:v>51181907.05400467</c:v>
                </c:pt>
                <c:pt idx="4">
                  <c:v>63560408.92435074</c:v>
                </c:pt>
                <c:pt idx="5">
                  <c:v>72978169.21677113</c:v>
                </c:pt>
                <c:pt idx="6">
                  <c:v>80004288.65521383</c:v>
                </c:pt>
                <c:pt idx="7">
                  <c:v>85204378.68494463</c:v>
                </c:pt>
                <c:pt idx="8">
                  <c:v>89017780.85989857</c:v>
                </c:pt>
                <c:pt idx="9">
                  <c:v>91760044.79979944</c:v>
                </c:pt>
                <c:pt idx="10">
                  <c:v>93655787.66576624</c:v>
                </c:pt>
                <c:pt idx="11">
                  <c:v>94868819.84312248</c:v>
                </c:pt>
                <c:pt idx="12">
                  <c:v>95523107.83948803</c:v>
                </c:pt>
                <c:pt idx="13">
                  <c:v>95715957.38598156</c:v>
                </c:pt>
                <c:pt idx="14">
                  <c:v>95525992.75578976</c:v>
                </c:pt>
                <c:pt idx="15">
                  <c:v>95017988.26876354</c:v>
                </c:pt>
                <c:pt idx="16">
                  <c:v>94245895.67316866</c:v>
                </c:pt>
                <c:pt idx="17">
                  <c:v>93254866.2965746</c:v>
                </c:pt>
                <c:pt idx="18">
                  <c:v>92082714.49917507</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92082714.49917507</c:v>
                </c:pt>
                <c:pt idx="19">
                  <c:v>90761060.01278973</c:v>
                </c:pt>
                <c:pt idx="20">
                  <c:v>89316270.39259005</c:v>
                </c:pt>
                <c:pt idx="21">
                  <c:v>87770263.67563105</c:v>
                </c:pt>
                <c:pt idx="22">
                  <c:v>86141201.20209885</c:v>
                </c:pt>
                <c:pt idx="23">
                  <c:v>84444086.81702042</c:v>
                </c:pt>
                <c:pt idx="24">
                  <c:v>82691283.0340743</c:v>
                </c:pt>
                <c:pt idx="25">
                  <c:v>80892952.74990892</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-623234.8398866653</c:v>
                </c:pt>
                <c:pt idx="2">
                  <c:v>-1155621.5720200539</c:v>
                </c:pt>
                <c:pt idx="3">
                  <c:v>-1605524.0133128166</c:v>
                </c:pt>
                <c:pt idx="4">
                  <c:v>-1984856.8880934715</c:v>
                </c:pt>
                <c:pt idx="5">
                  <c:v>-2308732.9865550995</c:v>
                </c:pt>
                <c:pt idx="6">
                  <c:v>-2594739.0109596252</c:v>
                </c:pt>
                <c:pt idx="7">
                  <c:v>-2861907.2586236</c:v>
                </c:pt>
                <c:pt idx="8">
                  <c:v>-3129518.179998398</c:v>
                </c:pt>
                <c:pt idx="9">
                  <c:v>-3415906.721889019</c:v>
                </c:pt>
                <c:pt idx="10">
                  <c:v>-3737439.91626215</c:v>
                </c:pt>
                <c:pt idx="11">
                  <c:v>-4107787.4585051537</c:v>
                </c:pt>
                <c:pt idx="12">
                  <c:v>-4537538.5092458725</c:v>
                </c:pt>
                <c:pt idx="13">
                  <c:v>-5034149.565906525</c:v>
                </c:pt>
                <c:pt idx="14">
                  <c:v>-5602158.207909584</c:v>
                </c:pt>
                <c:pt idx="15">
                  <c:v>-6243573.637082577</c:v>
                </c:pt>
                <c:pt idx="16">
                  <c:v>-6958354.951461315</c:v>
                </c:pt>
                <c:pt idx="17">
                  <c:v>-7744903.904853821</c:v>
                </c:pt>
                <c:pt idx="18">
                  <c:v>-8600521.367043972</c:v>
                </c:pt>
                <c:pt idx="19">
                  <c:v>-9521798.754274845</c:v>
                </c:pt>
                <c:pt idx="20">
                  <c:v>-10504933.412755966</c:v>
                </c:pt>
                <c:pt idx="21">
                  <c:v>-11545969.07052946</c:v>
                </c:pt>
                <c:pt idx="22">
                  <c:v>-12640969.48468256</c:v>
                </c:pt>
                <c:pt idx="23">
                  <c:v>-13786136.513766766</c:v>
                </c:pt>
                <c:pt idx="24">
                  <c:v>-14977884.363163471</c:v>
                </c:pt>
                <c:pt idx="25">
                  <c:v>-16212880.795294762</c:v>
                </c:pt>
                <c:pt idx="26">
                  <c:v>-17488064.465038776</c:v>
                </c:pt>
                <c:pt idx="27">
                  <c:v>-18800645.738675594</c:v>
                </c:pt>
                <c:pt idx="28">
                  <c:v>-20148096.662695885</c:v>
                </c:pt>
                <c:pt idx="29">
                  <c:v>-21528134.295167923</c:v>
                </c:pt>
                <c:pt idx="30">
                  <c:v>-22938700.433437824</c:v>
                </c:pt>
                <c:pt idx="31">
                  <c:v>-24377939.85436678</c:v>
                </c:pt>
                <c:pt idx="32">
                  <c:v>-25844178.491487026</c:v>
                </c:pt>
                <c:pt idx="33">
                  <c:v>-27335902.46548891</c:v>
                </c:pt>
                <c:pt idx="34">
                  <c:v>-28851738.520000935</c:v>
                </c:pt>
                <c:pt idx="35">
                  <c:v>-30390436.15913868</c:v>
                </c:pt>
                <c:pt idx="36">
                  <c:v>-31950851.60848379</c:v>
                </c:pt>
                <c:pt idx="37">
                  <c:v>-33531933.604964733</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-33531933.604964733</c:v>
                </c:pt>
                <c:pt idx="38">
                  <c:v>-35132710.94685364</c:v>
                </c:pt>
                <c:pt idx="39">
                  <c:v>-36752281.69027567</c:v>
                </c:pt>
                <c:pt idx="40">
                  <c:v>-38389803.854263306</c:v>
                </c:pt>
                <c:pt idx="41">
                  <c:v>-40044487.48583698</c:v>
                </c:pt>
                <c:pt idx="42">
                  <c:v>-41715587.93525171</c:v>
                </c:pt>
                <c:pt idx="43">
                  <c:v>-43402400.196223736</c:v>
                </c:pt>
                <c:pt idx="44">
                  <c:v>-45104254.17413998</c:v>
                </c:pt>
                <c:pt idx="45">
                  <c:v>-46820510.75566006</c:v>
                </c:pt>
                <c:pt idx="46">
                  <c:v>-48550558.564400196</c:v>
                </c:pt>
                <c:pt idx="47">
                  <c:v>-50293811.299064636</c:v>
                </c:pt>
                <c:pt idx="48">
                  <c:v>-52049705.56176376</c:v>
                </c:pt>
                <c:pt idx="49">
                  <c:v>-53817699.09521389</c:v>
                </c:pt>
                <c:pt idx="50">
                  <c:v>-55597269.35773945</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-2979295.694100857</c:v>
                </c:pt>
                <c:pt idx="2">
                  <c:v>-6048455.538526058</c:v>
                </c:pt>
                <c:pt idx="3">
                  <c:v>-9201059.45894432</c:v>
                </c:pt>
                <c:pt idx="4">
                  <c:v>-12425770.971508026</c:v>
                </c:pt>
                <c:pt idx="5">
                  <c:v>-15706639.09098053</c:v>
                </c:pt>
                <c:pt idx="6">
                  <c:v>-19024152.743897438</c:v>
                </c:pt>
                <c:pt idx="7">
                  <c:v>-22356922.170497894</c:v>
                </c:pt>
                <c:pt idx="8">
                  <c:v>-25683661.8858366</c:v>
                </c:pt>
                <c:pt idx="9">
                  <c:v>-28985056.319058895</c:v>
                </c:pt>
                <c:pt idx="10">
                  <c:v>-32245147.704398155</c:v>
                </c:pt>
                <c:pt idx="11">
                  <c:v>-35452059.73539829</c:v>
                </c:pt>
                <c:pt idx="12">
                  <c:v>-38598070.539535046</c:v>
                </c:pt>
                <c:pt idx="13">
                  <c:v>-41679192.77156544</c:v>
                </c:pt>
                <c:pt idx="14">
                  <c:v>-44694473.675215244</c:v>
                </c:pt>
                <c:pt idx="15">
                  <c:v>-47645208.4110384</c:v>
                </c:pt>
                <c:pt idx="16">
                  <c:v>-50534202.20395565</c:v>
                </c:pt>
                <c:pt idx="17">
                  <c:v>-53365153.98879814</c:v>
                </c:pt>
                <c:pt idx="18">
                  <c:v>-56142184.83980322</c:v>
                </c:pt>
                <c:pt idx="19">
                  <c:v>-58869503.68507576</c:v>
                </c:pt>
                <c:pt idx="20">
                  <c:v>-61551187.977145195</c:v>
                </c:pt>
                <c:pt idx="21">
                  <c:v>-64191052.89305973</c:v>
                </c:pt>
                <c:pt idx="22">
                  <c:v>-66792584.43648577</c:v>
                </c:pt>
                <c:pt idx="23">
                  <c:v>-69358916.09908724</c:v>
                </c:pt>
                <c:pt idx="24">
                  <c:v>-71892833.51118183</c:v>
                </c:pt>
                <c:pt idx="25">
                  <c:v>-74396795.80216408</c:v>
                </c:pt>
                <c:pt idx="26">
                  <c:v>-76872965.8544178</c:v>
                </c:pt>
                <c:pt idx="27">
                  <c:v>-79323244.24988317</c:v>
                </c:pt>
                <c:pt idx="28">
                  <c:v>-81749303.59470558</c:v>
                </c:pt>
                <c:pt idx="29">
                  <c:v>-84152621.22083712</c:v>
                </c:pt>
                <c:pt idx="30">
                  <c:v>-86534509.15184784</c:v>
                </c:pt>
                <c:pt idx="31">
                  <c:v>-88896140.80489922</c:v>
                </c:pt>
                <c:pt idx="32">
                  <c:v>-91238574.2747736</c:v>
                </c:pt>
                <c:pt idx="33">
                  <c:v>-93562772.27650547</c:v>
                </c:pt>
                <c:pt idx="34">
                  <c:v>-95869618.9581933</c:v>
                </c:pt>
                <c:pt idx="35">
                  <c:v>-98159933.86782789</c:v>
                </c:pt>
                <c:pt idx="36">
                  <c:v>-100434483.38953972</c:v>
                </c:pt>
                <c:pt idx="37">
                  <c:v>-102693989.97045326</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-102693989.97045326</c:v>
                </c:pt>
                <c:pt idx="38">
                  <c:v>-104939139.44916391</c:v>
                </c:pt>
                <c:pt idx="39">
                  <c:v>-107170586.77713156</c:v>
                </c:pt>
                <c:pt idx="40">
                  <c:v>-109388960.39935541</c:v>
                </c:pt>
                <c:pt idx="41">
                  <c:v>-111594865.5333066</c:v>
                </c:pt>
                <c:pt idx="42">
                  <c:v>-113788886.55708742</c:v>
                </c:pt>
                <c:pt idx="43">
                  <c:v>-115971588.69037533</c:v>
                </c:pt>
                <c:pt idx="44">
                  <c:v>-118143519.1256733</c:v>
                </c:pt>
                <c:pt idx="45">
                  <c:v>-120305207.74319792</c:v>
                </c:pt>
                <c:pt idx="46">
                  <c:v>-122457167.52063513</c:v>
                </c:pt>
                <c:pt idx="47">
                  <c:v>-124599894.72920752</c:v>
                </c:pt>
                <c:pt idx="48">
                  <c:v>-126733868.98996401</c:v>
                </c:pt>
                <c:pt idx="49">
                  <c:v>-128859553.24888754</c:v>
                </c:pt>
                <c:pt idx="50">
                  <c:v>-130977393.71626902</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1021163.875459671</c:v>
                </c:pt>
                <c:pt idx="2">
                  <c:v>2567076.18528986</c:v>
                </c:pt>
                <c:pt idx="3">
                  <c:v>4257432.596768379</c:v>
                </c:pt>
                <c:pt idx="4">
                  <c:v>5692255.317015171</c:v>
                </c:pt>
                <c:pt idx="5">
                  <c:v>6655903.846458435</c:v>
                </c:pt>
                <c:pt idx="6">
                  <c:v>7125537.720750332</c:v>
                </c:pt>
                <c:pt idx="7">
                  <c:v>7171679.967638493</c:v>
                </c:pt>
                <c:pt idx="8">
                  <c:v>6880714.300303459</c:v>
                </c:pt>
                <c:pt idx="9">
                  <c:v>6324290.143682003</c:v>
                </c:pt>
                <c:pt idx="10">
                  <c:v>5554723.063186169</c:v>
                </c:pt>
                <c:pt idx="11">
                  <c:v>4608965.308432102</c:v>
                </c:pt>
                <c:pt idx="12">
                  <c:v>3513651.180513859</c:v>
                </c:pt>
                <c:pt idx="13">
                  <c:v>2289024.077228546</c:v>
                </c:pt>
                <c:pt idx="14">
                  <c:v>951499.448138237</c:v>
                </c:pt>
                <c:pt idx="15">
                  <c:v>-484842.77024269104</c:v>
                </c:pt>
                <c:pt idx="16">
                  <c:v>-2007478.0840864182</c:v>
                </c:pt>
                <c:pt idx="17">
                  <c:v>-3605079.495247841</c:v>
                </c:pt>
                <c:pt idx="18">
                  <c:v>-5267380.116840363</c:v>
                </c:pt>
                <c:pt idx="19">
                  <c:v>-6985130.797698021</c:v>
                </c:pt>
                <c:pt idx="20">
                  <c:v>-8750082.963458061</c:v>
                </c:pt>
                <c:pt idx="21">
                  <c:v>-10554963.645383358</c:v>
                </c:pt>
                <c:pt idx="22">
                  <c:v>-12393431.527143478</c:v>
                </c:pt>
                <c:pt idx="23">
                  <c:v>-14260014.287326813</c:v>
                </c:pt>
                <c:pt idx="24">
                  <c:v>-16150032.39282751</c:v>
                </c:pt>
                <c:pt idx="25">
                  <c:v>-18059515.6550622</c:v>
                </c:pt>
                <c:pt idx="26">
                  <c:v>-19985118.192474365</c:v>
                </c:pt>
                <c:pt idx="27">
                  <c:v>-21924036.087418556</c:v>
                </c:pt>
                <c:pt idx="28">
                  <c:v>-23873930.593664646</c:v>
                </c:pt>
                <c:pt idx="29">
                  <c:v>-25832858.520552635</c:v>
                </c:pt>
                <c:pt idx="30">
                  <c:v>-27799210.480098724</c:v>
                </c:pt>
                <c:pt idx="31">
                  <c:v>-29771657.027117252</c:v>
                </c:pt>
                <c:pt idx="32">
                  <c:v>-31749102.303097248</c:v>
                </c:pt>
                <c:pt idx="33">
                  <c:v>-33730644.555393696</c:v>
                </c:pt>
                <c:pt idx="34">
                  <c:v>-35715542.79180765</c:v>
                </c:pt>
                <c:pt idx="35">
                  <c:v>-37703188.804412365</c:v>
                </c:pt>
                <c:pt idx="36">
                  <c:v>-39693083.82308149</c:v>
                </c:pt>
                <c:pt idx="37">
                  <c:v>-41684819.11577988</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-41684819.11577988</c:v>
                </c:pt>
                <c:pt idx="38">
                  <c:v>-43678059.923650265</c:v>
                </c:pt>
                <c:pt idx="39">
                  <c:v>-45672532.19421768</c:v>
                </c:pt>
                <c:pt idx="40">
                  <c:v>-47668011.64944649</c:v>
                </c:pt>
                <c:pt idx="41">
                  <c:v>-49664314.79361963</c:v>
                </c:pt>
                <c:pt idx="42">
                  <c:v>-51661291.527177334</c:v>
                </c:pt>
                <c:pt idx="43">
                  <c:v>-53658819.08648586</c:v>
                </c:pt>
                <c:pt idx="44">
                  <c:v>-55656797.07589579</c:v>
                </c:pt>
                <c:pt idx="45">
                  <c:v>-57655143.39802599</c:v>
                </c:pt>
                <c:pt idx="46">
                  <c:v>-59653790.92170286</c:v>
                </c:pt>
                <c:pt idx="47">
                  <c:v>-61652684.75497055</c:v>
                </c:pt>
                <c:pt idx="48">
                  <c:v>-63651780.0140295</c:v>
                </c:pt>
                <c:pt idx="49">
                  <c:v>-65651039.99834919</c:v>
                </c:pt>
                <c:pt idx="50">
                  <c:v>-67650434.69827414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Profit 2026,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0.1735168181877136</c:v>
                </c:pt>
                <c:pt idx="2">
                  <c:v>0.17506550260293482</c:v>
                </c:pt>
                <c:pt idx="3">
                  <c:v>0.17659086965020498</c:v>
                </c:pt>
                <c:pt idx="4">
                  <c:v>0.17809053130084276</c:v>
                </c:pt>
                <c:pt idx="5">
                  <c:v>0.17956209295315742</c:v>
                </c:pt>
                <c:pt idx="6">
                  <c:v>0.18100316513268153</c:v>
                </c:pt>
                <c:pt idx="7">
                  <c:v>0.1824113757084097</c:v>
                </c:pt>
                <c:pt idx="8">
                  <c:v>0.18378438250893353</c:v>
                </c:pt>
                <c:pt idx="9">
                  <c:v>0.1851198862183359</c:v>
                </c:pt>
                <c:pt idx="10">
                  <c:v>0.18641564341278077</c:v>
                </c:pt>
                <c:pt idx="11">
                  <c:v>0.18766947959518432</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0.18766947959518432</c:v>
                </c:pt>
                <c:pt idx="12">
                  <c:v>0.18887930207437276</c:v>
                </c:pt>
                <c:pt idx="13">
                  <c:v>0.1900431125352933</c:v>
                </c:pt>
                <c:pt idx="14">
                  <c:v>0.19115901914211683</c:v>
                </c:pt>
                <c:pt idx="15">
                  <c:v>0.19222524802066485</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0.006622511997461319</c:v>
                </c:pt>
                <c:pt idx="2">
                  <c:v>0.006625106243371964</c:v>
                </c:pt>
                <c:pt idx="3">
                  <c:v>0.006627690493981044</c:v>
                </c:pt>
                <c:pt idx="4">
                  <c:v>0.0066302647162675855</c:v>
                </c:pt>
                <c:pt idx="5">
                  <c:v>0.006632828877973556</c:v>
                </c:pt>
                <c:pt idx="6">
                  <c:v>0.006635382947127024</c:v>
                </c:pt>
                <c:pt idx="7">
                  <c:v>0.006637926891701562</c:v>
                </c:pt>
                <c:pt idx="8">
                  <c:v>0.006640460679888725</c:v>
                </c:pt>
                <c:pt idx="9">
                  <c:v>0.00664298427995046</c:v>
                </c:pt>
                <c:pt idx="10">
                  <c:v>0.0066454976604223255</c:v>
                </c:pt>
                <c:pt idx="11">
                  <c:v>0.0066480007897290316</c:v>
                </c:pt>
                <c:pt idx="12">
                  <c:v>0.006650493636727333</c:v>
                </c:pt>
                <c:pt idx="13">
                  <c:v>0.006652976170246417</c:v>
                </c:pt>
                <c:pt idx="14">
                  <c:v>0.006655448359233993</c:v>
                </c:pt>
                <c:pt idx="15">
                  <c:v>0.00665791017297109</c:v>
                </c:pt>
                <c:pt idx="16">
                  <c:v>0.006660361580610275</c:v>
                </c:pt>
                <c:pt idx="17">
                  <c:v>0.00666280255169027</c:v>
                </c:pt>
                <c:pt idx="18">
                  <c:v>0.006665233055737283</c:v>
                </c:pt>
                <c:pt idx="19">
                  <c:v>0.00666765306255692</c:v>
                </c:pt>
                <c:pt idx="20">
                  <c:v>0.006670062541973591</c:v>
                </c:pt>
                <c:pt idx="21">
                  <c:v>0.0066724614640644615</c:v>
                </c:pt>
                <c:pt idx="22">
                  <c:v>0.006674849799026142</c:v>
                </c:pt>
                <c:pt idx="23">
                  <c:v>0.006677227517210919</c:v>
                </c:pt>
                <c:pt idx="24">
                  <c:v>0.0066795945891042555</c:v>
                </c:pt>
                <c:pt idx="25">
                  <c:v>0.006681950985355377</c:v>
                </c:pt>
                <c:pt idx="26">
                  <c:v>0.006684296676819141</c:v>
                </c:pt>
                <c:pt idx="27">
                  <c:v>0.006686631634473801</c:v>
                </c:pt>
                <c:pt idx="28">
                  <c:v>0.006688955829424518</c:v>
                </c:pt>
                <c:pt idx="29">
                  <c:v>0.006691269232996579</c:v>
                </c:pt>
                <c:pt idx="30">
                  <c:v>0.006693571816635132</c:v>
                </c:pt>
                <c:pt idx="31">
                  <c:v>0.006695863551985833</c:v>
                </c:pt>
                <c:pt idx="32">
                  <c:v>0.006698144410841167</c:v>
                </c:pt>
                <c:pt idx="33">
                  <c:v>0.00670041436513265</c:v>
                </c:pt>
                <c:pt idx="34">
                  <c:v>0.006702673387022579</c:v>
                </c:pt>
                <c:pt idx="35">
                  <c:v>0.006704921448796136</c:v>
                </c:pt>
                <c:pt idx="36">
                  <c:v>0.006707158522910542</c:v>
                </c:pt>
                <c:pt idx="37">
                  <c:v>0.006709384581997588</c:v>
                </c:pt>
                <c:pt idx="38">
                  <c:v>0.006711599598884583</c:v>
                </c:pt>
                <c:pt idx="39">
                  <c:v>0.00671380354653872</c:v>
                </c:pt>
                <c:pt idx="40">
                  <c:v>0.006715996398121119</c:v>
                </c:pt>
                <c:pt idx="41">
                  <c:v>0.006718178126968988</c:v>
                </c:pt>
                <c:pt idx="42">
                  <c:v>0.0067203487066030505</c:v>
                </c:pt>
                <c:pt idx="43">
                  <c:v>0.006722508110684018</c:v>
                </c:pt>
                <c:pt idx="44">
                  <c:v>0.006724656313105063</c:v>
                </c:pt>
                <c:pt idx="45">
                  <c:v>0.006726793287907706</c:v>
                </c:pt>
                <c:pt idx="46">
                  <c:v>0.00672891900931234</c:v>
                </c:pt>
                <c:pt idx="47">
                  <c:v>0.0067310334517397775</c:v>
                </c:pt>
                <c:pt idx="48">
                  <c:v>0.00673313658978045</c:v>
                </c:pt>
                <c:pt idx="49">
                  <c:v>0.006735228398216014</c:v>
                </c:pt>
                <c:pt idx="50">
                  <c:v>0.00673730885201931</c:v>
                </c:pt>
                <c:pt idx="51">
                  <c:v>0.0067393779263402905</c:v>
                </c:pt>
                <c:pt idx="52">
                  <c:v>0.006741435596511914</c:v>
                </c:pt>
                <c:pt idx="53">
                  <c:v>0.00674348183807337</c:v>
                </c:pt>
                <c:pt idx="54">
                  <c:v>0.006745516626742151</c:v>
                </c:pt>
                <c:pt idx="55">
                  <c:v>0.006747539938428185</c:v>
                </c:pt>
                <c:pt idx="56">
                  <c:v>0.006749551749242203</c:v>
                </c:pt>
                <c:pt idx="57">
                  <c:v>0.006751552035469758</c:v>
                </c:pt>
                <c:pt idx="58">
                  <c:v>0.006753540773609589</c:v>
                </c:pt>
                <c:pt idx="59">
                  <c:v>0.006755517940347478</c:v>
                </c:pt>
                <c:pt idx="60">
                  <c:v>0.006757483512560527</c:v>
                </c:pt>
                <c:pt idx="61">
                  <c:v>0.0067594374673210205</c:v>
                </c:pt>
                <c:pt idx="62">
                  <c:v>0.006761379781926832</c:v>
                </c:pt>
                <c:pt idx="63">
                  <c:v>0.006763310433841887</c:v>
                </c:pt>
                <c:pt idx="64">
                  <c:v>0.006765229400735349</c:v>
                </c:pt>
                <c:pt idx="65">
                  <c:v>0.0067671366604951716</c:v>
                </c:pt>
                <c:pt idx="66">
                  <c:v>0.006769032191204302</c:v>
                </c:pt>
                <c:pt idx="67">
                  <c:v>0.0067709159711332465</c:v>
                </c:pt>
                <c:pt idx="68">
                  <c:v>0.006772787978768349</c:v>
                </c:pt>
                <c:pt idx="69">
                  <c:v>0.006774648192809976</c:v>
                </c:pt>
                <c:pt idx="70">
                  <c:v>0.006776496592143604</c:v>
                </c:pt>
                <c:pt idx="71">
                  <c:v>0.006778333155880512</c:v>
                </c:pt>
                <c:pt idx="72">
                  <c:v>0.006780157863328854</c:v>
                </c:pt>
                <c:pt idx="73">
                  <c:v>0.006781970693993242</c:v>
                </c:pt>
                <c:pt idx="74">
                  <c:v>0.00678377162761946</c:v>
                </c:pt>
                <c:pt idx="75">
                  <c:v>0.006785560644137064</c:v>
                </c:pt>
                <c:pt idx="76">
                  <c:v>0.006787337723691213</c:v>
                </c:pt>
                <c:pt idx="77">
                  <c:v>0.0067891028466410454</c:v>
                </c:pt>
                <c:pt idx="78">
                  <c:v>0.006790855993558199</c:v>
                </c:pt>
                <c:pt idx="79">
                  <c:v>0.0067925971452344825</c:v>
                </c:pt>
                <c:pt idx="80">
                  <c:v>0.0067943262826561926</c:v>
                </c:pt>
                <c:pt idx="81">
                  <c:v>0.0067960433870480385</c:v>
                </c:pt>
                <c:pt idx="82">
                  <c:v>0.006797748439826616</c:v>
                </c:pt>
                <c:pt idx="83">
                  <c:v>0.006799441422654922</c:v>
                </c:pt>
                <c:pt idx="84">
                  <c:v>0.006801122317382268</c:v>
                </c:pt>
                <c:pt idx="85">
                  <c:v>0.006802791106092229</c:v>
                </c:pt>
                <c:pt idx="86">
                  <c:v>0.0068044477710862495</c:v>
                </c:pt>
                <c:pt idx="87">
                  <c:v>0.006806092294876603</c:v>
                </c:pt>
                <c:pt idx="88">
                  <c:v>0.006807724660206925</c:v>
                </c:pt>
                <c:pt idx="89">
                  <c:v>0.006809344850033857</c:v>
                </c:pt>
                <c:pt idx="90">
                  <c:v>0.006810952847531106</c:v>
                </c:pt>
                <c:pt idx="91">
                  <c:v>0.006812548636108964</c:v>
                </c:pt>
                <c:pt idx="92">
                  <c:v>0.0068141321993910745</c:v>
                </c:pt>
                <c:pt idx="93">
                  <c:v>0.006815703521226042</c:v>
                </c:pt>
                <c:pt idx="94">
                  <c:v>0.0068172625856805355</c:v>
                </c:pt>
                <c:pt idx="95">
                  <c:v>0.006818809377057929</c:v>
                </c:pt>
                <c:pt idx="96">
                  <c:v>0.006820343879881004</c:v>
                </c:pt>
                <c:pt idx="97">
                  <c:v>0.006821866078888018</c:v>
                </c:pt>
                <c:pt idx="98">
                  <c:v>0.00682337595906063</c:v>
                </c:pt>
                <c:pt idx="99">
                  <c:v>0.006824873505604388</c:v>
                </c:pt>
                <c:pt idx="100">
                  <c:v>0.006826358703942299</c:v>
                </c:pt>
                <c:pt idx="101">
                  <c:v>0.0068278315397300345</c:v>
                </c:pt>
                <c:pt idx="102">
                  <c:v>0.006829291998853871</c:v>
                </c:pt>
                <c:pt idx="103">
                  <c:v>0.006830740067428755</c:v>
                </c:pt>
                <c:pt idx="104">
                  <c:v>0.006832175731807947</c:v>
                </c:pt>
                <c:pt idx="105">
                  <c:v>0.00683359897855577</c:v>
                </c:pt>
                <c:pt idx="106">
                  <c:v>0.006835009794484894</c:v>
                </c:pt>
                <c:pt idx="107">
                  <c:v>0.006836408166629132</c:v>
                </c:pt>
                <c:pt idx="108">
                  <c:v>0.006837794082259691</c:v>
                </c:pt>
                <c:pt idx="109">
                  <c:v>0.0068391675288764706</c:v>
                </c:pt>
                <c:pt idx="110">
                  <c:v>0.006840528494217179</c:v>
                </c:pt>
                <c:pt idx="111">
                  <c:v>0.006841876966244466</c:v>
                </c:pt>
                <c:pt idx="112">
                  <c:v>0.0068432129331593</c:v>
                </c:pt>
                <c:pt idx="113">
                  <c:v>0.006844536383396756</c:v>
                </c:pt>
                <c:pt idx="114">
                  <c:v>0.0068458473056303825</c:v>
                </c:pt>
                <c:pt idx="115">
                  <c:v>0.006847145688757689</c:v>
                </c:pt>
                <c:pt idx="116">
                  <c:v>0.0068484315219213224</c:v>
                </c:pt>
                <c:pt idx="117">
                  <c:v>0.006849704794492477</c:v>
                </c:pt>
                <c:pt idx="118">
                  <c:v>0.006850965496087478</c:v>
                </c:pt>
                <c:pt idx="119">
                  <c:v>0.006852213616545461</c:v>
                </c:pt>
                <c:pt idx="120">
                  <c:v>0.006853449145954847</c:v>
                </c:pt>
                <c:pt idx="121">
                  <c:v>0.006854672074631226</c:v>
                </c:pt>
                <c:pt idx="122">
                  <c:v>0.006855882393137353</c:v>
                </c:pt>
                <c:pt idx="123">
                  <c:v>0.006857080092259539</c:v>
                </c:pt>
                <c:pt idx="124">
                  <c:v>0.006858265163042853</c:v>
                </c:pt>
                <c:pt idx="125">
                  <c:v>0.00685943759674263</c:v>
                </c:pt>
                <c:pt idx="126">
                  <c:v>0.006860597384876675</c:v>
                </c:pt>
                <c:pt idx="127">
                  <c:v>0.006861744519188648</c:v>
                </c:pt>
                <c:pt idx="128">
                  <c:v>0.006862878991665319</c:v>
                </c:pt>
                <c:pt idx="129">
                  <c:v>0.006864000794532687</c:v>
                </c:pt>
                <c:pt idx="130">
                  <c:v>0.006865109920252286</c:v>
                </c:pt>
                <c:pt idx="131">
                  <c:v>0.006866206361526751</c:v>
                </c:pt>
                <c:pt idx="132">
                  <c:v>0.006867290111299717</c:v>
                </c:pt>
                <c:pt idx="133">
                  <c:v>0.006868361162759308</c:v>
                </c:pt>
                <c:pt idx="134">
                  <c:v>0.006869419509314779</c:v>
                </c:pt>
                <c:pt idx="135">
                  <c:v>0.006870465144637779</c:v>
                </c:pt>
                <c:pt idx="136">
                  <c:v>0.00687149806262991</c:v>
                </c:pt>
                <c:pt idx="137">
                  <c:v>0.0068725182574265195</c:v>
                </c:pt>
                <c:pt idx="138">
                  <c:v>0.006873525723419328</c:v>
                </c:pt>
                <c:pt idx="139">
                  <c:v>0.006874520455228339</c:v>
                </c:pt>
                <c:pt idx="140">
                  <c:v>0.006875502447714125</c:v>
                </c:pt>
                <c:pt idx="141">
                  <c:v>0.006876471695981127</c:v>
                </c:pt>
                <c:pt idx="142">
                  <c:v>0.006877428195382508</c:v>
                </c:pt>
                <c:pt idx="143">
                  <c:v>0.006878371941488106</c:v>
                </c:pt>
                <c:pt idx="144">
                  <c:v>0.006879302930138178</c:v>
                </c:pt>
                <c:pt idx="145">
                  <c:v>0.006880221157391318</c:v>
                </c:pt>
                <c:pt idx="146">
                  <c:v>0.0068811266195561785</c:v>
                </c:pt>
                <c:pt idx="147">
                  <c:v>0.006882019313179717</c:v>
                </c:pt>
                <c:pt idx="148">
                  <c:v>0.006882899235056864</c:v>
                </c:pt>
                <c:pt idx="149">
                  <c:v>0.006883766382207807</c:v>
                </c:pt>
                <c:pt idx="150">
                  <c:v>0.006884620751908621</c:v>
                </c:pt>
                <c:pt idx="151">
                  <c:v>0.006885462341667011</c:v>
                </c:pt>
                <c:pt idx="152">
                  <c:v>0.006886291149235085</c:v>
                </c:pt>
                <c:pt idx="153">
                  <c:v>0.0068871071726029215</c:v>
                </c:pt>
                <c:pt idx="154">
                  <c:v>0.006887910409997036</c:v>
                </c:pt>
                <c:pt idx="155">
                  <c:v>0.006888700859894291</c:v>
                </c:pt>
                <c:pt idx="156">
                  <c:v>0.00688947852100623</c:v>
                </c:pt>
                <c:pt idx="157">
                  <c:v>0.006890243392280712</c:v>
                </c:pt>
                <c:pt idx="158">
                  <c:v>0.006890995472906511</c:v>
                </c:pt>
                <c:pt idx="159">
                  <c:v>0.006891734762319229</c:v>
                </c:pt>
                <c:pt idx="160">
                  <c:v>0.006892461260184645</c:v>
                </c:pt>
                <c:pt idx="161">
                  <c:v>0.006893174966412301</c:v>
                </c:pt>
                <c:pt idx="162">
                  <c:v>0.006893875881147973</c:v>
                </c:pt>
                <c:pt idx="163">
                  <c:v>0.006894564004782519</c:v>
                </c:pt>
                <c:pt idx="164">
                  <c:v>0.006895239337937134</c:v>
                </c:pt>
                <c:pt idx="165">
                  <c:v>0.00689590188147516</c:v>
                </c:pt>
                <c:pt idx="166">
                  <c:v>0.006896551636499095</c:v>
                </c:pt>
                <c:pt idx="167">
                  <c:v>0.006897188604346292</c:v>
                </c:pt>
                <c:pt idx="168">
                  <c:v>0.006897812786593324</c:v>
                </c:pt>
                <c:pt idx="169">
                  <c:v>0.006898424185057364</c:v>
                </c:pt>
                <c:pt idx="170">
                  <c:v>0.006899022801782103</c:v>
                </c:pt>
                <c:pt idx="171">
                  <c:v>0.0068996086390618</c:v>
                </c:pt>
                <c:pt idx="172">
                  <c:v>0.006900181699409041</c:v>
                </c:pt>
                <c:pt idx="173">
                  <c:v>0.006900741985596673</c:v>
                </c:pt>
                <c:pt idx="174">
                  <c:v>0.006901289500610582</c:v>
                </c:pt>
                <c:pt idx="175">
                  <c:v>0.0069018242476858414</c:v>
                </c:pt>
                <c:pt idx="176">
                  <c:v>0.0069023462302820245</c:v>
                </c:pt>
                <c:pt idx="177">
                  <c:v>0.0069028554521024564</c:v>
                </c:pt>
                <c:pt idx="178">
                  <c:v>0.006903351917077986</c:v>
                </c:pt>
                <c:pt idx="179">
                  <c:v>0.006903835629379283</c:v>
                </c:pt>
                <c:pt idx="180">
                  <c:v>0.006904306593404876</c:v>
                </c:pt>
                <c:pt idx="181">
                  <c:v>0.006904764813786712</c:v>
                </c:pt>
                <c:pt idx="182">
                  <c:v>0.006905210295391607</c:v>
                </c:pt>
                <c:pt idx="183">
                  <c:v>0.00690564304331743</c:v>
                </c:pt>
                <c:pt idx="184">
                  <c:v>0.006906063062894603</c:v>
                </c:pt>
                <c:pt idx="185">
                  <c:v>0.006906470359681104</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0.006906470359681104</c:v>
                </c:pt>
                <c:pt idx="186">
                  <c:v>0.0069068649394665995</c:v>
                </c:pt>
                <c:pt idx="187">
                  <c:v>0.006907246808273907</c:v>
                </c:pt>
                <c:pt idx="188">
                  <c:v>0.00690761597235152</c:v>
                </c:pt>
                <c:pt idx="189">
                  <c:v>0.006907972438180258</c:v>
                </c:pt>
                <c:pt idx="190">
                  <c:v>0.006908316212467143</c:v>
                </c:pt>
                <c:pt idx="191">
                  <c:v>0.006908647302144485</c:v>
                </c:pt>
                <c:pt idx="192">
                  <c:v>0.006908965714378904</c:v>
                </c:pt>
                <c:pt idx="193">
                  <c:v>0.006909271456560322</c:v>
                </c:pt>
                <c:pt idx="194">
                  <c:v>0.006909564536299902</c:v>
                </c:pt>
                <c:pt idx="195">
                  <c:v>0.006909844961443925</c:v>
                </c:pt>
                <c:pt idx="196">
                  <c:v>0.006910112740056856</c:v>
                </c:pt>
                <c:pt idx="197">
                  <c:v>0.006910367880430319</c:v>
                </c:pt>
                <c:pt idx="198">
                  <c:v>0.006910610391079777</c:v>
                </c:pt>
                <c:pt idx="199">
                  <c:v>0.006910840280742502</c:v>
                </c:pt>
                <c:pt idx="200">
                  <c:v>0.006911057558377981</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3.28736239811039</c:v>
                </c:pt>
                <c:pt idx="2">
                  <c:v>3.5492844721417427</c:v>
                </c:pt>
                <c:pt idx="3">
                  <c:v>3.8147667227435114</c:v>
                </c:pt>
                <c:pt idx="4">
                  <c:v>4.0746627270355225</c:v>
                </c:pt>
                <c:pt idx="5">
                  <c:v>4.318478448508596</c:v>
                </c:pt>
                <c:pt idx="6">
                  <c:v>4.535715574268103</c:v>
                </c:pt>
                <c:pt idx="7">
                  <c:v>4.717481685341154</c:v>
                </c:pt>
                <c:pt idx="8">
                  <c:v>4.857869057124942</c:v>
                </c:pt>
                <c:pt idx="9">
                  <c:v>4.954647981819444</c:v>
                </c:pt>
                <c:pt idx="10">
                  <c:v>5.009111901264953</c:v>
                </c:pt>
                <c:pt idx="11">
                  <c:v>5.025259891474463</c:v>
                </c:pt>
                <c:pt idx="12">
                  <c:v>5.008694132421752</c:v>
                </c:pt>
                <c:pt idx="13">
                  <c:v>4.965584841245504</c:v>
                </c:pt>
                <c:pt idx="14">
                  <c:v>4.901903148925372</c:v>
                </c:pt>
                <c:pt idx="15">
                  <c:v>4.822965694257514</c:v>
                </c:pt>
                <c:pt idx="16">
                  <c:v>4.733238712559507</c:v>
                </c:pt>
                <c:pt idx="17">
                  <c:v>4.636317285737529</c:v>
                </c:pt>
                <c:pt idx="18">
                  <c:v>4.535002426785177</c:v>
                </c:pt>
                <c:pt idx="19">
                  <c:v>4.431420230376043</c:v>
                </c:pt>
                <c:pt idx="20">
                  <c:v>4.327148991927934</c:v>
                </c:pt>
                <c:pt idx="21">
                  <c:v>4.223336505577973</c:v>
                </c:pt>
                <c:pt idx="22">
                  <c:v>4.1208001763339155</c:v>
                </c:pt>
                <c:pt idx="23">
                  <c:v>4.020108449821742</c:v>
                </c:pt>
                <c:pt idx="24">
                  <c:v>3.9216449469072323</c:v>
                </c:pt>
                <c:pt idx="25">
                  <c:v>3.8256578304936886</c:v>
                </c:pt>
                <c:pt idx="26">
                  <c:v>3.73229715090593</c:v>
                </c:pt>
                <c:pt idx="27">
                  <c:v>3.641642704819282</c:v>
                </c:pt>
                <c:pt idx="28">
                  <c:v>3.5537245691670094</c:v>
                </c:pt>
                <c:pt idx="29">
                  <c:v>3.4685380708335267</c:v>
                </c:pt>
                <c:pt idx="30">
                  <c:v>3.386054585652089</c:v>
                </c:pt>
                <c:pt idx="31">
                  <c:v>3.306229247822523</c:v>
                </c:pt>
                <c:pt idx="32">
                  <c:v>3.229006396120973</c:v>
                </c:pt>
                <c:pt idx="33">
                  <c:v>3.154323380900195</c:v>
                </c:pt>
                <c:pt idx="34">
                  <c:v>3.0821131978991314</c:v>
                </c:pt>
                <c:pt idx="35">
                  <c:v>3.0123062931348734</c:v>
                </c:pt>
                <c:pt idx="36">
                  <c:v>2.9448317903164294</c:v>
                </c:pt>
                <c:pt idx="37">
                  <c:v>2.8796183221213174</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2.8796183221213174</c:v>
                </c:pt>
                <c:pt idx="38">
                  <c:v>2.8165945942704176</c:v>
                </c:pt>
                <c:pt idx="39">
                  <c:v>2.7556897725796885</c:v>
                </c:pt>
                <c:pt idx="40">
                  <c:v>2.696833754855913</c:v>
                </c:pt>
                <c:pt idx="41">
                  <c:v>2.6399573691115323</c:v>
                </c:pt>
                <c:pt idx="42">
                  <c:v>2.584992525131305</c:v>
                </c:pt>
                <c:pt idx="43">
                  <c:v>2.5318723363944042</c:v>
                </c:pt>
                <c:pt idx="44">
                  <c:v>2.4805312225612024</c:v>
                </c:pt>
                <c:pt idx="45">
                  <c:v>2.4309049982691553</c:v>
                </c:pt>
                <c:pt idx="46">
                  <c:v>2.3829309511662253</c:v>
                </c:pt>
                <c:pt idx="47">
                  <c:v>2.33654791043453</c:v>
                </c:pt>
                <c:pt idx="48">
                  <c:v>2.2916963061459263</c:v>
                </c:pt>
                <c:pt idx="49">
                  <c:v>2.2483182193777465</c:v>
                </c:pt>
                <c:pt idx="50">
                  <c:v>2.206357422907448</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17.771576372897865</c:v>
                </c:pt>
                <c:pt idx="2">
                  <c:v>18.54334837251258</c:v>
                </c:pt>
                <c:pt idx="3">
                  <c:v>19.309128837091762</c:v>
                </c:pt>
                <c:pt idx="4">
                  <c:v>20.057319394674956</c:v>
                </c:pt>
                <c:pt idx="5">
                  <c:v>20.77544492639513</c:v>
                </c:pt>
                <c:pt idx="6">
                  <c:v>21.450790917868655</c:v>
                </c:pt>
                <c:pt idx="7">
                  <c:v>22.071162540330548</c:v>
                </c:pt>
                <c:pt idx="8">
                  <c:v>22.62567741869992</c:v>
                </c:pt>
                <c:pt idx="9">
                  <c:v>23.10548460091967</c:v>
                </c:pt>
                <c:pt idx="10">
                  <c:v>23.504306843398904</c:v>
                </c:pt>
                <c:pt idx="11">
                  <c:v>23.81873307480981</c:v>
                </c:pt>
                <c:pt idx="12">
                  <c:v>24.04823469803071</c:v>
                </c:pt>
                <c:pt idx="13">
                  <c:v>24.194929134222434</c:v>
                </c:pt>
                <c:pt idx="14">
                  <c:v>24.26315271936369</c:v>
                </c:pt>
                <c:pt idx="15">
                  <c:v>24.258924364504846</c:v>
                </c:pt>
                <c:pt idx="16">
                  <c:v>24.18938060457042</c:v>
                </c:pt>
                <c:pt idx="17">
                  <c:v>24.062247131842334</c:v>
                </c:pt>
                <c:pt idx="18">
                  <c:v>23.885389435327475</c:v>
                </c:pt>
                <c:pt idx="19">
                  <c:v>23.666462712612454</c:v>
                </c:pt>
                <c:pt idx="20">
                  <c:v>23.412663183946968</c:v>
                </c:pt>
                <c:pt idx="21">
                  <c:v>23.13057097790214</c:v>
                </c:pt>
                <c:pt idx="22">
                  <c:v>22.82606854636626</c:v>
                </c:pt>
                <c:pt idx="23">
                  <c:v>22.504316766122837</c:v>
                </c:pt>
                <c:pt idx="24">
                  <c:v>22.16977192316566</c:v>
                </c:pt>
                <c:pt idx="25">
                  <c:v>21.82622929631212</c:v>
                </c:pt>
                <c:pt idx="26">
                  <c:v>21.476882082078</c:v>
                </c:pt>
                <c:pt idx="27">
                  <c:v>21.12438733334333</c:v>
                </c:pt>
                <c:pt idx="28">
                  <c:v>20.770933115304537</c:v>
                </c:pt>
                <c:pt idx="29">
                  <c:v>20.418303106908173</c:v>
                </c:pt>
                <c:pt idx="30">
                  <c:v>20.067936403308757</c:v>
                </c:pt>
                <c:pt idx="31">
                  <c:v>19.720981370218183</c:v>
                </c:pt>
                <c:pt idx="32">
                  <c:v>19.378343148853645</c:v>
                </c:pt>
                <c:pt idx="33">
                  <c:v>19.040724893627615</c:v>
                </c:pt>
                <c:pt idx="34">
                  <c:v>18.70866311579094</c:v>
                </c:pt>
                <c:pt idx="35">
                  <c:v>18.38255766282666</c:v>
                </c:pt>
                <c:pt idx="36">
                  <c:v>18.062696929652944</c:v>
                </c:pt>
                <c:pt idx="37">
                  <c:v>17.749278905962672</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17.749278905962672</c:v>
                </c:pt>
                <c:pt idx="38">
                  <c:v>17.442428637185035</c:v>
                </c:pt>
                <c:pt idx="39">
                  <c:v>17.14221263027943</c:v>
                </c:pt>
                <c:pt idx="40">
                  <c:v>16.848650680266832</c:v>
                </c:pt>
                <c:pt idx="41">
                  <c:v>16.56172553570139</c:v>
                </c:pt>
                <c:pt idx="42">
                  <c:v>16.281390765228885</c:v>
                </c:pt>
                <c:pt idx="43">
                  <c:v>16.00757713523492</c:v>
                </c:pt>
                <c:pt idx="44">
                  <c:v>15.740197761486195</c:v>
                </c:pt>
                <c:pt idx="45">
                  <c:v>15.479152255991437</c:v>
                </c:pt>
                <c:pt idx="46">
                  <c:v>15.224330054003248</c:v>
                </c:pt>
                <c:pt idx="47">
                  <c:v>14.975613074824881</c:v>
                </c:pt>
                <c:pt idx="48">
                  <c:v>14.732877843436052</c:v>
                </c:pt>
                <c:pt idx="49">
                  <c:v>14.495997177403645</c:v>
                </c:pt>
                <c:pt idx="50">
                  <c:v>14.264841524597674</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15.057289022331</c:v>
                </c:pt>
                <c:pt idx="2">
                  <c:v>15.324586078590155</c:v>
                </c:pt>
                <c:pt idx="3">
                  <c:v>15.491370969294945</c:v>
                </c:pt>
                <c:pt idx="4">
                  <c:v>15.553769535172641</c:v>
                </c:pt>
                <c:pt idx="5">
                  <c:v>15.514377738803386</c:v>
                </c:pt>
                <c:pt idx="6">
                  <c:v>15.381500375988166</c:v>
                </c:pt>
                <c:pt idx="7">
                  <c:v>15.167599188604763</c:v>
                </c:pt>
                <c:pt idx="8">
                  <c:v>14.887413291650207</c:v>
                </c:pt>
                <c:pt idx="9">
                  <c:v>14.55619669351003</c:v>
                </c:pt>
                <c:pt idx="10">
                  <c:v>14.188360904345274</c:v>
                </c:pt>
                <c:pt idx="11">
                  <c:v>13.796621142197761</c:v>
                </c:pt>
                <c:pt idx="12">
                  <c:v>13.391601373705784</c:v>
                </c:pt>
                <c:pt idx="13">
                  <c:v>12.981782224558776</c:v>
                </c:pt>
                <c:pt idx="14">
                  <c:v>12.573663812719362</c:v>
                </c:pt>
                <c:pt idx="15">
                  <c:v>12.172036692806959</c:v>
                </c:pt>
                <c:pt idx="16">
                  <c:v>11.780286043506235</c:v>
                </c:pt>
                <c:pt idx="17">
                  <c:v>11.400683944862955</c:v>
                </c:pt>
                <c:pt idx="18">
                  <c:v>11.034646981519394</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11.034646981519394</c:v>
                </c:pt>
                <c:pt idx="19">
                  <c:v>10.682951051164766</c:v>
                </c:pt>
                <c:pt idx="20">
                  <c:v>10.345903700605906</c:v>
                </c:pt>
                <c:pt idx="21">
                  <c:v>10.0234784895172</c:v>
                </c:pt>
                <c:pt idx="22">
                  <c:v>9.715417434795</c:v>
                </c:pt>
                <c:pt idx="23">
                  <c:v>9.421307688631432</c:v>
                </c:pt>
                <c:pt idx="24">
                  <c:v>9.140638001364191</c:v>
                </c:pt>
                <c:pt idx="25">
                  <c:v>8.872839655499076</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0.6616483343133926</c:v>
                </c:pt>
                <c:pt idx="2">
                  <c:v>0.6730251428215503</c:v>
                </c:pt>
                <c:pt idx="3">
                  <c:v>0.684421160730362</c:v>
                </c:pt>
                <c:pt idx="4">
                  <c:v>0.6958133031576276</c:v>
                </c:pt>
                <c:pt idx="5">
                  <c:v>0.7071770729115963</c:v>
                </c:pt>
                <c:pt idx="6">
                  <c:v>0.718486667505622</c:v>
                </c:pt>
                <c:pt idx="7">
                  <c:v>0.7297151142576422</c:v>
                </c:pt>
                <c:pt idx="8">
                  <c:v>0.7408344336928427</c:v>
                </c:pt>
                <c:pt idx="9">
                  <c:v>0.7518158306997617</c:v>
                </c:pt>
                <c:pt idx="10">
                  <c:v>0.7626299120340109</c:v>
                </c:pt>
                <c:pt idx="11">
                  <c:v>0.7732469278662422</c:v>
                </c:pt>
                <c:pt idx="12">
                  <c:v>0.7836370341500442</c:v>
                </c:pt>
                <c:pt idx="13">
                  <c:v>0.7937705716935121</c:v>
                </c:pt>
                <c:pt idx="14">
                  <c:v>0.8036183570018326</c:v>
                </c:pt>
                <c:pt idx="15">
                  <c:v>0.8131519792573134</c:v>
                </c:pt>
                <c:pt idx="16">
                  <c:v>0.8223440972729623</c:v>
                </c:pt>
                <c:pt idx="17">
                  <c:v>0.8311687299258569</c:v>
                </c:pt>
                <c:pt idx="18">
                  <c:v>0.8396015334844589</c:v>
                </c:pt>
                <c:pt idx="19">
                  <c:v>0.847620059403545</c:v>
                </c:pt>
                <c:pt idx="20">
                  <c:v>0.8552039865739942</c:v>
                </c:pt>
                <c:pt idx="21">
                  <c:v>0.8623353226761478</c:v>
                </c:pt>
                <c:pt idx="22">
                  <c:v>0.8689985701590668</c:v>
                </c:pt>
                <c:pt idx="23">
                  <c:v>0.8751808534205168</c:v>
                </c:pt>
                <c:pt idx="24">
                  <c:v>0.880872004939437</c:v>
                </c:pt>
                <c:pt idx="25">
                  <c:v>0.8860646093535519</c:v>
                </c:pt>
                <c:pt idx="26">
                  <c:v>0.8907540057236965</c:v>
                </c:pt>
                <c:pt idx="27">
                  <c:v>0.8949382494178613</c:v>
                </c:pt>
                <c:pt idx="28">
                  <c:v>0.8986180361338002</c:v>
                </c:pt>
                <c:pt idx="29">
                  <c:v>0.90179659151097</c:v>
                </c:pt>
                <c:pt idx="30">
                  <c:v>0.9044795305288951</c:v>
                </c:pt>
                <c:pt idx="31">
                  <c:v>0.9066746914322761</c:v>
                </c:pt>
                <c:pt idx="32">
                  <c:v>0.9083919492524266</c:v>
                </c:pt>
                <c:pt idx="33">
                  <c:v>0.9096430141184402</c:v>
                </c:pt>
                <c:pt idx="34">
                  <c:v>0.9104412194859701</c:v>
                </c:pt>
                <c:pt idx="35">
                  <c:v>0.9108013051780632</c:v>
                </c:pt>
                <c:pt idx="36">
                  <c:v>0.9107391997637947</c:v>
                </c:pt>
                <c:pt idx="37">
                  <c:v>0.9102718063274268</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0.9102718063274268</c:v>
                </c:pt>
                <c:pt idx="38">
                  <c:v>0.9094167951371294</c:v>
                </c:pt>
                <c:pt idx="39">
                  <c:v>0.9081924061391048</c:v>
                </c:pt>
                <c:pt idx="40">
                  <c:v>0.9066172636097849</c:v>
                </c:pt>
                <c:pt idx="41">
                  <c:v>0.9047102047183629</c:v>
                </c:pt>
                <c:pt idx="42">
                  <c:v>0.902490123205605</c:v>
                </c:pt>
                <c:pt idx="43">
                  <c:v>0.8999758288851394</c:v>
                </c:pt>
                <c:pt idx="44">
                  <c:v>0.8971859232323169</c:v>
                </c:pt>
                <c:pt idx="45">
                  <c:v>0.8941386909467697</c:v>
                </c:pt>
                <c:pt idx="46">
                  <c:v>0.8908520070608595</c:v>
                </c:pt>
                <c:pt idx="47">
                  <c:v>0.8873432589157084</c:v>
                </c:pt>
                <c:pt idx="48">
                  <c:v>0.8836292821360529</c:v>
                </c:pt>
                <c:pt idx="49">
                  <c:v>0.8797263095989909</c:v>
                </c:pt>
                <c:pt idx="50">
                  <c:v>0.8756499323045492</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1.282646149169445</c:v>
                </c:pt>
                <c:pt idx="2">
                  <c:v>1.310988077175498</c:v>
                </c:pt>
                <c:pt idx="3">
                  <c:v>1.3393105687251885</c:v>
                </c:pt>
                <c:pt idx="4">
                  <c:v>1.3675083876742125</c:v>
                </c:pt>
                <c:pt idx="5">
                  <c:v>1.3954692817798138</c:v>
                </c:pt>
                <c:pt idx="6">
                  <c:v>1.4230750578952234</c:v>
                </c:pt>
                <c:pt idx="7">
                  <c:v>1.450202922450338</c:v>
                </c:pt>
                <c:pt idx="8">
                  <c:v>1.476727072470367</c:v>
                </c:pt>
                <c:pt idx="9">
                  <c:v>1.5025205079377757</c:v>
                </c:pt>
                <c:pt idx="10">
                  <c:v>1.5274570215923309</c:v>
                </c:pt>
                <c:pt idx="11">
                  <c:v>1.551413308457743</c:v>
                </c:pt>
                <c:pt idx="12">
                  <c:v>1.5742711257827282</c:v>
                </c:pt>
                <c:pt idx="13">
                  <c:v>1.5959194259139757</c:v>
                </c:pt>
                <c:pt idx="14">
                  <c:v>1.6162563809335402</c:v>
                </c:pt>
                <c:pt idx="15">
                  <c:v>1.6351912193647384</c:v>
                </c:pt>
                <c:pt idx="16">
                  <c:v>1.6526458020823598</c:v>
                </c:pt>
                <c:pt idx="17">
                  <c:v>1.6685558764128965</c:v>
                </c:pt>
                <c:pt idx="18">
                  <c:v>1.6828719634092915</c:v>
                </c:pt>
                <c:pt idx="19">
                  <c:v>1.6955598521304382</c:v>
                </c:pt>
                <c:pt idx="20">
                  <c:v>1.7066006948639154</c:v>
                </c:pt>
                <c:pt idx="21">
                  <c:v>1.7159907169406075</c:v>
                </c:pt>
                <c:pt idx="22">
                  <c:v>1.7237405725530603</c:v>
                </c:pt>
                <c:pt idx="23">
                  <c:v>1.729874392555838</c:v>
                </c:pt>
                <c:pt idx="24">
                  <c:v>1.7344285807480713</c:v>
                </c:pt>
                <c:pt idx="25">
                  <c:v>1.7374504212437725</c:v>
                </c:pt>
                <c:pt idx="26">
                  <c:v>1.7389965612882192</c:v>
                </c:pt>
                <c:pt idx="27">
                  <c:v>1.7391314317347386</c:v>
                </c:pt>
                <c:pt idx="28">
                  <c:v>1.7379256620714836</c:v>
                </c:pt>
                <c:pt idx="29">
                  <c:v>1.7354545392580853</c:v>
                </c:pt>
                <c:pt idx="30">
                  <c:v>1.7317965506019433</c:v>
                </c:pt>
                <c:pt idx="31">
                  <c:v>1.7270320413202085</c:v>
                </c:pt>
                <c:pt idx="32">
                  <c:v>1.7212420080125332</c:v>
                </c:pt>
                <c:pt idx="33">
                  <c:v>1.7145070405647393</c:v>
                </c:pt>
                <c:pt idx="34">
                  <c:v>1.7069064173857815</c:v>
                </c:pt>
                <c:pt idx="35">
                  <c:v>1.6985173525641986</c:v>
                </c:pt>
                <c:pt idx="36">
                  <c:v>1.6894143885780375</c:v>
                </c:pt>
                <c:pt idx="37">
                  <c:v>1.6796689245667715</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1.6796689245667715</c:v>
                </c:pt>
                <c:pt idx="38">
                  <c:v>1.6693488677533803</c:v>
                </c:pt>
                <c:pt idx="39">
                  <c:v>1.6585183942263433</c:v>
                </c:pt>
                <c:pt idx="40">
                  <c:v>1.6472378047685503</c:v>
                </c:pt>
                <c:pt idx="41">
                  <c:v>1.6355634615647037</c:v>
                </c:pt>
                <c:pt idx="42">
                  <c:v>1.6235477922578994</c:v>
                </c:pt>
                <c:pt idx="43">
                  <c:v>1.6112393488025332</c:v>
                </c:pt>
                <c:pt idx="44">
                  <c:v>1.5986829097458177</c:v>
                </c:pt>
                <c:pt idx="45">
                  <c:v>1.5859196158597417</c:v>
                </c:pt>
                <c:pt idx="46">
                  <c:v>1.5729871303573277</c:v>
                </c:pt>
                <c:pt idx="47">
                  <c:v>1.559919816204827</c:v>
                </c:pt>
                <c:pt idx="48">
                  <c:v>1.546748924242705</c:v>
                </c:pt>
                <c:pt idx="49">
                  <c:v>1.533502786929802</c:v>
                </c:pt>
                <c:pt idx="50">
                  <c:v>1.5202070135107946</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9.654326311007976</c:v>
                </c:pt>
                <c:pt idx="2">
                  <c:v>10.071078403830647</c:v>
                </c:pt>
                <c:pt idx="3">
                  <c:v>10.462804925455412</c:v>
                </c:pt>
                <c:pt idx="4">
                  <c:v>10.818770042648136</c:v>
                </c:pt>
                <c:pt idx="5">
                  <c:v>11.129053803590917</c:v>
                </c:pt>
                <c:pt idx="6">
                  <c:v>11.385521743745327</c:v>
                </c:pt>
                <c:pt idx="7">
                  <c:v>11.582618995122978</c:v>
                </c:pt>
                <c:pt idx="8">
                  <c:v>11.717823409992516</c:v>
                </c:pt>
                <c:pt idx="9">
                  <c:v>11.791677674976853</c:v>
                </c:pt>
                <c:pt idx="10">
                  <c:v>11.80742981701839</c:v>
                </c:pt>
                <c:pt idx="11">
                  <c:v>11.770400386477275</c:v>
                </c:pt>
                <c:pt idx="12">
                  <c:v>11.687233260261397</c:v>
                </c:pt>
                <c:pt idx="13">
                  <c:v>11.565173372455066</c:v>
                </c:pt>
                <c:pt idx="14">
                  <c:v>11.41146823123559</c:v>
                </c:pt>
                <c:pt idx="15">
                  <c:v>11.23293602930646</c:v>
                </c:pt>
                <c:pt idx="16">
                  <c:v>11.0356996360005</c:v>
                </c:pt>
                <c:pt idx="17">
                  <c:v>10.825059778625418</c:v>
                </c:pt>
                <c:pt idx="18">
                  <c:v>10.605470815302583</c:v>
                </c:pt>
                <c:pt idx="19">
                  <c:v>10.38058344587237</c:v>
                </c:pt>
                <c:pt idx="20">
                  <c:v>10.153325104872799</c:v>
                </c:pt>
                <c:pt idx="21">
                  <c:v>9.925996718995663</c:v>
                </c:pt>
                <c:pt idx="22">
                  <c:v>9.700371796842868</c:v>
                </c:pt>
                <c:pt idx="23">
                  <c:v>9.477789561557936</c:v>
                </c:pt>
                <c:pt idx="24">
                  <c:v>9.25923792087694</c:v>
                </c:pt>
                <c:pt idx="25">
                  <c:v>9.045424737389126</c:v>
                </c:pt>
                <c:pt idx="26">
                  <c:v>8.836837463162734</c:v>
                </c:pt>
                <c:pt idx="27">
                  <c:v>8.633792066146302</c:v>
                </c:pt>
                <c:pt idx="28">
                  <c:v>8.436472562848516</c:v>
                </c:pt>
                <c:pt idx="29">
                  <c:v>8.244962571991888</c:v>
                </c:pt>
                <c:pt idx="30">
                  <c:v>8.059270244694805</c:v>
                </c:pt>
                <c:pt idx="31">
                  <c:v>7.879347789462105</c:v>
                </c:pt>
                <c:pt idx="32">
                  <c:v>7.7051066437511295</c:v>
                </c:pt>
                <c:pt idx="33">
                  <c:v>7.536429175732901</c:v>
                </c:pt>
                <c:pt idx="34">
                  <c:v>7.37317764430558</c:v>
                </c:pt>
                <c:pt idx="35">
                  <c:v>7.215201008625208</c:v>
                </c:pt>
                <c:pt idx="36">
                  <c:v>7.0623400619890955</c:v>
                </c:pt>
                <c:pt idx="37">
                  <c:v>6.914431268007511</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6.914431268007511</c:v>
                </c:pt>
                <c:pt idx="38">
                  <c:v>6.7713095976372015</c:v>
                </c:pt>
                <c:pt idx="39">
                  <c:v>6.632810601436444</c:v>
                </c:pt>
                <c:pt idx="40">
                  <c:v>6.498771899927342</c:v>
                </c:pt>
                <c:pt idx="41">
                  <c:v>6.3690342340031485</c:v>
                </c:pt>
                <c:pt idx="42">
                  <c:v>6.243442184953928</c:v>
                </c:pt>
                <c:pt idx="43">
                  <c:v>6.121844648247497</c:v>
                </c:pt>
                <c:pt idx="44">
                  <c:v>6.0040951253170425</c:v>
                </c:pt>
                <c:pt idx="45">
                  <c:v>5.890051882138591</c:v>
                </c:pt>
                <c:pt idx="46">
                  <c:v>5.779578011408868</c:v>
                </c:pt>
                <c:pt idx="47">
                  <c:v>5.672541425916316</c:v>
                </c:pt>
                <c:pt idx="48">
                  <c:v>5.5688148036368785</c:v>
                </c:pt>
                <c:pt idx="49">
                  <c:v>5.468275499709762</c:v>
                </c:pt>
                <c:pt idx="50">
                  <c:v>5.3708054363787845</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0.09837985114240647</c:v>
                </c:pt>
                <c:pt idx="2">
                  <c:v>0.09839615918266774</c:v>
                </c:pt>
                <c:pt idx="3">
                  <c:v>0.09841245155270895</c:v>
                </c:pt>
                <c:pt idx="4">
                  <c:v>0.09842872823101283</c:v>
                </c:pt>
                <c:pt idx="5">
                  <c:v>0.09844498919558525</c:v>
                </c:pt>
                <c:pt idx="6">
                  <c:v>0.09846123442471028</c:v>
                </c:pt>
                <c:pt idx="7">
                  <c:v>0.09847746389668328</c:v>
                </c:pt>
                <c:pt idx="8">
                  <c:v>0.09849367758959532</c:v>
                </c:pt>
                <c:pt idx="9">
                  <c:v>0.09850987548200289</c:v>
                </c:pt>
                <c:pt idx="10">
                  <c:v>0.09852605755214691</c:v>
                </c:pt>
                <c:pt idx="11">
                  <c:v>0.09854222377829118</c:v>
                </c:pt>
                <c:pt idx="12">
                  <c:v>0.09855837413879236</c:v>
                </c:pt>
                <c:pt idx="13">
                  <c:v>0.09857450861215591</c:v>
                </c:pt>
                <c:pt idx="14">
                  <c:v>0.09859062717665945</c:v>
                </c:pt>
                <c:pt idx="15">
                  <c:v>0.09860672981074652</c:v>
                </c:pt>
                <c:pt idx="16">
                  <c:v>0.09862281649285555</c:v>
                </c:pt>
                <c:pt idx="17">
                  <c:v>0.09863888720140737</c:v>
                </c:pt>
                <c:pt idx="18">
                  <c:v>0.09865494191488955</c:v>
                </c:pt>
                <c:pt idx="19">
                  <c:v>0.09867098061175096</c:v>
                </c:pt>
                <c:pt idx="20">
                  <c:v>0.09868700327050686</c:v>
                </c:pt>
                <c:pt idx="21">
                  <c:v>0.09870300986968904</c:v>
                </c:pt>
                <c:pt idx="22">
                  <c:v>0.09871900038779866</c:v>
                </c:pt>
                <c:pt idx="23">
                  <c:v>0.09873497480344773</c:v>
                </c:pt>
                <c:pt idx="24">
                  <c:v>0.09875093309515715</c:v>
                </c:pt>
                <c:pt idx="25">
                  <c:v>0.09876687524151802</c:v>
                </c:pt>
                <c:pt idx="26">
                  <c:v>0.0987828012211873</c:v>
                </c:pt>
                <c:pt idx="27">
                  <c:v>0.09879871101275196</c:v>
                </c:pt>
                <c:pt idx="28">
                  <c:v>0.09881460459487779</c:v>
                </c:pt>
                <c:pt idx="29">
                  <c:v>0.09883048194619705</c:v>
                </c:pt>
                <c:pt idx="30">
                  <c:v>0.09884634304546515</c:v>
                </c:pt>
                <c:pt idx="31">
                  <c:v>0.09886218787131772</c:v>
                </c:pt>
                <c:pt idx="32">
                  <c:v>0.09887801640251279</c:v>
                </c:pt>
                <c:pt idx="33">
                  <c:v>0.0988938286177823</c:v>
                </c:pt>
                <c:pt idx="34">
                  <c:v>0.09890962449590598</c:v>
                </c:pt>
                <c:pt idx="35">
                  <c:v>0.09892540401565007</c:v>
                </c:pt>
                <c:pt idx="36">
                  <c:v>0.0989411671558155</c:v>
                </c:pt>
                <c:pt idx="37">
                  <c:v>0.09895691389524615</c:v>
                </c:pt>
                <c:pt idx="38">
                  <c:v>0.0989726442127416</c:v>
                </c:pt>
                <c:pt idx="39">
                  <c:v>0.09898835808720956</c:v>
                </c:pt>
                <c:pt idx="40">
                  <c:v>0.09900405549750924</c:v>
                </c:pt>
                <c:pt idx="41">
                  <c:v>0.09901973642254457</c:v>
                </c:pt>
                <c:pt idx="42">
                  <c:v>0.09903540084123612</c:v>
                </c:pt>
                <c:pt idx="43">
                  <c:v>0.09905104873251361</c:v>
                </c:pt>
                <c:pt idx="44">
                  <c:v>0.09906668007537452</c:v>
                </c:pt>
                <c:pt idx="45">
                  <c:v>0.09908229484877057</c:v>
                </c:pt>
                <c:pt idx="46">
                  <c:v>0.09909789303171634</c:v>
                </c:pt>
                <c:pt idx="47">
                  <c:v>0.09911347460323192</c:v>
                </c:pt>
                <c:pt idx="48">
                  <c:v>0.09912903954236706</c:v>
                </c:pt>
                <c:pt idx="49">
                  <c:v>0.0991445878281788</c:v>
                </c:pt>
                <c:pt idx="50">
                  <c:v>0.09916011943976402</c:v>
                </c:pt>
                <c:pt idx="51">
                  <c:v>0.09917563435621822</c:v>
                </c:pt>
                <c:pt idx="52">
                  <c:v>0.09919113255668603</c:v>
                </c:pt>
                <c:pt idx="53">
                  <c:v>0.0992066140203026</c:v>
                </c:pt>
                <c:pt idx="54">
                  <c:v>0.09922207872624751</c:v>
                </c:pt>
                <c:pt idx="55">
                  <c:v>0.09923752665370161</c:v>
                </c:pt>
                <c:pt idx="56">
                  <c:v>0.09925295778188109</c:v>
                </c:pt>
                <c:pt idx="57">
                  <c:v>0.0992683720900385</c:v>
                </c:pt>
                <c:pt idx="58">
                  <c:v>0.09928376955740616</c:v>
                </c:pt>
                <c:pt idx="59">
                  <c:v>0.09929915016329087</c:v>
                </c:pt>
                <c:pt idx="60">
                  <c:v>0.0993145138869683</c:v>
                </c:pt>
                <c:pt idx="61">
                  <c:v>0.0993298607077755</c:v>
                </c:pt>
                <c:pt idx="62">
                  <c:v>0.09934519060503283</c:v>
                </c:pt>
                <c:pt idx="63">
                  <c:v>0.09936050355813995</c:v>
                </c:pt>
                <c:pt idx="64">
                  <c:v>0.09937579954646156</c:v>
                </c:pt>
                <c:pt idx="65">
                  <c:v>0.09939107854941441</c:v>
                </c:pt>
                <c:pt idx="66">
                  <c:v>0.09940634054643457</c:v>
                </c:pt>
                <c:pt idx="67">
                  <c:v>0.09942158551697233</c:v>
                </c:pt>
                <c:pt idx="68">
                  <c:v>0.09943681344051572</c:v>
                </c:pt>
                <c:pt idx="69">
                  <c:v>0.09945202429654633</c:v>
                </c:pt>
                <c:pt idx="70">
                  <c:v>0.0994672180646079</c:v>
                </c:pt>
                <c:pt idx="71">
                  <c:v>0.09948239472423809</c:v>
                </c:pt>
                <c:pt idx="72">
                  <c:v>0.09949755425499876</c:v>
                </c:pt>
                <c:pt idx="73">
                  <c:v>0.09951269663649062</c:v>
                </c:pt>
                <c:pt idx="74">
                  <c:v>0.09952782184832483</c:v>
                </c:pt>
                <c:pt idx="75">
                  <c:v>0.09954292987014135</c:v>
                </c:pt>
                <c:pt idx="76">
                  <c:v>0.09955802068160083</c:v>
                </c:pt>
                <c:pt idx="77">
                  <c:v>0.09957309426238939</c:v>
                </c:pt>
                <c:pt idx="78">
                  <c:v>0.09958815059220791</c:v>
                </c:pt>
                <c:pt idx="79">
                  <c:v>0.09960318965079211</c:v>
                </c:pt>
                <c:pt idx="80">
                  <c:v>0.0996182114179045</c:v>
                </c:pt>
                <c:pt idx="81">
                  <c:v>0.09963321587330913</c:v>
                </c:pt>
                <c:pt idx="82">
                  <c:v>0.09964820299682385</c:v>
                </c:pt>
                <c:pt idx="83">
                  <c:v>0.09966317276826824</c:v>
                </c:pt>
                <c:pt idx="84">
                  <c:v>0.09967812516748338</c:v>
                </c:pt>
                <c:pt idx="85">
                  <c:v>0.0996930601743586</c:v>
                </c:pt>
                <c:pt idx="86">
                  <c:v>0.09970797776877881</c:v>
                </c:pt>
                <c:pt idx="87">
                  <c:v>0.09972287793068228</c:v>
                </c:pt>
                <c:pt idx="88">
                  <c:v>0.09973776064000617</c:v>
                </c:pt>
                <c:pt idx="89">
                  <c:v>0.0997526258767187</c:v>
                </c:pt>
                <c:pt idx="90">
                  <c:v>0.09976747362081739</c:v>
                </c:pt>
                <c:pt idx="91">
                  <c:v>0.0997823038523302</c:v>
                </c:pt>
                <c:pt idx="92">
                  <c:v>0.09979711655130076</c:v>
                </c:pt>
                <c:pt idx="93">
                  <c:v>0.09981191169779019</c:v>
                </c:pt>
                <c:pt idx="94">
                  <c:v>0.09982668927190151</c:v>
                </c:pt>
                <c:pt idx="95">
                  <c:v>0.09984144925374734</c:v>
                </c:pt>
                <c:pt idx="96">
                  <c:v>0.09985619162347664</c:v>
                </c:pt>
                <c:pt idx="97">
                  <c:v>0.09987091636126066</c:v>
                </c:pt>
                <c:pt idx="98">
                  <c:v>0.09988562344728684</c:v>
                </c:pt>
                <c:pt idx="99">
                  <c:v>0.09990031286178454</c:v>
                </c:pt>
                <c:pt idx="100">
                  <c:v>0.09991498458499193</c:v>
                </c:pt>
                <c:pt idx="101">
                  <c:v>0.0999296385971886</c:v>
                </c:pt>
                <c:pt idx="102">
                  <c:v>0.09994427487866084</c:v>
                </c:pt>
                <c:pt idx="103">
                  <c:v>0.09995889340974058</c:v>
                </c:pt>
                <c:pt idx="104">
                  <c:v>0.09997349417076891</c:v>
                </c:pt>
                <c:pt idx="105">
                  <c:v>0.09998807714211146</c:v>
                </c:pt>
                <c:pt idx="106">
                  <c:v>0.10000264230419105</c:v>
                </c:pt>
                <c:pt idx="107">
                  <c:v>0.10001718963741364</c:v>
                </c:pt>
                <c:pt idx="108">
                  <c:v>0.1000317191222288</c:v>
                </c:pt>
                <c:pt idx="109">
                  <c:v>0.10004623073913417</c:v>
                </c:pt>
                <c:pt idx="110">
                  <c:v>0.10006072446861701</c:v>
                </c:pt>
                <c:pt idx="111">
                  <c:v>0.10007520029120617</c:v>
                </c:pt>
                <c:pt idx="112">
                  <c:v>0.10008965818747026</c:v>
                </c:pt>
                <c:pt idx="113">
                  <c:v>0.10010409813798424</c:v>
                </c:pt>
                <c:pt idx="114">
                  <c:v>0.10011852012335835</c:v>
                </c:pt>
                <c:pt idx="115">
                  <c:v>0.10013292412423258</c:v>
                </c:pt>
                <c:pt idx="116">
                  <c:v>0.10014731012126907</c:v>
                </c:pt>
                <c:pt idx="117">
                  <c:v>0.10016167809515325</c:v>
                </c:pt>
                <c:pt idx="118">
                  <c:v>0.10017602802660708</c:v>
                </c:pt>
                <c:pt idx="119">
                  <c:v>0.10019035989637536</c:v>
                </c:pt>
                <c:pt idx="120">
                  <c:v>0.10020467368521889</c:v>
                </c:pt>
                <c:pt idx="121">
                  <c:v>0.10021896937394931</c:v>
                </c:pt>
                <c:pt idx="122">
                  <c:v>0.10023324694338392</c:v>
                </c:pt>
                <c:pt idx="123">
                  <c:v>0.10024750637438046</c:v>
                </c:pt>
                <c:pt idx="124">
                  <c:v>0.10026174764781613</c:v>
                </c:pt>
                <c:pt idx="125">
                  <c:v>0.10027597074460029</c:v>
                </c:pt>
                <c:pt idx="126">
                  <c:v>0.10029017564566552</c:v>
                </c:pt>
                <c:pt idx="127">
                  <c:v>0.10030436233197611</c:v>
                </c:pt>
                <c:pt idx="128">
                  <c:v>0.10031853078452871</c:v>
                </c:pt>
                <c:pt idx="129">
                  <c:v>0.10033268098433812</c:v>
                </c:pt>
                <c:pt idx="130">
                  <c:v>0.10034681291244764</c:v>
                </c:pt>
                <c:pt idx="131">
                  <c:v>0.10036092654993334</c:v>
                </c:pt>
                <c:pt idx="132">
                  <c:v>0.10037502187790112</c:v>
                </c:pt>
                <c:pt idx="133">
                  <c:v>0.10038909887748373</c:v>
                </c:pt>
                <c:pt idx="134">
                  <c:v>0.10040315752983449</c:v>
                </c:pt>
                <c:pt idx="135">
                  <c:v>0.1004171978161441</c:v>
                </c:pt>
                <c:pt idx="136">
                  <c:v>0.10043121971763408</c:v>
                </c:pt>
                <c:pt idx="137">
                  <c:v>0.1004452232155417</c:v>
                </c:pt>
                <c:pt idx="138">
                  <c:v>0.10045920829114534</c:v>
                </c:pt>
                <c:pt idx="139">
                  <c:v>0.1004731749257441</c:v>
                </c:pt>
                <c:pt idx="140">
                  <c:v>0.10048712310067075</c:v>
                </c:pt>
                <c:pt idx="141">
                  <c:v>0.10050105279728706</c:v>
                </c:pt>
                <c:pt idx="142">
                  <c:v>0.10051496399697787</c:v>
                </c:pt>
                <c:pt idx="143">
                  <c:v>0.10052885668116517</c:v>
                </c:pt>
                <c:pt idx="144">
                  <c:v>0.1005427308312936</c:v>
                </c:pt>
                <c:pt idx="145">
                  <c:v>0.10055658642883794</c:v>
                </c:pt>
                <c:pt idx="146">
                  <c:v>0.10057042345530856</c:v>
                </c:pt>
                <c:pt idx="147">
                  <c:v>0.10058424189223886</c:v>
                </c:pt>
                <c:pt idx="148">
                  <c:v>0.10059804172119256</c:v>
                </c:pt>
                <c:pt idx="149">
                  <c:v>0.10061182292376589</c:v>
                </c:pt>
                <c:pt idx="150">
                  <c:v>0.10062558548157532</c:v>
                </c:pt>
                <c:pt idx="151">
                  <c:v>0.10063932937628386</c:v>
                </c:pt>
                <c:pt idx="152">
                  <c:v>0.10065305458957113</c:v>
                </c:pt>
                <c:pt idx="153">
                  <c:v>0.10066676110315168</c:v>
                </c:pt>
                <c:pt idx="154">
                  <c:v>0.10068044889876594</c:v>
                </c:pt>
                <c:pt idx="155">
                  <c:v>0.10069411795818729</c:v>
                </c:pt>
                <c:pt idx="156">
                  <c:v>0.10070776826322232</c:v>
                </c:pt>
                <c:pt idx="157">
                  <c:v>0.10072139979570383</c:v>
                </c:pt>
                <c:pt idx="158">
                  <c:v>0.10073501253749147</c:v>
                </c:pt>
                <c:pt idx="159">
                  <c:v>0.1007486064704874</c:v>
                </c:pt>
                <c:pt idx="160">
                  <c:v>0.10076218157660663</c:v>
                </c:pt>
                <c:pt idx="161">
                  <c:v>0.10077573783781217</c:v>
                </c:pt>
                <c:pt idx="162">
                  <c:v>0.10078927523609149</c:v>
                </c:pt>
                <c:pt idx="163">
                  <c:v>0.10080279375345283</c:v>
                </c:pt>
                <c:pt idx="164">
                  <c:v>0.10081629337195216</c:v>
                </c:pt>
                <c:pt idx="165">
                  <c:v>0.1008297740736629</c:v>
                </c:pt>
                <c:pt idx="166">
                  <c:v>0.10084323584069832</c:v>
                </c:pt>
                <c:pt idx="167">
                  <c:v>0.10085667865519467</c:v>
                </c:pt>
                <c:pt idx="168">
                  <c:v>0.10087010249932465</c:v>
                </c:pt>
                <c:pt idx="169">
                  <c:v>0.10088350735529499</c:v>
                </c:pt>
                <c:pt idx="170">
                  <c:v>0.10089689320533275</c:v>
                </c:pt>
                <c:pt idx="171">
                  <c:v>0.1009102600317085</c:v>
                </c:pt>
                <c:pt idx="172">
                  <c:v>0.10092360781671834</c:v>
                </c:pt>
                <c:pt idx="173">
                  <c:v>0.10093693654269152</c:v>
                </c:pt>
                <c:pt idx="174">
                  <c:v>0.10095024619198531</c:v>
                </c:pt>
                <c:pt idx="175">
                  <c:v>0.10096353674699238</c:v>
                </c:pt>
                <c:pt idx="176">
                  <c:v>0.10097680819013986</c:v>
                </c:pt>
                <c:pt idx="177">
                  <c:v>0.10099006050387883</c:v>
                </c:pt>
                <c:pt idx="178">
                  <c:v>0.10100329367069716</c:v>
                </c:pt>
                <c:pt idx="179">
                  <c:v>0.10101650767311438</c:v>
                </c:pt>
                <c:pt idx="180">
                  <c:v>0.10102970249368218</c:v>
                </c:pt>
                <c:pt idx="181">
                  <c:v>0.10104287811498616</c:v>
                </c:pt>
                <c:pt idx="182">
                  <c:v>0.10105603451963964</c:v>
                </c:pt>
                <c:pt idx="183">
                  <c:v>0.10106917169029205</c:v>
                </c:pt>
                <c:pt idx="184">
                  <c:v>0.1010822896096214</c:v>
                </c:pt>
                <c:pt idx="185">
                  <c:v>0.1010953882603452</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0.1010953882603452</c:v>
                </c:pt>
                <c:pt idx="186">
                  <c:v>0.10110846762520523</c:v>
                </c:pt>
                <c:pt idx="187">
                  <c:v>0.10112152768697968</c:v>
                </c:pt>
                <c:pt idx="188">
                  <c:v>0.10113456842848215</c:v>
                </c:pt>
                <c:pt idx="189">
                  <c:v>0.10114758983255567</c:v>
                </c:pt>
                <c:pt idx="190">
                  <c:v>0.10116059188207577</c:v>
                </c:pt>
                <c:pt idx="191">
                  <c:v>0.1011735745599532</c:v>
                </c:pt>
                <c:pt idx="192">
                  <c:v>0.10118653784912948</c:v>
                </c:pt>
                <c:pt idx="193">
                  <c:v>0.10119948173258342</c:v>
                </c:pt>
                <c:pt idx="194">
                  <c:v>0.10121240619331782</c:v>
                </c:pt>
                <c:pt idx="195">
                  <c:v>0.101225311214381</c:v>
                </c:pt>
                <c:pt idx="196">
                  <c:v>0.10123819677884725</c:v>
                </c:pt>
                <c:pt idx="197">
                  <c:v>0.1012510628698211</c:v>
                </c:pt>
                <c:pt idx="198">
                  <c:v>0.10126390947044739</c:v>
                </c:pt>
                <c:pt idx="199">
                  <c:v>0.1012767365639078</c:v>
                </c:pt>
                <c:pt idx="200">
                  <c:v>0.10128954413340449</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3.532117612888813</c:v>
                </c:pt>
                <c:pt idx="2">
                  <c:v>3.7317109607868195</c:v>
                </c:pt>
                <c:pt idx="3">
                  <c:v>3.938422690784454</c:v>
                </c:pt>
                <c:pt idx="4">
                  <c:v>4.150079938878417</c:v>
                </c:pt>
                <c:pt idx="5">
                  <c:v>4.363911380014801</c:v>
                </c:pt>
                <c:pt idx="6">
                  <c:v>4.576600751164595</c:v>
                </c:pt>
                <c:pt idx="7">
                  <c:v>4.784414602162054</c:v>
                </c:pt>
                <c:pt idx="8">
                  <c:v>4.983404925118417</c:v>
                </c:pt>
                <c:pt idx="9">
                  <c:v>5.169670975101233</c:v>
                </c:pt>
                <c:pt idx="10">
                  <c:v>5.339647834781432</c:v>
                </c:pt>
                <c:pt idx="11">
                  <c:v>5.490378005141107</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5.490378005141107</c:v>
                </c:pt>
                <c:pt idx="12">
                  <c:v>5.619721650471707</c:v>
                </c:pt>
                <c:pt idx="13">
                  <c:v>5.72647260661712</c:v>
                </c:pt>
                <c:pt idx="14">
                  <c:v>5.810367518555437</c:v>
                </c:pt>
                <c:pt idx="15">
                  <c:v>5.8719976573386825</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0.17066708432197572</c:v>
                </c:pt>
                <c:pt idx="2">
                  <c:v>0.17106554257774353</c:v>
                </c:pt>
                <c:pt idx="3">
                  <c:v>0.1714606708814303</c:v>
                </c:pt>
                <c:pt idx="4">
                  <c:v>0.17185239677888156</c:v>
                </c:pt>
                <c:pt idx="5">
                  <c:v>0.17224064814710616</c:v>
                </c:pt>
                <c:pt idx="6">
                  <c:v>0.17262535323647657</c:v>
                </c:pt>
                <c:pt idx="7">
                  <c:v>0.17300644071221352</c:v>
                </c:pt>
                <c:pt idx="8">
                  <c:v>0.17338383969694376</c:v>
                </c:pt>
                <c:pt idx="9">
                  <c:v>0.17375747981288697</c:v>
                </c:pt>
                <c:pt idx="10">
                  <c:v>0.17412729122440815</c:v>
                </c:pt>
                <c:pt idx="11">
                  <c:v>0.17449320468057286</c:v>
                </c:pt>
                <c:pt idx="12">
                  <c:v>0.1748551515576442</c:v>
                </c:pt>
                <c:pt idx="13">
                  <c:v>0.17521306390195626</c:v>
                </c:pt>
                <c:pt idx="14">
                  <c:v>0.17556687447205613</c:v>
                </c:pt>
                <c:pt idx="15">
                  <c:v>0.1759165167813778</c:v>
                </c:pt>
                <c:pt idx="16">
                  <c:v>0.17626192514021694</c:v>
                </c:pt>
                <c:pt idx="17">
                  <c:v>0.1766030346978412</c:v>
                </c:pt>
                <c:pt idx="18">
                  <c:v>0.17693978148412703</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0.17693978148412703</c:v>
                </c:pt>
                <c:pt idx="19">
                  <c:v>0.17727210245087272</c:v>
                </c:pt>
                <c:pt idx="20">
                  <c:v>0.17759993551273345</c:v>
                </c:pt>
                <c:pt idx="21">
                  <c:v>0.17792321958778018</c:v>
                </c:pt>
                <c:pt idx="22">
                  <c:v>0.17824189463745463</c:v>
                </c:pt>
                <c:pt idx="23">
                  <c:v>0.1785559017060114</c:v>
                </c:pt>
                <c:pt idx="24">
                  <c:v>0.17886518295925855</c:v>
                </c:pt>
                <c:pt idx="25">
                  <c:v>0.17916968172287942</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4.3012700569634434</c:v>
                </c:pt>
                <c:pt idx="2">
                  <c:v>4.792701912967801</c:v>
                </c:pt>
                <c:pt idx="3">
                  <c:v>4.991454180415471</c:v>
                </c:pt>
                <c:pt idx="4">
                  <c:v>4.91031908581388</c:v>
                </c:pt>
                <c:pt idx="5">
                  <c:v>4.662782982036209</c:v>
                </c:pt>
                <c:pt idx="6">
                  <c:v>4.353222378037254</c:v>
                </c:pt>
                <c:pt idx="7">
                  <c:v>4.040189979665586</c:v>
                </c:pt>
                <c:pt idx="8">
                  <c:v>3.7480228907265367</c:v>
                </c:pt>
                <c:pt idx="9">
                  <c:v>3.483637766385608</c:v>
                </c:pt>
                <c:pt idx="10">
                  <c:v>3.246734326938915</c:v>
                </c:pt>
                <c:pt idx="11">
                  <c:v>3.034616027955944</c:v>
                </c:pt>
                <c:pt idx="12">
                  <c:v>2.8441654044071636</c:v>
                </c:pt>
                <c:pt idx="13">
                  <c:v>2.672533113970298</c:v>
                </c:pt>
                <c:pt idx="14">
                  <c:v>2.517301239383476</c:v>
                </c:pt>
                <c:pt idx="15">
                  <c:v>2.376458079854091</c:v>
                </c:pt>
                <c:pt idx="16">
                  <c:v>2.248323265023917</c:v>
                </c:pt>
                <c:pt idx="17">
                  <c:v>2.1314742097382684</c:v>
                </c:pt>
                <c:pt idx="18">
                  <c:v>2.024688226761116</c:v>
                </c:pt>
                <c:pt idx="19">
                  <c:v>1.9269007750354314</c:v>
                </c:pt>
                <c:pt idx="20">
                  <c:v>1.837176231266892</c:v>
                </c:pt>
                <c:pt idx="21">
                  <c:v>1.7546872588003817</c:v>
                </c:pt>
                <c:pt idx="22">
                  <c:v>1.678699704150265</c:v>
                </c:pt>
                <c:pt idx="23">
                  <c:v>1.608560942453654</c:v>
                </c:pt>
                <c:pt idx="24">
                  <c:v>1.5436903833278715</c:v>
                </c:pt>
                <c:pt idx="25">
                  <c:v>1.4835713878765489</c:v>
                </c:pt>
                <c:pt idx="26">
                  <c:v>1.4277441814821226</c:v>
                </c:pt>
                <c:pt idx="27">
                  <c:v>1.3757995384851032</c:v>
                </c:pt>
                <c:pt idx="28">
                  <c:v>1.327373116929429</c:v>
                </c:pt>
                <c:pt idx="29">
                  <c:v>1.2821403717232327</c:v>
                </c:pt>
                <c:pt idx="30">
                  <c:v>1.2398119967512766</c:v>
                </c:pt>
                <c:pt idx="31">
                  <c:v>1.2001298548460622</c:v>
                </c:pt>
                <c:pt idx="32">
                  <c:v>1.1628633569155111</c:v>
                </c:pt>
                <c:pt idx="33">
                  <c:v>1.1278062519477496</c:v>
                </c:pt>
                <c:pt idx="34">
                  <c:v>1.0947737899143697</c:v>
                </c:pt>
                <c:pt idx="35">
                  <c:v>1.0636002204609054</c:v>
                </c:pt>
                <c:pt idx="36">
                  <c:v>1.034136591837181</c:v>
                </c:pt>
                <c:pt idx="37">
                  <c:v>1.0062488166631687</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1.0062488166631687</c:v>
                </c:pt>
                <c:pt idx="38">
                  <c:v>0.9798159736589381</c:v>
                </c:pt>
                <c:pt idx="39">
                  <c:v>0.9547288172019506</c:v>
                </c:pt>
                <c:pt idx="40">
                  <c:v>0.9308884693557561</c:v>
                </c:pt>
                <c:pt idx="41">
                  <c:v>0.9082052717282656</c:v>
                </c:pt>
                <c:pt idx="42">
                  <c:v>0.8865977770870073</c:v>
                </c:pt>
                <c:pt idx="43">
                  <c:v>0.8659918630391997</c:v>
                </c:pt>
                <c:pt idx="44">
                  <c:v>0.8463199522516348</c:v>
                </c:pt>
                <c:pt idx="45">
                  <c:v>0.8275203256345749</c:v>
                </c:pt>
                <c:pt idx="46">
                  <c:v>0.8095365166486139</c:v>
                </c:pt>
                <c:pt idx="47">
                  <c:v>0.792316776426437</c:v>
                </c:pt>
                <c:pt idx="48">
                  <c:v>0.7758136007472972</c:v>
                </c:pt>
                <c:pt idx="49">
                  <c:v>0.7599833110786555</c:v>
                </c:pt>
                <c:pt idx="50">
                  <c:v>0.7447856829246521</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12.150125338132858</c:v>
                </c:pt>
                <c:pt idx="2">
                  <c:v>13.173653360318303</c:v>
                </c:pt>
                <c:pt idx="3">
                  <c:v>13.951244189300935</c:v>
                </c:pt>
                <c:pt idx="4">
                  <c:v>14.400479115619481</c:v>
                </c:pt>
                <c:pt idx="5">
                  <c:v>14.518731015286207</c:v>
                </c:pt>
                <c:pt idx="6">
                  <c:v>14.367729420243263</c:v>
                </c:pt>
                <c:pt idx="7">
                  <c:v>14.032461962098122</c:v>
                </c:pt>
                <c:pt idx="8">
                  <c:v>13.589184626240044</c:v>
                </c:pt>
                <c:pt idx="9">
                  <c:v>13.093396817744784</c:v>
                </c:pt>
                <c:pt idx="10">
                  <c:v>12.58070952460556</c:v>
                </c:pt>
                <c:pt idx="11">
                  <c:v>12.072028375722386</c:v>
                </c:pt>
                <c:pt idx="12">
                  <c:v>11.57866697242117</c:v>
                </c:pt>
                <c:pt idx="13">
                  <c:v>11.106127676228413</c:v>
                </c:pt>
                <c:pt idx="14">
                  <c:v>10.656577779530286</c:v>
                </c:pt>
                <c:pt idx="15">
                  <c:v>10.230368927829774</c:v>
                </c:pt>
                <c:pt idx="16">
                  <c:v>9.826929132359817</c:v>
                </c:pt>
                <c:pt idx="17">
                  <c:v>9.445265818979488</c:v>
                </c:pt>
                <c:pt idx="18">
                  <c:v>9.084236282069856</c:v>
                </c:pt>
                <c:pt idx="19">
                  <c:v>8.742683421861035</c:v>
                </c:pt>
                <c:pt idx="20">
                  <c:v>8.41949634810133</c:v>
                </c:pt>
                <c:pt idx="21">
                  <c:v>8.113631261150802</c:v>
                </c:pt>
                <c:pt idx="22">
                  <c:v>7.8241130586251995</c:v>
                </c:pt>
                <c:pt idx="23">
                  <c:v>7.5500290011982605</c:v>
                </c:pt>
                <c:pt idx="24">
                  <c:v>7.290520331590235</c:v>
                </c:pt>
                <c:pt idx="25">
                  <c:v>7.044774591656103</c:v>
                </c:pt>
                <c:pt idx="26">
                  <c:v>6.812019642701791</c:v>
                </c:pt>
                <c:pt idx="27">
                  <c:v>6.591519502729513</c:v>
                </c:pt>
                <c:pt idx="28">
                  <c:v>6.382571716119366</c:v>
                </c:pt>
                <c:pt idx="29">
                  <c:v>6.184505844878476</c:v>
                </c:pt>
                <c:pt idx="30">
                  <c:v>5.996682681612301</c:v>
                </c:pt>
                <c:pt idx="31">
                  <c:v>5.8184938544129094</c:v>
                </c:pt>
                <c:pt idx="32">
                  <c:v>5.649361579886019</c:v>
                </c:pt>
                <c:pt idx="33">
                  <c:v>5.488738401084568</c:v>
                </c:pt>
                <c:pt idx="34">
                  <c:v>5.336106813288703</c:v>
                </c:pt>
                <c:pt idx="35">
                  <c:v>5.190978730334677</c:v>
                </c:pt>
                <c:pt idx="36">
                  <c:v>5.052894778887669</c:v>
                </c:pt>
                <c:pt idx="37">
                  <c:v>4.9214234303659685</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4.9214234303659685</c:v>
                </c:pt>
                <c:pt idx="38">
                  <c:v>4.796159993104928</c:v>
                </c:pt>
                <c:pt idx="39">
                  <c:v>4.676725493473738</c:v>
                </c:pt>
                <c:pt idx="40">
                  <c:v>4.562765476226359</c:v>
                </c:pt>
                <c:pt idx="41">
                  <c:v>4.453948753067883</c:v>
                </c:pt>
                <c:pt idx="42">
                  <c:v>4.3499661254817195</c:v>
                </c:pt>
                <c:pt idx="43">
                  <c:v>4.250529104146736</c:v>
                </c:pt>
                <c:pt idx="44">
                  <c:v>4.155368643340631</c:v>
                </c:pt>
                <c:pt idx="45">
                  <c:v>4.064233904928403</c:v>
                </c:pt>
                <c:pt idx="46">
                  <c:v>3.9768910630699605</c:v>
                </c:pt>
                <c:pt idx="47">
                  <c:v>3.8931221577463964</c:v>
                </c:pt>
                <c:pt idx="48">
                  <c:v>3.8127240026276805</c:v>
                </c:pt>
                <c:pt idx="49">
                  <c:v>3.7355071506734525</c:v>
                </c:pt>
                <c:pt idx="50">
                  <c:v>3.6612949191381787</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9.952366791545153</c:v>
                </c:pt>
                <c:pt idx="2">
                  <c:v>9.917979799563527</c:v>
                </c:pt>
                <c:pt idx="3">
                  <c:v>9.530317842334112</c:v>
                </c:pt>
                <c:pt idx="4">
                  <c:v>8.945051115543842</c:v>
                </c:pt>
                <c:pt idx="5">
                  <c:v>8.297816921677112</c:v>
                </c:pt>
                <c:pt idx="6">
                  <c:v>7.6670240546011525</c:v>
                </c:pt>
                <c:pt idx="7">
                  <c:v>7.086027048924616</c:v>
                </c:pt>
                <c:pt idx="8">
                  <c:v>6.56361130374366</c:v>
                </c:pt>
                <c:pt idx="9">
                  <c:v>6.0977802666555245</c:v>
                </c:pt>
                <c:pt idx="10">
                  <c:v>5.682789383288312</c:v>
                </c:pt>
                <c:pt idx="11">
                  <c:v>5.312219083778294</c:v>
                </c:pt>
                <c:pt idx="12">
                  <c:v>4.980129493312001</c:v>
                </c:pt>
                <c:pt idx="13">
                  <c:v>4.681382976383906</c:v>
                </c:pt>
                <c:pt idx="14">
                  <c:v>4.4116425984210625</c:v>
                </c:pt>
                <c:pt idx="15">
                  <c:v>4.167266275625451</c:v>
                </c:pt>
                <c:pt idx="16">
                  <c:v>3.9451842397865207</c:v>
                </c:pt>
                <c:pt idx="17">
                  <c:v>3.7427901851933703</c:v>
                </c:pt>
                <c:pt idx="18">
                  <c:v>3.557853180532641</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3.557853180532641</c:v>
                </c:pt>
                <c:pt idx="19">
                  <c:v>3.3884489477049926</c:v>
                </c:pt>
                <c:pt idx="20">
                  <c:v>3.232906759814751</c:v>
                </c:pt>
                <c:pt idx="21">
                  <c:v>3.08976818275312</c:v>
                </c:pt>
                <c:pt idx="22">
                  <c:v>2.9577545727749737</c:v>
                </c:pt>
                <c:pt idx="23">
                  <c:v>2.8357410177613134</c:v>
                </c:pt>
                <c:pt idx="24">
                  <c:v>2.7227350632098815</c:v>
                </c:pt>
                <c:pt idx="25">
                  <c:v>2.6178590549981786</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0.6883825800566673</c:v>
                </c:pt>
                <c:pt idx="2">
                  <c:v>0.7110946069949865</c:v>
                </c:pt>
                <c:pt idx="3">
                  <c:v>0.7324126644478639</c:v>
                </c:pt>
                <c:pt idx="4">
                  <c:v>0.7518928889883161</c:v>
                </c:pt>
                <c:pt idx="5">
                  <c:v>0.76912670134449</c:v>
                </c:pt>
                <c:pt idx="6">
                  <c:v>0.7837717490866979</c:v>
                </c:pt>
                <c:pt idx="7">
                  <c:v>0.7955780529554571</c:v>
                </c:pt>
                <c:pt idx="8">
                  <c:v>0.8044051137501002</c:v>
                </c:pt>
                <c:pt idx="9">
                  <c:v>0.8102274043394989</c:v>
                </c:pt>
                <c:pt idx="10">
                  <c:v>0.8131280041868925</c:v>
                </c:pt>
                <c:pt idx="11">
                  <c:v>0.8132823882497657</c:v>
                </c:pt>
                <c:pt idx="12">
                  <c:v>0.8109358954480886</c:v>
                </c:pt>
                <c:pt idx="13">
                  <c:v>0.806378862849749</c:v>
                </c:pt>
                <c:pt idx="14">
                  <c:v>0.7999229211460863</c:v>
                </c:pt>
                <c:pt idx="15">
                  <c:v>0.7918808787639141</c:v>
                </c:pt>
                <c:pt idx="16">
                  <c:v>0.7825514077668339</c:v>
                </c:pt>
                <c:pt idx="17">
                  <c:v>0.77220870868077</c:v>
                </c:pt>
                <c:pt idx="18">
                  <c:v>0.761096628693223</c:v>
                </c:pt>
                <c:pt idx="19">
                  <c:v>0.7494263485717146</c:v>
                </c:pt>
                <c:pt idx="20">
                  <c:v>0.7373766646811009</c:v>
                </c:pt>
                <c:pt idx="21">
                  <c:v>0.7250959745112033</c:v>
                </c:pt>
                <c:pt idx="22">
                  <c:v>0.7127052389844872</c:v>
                </c:pt>
                <c:pt idx="23">
                  <c:v>0.7003013801355051</c:v>
                </c:pt>
                <c:pt idx="24">
                  <c:v>0.6879607424340943</c:v>
                </c:pt>
                <c:pt idx="25">
                  <c:v>0.6757423840941048</c:v>
                </c:pt>
                <c:pt idx="26">
                  <c:v>0.6636910679800235</c:v>
                </c:pt>
                <c:pt idx="27">
                  <c:v>0.6518398937282297</c:v>
                </c:pt>
                <c:pt idx="28">
                  <c:v>0.6402125595947163</c:v>
                </c:pt>
                <c:pt idx="29">
                  <c:v>0.6288252707729668</c:v>
                </c:pt>
                <c:pt idx="30">
                  <c:v>0.6176883261093696</c:v>
                </c:pt>
                <c:pt idx="31">
                  <c:v>0.6068074217037617</c:v>
                </c:pt>
                <c:pt idx="32">
                  <c:v>0.5961847110705152</c:v>
                </c:pt>
                <c:pt idx="33">
                  <c:v>0.5858196596138043</c:v>
                </c:pt>
                <c:pt idx="34">
                  <c:v>0.5757097276470451</c:v>
                </c:pt>
                <c:pt idx="35">
                  <c:v>0.5658509120123045</c:v>
                </c:pt>
                <c:pt idx="36">
                  <c:v>0.5562381721043917</c:v>
                </c:pt>
                <c:pt idx="37">
                  <c:v>0.5468657620950712</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0.5468657620950712</c:v>
                </c:pt>
                <c:pt idx="38">
                  <c:v>0.5377274875413995</c:v>
                </c:pt>
                <c:pt idx="39">
                  <c:v>0.5288169014067222</c:v>
                </c:pt>
                <c:pt idx="40">
                  <c:v>0.5201274518217087</c:v>
                </c:pt>
                <c:pt idx="41">
                  <c:v>0.5116525916361343</c:v>
                </c:pt>
                <c:pt idx="42">
                  <c:v>0.5033858579136701</c:v>
                </c:pt>
                <c:pt idx="43">
                  <c:v>0.4953209279508868</c:v>
                </c:pt>
                <c:pt idx="44">
                  <c:v>0.48745165711204574</c:v>
                </c:pt>
                <c:pt idx="45">
                  <c:v>0.47977210271488824</c:v>
                </c:pt>
                <c:pt idx="46">
                  <c:v>0.47227653734347613</c:v>
                </c:pt>
                <c:pt idx="47">
                  <c:v>0.4649594542652698</c:v>
                </c:pt>
                <c:pt idx="48">
                  <c:v>0.4578155670649608</c:v>
                </c:pt>
                <c:pt idx="49">
                  <c:v>0.4508398051508787</c:v>
                </c:pt>
                <c:pt idx="50">
                  <c:v>0.4440273064226055</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-0.4896478470504284</c:v>
                </c:pt>
                <c:pt idx="2">
                  <c:v>-0.5121138846315145</c:v>
                </c:pt>
                <c:pt idx="3">
                  <c:v>-0.5335099098240534</c:v>
                </c:pt>
                <c:pt idx="4">
                  <c:v>-0.5532213714385033</c:v>
                </c:pt>
                <c:pt idx="5">
                  <c:v>-0.570663909098053</c:v>
                </c:pt>
                <c:pt idx="6">
                  <c:v>-0.5853460619914532</c:v>
                </c:pt>
                <c:pt idx="7">
                  <c:v>-0.596923012178421</c:v>
                </c:pt>
                <c:pt idx="8">
                  <c:v>-0.6052288678647876</c:v>
                </c:pt>
                <c:pt idx="9">
                  <c:v>-0.6102809066143831</c:v>
                </c:pt>
                <c:pt idx="10">
                  <c:v>-0.6122573852199078</c:v>
                </c:pt>
                <c:pt idx="11">
                  <c:v>-0.6114572606999223</c:v>
                </c:pt>
                <c:pt idx="12">
                  <c:v>-0.6082529391472936</c:v>
                </c:pt>
                <c:pt idx="13">
                  <c:v>-0.6030458758294399</c:v>
                </c:pt>
                <c:pt idx="14">
                  <c:v>-0.5962312026862587</c:v>
                </c:pt>
                <c:pt idx="15">
                  <c:v>-0.58817361370128</c:v>
                </c:pt>
                <c:pt idx="16">
                  <c:v>-0.5791938188736141</c:v>
                </c:pt>
                <c:pt idx="17">
                  <c:v>-0.5695633526117101</c:v>
                </c:pt>
                <c:pt idx="18">
                  <c:v>-0.5595051344389783</c:v>
                </c:pt>
                <c:pt idx="19">
                  <c:v>-0.5491974653967305</c:v>
                </c:pt>
                <c:pt idx="20">
                  <c:v>-0.5387796994286299</c:v>
                </c:pt>
                <c:pt idx="21">
                  <c:v>-0.5283584022157078</c:v>
                </c:pt>
                <c:pt idx="22">
                  <c:v>-0.5180132826474038</c:v>
                </c:pt>
                <c:pt idx="23">
                  <c:v>-0.5078025238932008</c:v>
                </c:pt>
                <c:pt idx="24">
                  <c:v>-0.49776736481628814</c:v>
                </c:pt>
                <c:pt idx="25">
                  <c:v>-0.48793591604328157</c:v>
                </c:pt>
                <c:pt idx="26">
                  <c:v>-0.47832626643111154</c:v>
                </c:pt>
                <c:pt idx="27">
                  <c:v>-0.46894896759042914</c:v>
                </c:pt>
                <c:pt idx="28">
                  <c:v>-0.4598089927625997</c:v>
                </c:pt>
                <c:pt idx="29">
                  <c:v>-0.45090726242822615</c:v>
                </c:pt>
                <c:pt idx="30">
                  <c:v>-0.44224181919746397</c:v>
                </c:pt>
                <c:pt idx="31">
                  <c:v>-0.43380872265966475</c:v>
                </c:pt>
                <c:pt idx="32">
                  <c:v>-0.42560272304333746</c:v>
                </c:pt>
                <c:pt idx="33">
                  <c:v>-0.4176177617652344</c:v>
                </c:pt>
                <c:pt idx="34">
                  <c:v>-0.40984733762048975</c:v>
                </c:pt>
                <c:pt idx="35">
                  <c:v>-0.40228476954039843</c:v>
                </c:pt>
                <c:pt idx="36">
                  <c:v>-0.39492338041027386</c:v>
                </c:pt>
                <c:pt idx="37">
                  <c:v>-0.3877566212223414</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-0.3877566212223414</c:v>
                </c:pt>
                <c:pt idx="38">
                  <c:v>-0.3807781506468936</c:v>
                </c:pt>
                <c:pt idx="39">
                  <c:v>-0.3739818817580969</c:v>
                </c:pt>
                <c:pt idx="40">
                  <c:v>-0.36736200499194266</c:v>
                </c:pt>
                <c:pt idx="41">
                  <c:v>-0.36091299430861706</c:v>
                </c:pt>
                <c:pt idx="42">
                  <c:v>-0.35462960187008835</c:v>
                </c:pt>
                <c:pt idx="43">
                  <c:v>-0.34850684523692244</c:v>
                </c:pt>
                <c:pt idx="44">
                  <c:v>-0.3425399900644692</c:v>
                </c:pt>
                <c:pt idx="45">
                  <c:v>-0.33672453047997686</c:v>
                </c:pt>
                <c:pt idx="46">
                  <c:v>-0.3310561687025557</c:v>
                </c:pt>
                <c:pt idx="47">
                  <c:v>-0.32553079499156934</c:v>
                </c:pt>
                <c:pt idx="48">
                  <c:v>-0.3201444686454584</c:v>
                </c:pt>
                <c:pt idx="49">
                  <c:v>-0.31489340049885245</c:v>
                </c:pt>
                <c:pt idx="50">
                  <c:v>-0.30977393716269014</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1.5105819377298355</c:v>
                </c:pt>
                <c:pt idx="2">
                  <c:v>1.641769046322465</c:v>
                </c:pt>
                <c:pt idx="3">
                  <c:v>1.7095720994613965</c:v>
                </c:pt>
                <c:pt idx="4">
                  <c:v>1.7115319146268964</c:v>
                </c:pt>
                <c:pt idx="5">
                  <c:v>1.6655903846458435</c:v>
                </c:pt>
                <c:pt idx="6">
                  <c:v>1.5937948100625277</c:v>
                </c:pt>
                <c:pt idx="7">
                  <c:v>1.5122628548313208</c:v>
                </c:pt>
                <c:pt idx="8">
                  <c:v>1.4300446437689662</c:v>
                </c:pt>
                <c:pt idx="9">
                  <c:v>1.351349452426778</c:v>
                </c:pt>
                <c:pt idx="10">
                  <c:v>1.2777361531593083</c:v>
                </c:pt>
                <c:pt idx="11">
                  <c:v>1.2094984231105501</c:v>
                </c:pt>
                <c:pt idx="12">
                  <c:v>1.1464021325214109</c:v>
                </c:pt>
                <c:pt idx="13">
                  <c:v>1.0880393875857133</c:v>
                </c:pt>
                <c:pt idx="14">
                  <c:v>1.0339821231477941</c:v>
                </c:pt>
                <c:pt idx="15">
                  <c:v>0.9838385743252437</c:v>
                </c:pt>
                <c:pt idx="16">
                  <c:v>0.9372663098722994</c:v>
                </c:pt>
                <c:pt idx="17">
                  <c:v>0.8939682501397694</c:v>
                </c:pt>
                <c:pt idx="18">
                  <c:v>0.8536838856433233</c:v>
                </c:pt>
                <c:pt idx="19">
                  <c:v>0.816180768481631</c:v>
                </c:pt>
                <c:pt idx="20">
                  <c:v>0.7812479259135485</c:v>
                </c:pt>
                <c:pt idx="21">
                  <c:v>0.7486913417765867</c:v>
                </c:pt>
                <c:pt idx="22">
                  <c:v>0.71833110165583</c:v>
                </c:pt>
                <c:pt idx="23">
                  <c:v>0.6899996894059388</c:v>
                </c:pt>
                <c:pt idx="24">
                  <c:v>0.6635409918160935</c:v>
                </c:pt>
                <c:pt idx="25">
                  <c:v>0.6388096868987561</c:v>
                </c:pt>
                <c:pt idx="26">
                  <c:v>0.6156708039908776</c:v>
                </c:pt>
                <c:pt idx="27">
                  <c:v>0.5939993317144712</c:v>
                </c:pt>
                <c:pt idx="28">
                  <c:v>0.573679810827417</c:v>
                </c:pt>
                <c:pt idx="29">
                  <c:v>0.5546058875766787</c:v>
                </c:pt>
                <c:pt idx="30">
                  <c:v>0.5366798253316879</c:v>
                </c:pt>
                <c:pt idx="31">
                  <c:v>0.5198119834335927</c:v>
                </c:pt>
                <c:pt idx="32">
                  <c:v>0.5039202765141055</c:v>
                </c:pt>
                <c:pt idx="33">
                  <c:v>0.48892962794858036</c:v>
                </c:pt>
                <c:pt idx="34">
                  <c:v>0.47477142953224044</c:v>
                </c:pt>
                <c:pt idx="35">
                  <c:v>0.4613830170798234</c:v>
                </c:pt>
                <c:pt idx="36">
                  <c:v>0.44870716912386815</c:v>
                </c:pt>
                <c:pt idx="37">
                  <c:v>0.4366916335705422</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0.4366916335705422</c:v>
                </c:pt>
                <c:pt idx="38">
                  <c:v>0.4252886852151281</c:v>
                </c:pt>
                <c:pt idx="39">
                  <c:v>0.4144547154587477</c:v>
                </c:pt>
                <c:pt idx="40">
                  <c:v>0.4041498543819189</c:v>
                </c:pt>
                <c:pt idx="41">
                  <c:v>0.39433762446805326</c:v>
                </c:pt>
                <c:pt idx="42">
                  <c:v>0.38498462467646033</c:v>
                </c:pt>
                <c:pt idx="43">
                  <c:v>0.37606024318039694</c:v>
                </c:pt>
                <c:pt idx="44">
                  <c:v>0.3675363968648206</c:v>
                </c:pt>
                <c:pt idx="45">
                  <c:v>0.359387295577489</c:v>
                </c:pt>
                <c:pt idx="46">
                  <c:v>0.3515892291119254</c:v>
                </c:pt>
                <c:pt idx="47">
                  <c:v>0.3441203749471218</c:v>
                </c:pt>
                <c:pt idx="48">
                  <c:v>0.33696062485385936</c:v>
                </c:pt>
                <c:pt idx="49">
                  <c:v>0.33009142858827356</c:v>
                </c:pt>
                <c:pt idx="50">
                  <c:v>0.32349565301725863</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2026 Costs,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362012.0938491821</c:v>
                </c:pt>
                <c:pt idx="2">
                  <c:v>730485.106880188</c:v>
                </c:pt>
                <c:pt idx="3">
                  <c:v>1105274.0156326294</c:v>
                </c:pt>
                <c:pt idx="4">
                  <c:v>1486214.0951004028</c:v>
                </c:pt>
                <c:pt idx="5">
                  <c:v>1873120.8495101929</c:v>
                </c:pt>
                <c:pt idx="6">
                  <c:v>2265790.086086273</c:v>
                </c:pt>
                <c:pt idx="7">
                  <c:v>2663998.1392173767</c:v>
                </c:pt>
                <c:pt idx="8">
                  <c:v>3067502.2504577637</c:v>
                </c:pt>
                <c:pt idx="9">
                  <c:v>3476041.107902527</c:v>
                </c:pt>
                <c:pt idx="10">
                  <c:v>3889335.546154022</c:v>
                </c:pt>
                <c:pt idx="11">
                  <c:v>4307089.405704498</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4307089.405704498</c:v>
                </c:pt>
                <c:pt idx="12">
                  <c:v>4728990.548137665</c:v>
                </c:pt>
                <c:pt idx="13">
                  <c:v>5154712.020847321</c:v>
                </c:pt>
                <c:pt idx="14">
                  <c:v>5583913.362586975</c:v>
                </c:pt>
                <c:pt idx="15">
                  <c:v>6016242.038597107</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13319.560722351074</c:v>
                </c:pt>
                <c:pt idx="2">
                  <c:v>26649.569793701172</c:v>
                </c:pt>
                <c:pt idx="3">
                  <c:v>39989.9668006897</c:v>
                </c:pt>
                <c:pt idx="4">
                  <c:v>53340.69106674194</c:v>
                </c:pt>
                <c:pt idx="5">
                  <c:v>66701.68165969849</c:v>
                </c:pt>
                <c:pt idx="6">
                  <c:v>80072.87738418579</c:v>
                </c:pt>
                <c:pt idx="7">
                  <c:v>93454.2167930603</c:v>
                </c:pt>
                <c:pt idx="8">
                  <c:v>106845.63817977905</c:v>
                </c:pt>
                <c:pt idx="9">
                  <c:v>120247.07958221436</c:v>
                </c:pt>
                <c:pt idx="10">
                  <c:v>133658.4787902832</c:v>
                </c:pt>
                <c:pt idx="11">
                  <c:v>147079.77334594727</c:v>
                </c:pt>
                <c:pt idx="12">
                  <c:v>160510.9005279541</c:v>
                </c:pt>
                <c:pt idx="13">
                  <c:v>173951.79737854004</c:v>
                </c:pt>
                <c:pt idx="14">
                  <c:v>187402.40069198608</c:v>
                </c:pt>
                <c:pt idx="15">
                  <c:v>200862.64701461792</c:v>
                </c:pt>
                <c:pt idx="16">
                  <c:v>214332.4726448059</c:v>
                </c:pt>
                <c:pt idx="17">
                  <c:v>227811.81364440918</c:v>
                </c:pt>
                <c:pt idx="18">
                  <c:v>241300.60583877563</c:v>
                </c:pt>
                <c:pt idx="19">
                  <c:v>254798.78480148315</c:v>
                </c:pt>
                <c:pt idx="20">
                  <c:v>268306.2858734131</c:v>
                </c:pt>
                <c:pt idx="21">
                  <c:v>281823.04416656494</c:v>
                </c:pt>
                <c:pt idx="22">
                  <c:v>295348.9945526123</c:v>
                </c:pt>
                <c:pt idx="23">
                  <c:v>308884.07166290283</c:v>
                </c:pt>
                <c:pt idx="24">
                  <c:v>322428.20990753174</c:v>
                </c:pt>
                <c:pt idx="25">
                  <c:v>335981.3434677124</c:v>
                </c:pt>
                <c:pt idx="26">
                  <c:v>349543.406288147</c:v>
                </c:pt>
                <c:pt idx="27">
                  <c:v>363114.33209228516</c:v>
                </c:pt>
                <c:pt idx="28">
                  <c:v>376694.0543785095</c:v>
                </c:pt>
                <c:pt idx="29">
                  <c:v>390282.5064239502</c:v>
                </c:pt>
                <c:pt idx="30">
                  <c:v>403879.62127685547</c:v>
                </c:pt>
                <c:pt idx="31">
                  <c:v>417485.3317718506</c:v>
                </c:pt>
                <c:pt idx="32">
                  <c:v>431099.57052612305</c:v>
                </c:pt>
                <c:pt idx="33">
                  <c:v>444722.2699356079</c:v>
                </c:pt>
                <c:pt idx="34">
                  <c:v>458353.3621902466</c:v>
                </c:pt>
                <c:pt idx="35">
                  <c:v>471992.779258728</c:v>
                </c:pt>
                <c:pt idx="36">
                  <c:v>485640.45290374756</c:v>
                </c:pt>
                <c:pt idx="37">
                  <c:v>499296.31467437744</c:v>
                </c:pt>
                <c:pt idx="38">
                  <c:v>512960.2959213257</c:v>
                </c:pt>
                <c:pt idx="39">
                  <c:v>526632.3277740479</c:v>
                </c:pt>
                <c:pt idx="40">
                  <c:v>540312.341178894</c:v>
                </c:pt>
                <c:pt idx="41">
                  <c:v>554000.2668609619</c:v>
                </c:pt>
                <c:pt idx="42">
                  <c:v>567696.0353622437</c:v>
                </c:pt>
                <c:pt idx="43">
                  <c:v>581399.5770072937</c:v>
                </c:pt>
                <c:pt idx="44">
                  <c:v>595110.8219451904</c:v>
                </c:pt>
                <c:pt idx="45">
                  <c:v>608829.7001190186</c:v>
                </c:pt>
                <c:pt idx="46">
                  <c:v>622556.1412773132</c:v>
                </c:pt>
                <c:pt idx="47">
                  <c:v>636290.0749893188</c:v>
                </c:pt>
                <c:pt idx="48">
                  <c:v>650031.4306259155</c:v>
                </c:pt>
                <c:pt idx="49">
                  <c:v>663780.1373748779</c:v>
                </c:pt>
                <c:pt idx="50">
                  <c:v>677536.1242408752</c:v>
                </c:pt>
                <c:pt idx="51">
                  <c:v>691299.3200416565</c:v>
                </c:pt>
                <c:pt idx="52">
                  <c:v>705069.6534194946</c:v>
                </c:pt>
                <c:pt idx="53">
                  <c:v>718847.0528297424</c:v>
                </c:pt>
                <c:pt idx="54">
                  <c:v>732631.4465675354</c:v>
                </c:pt>
                <c:pt idx="55">
                  <c:v>746422.7627334595</c:v>
                </c:pt>
                <c:pt idx="56">
                  <c:v>760220.9292755127</c:v>
                </c:pt>
                <c:pt idx="57">
                  <c:v>774025.873954773</c:v>
                </c:pt>
                <c:pt idx="58">
                  <c:v>787837.5243682861</c:v>
                </c:pt>
                <c:pt idx="59">
                  <c:v>801655.8079528809</c:v>
                </c:pt>
                <c:pt idx="60">
                  <c:v>815480.6519775391</c:v>
                </c:pt>
                <c:pt idx="61">
                  <c:v>829311.9835472107</c:v>
                </c:pt>
                <c:pt idx="62">
                  <c:v>843149.7296066284</c:v>
                </c:pt>
                <c:pt idx="63">
                  <c:v>856993.816947937</c:v>
                </c:pt>
                <c:pt idx="64">
                  <c:v>870844.172203064</c:v>
                </c:pt>
                <c:pt idx="65">
                  <c:v>884700.7218475342</c:v>
                </c:pt>
                <c:pt idx="66">
                  <c:v>898563.3922157288</c:v>
                </c:pt>
                <c:pt idx="67">
                  <c:v>912432.1094818115</c:v>
                </c:pt>
                <c:pt idx="68">
                  <c:v>926306.7996749878</c:v>
                </c:pt>
                <c:pt idx="69">
                  <c:v>940187.3886871338</c:v>
                </c:pt>
                <c:pt idx="70">
                  <c:v>954073.8022613525</c:v>
                </c:pt>
                <c:pt idx="71">
                  <c:v>967965.9659919739</c:v>
                </c:pt>
                <c:pt idx="72">
                  <c:v>981863.805355072</c:v>
                </c:pt>
                <c:pt idx="73">
                  <c:v>995767.2456741333</c:v>
                </c:pt>
                <c:pt idx="74">
                  <c:v>1009676.2121429443</c:v>
                </c:pt>
                <c:pt idx="75">
                  <c:v>1023590.6298217773</c:v>
                </c:pt>
                <c:pt idx="76">
                  <c:v>1037510.4236488342</c:v>
                </c:pt>
                <c:pt idx="77">
                  <c:v>1051435.5184326172</c:v>
                </c:pt>
                <c:pt idx="78">
                  <c:v>1065365.8388442993</c:v>
                </c:pt>
                <c:pt idx="79">
                  <c:v>1079301.309452057</c:v>
                </c:pt>
                <c:pt idx="80">
                  <c:v>1093241.8546905518</c:v>
                </c:pt>
                <c:pt idx="81">
                  <c:v>1107187.3988761902</c:v>
                </c:pt>
                <c:pt idx="82">
                  <c:v>1121137.866218567</c:v>
                </c:pt>
                <c:pt idx="83">
                  <c:v>1135093.1808013916</c:v>
                </c:pt>
                <c:pt idx="84">
                  <c:v>1149053.266609192</c:v>
                </c:pt>
                <c:pt idx="85">
                  <c:v>1163018.0475158691</c:v>
                </c:pt>
                <c:pt idx="86">
                  <c:v>1176987.4472732544</c:v>
                </c:pt>
                <c:pt idx="87">
                  <c:v>1190961.3895568848</c:v>
                </c:pt>
                <c:pt idx="88">
                  <c:v>1204939.797908783</c:v>
                </c:pt>
                <c:pt idx="89">
                  <c:v>1218922.5957946777</c:v>
                </c:pt>
                <c:pt idx="90">
                  <c:v>1232909.7065734863</c:v>
                </c:pt>
                <c:pt idx="91">
                  <c:v>1246901.0535125732</c:v>
                </c:pt>
                <c:pt idx="92">
                  <c:v>1260896.5597839355</c:v>
                </c:pt>
                <c:pt idx="93">
                  <c:v>1274896.1484680176</c:v>
                </c:pt>
                <c:pt idx="94">
                  <c:v>1288899.7425613403</c:v>
                </c:pt>
                <c:pt idx="95">
                  <c:v>1302907.2649765015</c:v>
                </c:pt>
                <c:pt idx="96">
                  <c:v>1316918.6385383606</c:v>
                </c:pt>
                <c:pt idx="97">
                  <c:v>1330933.7859916687</c:v>
                </c:pt>
                <c:pt idx="98">
                  <c:v>1344952.6300048828</c:v>
                </c:pt>
                <c:pt idx="99">
                  <c:v>1358975.093170166</c:v>
                </c:pt>
                <c:pt idx="100">
                  <c:v>1373001.0980033875</c:v>
                </c:pt>
                <c:pt idx="101">
                  <c:v>1387030.5669555664</c:v>
                </c:pt>
                <c:pt idx="102">
                  <c:v>1401063.422405243</c:v>
                </c:pt>
                <c:pt idx="103">
                  <c:v>1415099.5866622925</c:v>
                </c:pt>
                <c:pt idx="104">
                  <c:v>1429138.9819717407</c:v>
                </c:pt>
                <c:pt idx="105">
                  <c:v>1443181.5305252075</c:v>
                </c:pt>
                <c:pt idx="106">
                  <c:v>1457227.1544532776</c:v>
                </c:pt>
                <c:pt idx="107">
                  <c:v>1471275.7758216858</c:v>
                </c:pt>
                <c:pt idx="108">
                  <c:v>1485327.3166503906</c:v>
                </c:pt>
                <c:pt idx="109">
                  <c:v>1499381.6989059448</c:v>
                </c:pt>
                <c:pt idx="110">
                  <c:v>1513438.84450531</c:v>
                </c:pt>
                <c:pt idx="111">
                  <c:v>1527498.6753120422</c:v>
                </c:pt>
                <c:pt idx="112">
                  <c:v>1541561.1131591797</c:v>
                </c:pt>
                <c:pt idx="113">
                  <c:v>1555626.0798225403</c:v>
                </c:pt>
                <c:pt idx="114">
                  <c:v>1569693.4970474243</c:v>
                </c:pt>
                <c:pt idx="115">
                  <c:v>1583763.2865486145</c:v>
                </c:pt>
                <c:pt idx="116">
                  <c:v>1597835.3699913025</c:v>
                </c:pt>
                <c:pt idx="117">
                  <c:v>1611909.669013977</c:v>
                </c:pt>
                <c:pt idx="118">
                  <c:v>1625986.1052322388</c:v>
                </c:pt>
                <c:pt idx="119">
                  <c:v>1640064.600227356</c:v>
                </c:pt>
                <c:pt idx="120">
                  <c:v>1654145.075553894</c:v>
                </c:pt>
                <c:pt idx="121">
                  <c:v>1668227.4527511597</c:v>
                </c:pt>
                <c:pt idx="122">
                  <c:v>1682311.653339386</c:v>
                </c:pt>
                <c:pt idx="123">
                  <c:v>1696397.5988121033</c:v>
                </c:pt>
                <c:pt idx="124">
                  <c:v>1710485.2106552124</c:v>
                </c:pt>
                <c:pt idx="125">
                  <c:v>1724574.4103355408</c:v>
                </c:pt>
                <c:pt idx="126">
                  <c:v>1738665.1193237305</c:v>
                </c:pt>
                <c:pt idx="127">
                  <c:v>1752757.2590637207</c:v>
                </c:pt>
                <c:pt idx="128">
                  <c:v>1766850.7510147095</c:v>
                </c:pt>
                <c:pt idx="129">
                  <c:v>1780945.5166168213</c:v>
                </c:pt>
                <c:pt idx="130">
                  <c:v>1795041.47731781</c:v>
                </c:pt>
                <c:pt idx="131">
                  <c:v>1809138.5545654297</c:v>
                </c:pt>
                <c:pt idx="132">
                  <c:v>1823236.6698150635</c:v>
                </c:pt>
                <c:pt idx="133">
                  <c:v>1837335.7445220947</c:v>
                </c:pt>
                <c:pt idx="134">
                  <c:v>1851435.7001571655</c:v>
                </c:pt>
                <c:pt idx="135">
                  <c:v>1865536.4582138062</c:v>
                </c:pt>
                <c:pt idx="136">
                  <c:v>1879637.9401741028</c:v>
                </c:pt>
                <c:pt idx="137">
                  <c:v>1893740.0675582886</c:v>
                </c:pt>
                <c:pt idx="138">
                  <c:v>1907842.7619056702</c:v>
                </c:pt>
                <c:pt idx="139">
                  <c:v>1921945.9447631836</c:v>
                </c:pt>
                <c:pt idx="140">
                  <c:v>1936049.5377120972</c:v>
                </c:pt>
                <c:pt idx="141">
                  <c:v>1950153.4623565674</c:v>
                </c:pt>
                <c:pt idx="142">
                  <c:v>1964257.6403388977</c:v>
                </c:pt>
                <c:pt idx="143">
                  <c:v>1978361.993320465</c:v>
                </c:pt>
                <c:pt idx="144">
                  <c:v>1992466.4430084229</c:v>
                </c:pt>
                <c:pt idx="145">
                  <c:v>2006570.9111366272</c:v>
                </c:pt>
                <c:pt idx="146">
                  <c:v>2020675.319480896</c:v>
                </c:pt>
                <c:pt idx="147">
                  <c:v>2034779.5898628235</c:v>
                </c:pt>
                <c:pt idx="148">
                  <c:v>2048883.6441421509</c:v>
                </c:pt>
                <c:pt idx="149">
                  <c:v>2062987.4042282104</c:v>
                </c:pt>
                <c:pt idx="150">
                  <c:v>2077090.7920761108</c:v>
                </c:pt>
                <c:pt idx="151">
                  <c:v>2091193.7296981812</c:v>
                </c:pt>
                <c:pt idx="152">
                  <c:v>2105296.139152527</c:v>
                </c:pt>
                <c:pt idx="153">
                  <c:v>2119397.9425582886</c:v>
                </c:pt>
                <c:pt idx="154">
                  <c:v>2133499.062084198</c:v>
                </c:pt>
                <c:pt idx="155">
                  <c:v>2147599.4199752808</c:v>
                </c:pt>
                <c:pt idx="156">
                  <c:v>2161698.938522339</c:v>
                </c:pt>
                <c:pt idx="157">
                  <c:v>2175797.5401000977</c:v>
                </c:pt>
                <c:pt idx="158">
                  <c:v>2189895.147125244</c:v>
                </c:pt>
                <c:pt idx="159">
                  <c:v>2203991.6821136475</c:v>
                </c:pt>
                <c:pt idx="160">
                  <c:v>2218087.067630768</c:v>
                </c:pt>
                <c:pt idx="161">
                  <c:v>2232181.2263298035</c:v>
                </c:pt>
                <c:pt idx="162">
                  <c:v>2246274.080936432</c:v>
                </c:pt>
                <c:pt idx="163">
                  <c:v>2260365.5542526245</c:v>
                </c:pt>
                <c:pt idx="164">
                  <c:v>2274455.5691719055</c:v>
                </c:pt>
                <c:pt idx="165">
                  <c:v>2288544.0486602783</c:v>
                </c:pt>
                <c:pt idx="166">
                  <c:v>2302630.915779114</c:v>
                </c:pt>
                <c:pt idx="167">
                  <c:v>2316716.093673706</c:v>
                </c:pt>
                <c:pt idx="168">
                  <c:v>2330799.505584717</c:v>
                </c:pt>
                <c:pt idx="169">
                  <c:v>2344881.0748329163</c:v>
                </c:pt>
                <c:pt idx="170">
                  <c:v>2358960.7248573303</c:v>
                </c:pt>
                <c:pt idx="171">
                  <c:v>2373038.379173279</c:v>
                </c:pt>
                <c:pt idx="172">
                  <c:v>2387113.9614105225</c:v>
                </c:pt>
                <c:pt idx="173">
                  <c:v>2401187.3952941895</c:v>
                </c:pt>
                <c:pt idx="174">
                  <c:v>2415258.604652405</c:v>
                </c:pt>
                <c:pt idx="175">
                  <c:v>2429327.513431549</c:v>
                </c:pt>
                <c:pt idx="176">
                  <c:v>2443394.0456733704</c:v>
                </c:pt>
                <c:pt idx="177">
                  <c:v>2457458.1255340576</c:v>
                </c:pt>
                <c:pt idx="178">
                  <c:v>2471519.677295685</c:v>
                </c:pt>
                <c:pt idx="179">
                  <c:v>2485578.625339508</c:v>
                </c:pt>
                <c:pt idx="180">
                  <c:v>2499634.8941726685</c:v>
                </c:pt>
                <c:pt idx="181">
                  <c:v>2513688.4084243774</c:v>
                </c:pt>
                <c:pt idx="182">
                  <c:v>2527739.092842102</c:v>
                </c:pt>
                <c:pt idx="183">
                  <c:v>2541786.8722991943</c:v>
                </c:pt>
                <c:pt idx="184">
                  <c:v>2555831.6717948914</c:v>
                </c:pt>
                <c:pt idx="185">
                  <c:v>2569873.4164619446</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2569873.4164619446</c:v>
                </c:pt>
                <c:pt idx="186">
                  <c:v>2583912.031555176</c:v>
                </c:pt>
                <c:pt idx="187">
                  <c:v>2597947.44247818</c:v>
                </c:pt>
                <c:pt idx="188">
                  <c:v>2611979.574745178</c:v>
                </c:pt>
                <c:pt idx="189">
                  <c:v>2626008.354034424</c:v>
                </c:pt>
                <c:pt idx="190">
                  <c:v>2640033.7061462402</c:v>
                </c:pt>
                <c:pt idx="191">
                  <c:v>2654055.5570259094</c:v>
                </c:pt>
                <c:pt idx="192">
                  <c:v>2668073.8327674866</c:v>
                </c:pt>
                <c:pt idx="193">
                  <c:v>2682088.4596099854</c:v>
                </c:pt>
                <c:pt idx="194">
                  <c:v>2696099.363933563</c:v>
                </c:pt>
                <c:pt idx="195">
                  <c:v>2710106.4722747803</c:v>
                </c:pt>
                <c:pt idx="196">
                  <c:v>2724109.711315155</c:v>
                </c:pt>
                <c:pt idx="197">
                  <c:v>2738109.007900238</c:v>
                </c:pt>
                <c:pt idx="198">
                  <c:v>2752104.289024353</c:v>
                </c:pt>
                <c:pt idx="199">
                  <c:v>2766095.481842041</c:v>
                </c:pt>
                <c:pt idx="200">
                  <c:v>2780082.5136680603</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6584537.314411163</c:v>
                </c:pt>
                <c:pt idx="2">
                  <c:v>14218822.994567871</c:v>
                </c:pt>
                <c:pt idx="3">
                  <c:v>22924237.98584366</c:v>
                </c:pt>
                <c:pt idx="4">
                  <c:v>32648785.61637497</c:v>
                </c:pt>
                <c:pt idx="5">
                  <c:v>43253581.641685486</c:v>
                </c:pt>
                <c:pt idx="6">
                  <c:v>54515518.412475586</c:v>
                </c:pt>
                <c:pt idx="7">
                  <c:v>66149848.59641266</c:v>
                </c:pt>
                <c:pt idx="8">
                  <c:v>77848434.0188675</c:v>
                </c:pt>
                <c:pt idx="9">
                  <c:v>89322203.76087952</c:v>
                </c:pt>
                <c:pt idx="10">
                  <c:v>100334926.60868454</c:v>
                </c:pt>
                <c:pt idx="11">
                  <c:v>110720483.49961853</c:v>
                </c:pt>
                <c:pt idx="12">
                  <c:v>120383433.51717377</c:v>
                </c:pt>
                <c:pt idx="13">
                  <c:v>129288072.63088226</c:v>
                </c:pt>
                <c:pt idx="14">
                  <c:v>137442568.94859314</c:v>
                </c:pt>
                <c:pt idx="15">
                  <c:v>144883255.4636612</c:v>
                </c:pt>
                <c:pt idx="16">
                  <c:v>151661779.15438843</c:v>
                </c:pt>
                <c:pt idx="17">
                  <c:v>157835870.85167313</c:v>
                </c:pt>
                <c:pt idx="18">
                  <c:v>163463400.1851349</c:v>
                </c:pt>
                <c:pt idx="19">
                  <c:v>168598961.6395378</c:v>
                </c:pt>
                <c:pt idx="20">
                  <c:v>173292213.22058868</c:v>
                </c:pt>
                <c:pt idx="21">
                  <c:v>177587329.77291107</c:v>
                </c:pt>
                <c:pt idx="22">
                  <c:v>181523108.02521896</c:v>
                </c:pt>
                <c:pt idx="23">
                  <c:v>185133413.21195984</c:v>
                </c:pt>
                <c:pt idx="24">
                  <c:v>188447772.01544952</c:v>
                </c:pt>
                <c:pt idx="25">
                  <c:v>191491996.00003052</c:v>
                </c:pt>
                <c:pt idx="26">
                  <c:v>194288771.65306854</c:v>
                </c:pt>
                <c:pt idx="27">
                  <c:v>196858185.71714783</c:v>
                </c:pt>
                <c:pt idx="28">
                  <c:v>199218174.14909363</c:v>
                </c:pt>
                <c:pt idx="29">
                  <c:v>201384894.38064194</c:v>
                </c:pt>
                <c:pt idx="30">
                  <c:v>203373026.6770363</c:v>
                </c:pt>
                <c:pt idx="31">
                  <c:v>205196013.30169678</c:v>
                </c:pt>
                <c:pt idx="32">
                  <c:v>206866245.1751938</c:v>
                </c:pt>
                <c:pt idx="33">
                  <c:v>208395205.5699196</c:v>
                </c:pt>
                <c:pt idx="34">
                  <c:v>209793579.61336136</c:v>
                </c:pt>
                <c:pt idx="35">
                  <c:v>211071337.29908752</c:v>
                </c:pt>
                <c:pt idx="36">
                  <c:v>212237796.52298737</c:v>
                </c:pt>
                <c:pt idx="37">
                  <c:v>213301671.49326324</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213301671.49326324</c:v>
                </c:pt>
                <c:pt idx="38">
                  <c:v>214271110.777874</c:v>
                </c:pt>
                <c:pt idx="39">
                  <c:v>215153728.2903633</c:v>
                </c:pt>
                <c:pt idx="40">
                  <c:v>215956629.69095612</c:v>
                </c:pt>
                <c:pt idx="41">
                  <c:v>216686435.9960556</c:v>
                </c:pt>
                <c:pt idx="42">
                  <c:v>217349305.6385727</c:v>
                </c:pt>
                <c:pt idx="43">
                  <c:v>217950955.79073715</c:v>
                </c:pt>
                <c:pt idx="44">
                  <c:v>218496683.43452072</c:v>
                </c:pt>
                <c:pt idx="45">
                  <c:v>218991386.42596817</c:v>
                </c:pt>
                <c:pt idx="46">
                  <c:v>219439584.63210297</c:v>
                </c:pt>
                <c:pt idx="47">
                  <c:v>219845441.10821533</c:v>
                </c:pt>
                <c:pt idx="48">
                  <c:v>220212783.2157898</c:v>
                </c:pt>
                <c:pt idx="49">
                  <c:v>220545123.54600525</c:v>
                </c:pt>
                <c:pt idx="50">
                  <c:v>220845680.50170517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45016258.126449585</c:v>
                </c:pt>
                <c:pt idx="2">
                  <c:v>94239897.76871872</c:v>
                </c:pt>
                <c:pt idx="3">
                  <c:v>147607164.79740143</c:v>
                </c:pt>
                <c:pt idx="4">
                  <c:v>204909242.72988892</c:v>
                </c:pt>
                <c:pt idx="5">
                  <c:v>265779222.14313507</c:v>
                </c:pt>
                <c:pt idx="6">
                  <c:v>329692457.12696075</c:v>
                </c:pt>
                <c:pt idx="7">
                  <c:v>395983057.73646545</c:v>
                </c:pt>
                <c:pt idx="8">
                  <c:v>463876578.1102066</c:v>
                </c:pt>
                <c:pt idx="9">
                  <c:v>532535713.23503494</c:v>
                </c:pt>
                <c:pt idx="10">
                  <c:v>601112977.1485367</c:v>
                </c:pt>
                <c:pt idx="11">
                  <c:v>668802854.7085266</c:v>
                </c:pt>
                <c:pt idx="12">
                  <c:v>734886295.1623764</c:v>
                </c:pt>
                <c:pt idx="13">
                  <c:v>798762452.660244</c:v>
                </c:pt>
                <c:pt idx="14">
                  <c:v>859965507.5652313</c:v>
                </c:pt>
                <c:pt idx="15">
                  <c:v>918167269.0617371</c:v>
                </c:pt>
                <c:pt idx="16">
                  <c:v>973168332.6043701</c:v>
                </c:pt>
                <c:pt idx="17">
                  <c:v>1024881548.4993515</c:v>
                </c:pt>
                <c:pt idx="18">
                  <c:v>1073311558.2162094</c:v>
                </c:pt>
                <c:pt idx="19">
                  <c:v>1118533508.1134453</c:v>
                </c:pt>
                <c:pt idx="20">
                  <c:v>1160673127.57761</c:v>
                </c:pt>
                <c:pt idx="21">
                  <c:v>1199889445.6332283</c:v>
                </c:pt>
                <c:pt idx="22">
                  <c:v>1236360677.5754929</c:v>
                </c:pt>
                <c:pt idx="23">
                  <c:v>1270273294.3929443</c:v>
                </c:pt>
                <c:pt idx="24">
                  <c:v>1301813977.6322784</c:v>
                </c:pt>
                <c:pt idx="25">
                  <c:v>1331164014.6268997</c:v>
                </c:pt>
                <c:pt idx="26">
                  <c:v>1358495651.5152512</c:v>
                </c:pt>
                <c:pt idx="27">
                  <c:v>1383969949.3924026</c:v>
                </c:pt>
                <c:pt idx="28">
                  <c:v>1407735749.2523575</c:v>
                </c:pt>
                <c:pt idx="29">
                  <c:v>1429929422.4872093</c:v>
                </c:pt>
                <c:pt idx="30">
                  <c:v>1450675153.0452118</c:v>
                </c:pt>
                <c:pt idx="31">
                  <c:v>1470085558.6451645</c:v>
                </c:pt>
                <c:pt idx="32">
                  <c:v>1488262509.3994598</c:v>
                </c:pt>
                <c:pt idx="33">
                  <c:v>1505298042.7708359</c:v>
                </c:pt>
                <c:pt idx="34">
                  <c:v>1521275305.0528488</c:v>
                </c:pt>
                <c:pt idx="35">
                  <c:v>1536269473.0226898</c:v>
                </c:pt>
                <c:pt idx="36">
                  <c:v>1550348626.6092453</c:v>
                </c:pt>
                <c:pt idx="37">
                  <c:v>1563574555.7446709</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1563574555.7446709</c:v>
                </c:pt>
                <c:pt idx="38">
                  <c:v>1576003493.1995926</c:v>
                </c:pt>
                <c:pt idx="39">
                  <c:v>1587686771.0876694</c:v>
                </c:pt>
                <c:pt idx="40">
                  <c:v>1598671402.6028137</c:v>
                </c:pt>
                <c:pt idx="41">
                  <c:v>1609000592.9856224</c:v>
                </c:pt>
                <c:pt idx="42">
                  <c:v>1618714185.1256714</c:v>
                </c:pt>
                <c:pt idx="43">
                  <c:v>1627849045.9049454</c:v>
                </c:pt>
                <c:pt idx="44">
                  <c:v>1636439399.6017914</c:v>
                </c:pt>
                <c:pt idx="45">
                  <c:v>1644517114.568287</c:v>
                </c:pt>
                <c:pt idx="46">
                  <c:v>1652111949.0840302</c:v>
                </c:pt>
                <c:pt idx="47">
                  <c:v>1659251761.8586884</c:v>
                </c:pt>
                <c:pt idx="48">
                  <c:v>1665962692.1623726</c:v>
                </c:pt>
                <c:pt idx="49">
                  <c:v>1672269314.04636</c:v>
                </c:pt>
                <c:pt idx="50">
                  <c:v>1678194768.6039124</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30136767.151615143</c:v>
                </c:pt>
                <c:pt idx="2">
                  <c:v>61343651.59181976</c:v>
                </c:pt>
                <c:pt idx="3">
                  <c:v>93016854.04069138</c:v>
                </c:pt>
                <c:pt idx="4">
                  <c:v>124521556.3023758</c:v>
                </c:pt>
                <c:pt idx="5">
                  <c:v>155256716.88161469</c:v>
                </c:pt>
                <c:pt idx="6">
                  <c:v>184710713.54945374</c:v>
                </c:pt>
                <c:pt idx="7">
                  <c:v>212496747.59332275</c:v>
                </c:pt>
                <c:pt idx="8">
                  <c:v>238364344.18093872</c:v>
                </c:pt>
                <c:pt idx="9">
                  <c:v>262190375.26008224</c:v>
                </c:pt>
                <c:pt idx="10">
                  <c:v>283957017.9835892</c:v>
                </c:pt>
                <c:pt idx="11">
                  <c:v>303724500.35046387</c:v>
                </c:pt>
                <c:pt idx="12">
                  <c:v>321604619.1391449</c:v>
                </c:pt>
                <c:pt idx="13">
                  <c:v>337738442.86896896</c:v>
                </c:pt>
                <c:pt idx="14">
                  <c:v>352279417.87880707</c:v>
                </c:pt>
                <c:pt idx="15">
                  <c:v>365381680.47236633</c:v>
                </c:pt>
                <c:pt idx="16">
                  <c:v>377192690.5855026</c:v>
                </c:pt>
                <c:pt idx="17">
                  <c:v>387849114.95679474</c:v>
                </c:pt>
                <c:pt idx="18">
                  <c:v>397474971.79642487</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397474971.79642487</c:v>
                </c:pt>
                <c:pt idx="19">
                  <c:v>406181241.6841774</c:v>
                </c:pt>
                <c:pt idx="20">
                  <c:v>414066357.66576385</c:v>
                </c:pt>
                <c:pt idx="21">
                  <c:v>421217168.46910095</c:v>
                </c:pt>
                <c:pt idx="22">
                  <c:v>427710109.31568146</c:v>
                </c:pt>
                <c:pt idx="23">
                  <c:v>433612416.3997879</c:v>
                </c:pt>
                <c:pt idx="24">
                  <c:v>438983290.74240494</c:v>
                </c:pt>
                <c:pt idx="25">
                  <c:v>443874962.7544327</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1323296.6711654663</c:v>
                </c:pt>
                <c:pt idx="2">
                  <c:v>2692100.576473236</c:v>
                </c:pt>
                <c:pt idx="3">
                  <c:v>4106526.9723358154</c:v>
                </c:pt>
                <c:pt idx="4">
                  <c:v>5566506.436100006</c:v>
                </c:pt>
                <c:pt idx="5">
                  <c:v>7071770.742950439</c:v>
                </c:pt>
                <c:pt idx="6">
                  <c:v>8621840.027015686</c:v>
                </c:pt>
                <c:pt idx="7">
                  <c:v>10216011.619773865</c:v>
                </c:pt>
                <c:pt idx="8">
                  <c:v>11853350.962581635</c:v>
                </c:pt>
                <c:pt idx="9">
                  <c:v>13532684.979522705</c:v>
                </c:pt>
                <c:pt idx="10">
                  <c:v>15252598.271133423</c:v>
                </c:pt>
                <c:pt idx="11">
                  <c:v>17011432.447128296</c:v>
                </c:pt>
                <c:pt idx="12">
                  <c:v>18807288.8573761</c:v>
                </c:pt>
                <c:pt idx="13">
                  <c:v>20638034.905586243</c:v>
                </c:pt>
                <c:pt idx="14">
                  <c:v>22501314.0414505</c:v>
                </c:pt>
                <c:pt idx="15">
                  <c:v>24394559.42702484</c:v>
                </c:pt>
                <c:pt idx="16">
                  <c:v>26315011.165992737</c:v>
                </c:pt>
                <c:pt idx="17">
                  <c:v>28259736.87473297</c:v>
                </c:pt>
                <c:pt idx="18">
                  <c:v>30225655.266716003</c:v>
                </c:pt>
                <c:pt idx="19">
                  <c:v>32209562.322647095</c:v>
                </c:pt>
                <c:pt idx="20">
                  <c:v>34208159.532318115</c:v>
                </c:pt>
                <c:pt idx="21">
                  <c:v>36218083.62579727</c:v>
                </c:pt>
                <c:pt idx="22">
                  <c:v>38235937.16442108</c:v>
                </c:pt>
                <c:pt idx="23">
                  <c:v>40258319.33876419</c:v>
                </c:pt>
                <c:pt idx="24">
                  <c:v>42281856.32247162</c:v>
                </c:pt>
                <c:pt idx="25">
                  <c:v>44303230.556964874</c:v>
                </c:pt>
                <c:pt idx="26">
                  <c:v>46319208.39076996</c:v>
                </c:pt>
                <c:pt idx="27">
                  <c:v>48326665.56548309</c:v>
                </c:pt>
                <c:pt idx="28">
                  <c:v>50322610.12412262</c:v>
                </c:pt>
                <c:pt idx="29">
                  <c:v>52304202.41188812</c:v>
                </c:pt>
                <c:pt idx="30">
                  <c:v>54268771.939517975</c:v>
                </c:pt>
                <c:pt idx="31">
                  <c:v>56213830.980018616</c:v>
                </c:pt>
                <c:pt idx="32">
                  <c:v>58137084.86670685</c:v>
                </c:pt>
                <c:pt idx="33">
                  <c:v>60036439.049598694</c:v>
                </c:pt>
                <c:pt idx="34">
                  <c:v>61910003.045944214</c:v>
                </c:pt>
                <c:pt idx="35">
                  <c:v>63756091.48636627</c:v>
                </c:pt>
                <c:pt idx="36">
                  <c:v>65573222.5097847</c:v>
                </c:pt>
                <c:pt idx="37">
                  <c:v>67360113.79779816</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67360113.79779816</c:v>
                </c:pt>
                <c:pt idx="38">
                  <c:v>69115676.56264496</c:v>
                </c:pt>
                <c:pt idx="39">
                  <c:v>70839007.8136177</c:v>
                </c:pt>
                <c:pt idx="40">
                  <c:v>72529381.22597504</c:v>
                </c:pt>
                <c:pt idx="41">
                  <c:v>74186236.92641449</c:v>
                </c:pt>
                <c:pt idx="42">
                  <c:v>75809170.49097824</c:v>
                </c:pt>
                <c:pt idx="43">
                  <c:v>77397921.42791748</c:v>
                </c:pt>
                <c:pt idx="44">
                  <c:v>78952361.39022446</c:v>
                </c:pt>
                <c:pt idx="45">
                  <c:v>80472482.33287048</c:v>
                </c:pt>
                <c:pt idx="46">
                  <c:v>81958384.79903793</c:v>
                </c:pt>
                <c:pt idx="47">
                  <c:v>83410266.48919678</c:v>
                </c:pt>
                <c:pt idx="48">
                  <c:v>84828411.23776627</c:v>
                </c:pt>
                <c:pt idx="49">
                  <c:v>86213178.49490356</c:v>
                </c:pt>
                <c:pt idx="50">
                  <c:v>87564993.38607025</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2565756.385204315</c:v>
                </c:pt>
                <c:pt idx="2">
                  <c:v>5244907.724960327</c:v>
                </c:pt>
                <c:pt idx="3">
                  <c:v>8037337.319442749</c:v>
                </c:pt>
                <c:pt idx="4">
                  <c:v>10942086.297470093</c:v>
                </c:pt>
                <c:pt idx="5">
                  <c:v>13957283.430892944</c:v>
                </c:pt>
                <c:pt idx="6">
                  <c:v>17080087.856445312</c:v>
                </c:pt>
                <c:pt idx="7">
                  <c:v>20306648.420597076</c:v>
                </c:pt>
                <c:pt idx="8">
                  <c:v>23632083.126815796</c:v>
                </c:pt>
                <c:pt idx="9">
                  <c:v>27050481.668380737</c:v>
                </c:pt>
                <c:pt idx="10">
                  <c:v>30554933.268360138</c:v>
                </c:pt>
                <c:pt idx="11">
                  <c:v>34137581.041534424</c:v>
                </c:pt>
                <c:pt idx="12">
                  <c:v>37789702.8908844</c:v>
                </c:pt>
                <c:pt idx="13">
                  <c:v>41501817.62911987</c:v>
                </c:pt>
                <c:pt idx="14">
                  <c:v>45263813.67246246</c:v>
                </c:pt>
                <c:pt idx="15">
                  <c:v>49065096.3985672</c:v>
                </c:pt>
                <c:pt idx="16">
                  <c:v>52894749.20378494</c:v>
                </c:pt>
                <c:pt idx="17">
                  <c:v>56741702.53160858</c:v>
                </c:pt>
                <c:pt idx="18">
                  <c:v>60594904.7437439</c:v>
                </c:pt>
                <c:pt idx="19">
                  <c:v>64443488.70125961</c:v>
                </c:pt>
                <c:pt idx="20">
                  <c:v>68276928.30910492</c:v>
                </c:pt>
                <c:pt idx="21">
                  <c:v>72085180.00839996</c:v>
                </c:pt>
                <c:pt idx="22">
                  <c:v>75858805.2015686</c:v>
                </c:pt>
                <c:pt idx="23">
                  <c:v>79589070.76831818</c:v>
                </c:pt>
                <c:pt idx="24">
                  <c:v>83268026.0720253</c:v>
                </c:pt>
                <c:pt idx="25">
                  <c:v>86888556.06564331</c:v>
                </c:pt>
                <c:pt idx="26">
                  <c:v>90444411.19973755</c:v>
                </c:pt>
                <c:pt idx="27">
                  <c:v>93930215.7495079</c:v>
                </c:pt>
                <c:pt idx="28">
                  <c:v>97341456.87514496</c:v>
                </c:pt>
                <c:pt idx="29">
                  <c:v>100674457.19779587</c:v>
                </c:pt>
                <c:pt idx="30">
                  <c:v>103926333.9197464</c:v>
                </c:pt>
                <c:pt idx="31">
                  <c:v>107094947.56686401</c:v>
                </c:pt>
                <c:pt idx="32">
                  <c:v>110178843.31870651</c:v>
                </c:pt>
                <c:pt idx="33">
                  <c:v>113177187.65649414</c:v>
                </c:pt>
                <c:pt idx="34">
                  <c:v>116089702.74132538</c:v>
                </c:pt>
                <c:pt idx="35">
                  <c:v>118916600.57114029</c:v>
                </c:pt>
                <c:pt idx="36">
                  <c:v>121658518.585495</c:v>
                </c:pt>
                <c:pt idx="37">
                  <c:v>124316458.01690674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124316458.01690674</c:v>
                </c:pt>
                <c:pt idx="38">
                  <c:v>126891725.94356155</c:v>
                </c:pt>
                <c:pt idx="39">
                  <c:v>129385881.69198608</c:v>
                </c:pt>
                <c:pt idx="40">
                  <c:v>131800687.97554779</c:v>
                </c:pt>
                <c:pt idx="41">
                  <c:v>134138066.93762207</c:v>
                </c:pt>
                <c:pt idx="42">
                  <c:v>136400061.09503555</c:v>
                </c:pt>
                <c:pt idx="43">
                  <c:v>138588799.04496002</c:v>
                </c:pt>
                <c:pt idx="44">
                  <c:v>140706465.7017517</c:v>
                </c:pt>
                <c:pt idx="45">
                  <c:v>142755276.76453018</c:v>
                </c:pt>
                <c:pt idx="46">
                  <c:v>144737457.07565308</c:v>
                </c:pt>
                <c:pt idx="47">
                  <c:v>146655222.51008987</c:v>
                </c:pt>
                <c:pt idx="48">
                  <c:v>148510765.031353</c:v>
                </c:pt>
                <c:pt idx="49">
                  <c:v>150306240.55682755</c:v>
                </c:pt>
                <c:pt idx="50">
                  <c:v>152043759.29112625</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19662601.93447876</c:v>
                </c:pt>
                <c:pt idx="2">
                  <c:v>41032152.86942291</c:v>
                </c:pt>
                <c:pt idx="3">
                  <c:v>63953478.09932327</c:v>
                </c:pt>
                <c:pt idx="4">
                  <c:v>88182606.74199295</c:v>
                </c:pt>
                <c:pt idx="5">
                  <c:v>113395323.90275192</c:v>
                </c:pt>
                <c:pt idx="6">
                  <c:v>139207824.8252411</c:v>
                </c:pt>
                <c:pt idx="7">
                  <c:v>165206885.98690796</c:v>
                </c:pt>
                <c:pt idx="8">
                  <c:v>190984206.99873734</c:v>
                </c:pt>
                <c:pt idx="9">
                  <c:v>216168433.55648804</c:v>
                </c:pt>
                <c:pt idx="10">
                  <c:v>240449342.2744522</c:v>
                </c:pt>
                <c:pt idx="11">
                  <c:v>263591221.3103943</c:v>
                </c:pt>
                <c:pt idx="12">
                  <c:v>285435433.60058975</c:v>
                </c:pt>
                <c:pt idx="13">
                  <c:v>305894393.81762695</c:v>
                </c:pt>
                <c:pt idx="14">
                  <c:v>324940207.6786728</c:v>
                </c:pt>
                <c:pt idx="15">
                  <c:v>342591125.86888504</c:v>
                </c:pt>
                <c:pt idx="16">
                  <c:v>358898209.15478516</c:v>
                </c:pt>
                <c:pt idx="17">
                  <c:v>373933658.29782104</c:v>
                </c:pt>
                <c:pt idx="18">
                  <c:v>387781442.91248703</c:v>
                </c:pt>
                <c:pt idx="19">
                  <c:v>400530293.2454529</c:v>
                </c:pt>
                <c:pt idx="20">
                  <c:v>412268796.3265381</c:v>
                </c:pt>
                <c:pt idx="21">
                  <c:v>423082203.272522</c:v>
                </c:pt>
                <c:pt idx="22">
                  <c:v>433050537.9697914</c:v>
                </c:pt>
                <c:pt idx="23">
                  <c:v>442247642.20280457</c:v>
                </c:pt>
                <c:pt idx="24">
                  <c:v>450740860.6038208</c:v>
                </c:pt>
                <c:pt idx="25">
                  <c:v>458591138.92331696</c:v>
                </c:pt>
                <c:pt idx="26">
                  <c:v>465853370.7628517</c:v>
                </c:pt>
                <c:pt idx="27">
                  <c:v>472576877.60549927</c:v>
                </c:pt>
                <c:pt idx="28">
                  <c:v>478805944.8291855</c:v>
                </c:pt>
                <c:pt idx="29">
                  <c:v>484580364.04615784</c:v>
                </c:pt>
                <c:pt idx="30">
                  <c:v>489935951.6587906</c:v>
                </c:pt>
                <c:pt idx="31">
                  <c:v>494905026.92962646</c:v>
                </c:pt>
                <c:pt idx="32">
                  <c:v>499516841.7869835</c:v>
                </c:pt>
                <c:pt idx="33">
                  <c:v>503797960.32289124</c:v>
                </c:pt>
                <c:pt idx="34">
                  <c:v>507772589.46029663</c:v>
                </c:pt>
                <c:pt idx="35">
                  <c:v>511462864.2800026</c:v>
                </c:pt>
                <c:pt idx="36">
                  <c:v>514889092.5086937</c:v>
                </c:pt>
                <c:pt idx="37">
                  <c:v>518069963.03126144</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518069963.03126144</c:v>
                </c:pt>
                <c:pt idx="38">
                  <c:v>521022723.24684525</c:v>
                </c:pt>
                <c:pt idx="39">
                  <c:v>523763329.80431366</c:v>
                </c:pt>
                <c:pt idx="40">
                  <c:v>526306576.8401146</c:v>
                </c:pt>
                <c:pt idx="41">
                  <c:v>528666205.3723984</c:v>
                </c:pt>
                <c:pt idx="42">
                  <c:v>530854997.0267563</c:v>
                </c:pt>
                <c:pt idx="43">
                  <c:v>532884854.8089218</c:v>
                </c:pt>
                <c:pt idx="44">
                  <c:v>534766873.2154808</c:v>
                </c:pt>
                <c:pt idx="45">
                  <c:v>536511399.59252167</c:v>
                </c:pt>
                <c:pt idx="46">
                  <c:v>538128088.3179016</c:v>
                </c:pt>
                <c:pt idx="47">
                  <c:v>539625949.0941467</c:v>
                </c:pt>
                <c:pt idx="48">
                  <c:v>541013390.3940964</c:v>
                </c:pt>
                <c:pt idx="49">
                  <c:v>542298258.896019</c:v>
                </c:pt>
                <c:pt idx="50">
                  <c:v>543487875.5746384</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197898.23937606812</c:v>
                </c:pt>
                <c:pt idx="2">
                  <c:v>395862.21726608276</c:v>
                </c:pt>
                <c:pt idx="3">
                  <c:v>593891.8387641907</c:v>
                </c:pt>
                <c:pt idx="4">
                  <c:v>791987.0087852478</c:v>
                </c:pt>
                <c:pt idx="5">
                  <c:v>990147.632068634</c:v>
                </c:pt>
                <c:pt idx="6">
                  <c:v>1188373.6131820679</c:v>
                </c:pt>
                <c:pt idx="7">
                  <c:v>1386664.856513977</c:v>
                </c:pt>
                <c:pt idx="8">
                  <c:v>1585021.2662734985</c:v>
                </c:pt>
                <c:pt idx="9">
                  <c:v>1783442.746498108</c:v>
                </c:pt>
                <c:pt idx="10">
                  <c:v>1981929.2010498047</c:v>
                </c:pt>
                <c:pt idx="11">
                  <c:v>2180480.533618927</c:v>
                </c:pt>
                <c:pt idx="12">
                  <c:v>2379096.6477241516</c:v>
                </c:pt>
                <c:pt idx="13">
                  <c:v>2577777.4466934204</c:v>
                </c:pt>
                <c:pt idx="14">
                  <c:v>2776522.833694458</c:v>
                </c:pt>
                <c:pt idx="15">
                  <c:v>2975332.7117233276</c:v>
                </c:pt>
                <c:pt idx="16">
                  <c:v>3174206.9835853577</c:v>
                </c:pt>
                <c:pt idx="17">
                  <c:v>3373145.551929474</c:v>
                </c:pt>
                <c:pt idx="18">
                  <c:v>3572148.3192214966</c:v>
                </c:pt>
                <c:pt idx="19">
                  <c:v>3771215.1877593994</c:v>
                </c:pt>
                <c:pt idx="20">
                  <c:v>3970346.0596618652</c:v>
                </c:pt>
                <c:pt idx="21">
                  <c:v>4169540.836883545</c:v>
                </c:pt>
                <c:pt idx="22">
                  <c:v>4368799.4211883545</c:v>
                </c:pt>
                <c:pt idx="23">
                  <c:v>4568121.714187622</c:v>
                </c:pt>
                <c:pt idx="24">
                  <c:v>4767507.617313385</c:v>
                </c:pt>
                <c:pt idx="25">
                  <c:v>4966957.03181839</c:v>
                </c:pt>
                <c:pt idx="26">
                  <c:v>5166469.858795166</c:v>
                </c:pt>
                <c:pt idx="27">
                  <c:v>5366045.9991493225</c:v>
                </c:pt>
                <c:pt idx="28">
                  <c:v>5565685.353630066</c:v>
                </c:pt>
                <c:pt idx="29">
                  <c:v>5765387.822807312</c:v>
                </c:pt>
                <c:pt idx="30">
                  <c:v>5965153.3070755005</c:v>
                </c:pt>
                <c:pt idx="31">
                  <c:v>6164981.706672668</c:v>
                </c:pt>
                <c:pt idx="32">
                  <c:v>6364872.921646118</c:v>
                </c:pt>
                <c:pt idx="33">
                  <c:v>6564826.851890564</c:v>
                </c:pt>
                <c:pt idx="34">
                  <c:v>6764843.397117615</c:v>
                </c:pt>
                <c:pt idx="35">
                  <c:v>6964922.456871033</c:v>
                </c:pt>
                <c:pt idx="36">
                  <c:v>7165063.930530548</c:v>
                </c:pt>
                <c:pt idx="37">
                  <c:v>7365267.71730423</c:v>
                </c:pt>
                <c:pt idx="38">
                  <c:v>7565533.71622467</c:v>
                </c:pt>
                <c:pt idx="39">
                  <c:v>7765861.826156616</c:v>
                </c:pt>
                <c:pt idx="40">
                  <c:v>7966251.945800781</c:v>
                </c:pt>
                <c:pt idx="41">
                  <c:v>8166703.973682404</c:v>
                </c:pt>
                <c:pt idx="42">
                  <c:v>8367217.808162689</c:v>
                </c:pt>
                <c:pt idx="43">
                  <c:v>8567793.347434998</c:v>
                </c:pt>
                <c:pt idx="44">
                  <c:v>8768430.489517212</c:v>
                </c:pt>
                <c:pt idx="45">
                  <c:v>8969129.132263184</c:v>
                </c:pt>
                <c:pt idx="46">
                  <c:v>9169889.173358917</c:v>
                </c:pt>
                <c:pt idx="47">
                  <c:v>9370710.51032257</c:v>
                </c:pt>
                <c:pt idx="48">
                  <c:v>9571593.040512085</c:v>
                </c:pt>
                <c:pt idx="49">
                  <c:v>9772536.66109848</c:v>
                </c:pt>
                <c:pt idx="50">
                  <c:v>9973541.269104004</c:v>
                </c:pt>
                <c:pt idx="51">
                  <c:v>10174606.761375427</c:v>
                </c:pt>
                <c:pt idx="52">
                  <c:v>10375733.034599304</c:v>
                </c:pt>
                <c:pt idx="53">
                  <c:v>10576919.985290527</c:v>
                </c:pt>
                <c:pt idx="54">
                  <c:v>10778167.509792328</c:v>
                </c:pt>
                <c:pt idx="55">
                  <c:v>10979475.50429535</c:v>
                </c:pt>
                <c:pt idx="56">
                  <c:v>11180843.864814758</c:v>
                </c:pt>
                <c:pt idx="57">
                  <c:v>11382272.48720169</c:v>
                </c:pt>
                <c:pt idx="58">
                  <c:v>11583761.26714325</c:v>
                </c:pt>
                <c:pt idx="59">
                  <c:v>11785310.100162506</c:v>
                </c:pt>
                <c:pt idx="60">
                  <c:v>11986918.881614685</c:v>
                </c:pt>
                <c:pt idx="61">
                  <c:v>12188587.506690979</c:v>
                </c:pt>
                <c:pt idx="62">
                  <c:v>12390315.870422363</c:v>
                </c:pt>
                <c:pt idx="63">
                  <c:v>12592103.867668152</c:v>
                </c:pt>
                <c:pt idx="64">
                  <c:v>12793951.393131256</c:v>
                </c:pt>
                <c:pt idx="65">
                  <c:v>12995858.34134674</c:v>
                </c:pt>
                <c:pt idx="66">
                  <c:v>13197824.606681824</c:v>
                </c:pt>
                <c:pt idx="67">
                  <c:v>13399850.083351135</c:v>
                </c:pt>
                <c:pt idx="68">
                  <c:v>13601934.665401459</c:v>
                </c:pt>
                <c:pt idx="69">
                  <c:v>13804078.246711731</c:v>
                </c:pt>
                <c:pt idx="70">
                  <c:v>14006280.721004486</c:v>
                </c:pt>
                <c:pt idx="71">
                  <c:v>14208541.981838226</c:v>
                </c:pt>
                <c:pt idx="72">
                  <c:v>14410861.922607422</c:v>
                </c:pt>
                <c:pt idx="73">
                  <c:v>14613240.43655014</c:v>
                </c:pt>
                <c:pt idx="74">
                  <c:v>14815677.416736603</c:v>
                </c:pt>
                <c:pt idx="75">
                  <c:v>15018172.756080627</c:v>
                </c:pt>
                <c:pt idx="76">
                  <c:v>15220726.347328186</c:v>
                </c:pt>
                <c:pt idx="77">
                  <c:v>15423338.083072662</c:v>
                </c:pt>
                <c:pt idx="78">
                  <c:v>15626007.855743408</c:v>
                </c:pt>
                <c:pt idx="79">
                  <c:v>15828735.557609558</c:v>
                </c:pt>
                <c:pt idx="80">
                  <c:v>16031521.080776215</c:v>
                </c:pt>
                <c:pt idx="81">
                  <c:v>16234364.317199707</c:v>
                </c:pt>
                <c:pt idx="82">
                  <c:v>16437265.158660889</c:v>
                </c:pt>
                <c:pt idx="83">
                  <c:v>16640223.49679184</c:v>
                </c:pt>
                <c:pt idx="84">
                  <c:v>16843239.223072052</c:v>
                </c:pt>
                <c:pt idx="85">
                  <c:v>17046312.228805542</c:v>
                </c:pt>
                <c:pt idx="86">
                  <c:v>17249442.405147552</c:v>
                </c:pt>
                <c:pt idx="87">
                  <c:v>17452629.64309311</c:v>
                </c:pt>
                <c:pt idx="88">
                  <c:v>17655873.833480835</c:v>
                </c:pt>
                <c:pt idx="89">
                  <c:v>17859174.86699295</c:v>
                </c:pt>
                <c:pt idx="90">
                  <c:v>18062532.634147644</c:v>
                </c:pt>
                <c:pt idx="91">
                  <c:v>18265947.02531433</c:v>
                </c:pt>
                <c:pt idx="92">
                  <c:v>18469417.93069458</c:v>
                </c:pt>
                <c:pt idx="93">
                  <c:v>18672945.240348816</c:v>
                </c:pt>
                <c:pt idx="94">
                  <c:v>18876528.844161987</c:v>
                </c:pt>
                <c:pt idx="95">
                  <c:v>19080168.631881714</c:v>
                </c:pt>
                <c:pt idx="96">
                  <c:v>19283864.49308777</c:v>
                </c:pt>
                <c:pt idx="97">
                  <c:v>19487616.31721115</c:v>
                </c:pt>
                <c:pt idx="98">
                  <c:v>19691423.993515015</c:v>
                </c:pt>
                <c:pt idx="99">
                  <c:v>19895287.411125183</c:v>
                </c:pt>
                <c:pt idx="100">
                  <c:v>20099206.458999634</c:v>
                </c:pt>
                <c:pt idx="101">
                  <c:v>20303181.02594757</c:v>
                </c:pt>
                <c:pt idx="102">
                  <c:v>20507211.000621796</c:v>
                </c:pt>
                <c:pt idx="103">
                  <c:v>20711296.271522522</c:v>
                </c:pt>
                <c:pt idx="104">
                  <c:v>20915436.726997375</c:v>
                </c:pt>
                <c:pt idx="105">
                  <c:v>21119632.255233765</c:v>
                </c:pt>
                <c:pt idx="106">
                  <c:v>21323882.74427414</c:v>
                </c:pt>
                <c:pt idx="107">
                  <c:v>21528188.08200836</c:v>
                </c:pt>
                <c:pt idx="108">
                  <c:v>21732548.156162262</c:v>
                </c:pt>
                <c:pt idx="109">
                  <c:v>21936962.85432434</c:v>
                </c:pt>
                <c:pt idx="110">
                  <c:v>22141432.063926697</c:v>
                </c:pt>
                <c:pt idx="111">
                  <c:v>22345955.67223358</c:v>
                </c:pt>
                <c:pt idx="112">
                  <c:v>22550533.566387177</c:v>
                </c:pt>
                <c:pt idx="113">
                  <c:v>22755165.633354187</c:v>
                </c:pt>
                <c:pt idx="114">
                  <c:v>22959851.75996399</c:v>
                </c:pt>
                <c:pt idx="115">
                  <c:v>23164591.832885742</c:v>
                </c:pt>
                <c:pt idx="116">
                  <c:v>23369385.73864746</c:v>
                </c:pt>
                <c:pt idx="117">
                  <c:v>23574233.363616943</c:v>
                </c:pt>
                <c:pt idx="118">
                  <c:v>23779134.59402466</c:v>
                </c:pt>
                <c:pt idx="119">
                  <c:v>23984089.315948486</c:v>
                </c:pt>
                <c:pt idx="120">
                  <c:v>24189097.415298462</c:v>
                </c:pt>
                <c:pt idx="121">
                  <c:v>24394158.777866364</c:v>
                </c:pt>
                <c:pt idx="122">
                  <c:v>24599273.289276123</c:v>
                </c:pt>
                <c:pt idx="123">
                  <c:v>24804440.835006714</c:v>
                </c:pt>
                <c:pt idx="124">
                  <c:v>25009661.300388336</c:v>
                </c:pt>
                <c:pt idx="125">
                  <c:v>25214934.570610046</c:v>
                </c:pt>
                <c:pt idx="126">
                  <c:v>25420260.530708313</c:v>
                </c:pt>
                <c:pt idx="127">
                  <c:v>25625639.065567017</c:v>
                </c:pt>
                <c:pt idx="128">
                  <c:v>25831070.059936523</c:v>
                </c:pt>
                <c:pt idx="129">
                  <c:v>26036553.39841461</c:v>
                </c:pt>
                <c:pt idx="130">
                  <c:v>26242088.965446472</c:v>
                </c:pt>
                <c:pt idx="131">
                  <c:v>26447676.645347595</c:v>
                </c:pt>
                <c:pt idx="132">
                  <c:v>26653316.322265625</c:v>
                </c:pt>
                <c:pt idx="133">
                  <c:v>26859007.880218506</c:v>
                </c:pt>
                <c:pt idx="134">
                  <c:v>27064751.20308304</c:v>
                </c:pt>
                <c:pt idx="135">
                  <c:v>27270546.174575806</c:v>
                </c:pt>
                <c:pt idx="136">
                  <c:v>27476392.67828369</c:v>
                </c:pt>
                <c:pt idx="137">
                  <c:v>27682290.597637177</c:v>
                </c:pt>
                <c:pt idx="138">
                  <c:v>27888239.815937042</c:v>
                </c:pt>
                <c:pt idx="139">
                  <c:v>28094240.216327667</c:v>
                </c:pt>
                <c:pt idx="140">
                  <c:v>28300291.681819916</c:v>
                </c:pt>
                <c:pt idx="141">
                  <c:v>28506394.09527588</c:v>
                </c:pt>
                <c:pt idx="142">
                  <c:v>28712547.339416504</c:v>
                </c:pt>
                <c:pt idx="143">
                  <c:v>28918751.29682541</c:v>
                </c:pt>
                <c:pt idx="144">
                  <c:v>29125005.84993744</c:v>
                </c:pt>
                <c:pt idx="145">
                  <c:v>29331310.881053925</c:v>
                </c:pt>
                <c:pt idx="146">
                  <c:v>29537666.272327423</c:v>
                </c:pt>
                <c:pt idx="147">
                  <c:v>29744071.90576935</c:v>
                </c:pt>
                <c:pt idx="148">
                  <c:v>29950527.663261414</c:v>
                </c:pt>
                <c:pt idx="149">
                  <c:v>30157033.426532745</c:v>
                </c:pt>
                <c:pt idx="150">
                  <c:v>30363589.07718277</c:v>
                </c:pt>
                <c:pt idx="151">
                  <c:v>30570194.496658325</c:v>
                </c:pt>
                <c:pt idx="152">
                  <c:v>30776849.566287994</c:v>
                </c:pt>
                <c:pt idx="153">
                  <c:v>30983554.167236328</c:v>
                </c:pt>
                <c:pt idx="154">
                  <c:v>31190308.18054962</c:v>
                </c:pt>
                <c:pt idx="155">
                  <c:v>31397111.487125397</c:v>
                </c:pt>
                <c:pt idx="156">
                  <c:v>31603963.96772766</c:v>
                </c:pt>
                <c:pt idx="157">
                  <c:v>31810865.502983093</c:v>
                </c:pt>
                <c:pt idx="158">
                  <c:v>32017815.973377228</c:v>
                </c:pt>
                <c:pt idx="159">
                  <c:v>32224815.259262085</c:v>
                </c:pt>
                <c:pt idx="160">
                  <c:v>32431863.240852356</c:v>
                </c:pt>
                <c:pt idx="161">
                  <c:v>32638959.798225403</c:v>
                </c:pt>
                <c:pt idx="162">
                  <c:v>32846104.811325073</c:v>
                </c:pt>
                <c:pt idx="163">
                  <c:v>33053298.159965515</c:v>
                </c:pt>
                <c:pt idx="164">
                  <c:v>33260539.723804474</c:v>
                </c:pt>
                <c:pt idx="165">
                  <c:v>33467829.382392883</c:v>
                </c:pt>
                <c:pt idx="166">
                  <c:v>33675167.015125275</c:v>
                </c:pt>
                <c:pt idx="167">
                  <c:v>33882552.50127411</c:v>
                </c:pt>
                <c:pt idx="168">
                  <c:v>34089985.7199707</c:v>
                </c:pt>
                <c:pt idx="169">
                  <c:v>34297466.550224304</c:v>
                </c:pt>
                <c:pt idx="170">
                  <c:v>34504994.87089157</c:v>
                </c:pt>
                <c:pt idx="171">
                  <c:v>34712570.56071854</c:v>
                </c:pt>
                <c:pt idx="172">
                  <c:v>34920193.498306274</c:v>
                </c:pt>
                <c:pt idx="173">
                  <c:v>35127863.56211853</c:v>
                </c:pt>
                <c:pt idx="174">
                  <c:v>35335580.63050842</c:v>
                </c:pt>
                <c:pt idx="175">
                  <c:v>35543344.58167267</c:v>
                </c:pt>
                <c:pt idx="176">
                  <c:v>35751155.29368973</c:v>
                </c:pt>
                <c:pt idx="177">
                  <c:v>35959012.64451218</c:v>
                </c:pt>
                <c:pt idx="178">
                  <c:v>36166916.51195145</c:v>
                </c:pt>
                <c:pt idx="179">
                  <c:v>36374866.773693085</c:v>
                </c:pt>
                <c:pt idx="180">
                  <c:v>36582863.30729675</c:v>
                </c:pt>
                <c:pt idx="181">
                  <c:v>36790905.9901886</c:v>
                </c:pt>
                <c:pt idx="182">
                  <c:v>36998994.699661255</c:v>
                </c:pt>
                <c:pt idx="183">
                  <c:v>37207129.312892914</c:v>
                </c:pt>
                <c:pt idx="184">
                  <c:v>37415309.70692444</c:v>
                </c:pt>
                <c:pt idx="185">
                  <c:v>37623535.75866318</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37623535.75866318</c:v>
                </c:pt>
                <c:pt idx="186">
                  <c:v>37831807.34490204</c:v>
                </c:pt>
                <c:pt idx="187">
                  <c:v>38040124.3422966</c:v>
                </c:pt>
                <c:pt idx="188">
                  <c:v>38248486.62738037</c:v>
                </c:pt>
                <c:pt idx="189">
                  <c:v>38456894.076560974</c:v>
                </c:pt>
                <c:pt idx="190">
                  <c:v>38665346.56611633</c:v>
                </c:pt>
                <c:pt idx="191">
                  <c:v>38873843.97219849</c:v>
                </c:pt>
                <c:pt idx="192">
                  <c:v>39082386.17084503</c:v>
                </c:pt>
                <c:pt idx="193">
                  <c:v>39290973.03794861</c:v>
                </c:pt>
                <c:pt idx="194">
                  <c:v>39499604.44929886</c:v>
                </c:pt>
                <c:pt idx="195">
                  <c:v>39708280.280548096</c:v>
                </c:pt>
                <c:pt idx="196">
                  <c:v>39917000.40722275</c:v>
                </c:pt>
                <c:pt idx="197">
                  <c:v>40125764.7047348</c:v>
                </c:pt>
                <c:pt idx="198">
                  <c:v>40334573.04837036</c:v>
                </c:pt>
                <c:pt idx="199">
                  <c:v>40543425.31329346</c:v>
                </c:pt>
                <c:pt idx="200">
                  <c:v>40752321.37453842</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8780843.91519165</c:v>
                </c:pt>
                <c:pt idx="2">
                  <c:v>18583985.531620026</c:v>
                </c:pt>
                <c:pt idx="3">
                  <c:v>29464758.41055298</c:v>
                </c:pt>
                <c:pt idx="4">
                  <c:v>41456277.61417389</c:v>
                </c:pt>
                <c:pt idx="5">
                  <c:v>54561802.11865997</c:v>
                </c:pt>
                <c:pt idx="6">
                  <c:v>68747865.59751892</c:v>
                </c:pt>
                <c:pt idx="7">
                  <c:v>83939463.8194046</c:v>
                </c:pt>
                <c:pt idx="8">
                  <c:v>100018610.73732376</c:v>
                </c:pt>
                <c:pt idx="9">
                  <c:v>116827243.20607758</c:v>
                </c:pt>
                <c:pt idx="10">
                  <c:v>134174751.51367569</c:v>
                </c:pt>
                <c:pt idx="11">
                  <c:v>151849480.18103027</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151849480.18103027</c:v>
                </c:pt>
                <c:pt idx="12">
                  <c:v>169632656.79787445</c:v>
                </c:pt>
                <c:pt idx="13">
                  <c:v>187312670.1247635</c:v>
                </c:pt>
                <c:pt idx="14">
                  <c:v>204697619.63695908</c:v>
                </c:pt>
                <c:pt idx="15">
                  <c:v>221624574.86780167</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351680.7004508972</c:v>
                </c:pt>
                <c:pt idx="2">
                  <c:v>705002.2062835693</c:v>
                </c:pt>
                <c:pt idx="3">
                  <c:v>1059944.0344696045</c:v>
                </c:pt>
                <c:pt idx="4">
                  <c:v>1416485.1104736328</c:v>
                </c:pt>
                <c:pt idx="5">
                  <c:v>1774603.7716064453</c:v>
                </c:pt>
                <c:pt idx="6">
                  <c:v>2134277.7709083557</c:v>
                </c:pt>
                <c:pt idx="7">
                  <c:v>2495484.2815093994</c:v>
                </c:pt>
                <c:pt idx="8">
                  <c:v>2858199.9015312195</c:v>
                </c:pt>
                <c:pt idx="9">
                  <c:v>3222400.659488678</c:v>
                </c:pt>
                <c:pt idx="10">
                  <c:v>3588062.0202178955</c:v>
                </c:pt>
                <c:pt idx="11">
                  <c:v>3955158.8913116455</c:v>
                </c:pt>
                <c:pt idx="12">
                  <c:v>4323665.630088806</c:v>
                </c:pt>
                <c:pt idx="13">
                  <c:v>4693556.051055908</c:v>
                </c:pt>
                <c:pt idx="14">
                  <c:v>5064803.43391037</c:v>
                </c:pt>
                <c:pt idx="15">
                  <c:v>5437380.532035828</c:v>
                </c:pt>
                <c:pt idx="16">
                  <c:v>5811259.581512451</c:v>
                </c:pt>
                <c:pt idx="17">
                  <c:v>6186412.310646057</c:v>
                </c:pt>
                <c:pt idx="18">
                  <c:v>6562809.949962616</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6562809.949962616</c:v>
                </c:pt>
                <c:pt idx="19">
                  <c:v>6940423.242736816</c:v>
                </c:pt>
                <c:pt idx="20">
                  <c:v>7319222.455982208</c:v>
                </c:pt>
                <c:pt idx="21">
                  <c:v>7699177.391914368</c:v>
                </c:pt>
                <c:pt idx="22">
                  <c:v>8080257.399898529</c:v>
                </c:pt>
                <c:pt idx="23">
                  <c:v>8462431.388874054</c:v>
                </c:pt>
                <c:pt idx="24">
                  <c:v>8845667.840171814</c:v>
                </c:pt>
                <c:pt idx="25">
                  <c:v>9229934.820838928</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8616543.717338562</c:v>
                </c:pt>
                <c:pt idx="2">
                  <c:v>19202298.4958992</c:v>
                </c:pt>
                <c:pt idx="3">
                  <c:v>29996187.5657959</c:v>
                </c:pt>
                <c:pt idx="4">
                  <c:v>39340938.85513687</c:v>
                </c:pt>
                <c:pt idx="5">
                  <c:v>46692293.32867432</c:v>
                </c:pt>
                <c:pt idx="6">
                  <c:v>52306130.59339523</c:v>
                </c:pt>
                <c:pt idx="7">
                  <c:v>56631513.65071869</c:v>
                </c:pt>
                <c:pt idx="8">
                  <c:v>60037847.94150162</c:v>
                </c:pt>
                <c:pt idx="9">
                  <c:v>62775240.93216705</c:v>
                </c:pt>
                <c:pt idx="10">
                  <c:v>65004571.35003662</c:v>
                </c:pt>
                <c:pt idx="11">
                  <c:v>66831492.01974106</c:v>
                </c:pt>
                <c:pt idx="12">
                  <c:v>68329933.18266678</c:v>
                </c:pt>
                <c:pt idx="13">
                  <c:v>69555835.04930115</c:v>
                </c:pt>
                <c:pt idx="14">
                  <c:v>70554413.46360779</c:v>
                </c:pt>
                <c:pt idx="15">
                  <c:v>71363723.21623993</c:v>
                </c:pt>
                <c:pt idx="16">
                  <c:v>72016326.20890427</c:v>
                </c:pt>
                <c:pt idx="17">
                  <c:v>72540105.25910187</c:v>
                </c:pt>
                <c:pt idx="18">
                  <c:v>72958758.4675827</c:v>
                </c:pt>
                <c:pt idx="19">
                  <c:v>73292211.8331604</c:v>
                </c:pt>
                <c:pt idx="20">
                  <c:v>73557031.66669846</c:v>
                </c:pt>
                <c:pt idx="21">
                  <c:v>73766847.30071259</c:v>
                </c:pt>
                <c:pt idx="22">
                  <c:v>73932769.42034912</c:v>
                </c:pt>
                <c:pt idx="23">
                  <c:v>74063785.79353333</c:v>
                </c:pt>
                <c:pt idx="24">
                  <c:v>74167120.84169388</c:v>
                </c:pt>
                <c:pt idx="25">
                  <c:v>74248551.83634949</c:v>
                </c:pt>
                <c:pt idx="26">
                  <c:v>74312679.87984467</c:v>
                </c:pt>
                <c:pt idx="27">
                  <c:v>74363157.52108002</c:v>
                </c:pt>
                <c:pt idx="28">
                  <c:v>74402876.99098206</c:v>
                </c:pt>
                <c:pt idx="29">
                  <c:v>74434124.00290298</c:v>
                </c:pt>
                <c:pt idx="30">
                  <c:v>74458702.24804306</c:v>
                </c:pt>
                <c:pt idx="31">
                  <c:v>74478033.44342422</c:v>
                </c:pt>
                <c:pt idx="32">
                  <c:v>74493237.28556442</c:v>
                </c:pt>
                <c:pt idx="33">
                  <c:v>74505195.07152557</c:v>
                </c:pt>
                <c:pt idx="34">
                  <c:v>74514600.15715027</c:v>
                </c:pt>
                <c:pt idx="35">
                  <c:v>74521997.87523651</c:v>
                </c:pt>
                <c:pt idx="36">
                  <c:v>74527817.05524826</c:v>
                </c:pt>
                <c:pt idx="37">
                  <c:v>74532394.87604523</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74532394.87604523</c:v>
                </c:pt>
                <c:pt idx="38">
                  <c:v>74535996.44105148</c:v>
                </c:pt>
                <c:pt idx="39">
                  <c:v>74538830.1847229</c:v>
                </c:pt>
                <c:pt idx="40">
                  <c:v>74541059.99143219</c:v>
                </c:pt>
                <c:pt idx="41">
                  <c:v>74542814.72468948</c:v>
                </c:pt>
                <c:pt idx="42">
                  <c:v>74544195.71828079</c:v>
                </c:pt>
                <c:pt idx="43">
                  <c:v>74545282.66434479</c:v>
                </c:pt>
                <c:pt idx="44">
                  <c:v>74546138.24111557</c:v>
                </c:pt>
                <c:pt idx="45">
                  <c:v>74546811.75008392</c:v>
                </c:pt>
                <c:pt idx="46">
                  <c:v>74547341.97464752</c:v>
                </c:pt>
                <c:pt idx="47">
                  <c:v>74547759.42705917</c:v>
                </c:pt>
                <c:pt idx="48">
                  <c:v>74548088.11471176</c:v>
                </c:pt>
                <c:pt idx="49">
                  <c:v>74548346.92868042</c:v>
                </c:pt>
                <c:pt idx="50">
                  <c:v>74548550.73543549</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31239419.97607422</c:v>
                </c:pt>
                <c:pt idx="2">
                  <c:v>68049918.21511841</c:v>
                </c:pt>
                <c:pt idx="3">
                  <c:v>108235429.82293701</c:v>
                </c:pt>
                <c:pt idx="4">
                  <c:v>148640020.50733185</c:v>
                </c:pt>
                <c:pt idx="5">
                  <c:v>186369214.61378098</c:v>
                </c:pt>
                <c:pt idx="6">
                  <c:v>219720213.92972565</c:v>
                </c:pt>
                <c:pt idx="7">
                  <c:v>248261311.21967316</c:v>
                </c:pt>
                <c:pt idx="8">
                  <c:v>272367641.086113</c:v>
                </c:pt>
                <c:pt idx="9">
                  <c:v>292727866.1942558</c:v>
                </c:pt>
                <c:pt idx="10">
                  <c:v>310044760.37179184</c:v>
                </c:pt>
                <c:pt idx="11">
                  <c:v>324912937.9362564</c:v>
                </c:pt>
                <c:pt idx="12">
                  <c:v>337795358.6808853</c:v>
                </c:pt>
                <c:pt idx="13">
                  <c:v>349039941.4534149</c:v>
                </c:pt>
                <c:pt idx="14">
                  <c:v>358906294.5509453</c:v>
                </c:pt>
                <c:pt idx="15">
                  <c:v>367590551.1741142</c:v>
                </c:pt>
                <c:pt idx="16">
                  <c:v>375244842.34316635</c:v>
                </c:pt>
                <c:pt idx="17">
                  <c:v>381991324.36839294</c:v>
                </c:pt>
                <c:pt idx="18">
                  <c:v>387931746.4511795</c:v>
                </c:pt>
                <c:pt idx="19">
                  <c:v>393153701.73791504</c:v>
                </c:pt>
                <c:pt idx="20">
                  <c:v>397734555.9069443</c:v>
                </c:pt>
                <c:pt idx="21">
                  <c:v>401743826.96274567</c:v>
                </c:pt>
                <c:pt idx="22">
                  <c:v>405244581.74466705</c:v>
                </c:pt>
                <c:pt idx="23">
                  <c:v>408294243.1806679</c:v>
                </c:pt>
                <c:pt idx="24">
                  <c:v>410945070.45936584</c:v>
                </c:pt>
                <c:pt idx="25">
                  <c:v>413244477.6856766</c:v>
                </c:pt>
                <c:pt idx="26">
                  <c:v>415235288.8153305</c:v>
                </c:pt>
                <c:pt idx="27">
                  <c:v>416955981.2475281</c:v>
                </c:pt>
                <c:pt idx="28">
                  <c:v>418440941.59623337</c:v>
                </c:pt>
                <c:pt idx="29">
                  <c:v>419720740.0366211</c:v>
                </c:pt>
                <c:pt idx="30">
                  <c:v>420822420.43283844</c:v>
                </c:pt>
                <c:pt idx="31">
                  <c:v>421769799.3501396</c:v>
                </c:pt>
                <c:pt idx="32">
                  <c:v>422583766.00227356</c:v>
                </c:pt>
                <c:pt idx="33">
                  <c:v>423282575.799057</c:v>
                </c:pt>
                <c:pt idx="34">
                  <c:v>423882131.54512405</c:v>
                </c:pt>
                <c:pt idx="35">
                  <c:v>424396247.9559021</c:v>
                </c:pt>
                <c:pt idx="36">
                  <c:v>424836896.69996643</c:v>
                </c:pt>
                <c:pt idx="37">
                  <c:v>425214430.5014038</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425214430.5014038</c:v>
                </c:pt>
                <c:pt idx="38">
                  <c:v>425537785.89114</c:v>
                </c:pt>
                <c:pt idx="39">
                  <c:v>425814664.98503494</c:v>
                </c:pt>
                <c:pt idx="40">
                  <c:v>426051697.2194519</c:v>
                </c:pt>
                <c:pt idx="41">
                  <c:v>426254582.33234406</c:v>
                </c:pt>
                <c:pt idx="42">
                  <c:v>426428216.0815048</c:v>
                </c:pt>
                <c:pt idx="43">
                  <c:v>426576800.2801132</c:v>
                </c:pt>
                <c:pt idx="44">
                  <c:v>426703938.7351303</c:v>
                </c:pt>
                <c:pt idx="45">
                  <c:v>426812720.62254715</c:v>
                </c:pt>
                <c:pt idx="46">
                  <c:v>426905792.74593353</c:v>
                </c:pt>
                <c:pt idx="47">
                  <c:v>426985422.01545715</c:v>
                </c:pt>
                <c:pt idx="48">
                  <c:v>427053549.36574554</c:v>
                </c:pt>
                <c:pt idx="49">
                  <c:v>427111836.2091713</c:v>
                </c:pt>
                <c:pt idx="50">
                  <c:v>427161704.40296936</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19918773.916049957</c:v>
                </c:pt>
                <c:pt idx="2">
                  <c:v>39699771.25086975</c:v>
                </c:pt>
                <c:pt idx="3">
                  <c:v>57221377.012153625</c:v>
                </c:pt>
                <c:pt idx="4">
                  <c:v>71608433.56895447</c:v>
                </c:pt>
                <c:pt idx="5">
                  <c:v>83031896.1467247</c:v>
                </c:pt>
                <c:pt idx="6">
                  <c:v>92061568.97337341</c:v>
                </c:pt>
                <c:pt idx="7">
                  <c:v>99263781.27591705</c:v>
                </c:pt>
                <c:pt idx="8">
                  <c:v>105078419.03553009</c:v>
                </c:pt>
                <c:pt idx="9">
                  <c:v>109821391.68871689</c:v>
                </c:pt>
                <c:pt idx="10">
                  <c:v>113717537.60612106</c:v>
                </c:pt>
                <c:pt idx="11">
                  <c:v>116930797.89892578</c:v>
                </c:pt>
                <c:pt idx="12">
                  <c:v>119585214.65467834</c:v>
                </c:pt>
                <c:pt idx="13">
                  <c:v>121778136.77157593</c:v>
                </c:pt>
                <c:pt idx="14">
                  <c:v>123588213.01042938</c:v>
                </c:pt>
                <c:pt idx="15">
                  <c:v>125080231.52994537</c:v>
                </c:pt>
                <c:pt idx="16">
                  <c:v>126308151.88299942</c:v>
                </c:pt>
                <c:pt idx="17">
                  <c:v>127317129.79369736</c:v>
                </c:pt>
                <c:pt idx="18">
                  <c:v>128144982.09744644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128144982.09744644</c:v>
                </c:pt>
                <c:pt idx="19">
                  <c:v>128823329.91918564</c:v>
                </c:pt>
                <c:pt idx="20">
                  <c:v>129378541.59806061</c:v>
                </c:pt>
                <c:pt idx="21">
                  <c:v>129832535.61230087</c:v>
                </c:pt>
                <c:pt idx="22">
                  <c:v>130203473.55036163</c:v>
                </c:pt>
                <c:pt idx="23">
                  <c:v>130506359.3969841</c:v>
                </c:pt>
                <c:pt idx="24">
                  <c:v>130753555.74447632</c:v>
                </c:pt>
                <c:pt idx="25">
                  <c:v>130955225.53375244</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1376765.1626434326</c:v>
                </c:pt>
                <c:pt idx="2">
                  <c:v>2844378.433238983</c:v>
                </c:pt>
                <c:pt idx="3">
                  <c:v>4394475.994853973</c:v>
                </c:pt>
                <c:pt idx="4">
                  <c:v>6015143.123130798</c:v>
                </c:pt>
                <c:pt idx="5">
                  <c:v>7691267.027851105</c:v>
                </c:pt>
                <c:pt idx="6">
                  <c:v>9405261.006706238</c:v>
                </c:pt>
                <c:pt idx="7">
                  <c:v>11138092.762336731</c:v>
                </c:pt>
                <c:pt idx="8">
                  <c:v>12870481.844249725</c:v>
                </c:pt>
                <c:pt idx="9">
                  <c:v>14584093.305587769</c:v>
                </c:pt>
                <c:pt idx="10">
                  <c:v>16262560.11434555</c:v>
                </c:pt>
                <c:pt idx="11">
                  <c:v>17892212.57509613</c:v>
                </c:pt>
                <c:pt idx="12">
                  <c:v>19462461.527183533</c:v>
                </c:pt>
                <c:pt idx="13">
                  <c:v>20965850.47315979</c:v>
                </c:pt>
                <c:pt idx="14">
                  <c:v>22397841.83359146</c:v>
                </c:pt>
                <c:pt idx="15">
                  <c:v>23756426.4066391</c:v>
                </c:pt>
                <c:pt idx="16">
                  <c:v>25041645.094272614</c:v>
                </c:pt>
                <c:pt idx="17">
                  <c:v>26255096.14268112</c:v>
                </c:pt>
                <c:pt idx="18">
                  <c:v>27399478.682094574</c:v>
                </c:pt>
                <c:pt idx="19">
                  <c:v>28478201.296279907</c:v>
                </c:pt>
                <c:pt idx="20">
                  <c:v>29495066.639045715</c:v>
                </c:pt>
                <c:pt idx="21">
                  <c:v>30454030.98236084</c:v>
                </c:pt>
                <c:pt idx="22">
                  <c:v>31359030.569152832</c:v>
                </c:pt>
                <c:pt idx="23">
                  <c:v>32213863.540885925</c:v>
                </c:pt>
                <c:pt idx="24">
                  <c:v>33022115.692195892</c:v>
                </c:pt>
                <c:pt idx="25">
                  <c:v>33787119.26067352</c:v>
                </c:pt>
                <c:pt idx="26">
                  <c:v>34511935.59145355</c:v>
                </c:pt>
                <c:pt idx="27">
                  <c:v>35199354.31826019</c:v>
                </c:pt>
                <c:pt idx="28">
                  <c:v>35851903.3946228</c:v>
                </c:pt>
                <c:pt idx="29">
                  <c:v>36471865.76247406</c:v>
                </c:pt>
                <c:pt idx="30">
                  <c:v>37061299.6244812</c:v>
                </c:pt>
                <c:pt idx="31">
                  <c:v>37622060.20378876</c:v>
                </c:pt>
                <c:pt idx="32">
                  <c:v>38155821.56687164</c:v>
                </c:pt>
                <c:pt idx="33">
                  <c:v>38664097.59304047</c:v>
                </c:pt>
                <c:pt idx="34">
                  <c:v>39148261.5386734</c:v>
                </c:pt>
                <c:pt idx="35">
                  <c:v>39609563.8996582</c:v>
                </c:pt>
                <c:pt idx="36">
                  <c:v>40049148.450416565</c:v>
                </c:pt>
                <c:pt idx="37">
                  <c:v>40468066.45402527</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40468066.45402527</c:v>
                </c:pt>
                <c:pt idx="38">
                  <c:v>40867289.11220932</c:v>
                </c:pt>
                <c:pt idx="39">
                  <c:v>41247718.36885071</c:v>
                </c:pt>
                <c:pt idx="40">
                  <c:v>41610196.20491791</c:v>
                </c:pt>
                <c:pt idx="41">
                  <c:v>41955512.573387146</c:v>
                </c:pt>
                <c:pt idx="42">
                  <c:v>42284412.12401199</c:v>
                </c:pt>
                <c:pt idx="43">
                  <c:v>42597599.86307144</c:v>
                </c:pt>
                <c:pt idx="44">
                  <c:v>42895745.88518524</c:v>
                </c:pt>
                <c:pt idx="45">
                  <c:v>43179489.30368805</c:v>
                </c:pt>
                <c:pt idx="46">
                  <c:v>43449441.494968414</c:v>
                </c:pt>
                <c:pt idx="47">
                  <c:v>43706188.760318756</c:v>
                </c:pt>
                <c:pt idx="48">
                  <c:v>43950294.49763107</c:v>
                </c:pt>
                <c:pt idx="49">
                  <c:v>44182300.96419525</c:v>
                </c:pt>
                <c:pt idx="50">
                  <c:v>44402730.70167923</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-979378.549873352</c:v>
                </c:pt>
                <c:pt idx="2">
                  <c:v>-2048625.9889678955</c:v>
                </c:pt>
                <c:pt idx="3">
                  <c:v>-3201322.1694259644</c:v>
                </c:pt>
                <c:pt idx="4">
                  <c:v>-4426130.474899292</c:v>
                </c:pt>
                <c:pt idx="5">
                  <c:v>-5707099.725032806</c:v>
                </c:pt>
                <c:pt idx="6">
                  <c:v>-7024718.586456299</c:v>
                </c:pt>
                <c:pt idx="7">
                  <c:v>-8357596.974246979</c:v>
                </c:pt>
                <c:pt idx="8">
                  <c:v>-9684449.01461029</c:v>
                </c:pt>
                <c:pt idx="9">
                  <c:v>-10985958.687755585</c:v>
                </c:pt>
                <c:pt idx="10">
                  <c:v>-12246167.724739075</c:v>
                </c:pt>
                <c:pt idx="11">
                  <c:v>-13453199.269546509</c:v>
                </c:pt>
                <c:pt idx="12">
                  <c:v>-14599330.863437653</c:v>
                </c:pt>
                <c:pt idx="13">
                  <c:v>-15680574.549560547</c:v>
                </c:pt>
                <c:pt idx="14">
                  <c:v>-16695976.946918488</c:v>
                </c:pt>
                <c:pt idx="15">
                  <c:v>-17646832.591075897</c:v>
                </c:pt>
                <c:pt idx="16">
                  <c:v>-18535946.094543457</c:v>
                </c:pt>
                <c:pt idx="17">
                  <c:v>-19367015.80455017</c:v>
                </c:pt>
                <c:pt idx="18">
                  <c:v>-20144162.243717194</c:v>
                </c:pt>
                <c:pt idx="19">
                  <c:v>-20871593.83415985</c:v>
                </c:pt>
                <c:pt idx="20">
                  <c:v>-21553387.575878143</c:v>
                </c:pt>
                <c:pt idx="21">
                  <c:v>-22193358.252586365</c:v>
                </c:pt>
                <c:pt idx="22">
                  <c:v>-22794991.537506104</c:v>
                </c:pt>
                <c:pt idx="23">
                  <c:v>-23361420.65630722</c:v>
                </c:pt>
                <c:pt idx="24">
                  <c:v>-23895431.037448883</c:v>
                </c:pt>
                <c:pt idx="25">
                  <c:v>-24399481.670547485</c:v>
                </c:pt>
                <c:pt idx="26">
                  <c:v>-24875735.35683441</c:v>
                </c:pt>
                <c:pt idx="27">
                  <c:v>-25326092.651176453</c:v>
                </c:pt>
                <c:pt idx="28">
                  <c:v>-25752226.18131256</c:v>
                </c:pt>
                <c:pt idx="29">
                  <c:v>-26155613.34364319</c:v>
                </c:pt>
                <c:pt idx="30">
                  <c:v>-26537566.26290512</c:v>
                </c:pt>
                <c:pt idx="31">
                  <c:v>-26899258.48809433</c:v>
                </c:pt>
                <c:pt idx="32">
                  <c:v>-27241748.27059555</c:v>
                </c:pt>
                <c:pt idx="33">
                  <c:v>-27565998.50127411</c:v>
                </c:pt>
                <c:pt idx="34">
                  <c:v>-27872893.518203735</c:v>
                </c:pt>
                <c:pt idx="35">
                  <c:v>-28163253.068927765</c:v>
                </c:pt>
                <c:pt idx="36">
                  <c:v>-28437843.742671967</c:v>
                </c:pt>
                <c:pt idx="37">
                  <c:v>-28697388.193748474</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-28697388.193748474</c:v>
                </c:pt>
                <c:pt idx="38">
                  <c:v>-28942572.467082977</c:v>
                </c:pt>
                <c:pt idx="39">
                  <c:v>-29174051.717227936</c:v>
                </c:pt>
                <c:pt idx="40">
                  <c:v>-29392454.587078094</c:v>
                </c:pt>
                <c:pt idx="41">
                  <c:v>-29598386.485290527</c:v>
                </c:pt>
                <c:pt idx="42">
                  <c:v>-29792431.973323822</c:v>
                </c:pt>
                <c:pt idx="43">
                  <c:v>-29975156.44554901</c:v>
                </c:pt>
                <c:pt idx="44">
                  <c:v>-30147107.259983063</c:v>
                </c:pt>
                <c:pt idx="45">
                  <c:v>-30308814.452892303</c:v>
                </c:pt>
                <c:pt idx="46">
                  <c:v>-30460791.148418427</c:v>
                </c:pt>
                <c:pt idx="47">
                  <c:v>-30603533.754722595</c:v>
                </c:pt>
                <c:pt idx="48">
                  <c:v>-30737522.020439148</c:v>
                </c:pt>
                <c:pt idx="49">
                  <c:v>-30863219.01006317</c:v>
                </c:pt>
                <c:pt idx="50">
                  <c:v>-30981071.043655396</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3049078.5597686768</c:v>
                </c:pt>
                <c:pt idx="2">
                  <c:v>6627037.960159302</c:v>
                </c:pt>
                <c:pt idx="3">
                  <c:v>10352558.635410309</c:v>
                </c:pt>
                <c:pt idx="4">
                  <c:v>13824120.484371185</c:v>
                </c:pt>
                <c:pt idx="5">
                  <c:v>16824309.120422363</c:v>
                </c:pt>
                <c:pt idx="6">
                  <c:v>19328632.68106079</c:v>
                </c:pt>
                <c:pt idx="7">
                  <c:v>21406351.213924408</c:v>
                </c:pt>
                <c:pt idx="8">
                  <c:v>23143088.168289185</c:v>
                </c:pt>
                <c:pt idx="9">
                  <c:v>24610214.608150482</c:v>
                </c:pt>
                <c:pt idx="10">
                  <c:v>25860147.037475586</c:v>
                </c:pt>
                <c:pt idx="11">
                  <c:v>26930187.850868225</c:v>
                </c:pt>
                <c:pt idx="12">
                  <c:v>27847450.899612427</c:v>
                </c:pt>
                <c:pt idx="13">
                  <c:v>28632697.266220093</c:v>
                </c:pt>
                <c:pt idx="14">
                  <c:v>29302838.85055542</c:v>
                </c:pt>
                <c:pt idx="15">
                  <c:v>29872398.50263977</c:v>
                </c:pt>
                <c:pt idx="16">
                  <c:v>30354277.216259003</c:v>
                </c:pt>
                <c:pt idx="17">
                  <c:v>30760111.353595734</c:v>
                </c:pt>
                <c:pt idx="18">
                  <c:v>31100415.861862183</c:v>
                </c:pt>
                <c:pt idx="19">
                  <c:v>31384635.277454376</c:v>
                </c:pt>
                <c:pt idx="20">
                  <c:v>31621170.063812256</c:v>
                </c:pt>
                <c:pt idx="21">
                  <c:v>31817410.129276276</c:v>
                </c:pt>
                <c:pt idx="22">
                  <c:v>31979786.18364334</c:v>
                </c:pt>
                <c:pt idx="23">
                  <c:v>32113838.528762817</c:v>
                </c:pt>
                <c:pt idx="24">
                  <c:v>32224298.198371887</c:v>
                </c:pt>
                <c:pt idx="25">
                  <c:v>32315174.29030609</c:v>
                </c:pt>
                <c:pt idx="26">
                  <c:v>32389842.02549362</c:v>
                </c:pt>
                <c:pt idx="27">
                  <c:v>32451127.41506958</c:v>
                </c:pt>
                <c:pt idx="28">
                  <c:v>32501385.827423096</c:v>
                </c:pt>
                <c:pt idx="29">
                  <c:v>32542572.95187378</c:v>
                </c:pt>
                <c:pt idx="30">
                  <c:v>32576307.571437836</c:v>
                </c:pt>
                <c:pt idx="31">
                  <c:v>32603926.192432404</c:v>
                </c:pt>
                <c:pt idx="32">
                  <c:v>32626529.980285645</c:v>
                </c:pt>
                <c:pt idx="33">
                  <c:v>32645024.676532745</c:v>
                </c:pt>
                <c:pt idx="34">
                  <c:v>32660154.272026062</c:v>
                </c:pt>
                <c:pt idx="35">
                  <c:v>32672529.22940445</c:v>
                </c:pt>
                <c:pt idx="36">
                  <c:v>32682650.01451111</c:v>
                </c:pt>
                <c:pt idx="37">
                  <c:v>32690926.63503647</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32690926.63503647</c:v>
                </c:pt>
                <c:pt idx="38">
                  <c:v>32697694.809734344</c:v>
                </c:pt>
                <c:pt idx="39">
                  <c:v>32703229.313575745</c:v>
                </c:pt>
                <c:pt idx="40">
                  <c:v>32707754.968551636</c:v>
                </c:pt>
                <c:pt idx="41">
                  <c:v>32711455.680034637</c:v>
                </c:pt>
                <c:pt idx="42">
                  <c:v>32714481.856178284</c:v>
                </c:pt>
                <c:pt idx="43">
                  <c:v>32716956.493125916</c:v>
                </c:pt>
                <c:pt idx="44">
                  <c:v>32718980.16178131</c:v>
                </c:pt>
                <c:pt idx="45">
                  <c:v>32720635.091636658</c:v>
                </c:pt>
                <c:pt idx="46">
                  <c:v>32721988.513484955</c:v>
                </c:pt>
                <c:pt idx="47">
                  <c:v>32723095.39441681</c:v>
                </c:pt>
                <c:pt idx="48">
                  <c:v>32724000.6749115</c:v>
                </c:pt>
                <c:pt idx="49">
                  <c:v>32724741.09827423</c:v>
                </c:pt>
                <c:pt idx="50">
                  <c:v>32725346.706432343</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2026-2030 Sum. Incr. Sales, Mln.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0.0</c:v>
                </c:pt>
                <c:pt idx="1">
                  <c:v>-1637987.9061508179</c:v>
                </c:pt>
                <c:pt idx="2">
                  <c:v>-3269514.893119812</c:v>
                </c:pt>
                <c:pt idx="3">
                  <c:v>-4894725.984367371</c:v>
                </c:pt>
                <c:pt idx="4">
                  <c:v>-6513785.904899597</c:v>
                </c:pt>
                <c:pt idx="5">
                  <c:v>-8126879.150489807</c:v>
                </c:pt>
                <c:pt idx="6">
                  <c:v>-9734209.913913727</c:v>
                </c:pt>
                <c:pt idx="7">
                  <c:v>-11336001.860782623</c:v>
                </c:pt>
                <c:pt idx="8">
                  <c:v>-12932497.749542236</c:v>
                </c:pt>
                <c:pt idx="9">
                  <c:v>-14523958.892097473</c:v>
                </c:pt>
                <c:pt idx="10">
                  <c:v>-16110664.453845978</c:v>
                </c:pt>
                <c:pt idx="11">
                  <c:v>-17692910.5942955</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-17692910.5942955</c:v>
                </c:pt>
                <c:pt idx="12">
                  <c:v>-19271009.451862335</c:v>
                </c:pt>
                <c:pt idx="13">
                  <c:v>-20845287.97915268</c:v>
                </c:pt>
                <c:pt idx="14">
                  <c:v>-22416086.637413025</c:v>
                </c:pt>
                <c:pt idx="15">
                  <c:v>-23983757.961402893</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0.0</c:v>
                </c:pt>
                <c:pt idx="1">
                  <c:v>-1986680.439277649</c:v>
                </c:pt>
                <c:pt idx="2">
                  <c:v>-3973350.430206299</c:v>
                </c:pt>
                <c:pt idx="3">
                  <c:v>-5960010.03319931</c:v>
                </c:pt>
                <c:pt idx="4">
                  <c:v>-7946659.308933258</c:v>
                </c:pt>
                <c:pt idx="5">
                  <c:v>-9933298.318340302</c:v>
                </c:pt>
                <c:pt idx="6">
                  <c:v>-11919927.122615814</c:v>
                </c:pt>
                <c:pt idx="7">
                  <c:v>-13906545.78320694</c:v>
                </c:pt>
                <c:pt idx="8">
                  <c:v>-15893154.361820221</c:v>
                </c:pt>
                <c:pt idx="9">
                  <c:v>-17879752.920417786</c:v>
                </c:pt>
                <c:pt idx="10">
                  <c:v>-19866341.521209717</c:v>
                </c:pt>
                <c:pt idx="11">
                  <c:v>-21852920.226654053</c:v>
                </c:pt>
                <c:pt idx="12">
                  <c:v>-23839489.099472046</c:v>
                </c:pt>
                <c:pt idx="13">
                  <c:v>-25826048.20262146</c:v>
                </c:pt>
                <c:pt idx="14">
                  <c:v>-27812597.599308014</c:v>
                </c:pt>
                <c:pt idx="15">
                  <c:v>-29799137.352985382</c:v>
                </c:pt>
                <c:pt idx="16">
                  <c:v>-31785667.527355194</c:v>
                </c:pt>
                <c:pt idx="17">
                  <c:v>-33772188.18635559</c:v>
                </c:pt>
                <c:pt idx="18">
                  <c:v>-35758699.394161224</c:v>
                </c:pt>
                <c:pt idx="19">
                  <c:v>-37745201.21519852</c:v>
                </c:pt>
                <c:pt idx="20">
                  <c:v>-39731693.71412659</c:v>
                </c:pt>
                <c:pt idx="21">
                  <c:v>-41718176.955833435</c:v>
                </c:pt>
                <c:pt idx="22">
                  <c:v>-43704651.00544739</c:v>
                </c:pt>
                <c:pt idx="23">
                  <c:v>-45691115.9283371</c:v>
                </c:pt>
                <c:pt idx="24">
                  <c:v>-47677571.79009247</c:v>
                </c:pt>
                <c:pt idx="25">
                  <c:v>-49664018.65653229</c:v>
                </c:pt>
                <c:pt idx="26">
                  <c:v>-51650456.59371185</c:v>
                </c:pt>
                <c:pt idx="27">
                  <c:v>-53636885.667907715</c:v>
                </c:pt>
                <c:pt idx="28">
                  <c:v>-55623305.94562149</c:v>
                </c:pt>
                <c:pt idx="29">
                  <c:v>-57609717.49357605</c:v>
                </c:pt>
                <c:pt idx="30">
                  <c:v>-59596120.378723145</c:v>
                </c:pt>
                <c:pt idx="31">
                  <c:v>-61582514.66822815</c:v>
                </c:pt>
                <c:pt idx="32">
                  <c:v>-63568900.42947388</c:v>
                </c:pt>
                <c:pt idx="33">
                  <c:v>-65555277.73006439</c:v>
                </c:pt>
                <c:pt idx="34">
                  <c:v>-67541646.63780975</c:v>
                </c:pt>
                <c:pt idx="35">
                  <c:v>-69528007.22074127</c:v>
                </c:pt>
                <c:pt idx="36">
                  <c:v>-71514359.54709625</c:v>
                </c:pt>
                <c:pt idx="37">
                  <c:v>-73500703.68532562</c:v>
                </c:pt>
                <c:pt idx="38">
                  <c:v>-75487039.70407867</c:v>
                </c:pt>
                <c:pt idx="39">
                  <c:v>-77473367.67222595</c:v>
                </c:pt>
                <c:pt idx="40">
                  <c:v>-79459687.6588211</c:v>
                </c:pt>
                <c:pt idx="41">
                  <c:v>-81445999.73313904</c:v>
                </c:pt>
                <c:pt idx="42">
                  <c:v>-83432303.96463776</c:v>
                </c:pt>
                <c:pt idx="43">
                  <c:v>-85418600.4229927</c:v>
                </c:pt>
                <c:pt idx="44">
                  <c:v>-87404889.17805481</c:v>
                </c:pt>
                <c:pt idx="45">
                  <c:v>-89391170.29988098</c:v>
                </c:pt>
                <c:pt idx="46">
                  <c:v>-91377443.85872269</c:v>
                </c:pt>
                <c:pt idx="47">
                  <c:v>-93363709.92501068</c:v>
                </c:pt>
                <c:pt idx="48">
                  <c:v>-95349968.56937408</c:v>
                </c:pt>
                <c:pt idx="49">
                  <c:v>-97336219.86262512</c:v>
                </c:pt>
                <c:pt idx="50">
                  <c:v>-99322463.87575912</c:v>
                </c:pt>
                <c:pt idx="51">
                  <c:v>-101308700.67995834</c:v>
                </c:pt>
                <c:pt idx="52">
                  <c:v>-103294930.3465805</c:v>
                </c:pt>
                <c:pt idx="53">
                  <c:v>-105281152.94717026</c:v>
                </c:pt>
                <c:pt idx="54">
                  <c:v>-107267368.55343246</c:v>
                </c:pt>
                <c:pt idx="55">
                  <c:v>-109253577.23726654</c:v>
                </c:pt>
                <c:pt idx="56">
                  <c:v>-111239779.07072449</c:v>
                </c:pt>
                <c:pt idx="57">
                  <c:v>-113225974.12604523</c:v>
                </c:pt>
                <c:pt idx="58">
                  <c:v>-115212162.47563171</c:v>
                </c:pt>
                <c:pt idx="59">
                  <c:v>-117198344.19204712</c:v>
                </c:pt>
                <c:pt idx="60">
                  <c:v>-119184519.34802246</c:v>
                </c:pt>
                <c:pt idx="61">
                  <c:v>-121170688.01645279</c:v>
                </c:pt>
                <c:pt idx="62">
                  <c:v>-123156850.27039337</c:v>
                </c:pt>
                <c:pt idx="63">
                  <c:v>-125143006.18305206</c:v>
                </c:pt>
                <c:pt idx="64">
                  <c:v>-127129155.82779694</c:v>
                </c:pt>
                <c:pt idx="65">
                  <c:v>-129115299.27815247</c:v>
                </c:pt>
                <c:pt idx="66">
                  <c:v>-131101436.60778427</c:v>
                </c:pt>
                <c:pt idx="67">
                  <c:v>-133087567.89051819</c:v>
                </c:pt>
                <c:pt idx="68">
                  <c:v>-135073693.200325</c:v>
                </c:pt>
                <c:pt idx="69">
                  <c:v>-137059812.61131287</c:v>
                </c:pt>
                <c:pt idx="70">
                  <c:v>-139045926.19773865</c:v>
                </c:pt>
                <c:pt idx="71">
                  <c:v>-141032034.03400803</c:v>
                </c:pt>
                <c:pt idx="72">
                  <c:v>-143018136.19464493</c:v>
                </c:pt>
                <c:pt idx="73">
                  <c:v>-145004232.75432587</c:v>
                </c:pt>
                <c:pt idx="74">
                  <c:v>-146990323.78785706</c:v>
                </c:pt>
                <c:pt idx="75">
                  <c:v>-148976409.37017822</c:v>
                </c:pt>
                <c:pt idx="76">
                  <c:v>-150962489.57635117</c:v>
                </c:pt>
                <c:pt idx="77">
                  <c:v>-152948564.48156738</c:v>
                </c:pt>
                <c:pt idx="78">
                  <c:v>-154934634.1611557</c:v>
                </c:pt>
                <c:pt idx="79">
                  <c:v>-156920698.69054794</c:v>
                </c:pt>
                <c:pt idx="80">
                  <c:v>-158906758.14530945</c:v>
                </c:pt>
                <c:pt idx="81">
                  <c:v>-160892812.6011238</c:v>
                </c:pt>
                <c:pt idx="82">
                  <c:v>-162878862.13378143</c:v>
                </c:pt>
                <c:pt idx="83">
                  <c:v>-164864906.8191986</c:v>
                </c:pt>
                <c:pt idx="84">
                  <c:v>-166850946.7333908</c:v>
                </c:pt>
                <c:pt idx="85">
                  <c:v>-168836981.95248413</c:v>
                </c:pt>
                <c:pt idx="86">
                  <c:v>-170823012.55272675</c:v>
                </c:pt>
                <c:pt idx="87">
                  <c:v>-172809038.61044312</c:v>
                </c:pt>
                <c:pt idx="88">
                  <c:v>-174795060.20209122</c:v>
                </c:pt>
                <c:pt idx="89">
                  <c:v>-176781077.40420532</c:v>
                </c:pt>
                <c:pt idx="90">
                  <c:v>-178767090.2934265</c:v>
                </c:pt>
                <c:pt idx="91">
                  <c:v>-180753098.94648743</c:v>
                </c:pt>
                <c:pt idx="92">
                  <c:v>-182739103.44021606</c:v>
                </c:pt>
                <c:pt idx="93">
                  <c:v>-184725103.85153198</c:v>
                </c:pt>
                <c:pt idx="94">
                  <c:v>-186711100.25743866</c:v>
                </c:pt>
                <c:pt idx="95">
                  <c:v>-188697092.7350235</c:v>
                </c:pt>
                <c:pt idx="96">
                  <c:v>-190683081.36146164</c:v>
                </c:pt>
                <c:pt idx="97">
                  <c:v>-192669066.21400833</c:v>
                </c:pt>
                <c:pt idx="98">
                  <c:v>-194655047.36999512</c:v>
                </c:pt>
                <c:pt idx="99">
                  <c:v>-196641024.90682983</c:v>
                </c:pt>
                <c:pt idx="100">
                  <c:v>-198626998.9019966</c:v>
                </c:pt>
                <c:pt idx="101">
                  <c:v>-200612969.43304443</c:v>
                </c:pt>
                <c:pt idx="102">
                  <c:v>-202598936.57759476</c:v>
                </c:pt>
                <c:pt idx="103">
                  <c:v>-204584900.4133377</c:v>
                </c:pt>
                <c:pt idx="104">
                  <c:v>-206570861.01802826</c:v>
                </c:pt>
                <c:pt idx="105">
                  <c:v>-208556818.4694748</c:v>
                </c:pt>
                <c:pt idx="106">
                  <c:v>-210542772.84554672</c:v>
                </c:pt>
                <c:pt idx="107">
                  <c:v>-212528724.2241783</c:v>
                </c:pt>
                <c:pt idx="108">
                  <c:v>-214514672.6833496</c:v>
                </c:pt>
                <c:pt idx="109">
                  <c:v>-216500618.30109406</c:v>
                </c:pt>
                <c:pt idx="110">
                  <c:v>-218486561.1554947</c:v>
                </c:pt>
                <c:pt idx="111">
                  <c:v>-220472501.32468796</c:v>
                </c:pt>
                <c:pt idx="112">
                  <c:v>-222458438.88684082</c:v>
                </c:pt>
                <c:pt idx="113">
                  <c:v>-224444373.92017746</c:v>
                </c:pt>
                <c:pt idx="114">
                  <c:v>-226430306.50295258</c:v>
                </c:pt>
                <c:pt idx="115">
                  <c:v>-228416236.7134514</c:v>
                </c:pt>
                <c:pt idx="116">
                  <c:v>-230402164.6300087</c:v>
                </c:pt>
                <c:pt idx="117">
                  <c:v>-232388090.33098602</c:v>
                </c:pt>
                <c:pt idx="118">
                  <c:v>-234374013.89476776</c:v>
                </c:pt>
                <c:pt idx="119">
                  <c:v>-236359935.39977264</c:v>
                </c:pt>
                <c:pt idx="120">
                  <c:v>-238345854.9244461</c:v>
                </c:pt>
                <c:pt idx="121">
                  <c:v>-240331772.54724884</c:v>
                </c:pt>
                <c:pt idx="122">
                  <c:v>-242317688.3466606</c:v>
                </c:pt>
                <c:pt idx="123">
                  <c:v>-244303602.4011879</c:v>
                </c:pt>
                <c:pt idx="124">
                  <c:v>-246289514.7893448</c:v>
                </c:pt>
                <c:pt idx="125">
                  <c:v>-248275425.58966446</c:v>
                </c:pt>
                <c:pt idx="126">
                  <c:v>-250261334.88067627</c:v>
                </c:pt>
                <c:pt idx="127">
                  <c:v>-252247242.74093628</c:v>
                </c:pt>
                <c:pt idx="128">
                  <c:v>-254233149.2489853</c:v>
                </c:pt>
                <c:pt idx="129">
                  <c:v>-256219054.48338318</c:v>
                </c:pt>
                <c:pt idx="130">
                  <c:v>-258204958.5226822</c:v>
                </c:pt>
                <c:pt idx="131">
                  <c:v>-260190861.44543457</c:v>
                </c:pt>
                <c:pt idx="132">
                  <c:v>-262176763.33018494</c:v>
                </c:pt>
                <c:pt idx="133">
                  <c:v>-264162664.2554779</c:v>
                </c:pt>
                <c:pt idx="134">
                  <c:v>-266148564.29984283</c:v>
                </c:pt>
                <c:pt idx="135">
                  <c:v>-268134463.5417862</c:v>
                </c:pt>
                <c:pt idx="136">
                  <c:v>-270120362.0598259</c:v>
                </c:pt>
                <c:pt idx="137">
                  <c:v>-272106259.9324417</c:v>
                </c:pt>
                <c:pt idx="138">
                  <c:v>-274092157.23809433</c:v>
                </c:pt>
                <c:pt idx="139">
                  <c:v>-276078054.0552368</c:v>
                </c:pt>
                <c:pt idx="140">
                  <c:v>-278063950.4622879</c:v>
                </c:pt>
                <c:pt idx="141">
                  <c:v>-280049846.53764343</c:v>
                </c:pt>
                <c:pt idx="142">
                  <c:v>-282035742.3596611</c:v>
                </c:pt>
                <c:pt idx="143">
                  <c:v>-284021638.00667953</c:v>
                </c:pt>
                <c:pt idx="144">
                  <c:v>-286007533.5569916</c:v>
                </c:pt>
                <c:pt idx="145">
                  <c:v>-287993429.0888634</c:v>
                </c:pt>
                <c:pt idx="146">
                  <c:v>-289979324.6805191</c:v>
                </c:pt>
                <c:pt idx="147">
                  <c:v>-291965220.4101372</c:v>
                </c:pt>
                <c:pt idx="148">
                  <c:v>-293951116.35585785</c:v>
                </c:pt>
                <c:pt idx="149">
                  <c:v>-295937012.5957718</c:v>
                </c:pt>
                <c:pt idx="150">
                  <c:v>-297922909.2079239</c:v>
                </c:pt>
                <c:pt idx="151">
                  <c:v>-299908806.2703018</c:v>
                </c:pt>
                <c:pt idx="152">
                  <c:v>-301894703.8608475</c:v>
                </c:pt>
                <c:pt idx="153">
                  <c:v>-303880602.0574417</c:v>
                </c:pt>
                <c:pt idx="154">
                  <c:v>-305866500.9379158</c:v>
                </c:pt>
                <c:pt idx="155">
                  <c:v>-307852400.5800247</c:v>
                </c:pt>
                <c:pt idx="156">
                  <c:v>-309838301.06147766</c:v>
                </c:pt>
                <c:pt idx="157">
                  <c:v>-311824202.4598999</c:v>
                </c:pt>
                <c:pt idx="158">
                  <c:v>-313810104.85287476</c:v>
                </c:pt>
                <c:pt idx="159">
                  <c:v>-315796008.31788635</c:v>
                </c:pt>
                <c:pt idx="160">
                  <c:v>-317781912.93236923</c:v>
                </c:pt>
                <c:pt idx="161">
                  <c:v>-319767818.7736702</c:v>
                </c:pt>
                <c:pt idx="162">
                  <c:v>-321753725.91906357</c:v>
                </c:pt>
                <c:pt idx="163">
                  <c:v>-323739634.4457474</c:v>
                </c:pt>
                <c:pt idx="164">
                  <c:v>-325725544.4308281</c:v>
                </c:pt>
                <c:pt idx="165">
                  <c:v>-327711455.9513397</c:v>
                </c:pt>
                <c:pt idx="166">
                  <c:v>-329697369.0842209</c:v>
                </c:pt>
                <c:pt idx="167">
                  <c:v>-331683283.9063263</c:v>
                </c:pt>
                <c:pt idx="168">
                  <c:v>-333669200.4944153</c:v>
                </c:pt>
                <c:pt idx="169">
                  <c:v>-335655118.9251671</c:v>
                </c:pt>
                <c:pt idx="170">
                  <c:v>-337641039.27514267</c:v>
                </c:pt>
                <c:pt idx="171">
                  <c:v>-339626961.6208267</c:v>
                </c:pt>
                <c:pt idx="172">
                  <c:v>-341612886.0385895</c:v>
                </c:pt>
                <c:pt idx="173">
                  <c:v>-343598812.6047058</c:v>
                </c:pt>
                <c:pt idx="174">
                  <c:v>-345584741.3953476</c:v>
                </c:pt>
                <c:pt idx="175">
                  <c:v>-347570672.48656845</c:v>
                </c:pt>
                <c:pt idx="176">
                  <c:v>-349556605.9543266</c:v>
                </c:pt>
                <c:pt idx="177">
                  <c:v>-351542541.87446594</c:v>
                </c:pt>
                <c:pt idx="178">
                  <c:v>-353528480.3227043</c:v>
                </c:pt>
                <c:pt idx="179">
                  <c:v>-355514421.3746605</c:v>
                </c:pt>
                <c:pt idx="180">
                  <c:v>-357500365.10582733</c:v>
                </c:pt>
                <c:pt idx="181">
                  <c:v>-359486311.5915756</c:v>
                </c:pt>
                <c:pt idx="182">
                  <c:v>-361472260.9071579</c:v>
                </c:pt>
                <c:pt idx="183">
                  <c:v>-363458213.1277008</c:v>
                </c:pt>
                <c:pt idx="184">
                  <c:v>-365444168.3282051</c:v>
                </c:pt>
                <c:pt idx="185">
                  <c:v>-367430126.58353806</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-367430126.58353806</c:v>
                </c:pt>
                <c:pt idx="186">
                  <c:v>-369416087.9684448</c:v>
                </c:pt>
                <c:pt idx="187">
                  <c:v>-371402052.5575218</c:v>
                </c:pt>
                <c:pt idx="188">
                  <c:v>-373388020.4252548</c:v>
                </c:pt>
                <c:pt idx="189">
                  <c:v>-375373991.6459656</c:v>
                </c:pt>
                <c:pt idx="190">
                  <c:v>-377359966.29385376</c:v>
                </c:pt>
                <c:pt idx="191">
                  <c:v>-379345944.4429741</c:v>
                </c:pt>
                <c:pt idx="192">
                  <c:v>-381331926.1672325</c:v>
                </c:pt>
                <c:pt idx="193">
                  <c:v>-383317911.54039</c:v>
                </c:pt>
                <c:pt idx="194">
                  <c:v>-385303900.63606644</c:v>
                </c:pt>
                <c:pt idx="195">
                  <c:v>-387289893.5277252</c:v>
                </c:pt>
                <c:pt idx="196">
                  <c:v>-389275890.28868484</c:v>
                </c:pt>
                <c:pt idx="197">
                  <c:v>-391261890.99209976</c:v>
                </c:pt>
                <c:pt idx="198">
                  <c:v>-393247895.71097565</c:v>
                </c:pt>
                <c:pt idx="199">
                  <c:v>-395233904.51815796</c:v>
                </c:pt>
                <c:pt idx="200">
                  <c:v>-397219917.48633194</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0.0</c:v>
                </c:pt>
                <c:pt idx="1">
                  <c:v>4584537.314411163</c:v>
                </c:pt>
                <c:pt idx="2">
                  <c:v>10218822.994567871</c:v>
                </c:pt>
                <c:pt idx="3">
                  <c:v>16924237.98584366</c:v>
                </c:pt>
                <c:pt idx="4">
                  <c:v>24648785.61637497</c:v>
                </c:pt>
                <c:pt idx="5">
                  <c:v>33253581.641685486</c:v>
                </c:pt>
                <c:pt idx="6">
                  <c:v>42515518.412475586</c:v>
                </c:pt>
                <c:pt idx="7">
                  <c:v>52149848.59641266</c:v>
                </c:pt>
                <c:pt idx="8">
                  <c:v>61848434.01886749</c:v>
                </c:pt>
                <c:pt idx="9">
                  <c:v>71322203.76087952</c:v>
                </c:pt>
                <c:pt idx="10">
                  <c:v>80334926.60868454</c:v>
                </c:pt>
                <c:pt idx="11">
                  <c:v>88720483.49961853</c:v>
                </c:pt>
                <c:pt idx="12">
                  <c:v>96383433.51717377</c:v>
                </c:pt>
                <c:pt idx="13">
                  <c:v>103288072.63088226</c:v>
                </c:pt>
                <c:pt idx="14">
                  <c:v>109442568.94859314</c:v>
                </c:pt>
                <c:pt idx="15">
                  <c:v>114883255.4636612</c:v>
                </c:pt>
                <c:pt idx="16">
                  <c:v>119661779.15438843</c:v>
                </c:pt>
                <c:pt idx="17">
                  <c:v>123835870.85167313</c:v>
                </c:pt>
                <c:pt idx="18">
                  <c:v>127463400.18513489</c:v>
                </c:pt>
                <c:pt idx="19">
                  <c:v>130598961.63953781</c:v>
                </c:pt>
                <c:pt idx="20">
                  <c:v>133292213.22058868</c:v>
                </c:pt>
                <c:pt idx="21">
                  <c:v>135587329.77291107</c:v>
                </c:pt>
                <c:pt idx="22">
                  <c:v>137523108.02521896</c:v>
                </c:pt>
                <c:pt idx="23">
                  <c:v>139133413.21195984</c:v>
                </c:pt>
                <c:pt idx="24">
                  <c:v>140447772.01544952</c:v>
                </c:pt>
                <c:pt idx="25">
                  <c:v>141491996.00003052</c:v>
                </c:pt>
                <c:pt idx="26">
                  <c:v>142288771.65306854</c:v>
                </c:pt>
                <c:pt idx="27">
                  <c:v>142858185.71714783</c:v>
                </c:pt>
                <c:pt idx="28">
                  <c:v>143218174.14909363</c:v>
                </c:pt>
                <c:pt idx="29">
                  <c:v>143384894.38064194</c:v>
                </c:pt>
                <c:pt idx="30">
                  <c:v>143373026.6770363</c:v>
                </c:pt>
                <c:pt idx="31">
                  <c:v>143196013.30169678</c:v>
                </c:pt>
                <c:pt idx="32">
                  <c:v>142866245.1751938</c:v>
                </c:pt>
                <c:pt idx="33">
                  <c:v>142395205.5699196</c:v>
                </c:pt>
                <c:pt idx="34">
                  <c:v>141793579.61336136</c:v>
                </c:pt>
                <c:pt idx="35">
                  <c:v>141071337.29908752</c:v>
                </c:pt>
                <c:pt idx="36">
                  <c:v>140237796.52298737</c:v>
                </c:pt>
                <c:pt idx="37">
                  <c:v>139301671.49326324</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139301671.49326324</c:v>
                </c:pt>
                <c:pt idx="38">
                  <c:v>138271110.777874</c:v>
                </c:pt>
                <c:pt idx="39">
                  <c:v>137153728.2903633</c:v>
                </c:pt>
                <c:pt idx="40">
                  <c:v>135956629.69095612</c:v>
                </c:pt>
                <c:pt idx="41">
                  <c:v>134686435.9960556</c:v>
                </c:pt>
                <c:pt idx="42">
                  <c:v>133349305.6385727</c:v>
                </c:pt>
                <c:pt idx="43">
                  <c:v>131950955.79073715</c:v>
                </c:pt>
                <c:pt idx="44">
                  <c:v>130496683.43452072</c:v>
                </c:pt>
                <c:pt idx="45">
                  <c:v>128991386.42596817</c:v>
                </c:pt>
                <c:pt idx="46">
                  <c:v>127439584.63210297</c:v>
                </c:pt>
                <c:pt idx="47">
                  <c:v>125845441.10821533</c:v>
                </c:pt>
                <c:pt idx="48">
                  <c:v>124212783.2157898</c:v>
                </c:pt>
                <c:pt idx="49">
                  <c:v>122545123.54600525</c:v>
                </c:pt>
                <c:pt idx="50">
                  <c:v>120845680.50170517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0.0</c:v>
                </c:pt>
                <c:pt idx="1">
                  <c:v>43016258.126449585</c:v>
                </c:pt>
                <c:pt idx="2">
                  <c:v>90239897.76871872</c:v>
                </c:pt>
                <c:pt idx="3">
                  <c:v>141607164.79740143</c:v>
                </c:pt>
                <c:pt idx="4">
                  <c:v>196909242.72988892</c:v>
                </c:pt>
                <c:pt idx="5">
                  <c:v>255779222.14313507</c:v>
                </c:pt>
                <c:pt idx="6">
                  <c:v>317692457.12696075</c:v>
                </c:pt>
                <c:pt idx="7">
                  <c:v>381983057.73646545</c:v>
                </c:pt>
                <c:pt idx="8">
                  <c:v>447876578.1102066</c:v>
                </c:pt>
                <c:pt idx="9">
                  <c:v>514535713.23503494</c:v>
                </c:pt>
                <c:pt idx="10">
                  <c:v>581112977.1485367</c:v>
                </c:pt>
                <c:pt idx="11">
                  <c:v>646802854.7085266</c:v>
                </c:pt>
                <c:pt idx="12">
                  <c:v>710886295.1623764</c:v>
                </c:pt>
                <c:pt idx="13">
                  <c:v>772762452.660244</c:v>
                </c:pt>
                <c:pt idx="14">
                  <c:v>831965507.5652313</c:v>
                </c:pt>
                <c:pt idx="15">
                  <c:v>888167269.0617371</c:v>
                </c:pt>
                <c:pt idx="16">
                  <c:v>941168332.6043701</c:v>
                </c:pt>
                <c:pt idx="17">
                  <c:v>990881548.4993515</c:v>
                </c:pt>
                <c:pt idx="18">
                  <c:v>1037311558.2162094</c:v>
                </c:pt>
                <c:pt idx="19">
                  <c:v>1080533508.1134453</c:v>
                </c:pt>
                <c:pt idx="20">
                  <c:v>1120673127.57761</c:v>
                </c:pt>
                <c:pt idx="21">
                  <c:v>1157889445.6332283</c:v>
                </c:pt>
                <c:pt idx="22">
                  <c:v>1192360677.5754929</c:v>
                </c:pt>
                <c:pt idx="23">
                  <c:v>1224273294.3929443</c:v>
                </c:pt>
                <c:pt idx="24">
                  <c:v>1253813977.6322784</c:v>
                </c:pt>
                <c:pt idx="25">
                  <c:v>1281164014.6268997</c:v>
                </c:pt>
                <c:pt idx="26">
                  <c:v>1306495651.5152512</c:v>
                </c:pt>
                <c:pt idx="27">
                  <c:v>1329969949.3924026</c:v>
                </c:pt>
                <c:pt idx="28">
                  <c:v>1351735749.2523575</c:v>
                </c:pt>
                <c:pt idx="29">
                  <c:v>1371929422.4872093</c:v>
                </c:pt>
                <c:pt idx="30">
                  <c:v>1390675153.0452118</c:v>
                </c:pt>
                <c:pt idx="31">
                  <c:v>1408085558.6451645</c:v>
                </c:pt>
                <c:pt idx="32">
                  <c:v>1424262509.3994598</c:v>
                </c:pt>
                <c:pt idx="33">
                  <c:v>1439298042.7708359</c:v>
                </c:pt>
                <c:pt idx="34">
                  <c:v>1453275305.0528488</c:v>
                </c:pt>
                <c:pt idx="35">
                  <c:v>1466269473.0226898</c:v>
                </c:pt>
                <c:pt idx="36">
                  <c:v>1478348626.6092453</c:v>
                </c:pt>
                <c:pt idx="37">
                  <c:v>1489574555.7446709</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1489574555.7446709</c:v>
                </c:pt>
                <c:pt idx="38">
                  <c:v>1500003493.1995926</c:v>
                </c:pt>
                <c:pt idx="39">
                  <c:v>1509686771.0876694</c:v>
                </c:pt>
                <c:pt idx="40">
                  <c:v>1518671402.6028137</c:v>
                </c:pt>
                <c:pt idx="41">
                  <c:v>1527000592.9856224</c:v>
                </c:pt>
                <c:pt idx="42">
                  <c:v>1534714185.1256714</c:v>
                </c:pt>
                <c:pt idx="43">
                  <c:v>1541849045.9049454</c:v>
                </c:pt>
                <c:pt idx="44">
                  <c:v>1548439399.6017914</c:v>
                </c:pt>
                <c:pt idx="45">
                  <c:v>1554517114.568287</c:v>
                </c:pt>
                <c:pt idx="46">
                  <c:v>1560111949.0840302</c:v>
                </c:pt>
                <c:pt idx="47">
                  <c:v>1565251761.8586884</c:v>
                </c:pt>
                <c:pt idx="48">
                  <c:v>1569962692.1623726</c:v>
                </c:pt>
                <c:pt idx="49">
                  <c:v>1574269314.04636</c:v>
                </c:pt>
                <c:pt idx="50">
                  <c:v>1578194768.6039124</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0.0</c:v>
                </c:pt>
                <c:pt idx="1">
                  <c:v>28136767.151615143</c:v>
                </c:pt>
                <c:pt idx="2">
                  <c:v>57343651.59181976</c:v>
                </c:pt>
                <c:pt idx="3">
                  <c:v>87016854.04069138</c:v>
                </c:pt>
                <c:pt idx="4">
                  <c:v>116521556.3023758</c:v>
                </c:pt>
                <c:pt idx="5">
                  <c:v>145256716.88161469</c:v>
                </c:pt>
                <c:pt idx="6">
                  <c:v>172710713.54945374</c:v>
                </c:pt>
                <c:pt idx="7">
                  <c:v>198496747.59332275</c:v>
                </c:pt>
                <c:pt idx="8">
                  <c:v>222364344.18093872</c:v>
                </c:pt>
                <c:pt idx="9">
                  <c:v>244190375.26008224</c:v>
                </c:pt>
                <c:pt idx="10">
                  <c:v>263957017.98358917</c:v>
                </c:pt>
                <c:pt idx="11">
                  <c:v>281724500.35046387</c:v>
                </c:pt>
                <c:pt idx="12">
                  <c:v>297604619.1391449</c:v>
                </c:pt>
                <c:pt idx="13">
                  <c:v>311738442.86896896</c:v>
                </c:pt>
                <c:pt idx="14">
                  <c:v>324279417.87880707</c:v>
                </c:pt>
                <c:pt idx="15">
                  <c:v>335381680.47236633</c:v>
                </c:pt>
                <c:pt idx="16">
                  <c:v>345192690.5855026</c:v>
                </c:pt>
                <c:pt idx="17">
                  <c:v>353849114.95679474</c:v>
                </c:pt>
                <c:pt idx="18">
                  <c:v>361474971.79642487</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361474971.79642487</c:v>
                </c:pt>
                <c:pt idx="19">
                  <c:v>368181241.6841774</c:v>
                </c:pt>
                <c:pt idx="20">
                  <c:v>374066357.66576385</c:v>
                </c:pt>
                <c:pt idx="21">
                  <c:v>379217168.46910095</c:v>
                </c:pt>
                <c:pt idx="22">
                  <c:v>383710109.31568146</c:v>
                </c:pt>
                <c:pt idx="23">
                  <c:v>387612416.3997879</c:v>
                </c:pt>
                <c:pt idx="24">
                  <c:v>390983290.74240494</c:v>
                </c:pt>
                <c:pt idx="25">
                  <c:v>393874962.7544327</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0.0</c:v>
                </c:pt>
                <c:pt idx="1">
                  <c:v>-676703.3288345337</c:v>
                </c:pt>
                <c:pt idx="2">
                  <c:v>-1307899.423526764</c:v>
                </c:pt>
                <c:pt idx="3">
                  <c:v>-1893473.0276641846</c:v>
                </c:pt>
                <c:pt idx="4">
                  <c:v>-2433493.563899994</c:v>
                </c:pt>
                <c:pt idx="5">
                  <c:v>-2928229.2570495605</c:v>
                </c:pt>
                <c:pt idx="6">
                  <c:v>-3378159.972984314</c:v>
                </c:pt>
                <c:pt idx="7">
                  <c:v>-3783988.3802261353</c:v>
                </c:pt>
                <c:pt idx="8">
                  <c:v>-4146649.0374183655</c:v>
                </c:pt>
                <c:pt idx="9">
                  <c:v>-4467315.020477295</c:v>
                </c:pt>
                <c:pt idx="10">
                  <c:v>-4747401.728866577</c:v>
                </c:pt>
                <c:pt idx="11">
                  <c:v>-4988567.552871704</c:v>
                </c:pt>
                <c:pt idx="12">
                  <c:v>-5192711.142623901</c:v>
                </c:pt>
                <c:pt idx="13">
                  <c:v>-5361965.094413757</c:v>
                </c:pt>
                <c:pt idx="14">
                  <c:v>-5498685.9585494995</c:v>
                </c:pt>
                <c:pt idx="15">
                  <c:v>-5605440.572975159</c:v>
                </c:pt>
                <c:pt idx="16">
                  <c:v>-5684988.834007263</c:v>
                </c:pt>
                <c:pt idx="17">
                  <c:v>-5740263.125267029</c:v>
                </c:pt>
                <c:pt idx="18">
                  <c:v>-5774344.733283997</c:v>
                </c:pt>
                <c:pt idx="19">
                  <c:v>-5790437.677352905</c:v>
                </c:pt>
                <c:pt idx="20">
                  <c:v>-5791840.467681885</c:v>
                </c:pt>
                <c:pt idx="21">
                  <c:v>-5781916.374202728</c:v>
                </c:pt>
                <c:pt idx="22">
                  <c:v>-5764062.835578918</c:v>
                </c:pt>
                <c:pt idx="23">
                  <c:v>-5741680.661235809</c:v>
                </c:pt>
                <c:pt idx="24">
                  <c:v>-5718143.677528381</c:v>
                </c:pt>
                <c:pt idx="25">
                  <c:v>-5696769.443035126</c:v>
                </c:pt>
                <c:pt idx="26">
                  <c:v>-5680791.6092300415</c:v>
                </c:pt>
                <c:pt idx="27">
                  <c:v>-5673334.434516907</c:v>
                </c:pt>
                <c:pt idx="28">
                  <c:v>-5677389.87587738</c:v>
                </c:pt>
                <c:pt idx="29">
                  <c:v>-5695797.588111877</c:v>
                </c:pt>
                <c:pt idx="30">
                  <c:v>-5731228.060482025</c:v>
                </c:pt>
                <c:pt idx="31">
                  <c:v>-5786169.019981384</c:v>
                </c:pt>
                <c:pt idx="32">
                  <c:v>-5862915.133293152</c:v>
                </c:pt>
                <c:pt idx="33">
                  <c:v>-5963560.950401306</c:v>
                </c:pt>
                <c:pt idx="34">
                  <c:v>-6089996.954055786</c:v>
                </c:pt>
                <c:pt idx="35">
                  <c:v>-6243908.513633728</c:v>
                </c:pt>
                <c:pt idx="36">
                  <c:v>-6426777.4902153015</c:v>
                </c:pt>
                <c:pt idx="37">
                  <c:v>-6639886.202201843</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-6639886.202201843</c:v>
                </c:pt>
                <c:pt idx="38">
                  <c:v>-6884323.4373550415</c:v>
                </c:pt>
                <c:pt idx="39">
                  <c:v>-7160992.186382294</c:v>
                </c:pt>
                <c:pt idx="40">
                  <c:v>-7470618.774024963</c:v>
                </c:pt>
                <c:pt idx="41">
                  <c:v>-7813763.07358551</c:v>
                </c:pt>
                <c:pt idx="42">
                  <c:v>-8190829.509021759</c:v>
                </c:pt>
                <c:pt idx="43">
                  <c:v>-8602078.57208252</c:v>
                </c:pt>
                <c:pt idx="44">
                  <c:v>-9047638.609775543</c:v>
                </c:pt>
                <c:pt idx="45">
                  <c:v>-9527517.667129517</c:v>
                </c:pt>
                <c:pt idx="46">
                  <c:v>-10041615.200962067</c:v>
                </c:pt>
                <c:pt idx="47">
                  <c:v>-10589733.510803223</c:v>
                </c:pt>
                <c:pt idx="48">
                  <c:v>-11171588.762233734</c:v>
                </c:pt>
                <c:pt idx="49">
                  <c:v>-11786821.505096436</c:v>
                </c:pt>
                <c:pt idx="50">
                  <c:v>-12435006.613929749</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0.0</c:v>
                </c:pt>
                <c:pt idx="1">
                  <c:v>565756.3852043152</c:v>
                </c:pt>
                <c:pt idx="2">
                  <c:v>1244907.7249603271</c:v>
                </c:pt>
                <c:pt idx="3">
                  <c:v>2037337.319442749</c:v>
                </c:pt>
                <c:pt idx="4">
                  <c:v>2942086.297470093</c:v>
                </c:pt>
                <c:pt idx="5">
                  <c:v>3957283.4308929443</c:v>
                </c:pt>
                <c:pt idx="6">
                  <c:v>5080087.8564453125</c:v>
                </c:pt>
                <c:pt idx="7">
                  <c:v>6306648.420597076</c:v>
                </c:pt>
                <c:pt idx="8">
                  <c:v>7632083.126815796</c:v>
                </c:pt>
                <c:pt idx="9">
                  <c:v>9050481.668380737</c:v>
                </c:pt>
                <c:pt idx="10">
                  <c:v>10554933.268360138</c:v>
                </c:pt>
                <c:pt idx="11">
                  <c:v>12137581.041534424</c:v>
                </c:pt>
                <c:pt idx="12">
                  <c:v>13789702.8908844</c:v>
                </c:pt>
                <c:pt idx="13">
                  <c:v>15501817.629119873</c:v>
                </c:pt>
                <c:pt idx="14">
                  <c:v>17263813.672462463</c:v>
                </c:pt>
                <c:pt idx="15">
                  <c:v>19065096.3985672</c:v>
                </c:pt>
                <c:pt idx="16">
                  <c:v>20894749.203784943</c:v>
                </c:pt>
                <c:pt idx="17">
                  <c:v>22741702.53160858</c:v>
                </c:pt>
                <c:pt idx="18">
                  <c:v>24594904.743743896</c:v>
                </c:pt>
                <c:pt idx="19">
                  <c:v>26443488.701259613</c:v>
                </c:pt>
                <c:pt idx="20">
                  <c:v>28276928.30910492</c:v>
                </c:pt>
                <c:pt idx="21">
                  <c:v>30085180.008399963</c:v>
                </c:pt>
                <c:pt idx="22">
                  <c:v>31858805.201568604</c:v>
                </c:pt>
                <c:pt idx="23">
                  <c:v>33589070.768318176</c:v>
                </c:pt>
                <c:pt idx="24">
                  <c:v>35268026.0720253</c:v>
                </c:pt>
                <c:pt idx="25">
                  <c:v>36888556.06564331</c:v>
                </c:pt>
                <c:pt idx="26">
                  <c:v>38444411.19973755</c:v>
                </c:pt>
                <c:pt idx="27">
                  <c:v>39930215.749507904</c:v>
                </c:pt>
                <c:pt idx="28">
                  <c:v>41341456.87514496</c:v>
                </c:pt>
                <c:pt idx="29">
                  <c:v>42674457.19779587</c:v>
                </c:pt>
                <c:pt idx="30">
                  <c:v>43926333.9197464</c:v>
                </c:pt>
                <c:pt idx="31">
                  <c:v>45094947.56686401</c:v>
                </c:pt>
                <c:pt idx="32">
                  <c:v>46178843.31870651</c:v>
                </c:pt>
                <c:pt idx="33">
                  <c:v>47177187.65649414</c:v>
                </c:pt>
                <c:pt idx="34">
                  <c:v>48089702.74132538</c:v>
                </c:pt>
                <c:pt idx="35">
                  <c:v>48916600.57114029</c:v>
                </c:pt>
                <c:pt idx="36">
                  <c:v>49658518.585494995</c:v>
                </c:pt>
                <c:pt idx="37">
                  <c:v>50316458.01690674</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50316458.01690674</c:v>
                </c:pt>
                <c:pt idx="38">
                  <c:v>50891725.943561554</c:v>
                </c:pt>
                <c:pt idx="39">
                  <c:v>51385881.691986084</c:v>
                </c:pt>
                <c:pt idx="40">
                  <c:v>51800687.97554779</c:v>
                </c:pt>
                <c:pt idx="41">
                  <c:v>52138066.93762207</c:v>
                </c:pt>
                <c:pt idx="42">
                  <c:v>52400061.09503555</c:v>
                </c:pt>
                <c:pt idx="43">
                  <c:v>52588799.04496002</c:v>
                </c:pt>
                <c:pt idx="44">
                  <c:v>52706465.70175171</c:v>
                </c:pt>
                <c:pt idx="45">
                  <c:v>52755276.76453018</c:v>
                </c:pt>
                <c:pt idx="46">
                  <c:v>52737457.075653076</c:v>
                </c:pt>
                <c:pt idx="47">
                  <c:v>52655222.510089874</c:v>
                </c:pt>
                <c:pt idx="48">
                  <c:v>52510765.031353</c:v>
                </c:pt>
                <c:pt idx="49">
                  <c:v>52306240.556827545</c:v>
                </c:pt>
                <c:pt idx="50">
                  <c:v>52043759.29112625</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0.0</c:v>
                </c:pt>
                <c:pt idx="1">
                  <c:v>17662601.93447876</c:v>
                </c:pt>
                <c:pt idx="2">
                  <c:v>37032152.86942291</c:v>
                </c:pt>
                <c:pt idx="3">
                  <c:v>57953478.09932327</c:v>
                </c:pt>
                <c:pt idx="4">
                  <c:v>80182606.74199295</c:v>
                </c:pt>
                <c:pt idx="5">
                  <c:v>103395323.90275192</c:v>
                </c:pt>
                <c:pt idx="6">
                  <c:v>127207824.82524109</c:v>
                </c:pt>
                <c:pt idx="7">
                  <c:v>151206885.98690796</c:v>
                </c:pt>
                <c:pt idx="8">
                  <c:v>174984206.99873734</c:v>
                </c:pt>
                <c:pt idx="9">
                  <c:v>198168433.55648804</c:v>
                </c:pt>
                <c:pt idx="10">
                  <c:v>220449342.2744522</c:v>
                </c:pt>
                <c:pt idx="11">
                  <c:v>241591221.3103943</c:v>
                </c:pt>
                <c:pt idx="12">
                  <c:v>261435433.60058975</c:v>
                </c:pt>
                <c:pt idx="13">
                  <c:v>279894393.81762695</c:v>
                </c:pt>
                <c:pt idx="14">
                  <c:v>296940207.6786728</c:v>
                </c:pt>
                <c:pt idx="15">
                  <c:v>312591125.86888504</c:v>
                </c:pt>
                <c:pt idx="16">
                  <c:v>326898209.15478516</c:v>
                </c:pt>
                <c:pt idx="17">
                  <c:v>339933658.29782104</c:v>
                </c:pt>
                <c:pt idx="18">
                  <c:v>351781442.91248703</c:v>
                </c:pt>
                <c:pt idx="19">
                  <c:v>362530293.2454529</c:v>
                </c:pt>
                <c:pt idx="20">
                  <c:v>372268796.3265381</c:v>
                </c:pt>
                <c:pt idx="21">
                  <c:v>381082203.272522</c:v>
                </c:pt>
                <c:pt idx="22">
                  <c:v>389050537.9697914</c:v>
                </c:pt>
                <c:pt idx="23">
                  <c:v>396247642.20280457</c:v>
                </c:pt>
                <c:pt idx="24">
                  <c:v>402740860.6038208</c:v>
                </c:pt>
                <c:pt idx="25">
                  <c:v>408591138.92331696</c:v>
                </c:pt>
                <c:pt idx="26">
                  <c:v>413853370.7628517</c:v>
                </c:pt>
                <c:pt idx="27">
                  <c:v>418576877.60549927</c:v>
                </c:pt>
                <c:pt idx="28">
                  <c:v>422805944.8291855</c:v>
                </c:pt>
                <c:pt idx="29">
                  <c:v>426580364.04615784</c:v>
                </c:pt>
                <c:pt idx="30">
                  <c:v>429935951.6587906</c:v>
                </c:pt>
                <c:pt idx="31">
                  <c:v>432905026.92962646</c:v>
                </c:pt>
                <c:pt idx="32">
                  <c:v>435516841.7869835</c:v>
                </c:pt>
                <c:pt idx="33">
                  <c:v>437797960.32289124</c:v>
                </c:pt>
                <c:pt idx="34">
                  <c:v>439772589.46029663</c:v>
                </c:pt>
                <c:pt idx="35">
                  <c:v>441462864.2800026</c:v>
                </c:pt>
                <c:pt idx="36">
                  <c:v>442889092.5086937</c:v>
                </c:pt>
                <c:pt idx="37">
                  <c:v>444069963.03126144</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444069963.03126144</c:v>
                </c:pt>
                <c:pt idx="38">
                  <c:v>445022723.24684525</c:v>
                </c:pt>
                <c:pt idx="39">
                  <c:v>445763329.80431366</c:v>
                </c:pt>
                <c:pt idx="40">
                  <c:v>446306576.8401146</c:v>
                </c:pt>
                <c:pt idx="41">
                  <c:v>446666205.3723984</c:v>
                </c:pt>
                <c:pt idx="42">
                  <c:v>446854997.0267563</c:v>
                </c:pt>
                <c:pt idx="43">
                  <c:v>446884854.8089218</c:v>
                </c:pt>
                <c:pt idx="44">
                  <c:v>446766873.2154808</c:v>
                </c:pt>
                <c:pt idx="45">
                  <c:v>446511399.59252167</c:v>
                </c:pt>
                <c:pt idx="46">
                  <c:v>446128088.3179016</c:v>
                </c:pt>
                <c:pt idx="47">
                  <c:v>445625949.0941467</c:v>
                </c:pt>
                <c:pt idx="48">
                  <c:v>445013390.3940964</c:v>
                </c:pt>
                <c:pt idx="49">
                  <c:v>444298258.896019</c:v>
                </c:pt>
                <c:pt idx="50">
                  <c:v>443487875.57463837</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0.0</c:v>
                </c:pt>
                <c:pt idx="1">
                  <c:v>-1802101.760623932</c:v>
                </c:pt>
                <c:pt idx="2">
                  <c:v>-3604137.7827339172</c:v>
                </c:pt>
                <c:pt idx="3">
                  <c:v>-5406108.161235809</c:v>
                </c:pt>
                <c:pt idx="4">
                  <c:v>-7208012.991214752</c:v>
                </c:pt>
                <c:pt idx="5">
                  <c:v>-9009852.367931366</c:v>
                </c:pt>
                <c:pt idx="6">
                  <c:v>-10811626.386817932</c:v>
                </c:pt>
                <c:pt idx="7">
                  <c:v>-12613335.143486023</c:v>
                </c:pt>
                <c:pt idx="8">
                  <c:v>-14414978.733726501</c:v>
                </c:pt>
                <c:pt idx="9">
                  <c:v>-16216557.253501892</c:v>
                </c:pt>
                <c:pt idx="10">
                  <c:v>-18018070.798950195</c:v>
                </c:pt>
                <c:pt idx="11">
                  <c:v>-19819519.466381073</c:v>
                </c:pt>
                <c:pt idx="12">
                  <c:v>-21620903.35227585</c:v>
                </c:pt>
                <c:pt idx="13">
                  <c:v>-23422222.55330658</c:v>
                </c:pt>
                <c:pt idx="14">
                  <c:v>-25223477.166305542</c:v>
                </c:pt>
                <c:pt idx="15">
                  <c:v>-27024667.288276672</c:v>
                </c:pt>
                <c:pt idx="16">
                  <c:v>-28825793.016414642</c:v>
                </c:pt>
                <c:pt idx="17">
                  <c:v>-30626854.448070526</c:v>
                </c:pt>
                <c:pt idx="18">
                  <c:v>-32427851.680778503</c:v>
                </c:pt>
                <c:pt idx="19">
                  <c:v>-34228784.8122406</c:v>
                </c:pt>
                <c:pt idx="20">
                  <c:v>-36029653.940338135</c:v>
                </c:pt>
                <c:pt idx="21">
                  <c:v>-37830459.163116455</c:v>
                </c:pt>
                <c:pt idx="22">
                  <c:v>-39631200.578811646</c:v>
                </c:pt>
                <c:pt idx="23">
                  <c:v>-41431878.28581238</c:v>
                </c:pt>
                <c:pt idx="24">
                  <c:v>-43232492.382686615</c:v>
                </c:pt>
                <c:pt idx="25">
                  <c:v>-45033042.96818161</c:v>
                </c:pt>
                <c:pt idx="26">
                  <c:v>-46833530.141204834</c:v>
                </c:pt>
                <c:pt idx="27">
                  <c:v>-48633954.00085068</c:v>
                </c:pt>
                <c:pt idx="28">
                  <c:v>-50434314.646369934</c:v>
                </c:pt>
                <c:pt idx="29">
                  <c:v>-52234612.17719269</c:v>
                </c:pt>
                <c:pt idx="30">
                  <c:v>-54034846.6929245</c:v>
                </c:pt>
                <c:pt idx="31">
                  <c:v>-55835018.29332733</c:v>
                </c:pt>
                <c:pt idx="32">
                  <c:v>-57635127.07835388</c:v>
                </c:pt>
                <c:pt idx="33">
                  <c:v>-59435173.148109436</c:v>
                </c:pt>
                <c:pt idx="34">
                  <c:v>-61235156.602882385</c:v>
                </c:pt>
                <c:pt idx="35">
                  <c:v>-63035077.54312897</c:v>
                </c:pt>
                <c:pt idx="36">
                  <c:v>-64834936.06946945</c:v>
                </c:pt>
                <c:pt idx="37">
                  <c:v>-66634732.28269577</c:v>
                </c:pt>
                <c:pt idx="38">
                  <c:v>-68434466.28377533</c:v>
                </c:pt>
                <c:pt idx="39">
                  <c:v>-70234138.17384338</c:v>
                </c:pt>
                <c:pt idx="40">
                  <c:v>-72033748.05419922</c:v>
                </c:pt>
                <c:pt idx="41">
                  <c:v>-73833296.0263176</c:v>
                </c:pt>
                <c:pt idx="42">
                  <c:v>-75632782.19183731</c:v>
                </c:pt>
                <c:pt idx="43">
                  <c:v>-77432206.652565</c:v>
                </c:pt>
                <c:pt idx="44">
                  <c:v>-79231569.51048279</c:v>
                </c:pt>
                <c:pt idx="45">
                  <c:v>-81030870.86773682</c:v>
                </c:pt>
                <c:pt idx="46">
                  <c:v>-82830110.82664108</c:v>
                </c:pt>
                <c:pt idx="47">
                  <c:v>-84629289.48967743</c:v>
                </c:pt>
                <c:pt idx="48">
                  <c:v>-86428406.95948792</c:v>
                </c:pt>
                <c:pt idx="49">
                  <c:v>-88227463.33890152</c:v>
                </c:pt>
                <c:pt idx="50">
                  <c:v>-90026458.730896</c:v>
                </c:pt>
                <c:pt idx="51">
                  <c:v>-91825393.23862457</c:v>
                </c:pt>
                <c:pt idx="52">
                  <c:v>-93624266.9654007</c:v>
                </c:pt>
                <c:pt idx="53">
                  <c:v>-95423080.01470947</c:v>
                </c:pt>
                <c:pt idx="54">
                  <c:v>-97221832.49020767</c:v>
                </c:pt>
                <c:pt idx="55">
                  <c:v>-99020524.49570465</c:v>
                </c:pt>
                <c:pt idx="56">
                  <c:v>-100819156.13518524</c:v>
                </c:pt>
                <c:pt idx="57">
                  <c:v>-102617727.51279831</c:v>
                </c:pt>
                <c:pt idx="58">
                  <c:v>-104416238.73285675</c:v>
                </c:pt>
                <c:pt idx="59">
                  <c:v>-106214689.8998375</c:v>
                </c:pt>
                <c:pt idx="60">
                  <c:v>-108013081.11838531</c:v>
                </c:pt>
                <c:pt idx="61">
                  <c:v>-109811412.49330902</c:v>
                </c:pt>
                <c:pt idx="62">
                  <c:v>-111609684.12957764</c:v>
                </c:pt>
                <c:pt idx="63">
                  <c:v>-113407896.13233185</c:v>
                </c:pt>
                <c:pt idx="64">
                  <c:v>-115206048.60686874</c:v>
                </c:pt>
                <c:pt idx="65">
                  <c:v>-117004141.65865326</c:v>
                </c:pt>
                <c:pt idx="66">
                  <c:v>-118802175.39331818</c:v>
                </c:pt>
                <c:pt idx="67">
                  <c:v>-120600149.91664886</c:v>
                </c:pt>
                <c:pt idx="68">
                  <c:v>-122398065.33459854</c:v>
                </c:pt>
                <c:pt idx="69">
                  <c:v>-124195921.75328827</c:v>
                </c:pt>
                <c:pt idx="70">
                  <c:v>-125993719.27899551</c:v>
                </c:pt>
                <c:pt idx="71">
                  <c:v>-127791458.01816177</c:v>
                </c:pt>
                <c:pt idx="72">
                  <c:v>-129589138.07739258</c:v>
                </c:pt>
                <c:pt idx="73">
                  <c:v>-131386759.56344986</c:v>
                </c:pt>
                <c:pt idx="74">
                  <c:v>-133184322.5832634</c:v>
                </c:pt>
                <c:pt idx="75">
                  <c:v>-134981827.24391937</c:v>
                </c:pt>
                <c:pt idx="76">
                  <c:v>-136779273.6526718</c:v>
                </c:pt>
                <c:pt idx="77">
                  <c:v>-138576661.91692734</c:v>
                </c:pt>
                <c:pt idx="78">
                  <c:v>-140373992.1442566</c:v>
                </c:pt>
                <c:pt idx="79">
                  <c:v>-142171264.44239044</c:v>
                </c:pt>
                <c:pt idx="80">
                  <c:v>-143968478.9192238</c:v>
                </c:pt>
                <c:pt idx="81">
                  <c:v>-145765635.6828003</c:v>
                </c:pt>
                <c:pt idx="82">
                  <c:v>-147562734.8413391</c:v>
                </c:pt>
                <c:pt idx="83">
                  <c:v>-149359776.50320816</c:v>
                </c:pt>
                <c:pt idx="84">
                  <c:v>-151156760.77692795</c:v>
                </c:pt>
                <c:pt idx="85">
                  <c:v>-152953687.77119446</c:v>
                </c:pt>
                <c:pt idx="86">
                  <c:v>-154750557.59485245</c:v>
                </c:pt>
                <c:pt idx="87">
                  <c:v>-156547370.3569069</c:v>
                </c:pt>
                <c:pt idx="88">
                  <c:v>-158344126.16651917</c:v>
                </c:pt>
                <c:pt idx="89">
                  <c:v>-160140825.13300705</c:v>
                </c:pt>
                <c:pt idx="90">
                  <c:v>-161937467.36585236</c:v>
                </c:pt>
                <c:pt idx="91">
                  <c:v>-163734052.97468567</c:v>
                </c:pt>
                <c:pt idx="92">
                  <c:v>-165530582.06930542</c:v>
                </c:pt>
                <c:pt idx="93">
                  <c:v>-167327054.75965118</c:v>
                </c:pt>
                <c:pt idx="94">
                  <c:v>-169123471.155838</c:v>
                </c:pt>
                <c:pt idx="95">
                  <c:v>-170919831.3681183</c:v>
                </c:pt>
                <c:pt idx="96">
                  <c:v>-172716135.50691223</c:v>
                </c:pt>
                <c:pt idx="97">
                  <c:v>-174512383.68278885</c:v>
                </c:pt>
                <c:pt idx="98">
                  <c:v>-176308576.006485</c:v>
                </c:pt>
                <c:pt idx="99">
                  <c:v>-178104712.58887482</c:v>
                </c:pt>
                <c:pt idx="100">
                  <c:v>-179900793.54100037</c:v>
                </c:pt>
                <c:pt idx="101">
                  <c:v>-181696818.97405243</c:v>
                </c:pt>
                <c:pt idx="102">
                  <c:v>-183492788.9993782</c:v>
                </c:pt>
                <c:pt idx="103">
                  <c:v>-185288703.72847748</c:v>
                </c:pt>
                <c:pt idx="104">
                  <c:v>-187084563.27300262</c:v>
                </c:pt>
                <c:pt idx="105">
                  <c:v>-188880367.74476624</c:v>
                </c:pt>
                <c:pt idx="106">
                  <c:v>-190676117.25572586</c:v>
                </c:pt>
                <c:pt idx="107">
                  <c:v>-192471811.91799164</c:v>
                </c:pt>
                <c:pt idx="108">
                  <c:v>-194267451.84383774</c:v>
                </c:pt>
                <c:pt idx="109">
                  <c:v>-196063037.14567566</c:v>
                </c:pt>
                <c:pt idx="110">
                  <c:v>-197858567.9360733</c:v>
                </c:pt>
                <c:pt idx="111">
                  <c:v>-199654044.32776642</c:v>
                </c:pt>
                <c:pt idx="112">
                  <c:v>-201449466.43361282</c:v>
                </c:pt>
                <c:pt idx="113">
                  <c:v>-203244834.3666458</c:v>
                </c:pt>
                <c:pt idx="114">
                  <c:v>-205040148.240036</c:v>
                </c:pt>
                <c:pt idx="115">
                  <c:v>-206835408.16711426</c:v>
                </c:pt>
                <c:pt idx="116">
                  <c:v>-208630614.26135254</c:v>
                </c:pt>
                <c:pt idx="117">
                  <c:v>-210425766.63638306</c:v>
                </c:pt>
                <c:pt idx="118">
                  <c:v>-212220865.40597534</c:v>
                </c:pt>
                <c:pt idx="119">
                  <c:v>-214015910.6840515</c:v>
                </c:pt>
                <c:pt idx="120">
                  <c:v>-215810902.58470154</c:v>
                </c:pt>
                <c:pt idx="121">
                  <c:v>-217605841.22213364</c:v>
                </c:pt>
                <c:pt idx="122">
                  <c:v>-219400726.71072388</c:v>
                </c:pt>
                <c:pt idx="123">
                  <c:v>-221195559.1649933</c:v>
                </c:pt>
                <c:pt idx="124">
                  <c:v>-222990338.69961166</c:v>
                </c:pt>
                <c:pt idx="125">
                  <c:v>-224785065.42938995</c:v>
                </c:pt>
                <c:pt idx="126">
                  <c:v>-226579739.4692917</c:v>
                </c:pt>
                <c:pt idx="127">
                  <c:v>-228374360.93443298</c:v>
                </c:pt>
                <c:pt idx="128">
                  <c:v>-230168929.94006348</c:v>
                </c:pt>
                <c:pt idx="129">
                  <c:v>-231963446.6015854</c:v>
                </c:pt>
                <c:pt idx="130">
                  <c:v>-233757911.03455353</c:v>
                </c:pt>
                <c:pt idx="131">
                  <c:v>-235552323.3546524</c:v>
                </c:pt>
                <c:pt idx="132">
                  <c:v>-237346683.67773438</c:v>
                </c:pt>
                <c:pt idx="133">
                  <c:v>-239140992.1197815</c:v>
                </c:pt>
                <c:pt idx="134">
                  <c:v>-240935248.79691696</c:v>
                </c:pt>
                <c:pt idx="135">
                  <c:v>-242729453.8254242</c:v>
                </c:pt>
                <c:pt idx="136">
                  <c:v>-244523607.3217163</c:v>
                </c:pt>
                <c:pt idx="137">
                  <c:v>-246317709.40236282</c:v>
                </c:pt>
                <c:pt idx="138">
                  <c:v>-248111760.18406296</c:v>
                </c:pt>
                <c:pt idx="139">
                  <c:v>-249905759.78367233</c:v>
                </c:pt>
                <c:pt idx="140">
                  <c:v>-251699708.31818008</c:v>
                </c:pt>
                <c:pt idx="141">
                  <c:v>-253493605.90472412</c:v>
                </c:pt>
                <c:pt idx="142">
                  <c:v>-255287452.6605835</c:v>
                </c:pt>
                <c:pt idx="143">
                  <c:v>-257081248.7031746</c:v>
                </c:pt>
                <c:pt idx="144">
                  <c:v>-258874994.15006256</c:v>
                </c:pt>
                <c:pt idx="145">
                  <c:v>-260668689.11894608</c:v>
                </c:pt>
                <c:pt idx="146">
                  <c:v>-262462333.72767258</c:v>
                </c:pt>
                <c:pt idx="147">
                  <c:v>-264255928.09423065</c:v>
                </c:pt>
                <c:pt idx="148">
                  <c:v>-266049472.3367386</c:v>
                </c:pt>
                <c:pt idx="149">
                  <c:v>-267842966.57346725</c:v>
                </c:pt>
                <c:pt idx="150">
                  <c:v>-269636410.92281723</c:v>
                </c:pt>
                <c:pt idx="151">
                  <c:v>-271429805.5033417</c:v>
                </c:pt>
                <c:pt idx="152">
                  <c:v>-273223150.433712</c:v>
                </c:pt>
                <c:pt idx="153">
                  <c:v>-275016445.8327637</c:v>
                </c:pt>
                <c:pt idx="154">
                  <c:v>-276809691.8194504</c:v>
                </c:pt>
                <c:pt idx="155">
                  <c:v>-278602888.5128746</c:v>
                </c:pt>
                <c:pt idx="156">
                  <c:v>-280396036.03227234</c:v>
                </c:pt>
                <c:pt idx="157">
                  <c:v>-282189134.4970169</c:v>
                </c:pt>
                <c:pt idx="158">
                  <c:v>-283982184.0266228</c:v>
                </c:pt>
                <c:pt idx="159">
                  <c:v>-285775184.7407379</c:v>
                </c:pt>
                <c:pt idx="160">
                  <c:v>-287568136.75914764</c:v>
                </c:pt>
                <c:pt idx="161">
                  <c:v>-289361040.2017746</c:v>
                </c:pt>
                <c:pt idx="162">
                  <c:v>-291153895.1886749</c:v>
                </c:pt>
                <c:pt idx="163">
                  <c:v>-292946701.8400345</c:v>
                </c:pt>
                <c:pt idx="164">
                  <c:v>-294739460.2761955</c:v>
                </c:pt>
                <c:pt idx="165">
                  <c:v>-296532170.6176071</c:v>
                </c:pt>
                <c:pt idx="166">
                  <c:v>-298324832.9848747</c:v>
                </c:pt>
                <c:pt idx="167">
                  <c:v>-300117447.4987259</c:v>
                </c:pt>
                <c:pt idx="168">
                  <c:v>-301910014.2800293</c:v>
                </c:pt>
                <c:pt idx="169">
                  <c:v>-303702533.4497757</c:v>
                </c:pt>
                <c:pt idx="170">
                  <c:v>-305495005.1291084</c:v>
                </c:pt>
                <c:pt idx="171">
                  <c:v>-307287429.43928146</c:v>
                </c:pt>
                <c:pt idx="172">
                  <c:v>-309079806.5016937</c:v>
                </c:pt>
                <c:pt idx="173">
                  <c:v>-310872136.43788147</c:v>
                </c:pt>
                <c:pt idx="174">
                  <c:v>-312664419.3694916</c:v>
                </c:pt>
                <c:pt idx="175">
                  <c:v>-314456655.41832733</c:v>
                </c:pt>
                <c:pt idx="176">
                  <c:v>-316248844.7063103</c:v>
                </c:pt>
                <c:pt idx="177">
                  <c:v>-318040987.3554878</c:v>
                </c:pt>
                <c:pt idx="178">
                  <c:v>-319833083.48804855</c:v>
                </c:pt>
                <c:pt idx="179">
                  <c:v>-321625133.2263069</c:v>
                </c:pt>
                <c:pt idx="180">
                  <c:v>-323417136.69270325</c:v>
                </c:pt>
                <c:pt idx="181">
                  <c:v>-325209094.0098114</c:v>
                </c:pt>
                <c:pt idx="182">
                  <c:v>-327001005.30033875</c:v>
                </c:pt>
                <c:pt idx="183">
                  <c:v>-328792870.6871071</c:v>
                </c:pt>
                <c:pt idx="184">
                  <c:v>-330584690.29307556</c:v>
                </c:pt>
                <c:pt idx="185">
                  <c:v>-332376464.2413368</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-332376464.2413368</c:v>
                </c:pt>
                <c:pt idx="186">
                  <c:v>-334168192.65509796</c:v>
                </c:pt>
                <c:pt idx="187">
                  <c:v>-335959875.6577034</c:v>
                </c:pt>
                <c:pt idx="188">
                  <c:v>-337751513.3726196</c:v>
                </c:pt>
                <c:pt idx="189">
                  <c:v>-339543105.923439</c:v>
                </c:pt>
                <c:pt idx="190">
                  <c:v>-341334653.43388367</c:v>
                </c:pt>
                <c:pt idx="191">
                  <c:v>-343126156.0278015</c:v>
                </c:pt>
                <c:pt idx="192">
                  <c:v>-344917613.82915497</c:v>
                </c:pt>
                <c:pt idx="193">
                  <c:v>-346709026.9620514</c:v>
                </c:pt>
                <c:pt idx="194">
                  <c:v>-348500395.55070114</c:v>
                </c:pt>
                <c:pt idx="195">
                  <c:v>-350291719.7194519</c:v>
                </c:pt>
                <c:pt idx="196">
                  <c:v>-352082999.59277725</c:v>
                </c:pt>
                <c:pt idx="197">
                  <c:v>-353874235.2952652</c:v>
                </c:pt>
                <c:pt idx="198">
                  <c:v>-355665426.95162964</c:v>
                </c:pt>
                <c:pt idx="199">
                  <c:v>-357456574.68670654</c:v>
                </c:pt>
                <c:pt idx="200">
                  <c:v>-359247678.6254616</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0.0</c:v>
                </c:pt>
                <c:pt idx="1">
                  <c:v>6780843.91519165</c:v>
                </c:pt>
                <c:pt idx="2">
                  <c:v>14583985.531620026</c:v>
                </c:pt>
                <c:pt idx="3">
                  <c:v>23464758.41055298</c:v>
                </c:pt>
                <c:pt idx="4">
                  <c:v>33456277.61417389</c:v>
                </c:pt>
                <c:pt idx="5">
                  <c:v>44561802.11865997</c:v>
                </c:pt>
                <c:pt idx="6">
                  <c:v>56747865.59751892</c:v>
                </c:pt>
                <c:pt idx="7">
                  <c:v>69939463.8194046</c:v>
                </c:pt>
                <c:pt idx="8">
                  <c:v>84018610.73732376</c:v>
                </c:pt>
                <c:pt idx="9">
                  <c:v>98827243.20607758</c:v>
                </c:pt>
                <c:pt idx="10">
                  <c:v>114174751.51367569</c:v>
                </c:pt>
                <c:pt idx="11">
                  <c:v>129849480.18103027</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129849480.18103027</c:v>
                </c:pt>
                <c:pt idx="12">
                  <c:v>145632656.79787445</c:v>
                </c:pt>
                <c:pt idx="13">
                  <c:v>161312670.1247635</c:v>
                </c:pt>
                <c:pt idx="14">
                  <c:v>176697619.63695908</c:v>
                </c:pt>
                <c:pt idx="15">
                  <c:v>191624574.86780167</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0.0</c:v>
                </c:pt>
                <c:pt idx="1">
                  <c:v>-1648319.2995491028</c:v>
                </c:pt>
                <c:pt idx="2">
                  <c:v>-3294997.7937164307</c:v>
                </c:pt>
                <c:pt idx="3">
                  <c:v>-4940055.9655303955</c:v>
                </c:pt>
                <c:pt idx="4">
                  <c:v>-6583514.889526367</c:v>
                </c:pt>
                <c:pt idx="5">
                  <c:v>-8225396.228393555</c:v>
                </c:pt>
                <c:pt idx="6">
                  <c:v>-9865722.229091644</c:v>
                </c:pt>
                <c:pt idx="7">
                  <c:v>-11504515.7184906</c:v>
                </c:pt>
                <c:pt idx="8">
                  <c:v>-13141800.09846878</c:v>
                </c:pt>
                <c:pt idx="9">
                  <c:v>-14777599.340511322</c:v>
                </c:pt>
                <c:pt idx="10">
                  <c:v>-16411937.979782104</c:v>
                </c:pt>
                <c:pt idx="11">
                  <c:v>-18044841.108688354</c:v>
                </c:pt>
                <c:pt idx="12">
                  <c:v>-19676334.369911194</c:v>
                </c:pt>
                <c:pt idx="13">
                  <c:v>-21306443.94894409</c:v>
                </c:pt>
                <c:pt idx="14">
                  <c:v>-22935196.56608963</c:v>
                </c:pt>
                <c:pt idx="15">
                  <c:v>-24562619.467964172</c:v>
                </c:pt>
                <c:pt idx="16">
                  <c:v>-26188740.41848755</c:v>
                </c:pt>
                <c:pt idx="17">
                  <c:v>-27813587.689353943</c:v>
                </c:pt>
                <c:pt idx="18">
                  <c:v>-29437190.050037384</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-29437190.050037384</c:v>
                </c:pt>
                <c:pt idx="19">
                  <c:v>-31059576.757263184</c:v>
                </c:pt>
                <c:pt idx="20">
                  <c:v>-32680777.54401779</c:v>
                </c:pt>
                <c:pt idx="21">
                  <c:v>-34300822.60808563</c:v>
                </c:pt>
                <c:pt idx="22">
                  <c:v>-35919742.60010147</c:v>
                </c:pt>
                <c:pt idx="23">
                  <c:v>-37537568.611125946</c:v>
                </c:pt>
                <c:pt idx="24">
                  <c:v>-39154332.159828186</c:v>
                </c:pt>
                <c:pt idx="25">
                  <c:v>-40770065.17916107</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0.0</c:v>
                </c:pt>
                <c:pt idx="1">
                  <c:v>6616543.717338562</c:v>
                </c:pt>
                <c:pt idx="2">
                  <c:v>15202298.4958992</c:v>
                </c:pt>
                <c:pt idx="3">
                  <c:v>23996187.5657959</c:v>
                </c:pt>
                <c:pt idx="4">
                  <c:v>31340938.85513687</c:v>
                </c:pt>
                <c:pt idx="5">
                  <c:v>36692293.32867432</c:v>
                </c:pt>
                <c:pt idx="6">
                  <c:v>40306130.59339523</c:v>
                </c:pt>
                <c:pt idx="7">
                  <c:v>42631513.65071869</c:v>
                </c:pt>
                <c:pt idx="8">
                  <c:v>44037847.94150162</c:v>
                </c:pt>
                <c:pt idx="9">
                  <c:v>44775240.93216705</c:v>
                </c:pt>
                <c:pt idx="10">
                  <c:v>45004571.35003662</c:v>
                </c:pt>
                <c:pt idx="11">
                  <c:v>44831492.01974106</c:v>
                </c:pt>
                <c:pt idx="12">
                  <c:v>44329933.18266678</c:v>
                </c:pt>
                <c:pt idx="13">
                  <c:v>43555835.04930115</c:v>
                </c:pt>
                <c:pt idx="14">
                  <c:v>42554413.46360779</c:v>
                </c:pt>
                <c:pt idx="15">
                  <c:v>41363723.21623993</c:v>
                </c:pt>
                <c:pt idx="16">
                  <c:v>40016326.20890427</c:v>
                </c:pt>
                <c:pt idx="17">
                  <c:v>38540105.25910187</c:v>
                </c:pt>
                <c:pt idx="18">
                  <c:v>36958758.4675827</c:v>
                </c:pt>
                <c:pt idx="19">
                  <c:v>35292211.8331604</c:v>
                </c:pt>
                <c:pt idx="20">
                  <c:v>33557031.666698456</c:v>
                </c:pt>
                <c:pt idx="21">
                  <c:v>31766847.300712585</c:v>
                </c:pt>
                <c:pt idx="22">
                  <c:v>29932769.42034912</c:v>
                </c:pt>
                <c:pt idx="23">
                  <c:v>28063785.793533325</c:v>
                </c:pt>
                <c:pt idx="24">
                  <c:v>26167120.84169388</c:v>
                </c:pt>
                <c:pt idx="25">
                  <c:v>24248551.836349487</c:v>
                </c:pt>
                <c:pt idx="26">
                  <c:v>22312679.879844666</c:v>
                </c:pt>
                <c:pt idx="27">
                  <c:v>20363157.521080017</c:v>
                </c:pt>
                <c:pt idx="28">
                  <c:v>18402876.990982056</c:v>
                </c:pt>
                <c:pt idx="29">
                  <c:v>16434124.002902985</c:v>
                </c:pt>
                <c:pt idx="30">
                  <c:v>14458702.24804306</c:v>
                </c:pt>
                <c:pt idx="31">
                  <c:v>12478033.443424225</c:v>
                </c:pt>
                <c:pt idx="32">
                  <c:v>10493237.285564423</c:v>
                </c:pt>
                <c:pt idx="33">
                  <c:v>8505195.071525574</c:v>
                </c:pt>
                <c:pt idx="34">
                  <c:v>6514600.157150269</c:v>
                </c:pt>
                <c:pt idx="35">
                  <c:v>4521997.875236511</c:v>
                </c:pt>
                <c:pt idx="36">
                  <c:v>2527817.0552482605</c:v>
                </c:pt>
                <c:pt idx="37">
                  <c:v>532394.876045227</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532394.876045227</c:v>
                </c:pt>
                <c:pt idx="38">
                  <c:v>-1464003.5589485168</c:v>
                </c:pt>
                <c:pt idx="39">
                  <c:v>-3461169.8152770996</c:v>
                </c:pt>
                <c:pt idx="40">
                  <c:v>-5458940.00856781</c:v>
                </c:pt>
                <c:pt idx="41">
                  <c:v>-7457185.275310516</c:v>
                </c:pt>
                <c:pt idx="42">
                  <c:v>-9455804.281719208</c:v>
                </c:pt>
                <c:pt idx="43">
                  <c:v>-11454717.335655212</c:v>
                </c:pt>
                <c:pt idx="44">
                  <c:v>-13453861.75888443</c:v>
                </c:pt>
                <c:pt idx="45">
                  <c:v>-15453188.249916077</c:v>
                </c:pt>
                <c:pt idx="46">
                  <c:v>-17452658.025352478</c:v>
                </c:pt>
                <c:pt idx="47">
                  <c:v>-19452240.572940826</c:v>
                </c:pt>
                <c:pt idx="48">
                  <c:v>-21451911.88528824</c:v>
                </c:pt>
                <c:pt idx="49">
                  <c:v>-23451653.07131958</c:v>
                </c:pt>
                <c:pt idx="50">
                  <c:v>-25451449.264564514</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0.0</c:v>
                </c:pt>
                <c:pt idx="1">
                  <c:v>29239419.97607422</c:v>
                </c:pt>
                <c:pt idx="2">
                  <c:v>64049918.21511841</c:v>
                </c:pt>
                <c:pt idx="3">
                  <c:v>102235429.82293701</c:v>
                </c:pt>
                <c:pt idx="4">
                  <c:v>140640020.50733185</c:v>
                </c:pt>
                <c:pt idx="5">
                  <c:v>176369214.61378098</c:v>
                </c:pt>
                <c:pt idx="6">
                  <c:v>207720213.92972565</c:v>
                </c:pt>
                <c:pt idx="7">
                  <c:v>234261311.21967316</c:v>
                </c:pt>
                <c:pt idx="8">
                  <c:v>256367641.08611298</c:v>
                </c:pt>
                <c:pt idx="9">
                  <c:v>274727866.1942558</c:v>
                </c:pt>
                <c:pt idx="10">
                  <c:v>290044760.37179184</c:v>
                </c:pt>
                <c:pt idx="11">
                  <c:v>302912937.9362564</c:v>
                </c:pt>
                <c:pt idx="12">
                  <c:v>313795358.6808853</c:v>
                </c:pt>
                <c:pt idx="13">
                  <c:v>323039941.4534149</c:v>
                </c:pt>
                <c:pt idx="14">
                  <c:v>330906294.5509453</c:v>
                </c:pt>
                <c:pt idx="15">
                  <c:v>337590551.1741142</c:v>
                </c:pt>
                <c:pt idx="16">
                  <c:v>343244842.34316635</c:v>
                </c:pt>
                <c:pt idx="17">
                  <c:v>347991324.36839294</c:v>
                </c:pt>
                <c:pt idx="18">
                  <c:v>351931746.4511795</c:v>
                </c:pt>
                <c:pt idx="19">
                  <c:v>355153701.73791504</c:v>
                </c:pt>
                <c:pt idx="20">
                  <c:v>357734555.9069443</c:v>
                </c:pt>
                <c:pt idx="21">
                  <c:v>359743826.96274567</c:v>
                </c:pt>
                <c:pt idx="22">
                  <c:v>361244581.74466705</c:v>
                </c:pt>
                <c:pt idx="23">
                  <c:v>362294243.1806679</c:v>
                </c:pt>
                <c:pt idx="24">
                  <c:v>362945070.45936584</c:v>
                </c:pt>
                <c:pt idx="25">
                  <c:v>363244477.6856766</c:v>
                </c:pt>
                <c:pt idx="26">
                  <c:v>363235288.8153305</c:v>
                </c:pt>
                <c:pt idx="27">
                  <c:v>362955981.2475281</c:v>
                </c:pt>
                <c:pt idx="28">
                  <c:v>362440941.59623337</c:v>
                </c:pt>
                <c:pt idx="29">
                  <c:v>361720740.0366211</c:v>
                </c:pt>
                <c:pt idx="30">
                  <c:v>360822420.43283844</c:v>
                </c:pt>
                <c:pt idx="31">
                  <c:v>359769799.3501396</c:v>
                </c:pt>
                <c:pt idx="32">
                  <c:v>358583766.00227356</c:v>
                </c:pt>
                <c:pt idx="33">
                  <c:v>357282575.799057</c:v>
                </c:pt>
                <c:pt idx="34">
                  <c:v>355882131.54512405</c:v>
                </c:pt>
                <c:pt idx="35">
                  <c:v>354396247.9559021</c:v>
                </c:pt>
                <c:pt idx="36">
                  <c:v>352836896.69996643</c:v>
                </c:pt>
                <c:pt idx="37">
                  <c:v>351214430.5014038</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351214430.5014038</c:v>
                </c:pt>
                <c:pt idx="38">
                  <c:v>349537785.89114</c:v>
                </c:pt>
                <c:pt idx="39">
                  <c:v>347814664.98503494</c:v>
                </c:pt>
                <c:pt idx="40">
                  <c:v>346051697.2194519</c:v>
                </c:pt>
                <c:pt idx="41">
                  <c:v>344254582.33234406</c:v>
                </c:pt>
                <c:pt idx="42">
                  <c:v>342428216.0815048</c:v>
                </c:pt>
                <c:pt idx="43">
                  <c:v>340576800.2801132</c:v>
                </c:pt>
                <c:pt idx="44">
                  <c:v>338703938.7351303</c:v>
                </c:pt>
                <c:pt idx="45">
                  <c:v>336812720.62254715</c:v>
                </c:pt>
                <c:pt idx="46">
                  <c:v>334905792.74593353</c:v>
                </c:pt>
                <c:pt idx="47">
                  <c:v>332985422.01545715</c:v>
                </c:pt>
                <c:pt idx="48">
                  <c:v>331053549.36574554</c:v>
                </c:pt>
                <c:pt idx="49">
                  <c:v>329111836.2091713</c:v>
                </c:pt>
                <c:pt idx="50">
                  <c:v>327161704.40296936</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0.0</c:v>
                </c:pt>
                <c:pt idx="1">
                  <c:v>17918773.916049957</c:v>
                </c:pt>
                <c:pt idx="2">
                  <c:v>35699771.25086975</c:v>
                </c:pt>
                <c:pt idx="3">
                  <c:v>51221377.012153625</c:v>
                </c:pt>
                <c:pt idx="4">
                  <c:v>63608433.56895447</c:v>
                </c:pt>
                <c:pt idx="5">
                  <c:v>73031896.1467247</c:v>
                </c:pt>
                <c:pt idx="6">
                  <c:v>80061568.97337341</c:v>
                </c:pt>
                <c:pt idx="7">
                  <c:v>85263781.27591705</c:v>
                </c:pt>
                <c:pt idx="8">
                  <c:v>89078419.03553009</c:v>
                </c:pt>
                <c:pt idx="9">
                  <c:v>91821391.68871689</c:v>
                </c:pt>
                <c:pt idx="10">
                  <c:v>93717537.60612106</c:v>
                </c:pt>
                <c:pt idx="11">
                  <c:v>94930797.89892578</c:v>
                </c:pt>
                <c:pt idx="12">
                  <c:v>95585214.65467834</c:v>
                </c:pt>
                <c:pt idx="13">
                  <c:v>95778136.77157593</c:v>
                </c:pt>
                <c:pt idx="14">
                  <c:v>95588213.01042938</c:v>
                </c:pt>
                <c:pt idx="15">
                  <c:v>95080231.52994537</c:v>
                </c:pt>
                <c:pt idx="16">
                  <c:v>94308151.88299942</c:v>
                </c:pt>
                <c:pt idx="17">
                  <c:v>93317129.79369736</c:v>
                </c:pt>
                <c:pt idx="18">
                  <c:v>92144982.09744644</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92144982.09744644</c:v>
                </c:pt>
                <c:pt idx="19">
                  <c:v>90823329.91918564</c:v>
                </c:pt>
                <c:pt idx="20">
                  <c:v>89378541.59806061</c:v>
                </c:pt>
                <c:pt idx="21">
                  <c:v>87832535.61230087</c:v>
                </c:pt>
                <c:pt idx="22">
                  <c:v>86203473.55036163</c:v>
                </c:pt>
                <c:pt idx="23">
                  <c:v>84506359.3969841</c:v>
                </c:pt>
                <c:pt idx="24">
                  <c:v>82753555.74447632</c:v>
                </c:pt>
                <c:pt idx="25">
                  <c:v>80955225.53375244</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0.0</c:v>
                </c:pt>
                <c:pt idx="1">
                  <c:v>-623234.8373565674</c:v>
                </c:pt>
                <c:pt idx="2">
                  <c:v>-1155621.5667610168</c:v>
                </c:pt>
                <c:pt idx="3">
                  <c:v>-1605524.0051460266</c:v>
                </c:pt>
                <c:pt idx="4">
                  <c:v>-1984856.8768692017</c:v>
                </c:pt>
                <c:pt idx="5">
                  <c:v>-2308732.9721488953</c:v>
                </c:pt>
                <c:pt idx="6">
                  <c:v>-2594738.993293762</c:v>
                </c:pt>
                <c:pt idx="7">
                  <c:v>-2861907.237663269</c:v>
                </c:pt>
                <c:pt idx="8">
                  <c:v>-3129518.1557502747</c:v>
                </c:pt>
                <c:pt idx="9">
                  <c:v>-3415906.6944122314</c:v>
                </c:pt>
                <c:pt idx="10">
                  <c:v>-3737439.8856544495</c:v>
                </c:pt>
                <c:pt idx="11">
                  <c:v>-4107787.4249038696</c:v>
                </c:pt>
                <c:pt idx="12">
                  <c:v>-4537538.472816467</c:v>
                </c:pt>
                <c:pt idx="13">
                  <c:v>-5034149.52684021</c:v>
                </c:pt>
                <c:pt idx="14">
                  <c:v>-5602158.166408539</c:v>
                </c:pt>
                <c:pt idx="15">
                  <c:v>-6243573.593360901</c:v>
                </c:pt>
                <c:pt idx="16">
                  <c:v>-6958354.9057273865</c:v>
                </c:pt>
                <c:pt idx="17">
                  <c:v>-7744903.857318878</c:v>
                </c:pt>
                <c:pt idx="18">
                  <c:v>-8600521.317905426</c:v>
                </c:pt>
                <c:pt idx="19">
                  <c:v>-9521798.703720093</c:v>
                </c:pt>
                <c:pt idx="20">
                  <c:v>-10504933.360954285</c:v>
                </c:pt>
                <c:pt idx="21">
                  <c:v>-11545969.01763916</c:v>
                </c:pt>
                <c:pt idx="22">
                  <c:v>-12640969.430847168</c:v>
                </c:pt>
                <c:pt idx="23">
                  <c:v>-13786136.459114075</c:v>
                </c:pt>
                <c:pt idx="24">
                  <c:v>-14977884.307804108</c:v>
                </c:pt>
                <c:pt idx="25">
                  <c:v>-16212880.739326477</c:v>
                </c:pt>
                <c:pt idx="26">
                  <c:v>-17488064.408546448</c:v>
                </c:pt>
                <c:pt idx="27">
                  <c:v>-18800645.681739807</c:v>
                </c:pt>
                <c:pt idx="28">
                  <c:v>-20148096.605377197</c:v>
                </c:pt>
                <c:pt idx="29">
                  <c:v>-21528134.23752594</c:v>
                </c:pt>
                <c:pt idx="30">
                  <c:v>-22938700.3755188</c:v>
                </c:pt>
                <c:pt idx="31">
                  <c:v>-24377939.796211243</c:v>
                </c:pt>
                <c:pt idx="32">
                  <c:v>-25844178.433128357</c:v>
                </c:pt>
                <c:pt idx="33">
                  <c:v>-27335902.406959534</c:v>
                </c:pt>
                <c:pt idx="34">
                  <c:v>-28851738.4613266</c:v>
                </c:pt>
                <c:pt idx="35">
                  <c:v>-30390436.100341797</c:v>
                </c:pt>
                <c:pt idx="36">
                  <c:v>-31950851.549583435</c:v>
                </c:pt>
                <c:pt idx="37">
                  <c:v>-33531933.54597473</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-33531933.54597473</c:v>
                </c:pt>
                <c:pt idx="38">
                  <c:v>-35132710.88779068</c:v>
                </c:pt>
                <c:pt idx="39">
                  <c:v>-36752281.63114929</c:v>
                </c:pt>
                <c:pt idx="40">
                  <c:v>-38389803.79508209</c:v>
                </c:pt>
                <c:pt idx="41">
                  <c:v>-40044487.426612854</c:v>
                </c:pt>
                <c:pt idx="42">
                  <c:v>-41715587.87598801</c:v>
                </c:pt>
                <c:pt idx="43">
                  <c:v>-43402400.13692856</c:v>
                </c:pt>
                <c:pt idx="44">
                  <c:v>-45104254.11481476</c:v>
                </c:pt>
                <c:pt idx="45">
                  <c:v>-46820510.69631195</c:v>
                </c:pt>
                <c:pt idx="46">
                  <c:v>-48550558.505031586</c:v>
                </c:pt>
                <c:pt idx="47">
                  <c:v>-50293811.239681244</c:v>
                </c:pt>
                <c:pt idx="48">
                  <c:v>-52049705.50236893</c:v>
                </c:pt>
                <c:pt idx="49">
                  <c:v>-53817699.03580475</c:v>
                </c:pt>
                <c:pt idx="50">
                  <c:v>-55597269.29832077</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0.0</c:v>
                </c:pt>
                <c:pt idx="1">
                  <c:v>-2979378.549873352</c:v>
                </c:pt>
                <c:pt idx="2">
                  <c:v>-6048625.9889678955</c:v>
                </c:pt>
                <c:pt idx="3">
                  <c:v>-9201322.169425964</c:v>
                </c:pt>
                <c:pt idx="4">
                  <c:v>-12426130.474899292</c:v>
                </c:pt>
                <c:pt idx="5">
                  <c:v>-15707099.725032806</c:v>
                </c:pt>
                <c:pt idx="6">
                  <c:v>-19024718.5864563</c:v>
                </c:pt>
                <c:pt idx="7">
                  <c:v>-22357596.97424698</c:v>
                </c:pt>
                <c:pt idx="8">
                  <c:v>-25684449.01461029</c:v>
                </c:pt>
                <c:pt idx="9">
                  <c:v>-28985958.687755585</c:v>
                </c:pt>
                <c:pt idx="10">
                  <c:v>-32246167.724739075</c:v>
                </c:pt>
                <c:pt idx="11">
                  <c:v>-35453199.26954651</c:v>
                </c:pt>
                <c:pt idx="12">
                  <c:v>-38599330.86343765</c:v>
                </c:pt>
                <c:pt idx="13">
                  <c:v>-41680574.54956055</c:v>
                </c:pt>
                <c:pt idx="14">
                  <c:v>-44695976.94691849</c:v>
                </c:pt>
                <c:pt idx="15">
                  <c:v>-47646832.5910759</c:v>
                </c:pt>
                <c:pt idx="16">
                  <c:v>-50535946.09454346</c:v>
                </c:pt>
                <c:pt idx="17">
                  <c:v>-53367015.80455017</c:v>
                </c:pt>
                <c:pt idx="18">
                  <c:v>-56144162.24371719</c:v>
                </c:pt>
                <c:pt idx="19">
                  <c:v>-58871593.83415985</c:v>
                </c:pt>
                <c:pt idx="20">
                  <c:v>-61553387.57587814</c:v>
                </c:pt>
                <c:pt idx="21">
                  <c:v>-64193358.252586365</c:v>
                </c:pt>
                <c:pt idx="22">
                  <c:v>-66794991.5375061</c:v>
                </c:pt>
                <c:pt idx="23">
                  <c:v>-69361420.65630722</c:v>
                </c:pt>
                <c:pt idx="24">
                  <c:v>-71895431.03744888</c:v>
                </c:pt>
                <c:pt idx="25">
                  <c:v>-74399481.67054749</c:v>
                </c:pt>
                <c:pt idx="26">
                  <c:v>-76875735.35683441</c:v>
                </c:pt>
                <c:pt idx="27">
                  <c:v>-79326092.65117645</c:v>
                </c:pt>
                <c:pt idx="28">
                  <c:v>-81752226.18131256</c:v>
                </c:pt>
                <c:pt idx="29">
                  <c:v>-84155613.34364319</c:v>
                </c:pt>
                <c:pt idx="30">
                  <c:v>-86537566.26290512</c:v>
                </c:pt>
                <c:pt idx="31">
                  <c:v>-88899258.48809433</c:v>
                </c:pt>
                <c:pt idx="32">
                  <c:v>-91241748.27059555</c:v>
                </c:pt>
                <c:pt idx="33">
                  <c:v>-93565998.50127411</c:v>
                </c:pt>
                <c:pt idx="34">
                  <c:v>-95872893.51820374</c:v>
                </c:pt>
                <c:pt idx="35">
                  <c:v>-98163253.06892776</c:v>
                </c:pt>
                <c:pt idx="36">
                  <c:v>-100437843.74267197</c:v>
                </c:pt>
                <c:pt idx="37">
                  <c:v>-102697388.19374847</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-102697388.19374847</c:v>
                </c:pt>
                <c:pt idx="38">
                  <c:v>-104942572.46708298</c:v>
                </c:pt>
                <c:pt idx="39">
                  <c:v>-107174051.71722794</c:v>
                </c:pt>
                <c:pt idx="40">
                  <c:v>-109392454.5870781</c:v>
                </c:pt>
                <c:pt idx="41">
                  <c:v>-111598386.48529053</c:v>
                </c:pt>
                <c:pt idx="42">
                  <c:v>-113792431.97332382</c:v>
                </c:pt>
                <c:pt idx="43">
                  <c:v>-115975156.44554901</c:v>
                </c:pt>
                <c:pt idx="44">
                  <c:v>-118147107.25998306</c:v>
                </c:pt>
                <c:pt idx="45">
                  <c:v>-120308814.4528923</c:v>
                </c:pt>
                <c:pt idx="46">
                  <c:v>-122460791.14841843</c:v>
                </c:pt>
                <c:pt idx="47">
                  <c:v>-124603533.7547226</c:v>
                </c:pt>
                <c:pt idx="48">
                  <c:v>-126737522.02043915</c:v>
                </c:pt>
                <c:pt idx="49">
                  <c:v>-128863219.01006317</c:v>
                </c:pt>
                <c:pt idx="50">
                  <c:v>-130981071.0436554</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0.0</c:v>
                </c:pt>
                <c:pt idx="1">
                  <c:v>1049078.5597686768</c:v>
                </c:pt>
                <c:pt idx="2">
                  <c:v>2627037.9601593018</c:v>
                </c:pt>
                <c:pt idx="3">
                  <c:v>4352558.635410309</c:v>
                </c:pt>
                <c:pt idx="4">
                  <c:v>5824120.484371185</c:v>
                </c:pt>
                <c:pt idx="5">
                  <c:v>6824309.120422363</c:v>
                </c:pt>
                <c:pt idx="6">
                  <c:v>7328632.681060791</c:v>
                </c:pt>
                <c:pt idx="7">
                  <c:v>7406351.213924408</c:v>
                </c:pt>
                <c:pt idx="8">
                  <c:v>7143088.168289185</c:v>
                </c:pt>
                <c:pt idx="9">
                  <c:v>6610214.608150482</c:v>
                </c:pt>
                <c:pt idx="10">
                  <c:v>5860147.037475586</c:v>
                </c:pt>
                <c:pt idx="11">
                  <c:v>4930187.850868225</c:v>
                </c:pt>
                <c:pt idx="12">
                  <c:v>3847450.8996124268</c:v>
                </c:pt>
                <c:pt idx="13">
                  <c:v>2632697.266220093</c:v>
                </c:pt>
                <c:pt idx="14">
                  <c:v>1302838.85055542</c:v>
                </c:pt>
                <c:pt idx="15">
                  <c:v>-127601.49736022949</c:v>
                </c:pt>
                <c:pt idx="16">
                  <c:v>-1645722.7837409973</c:v>
                </c:pt>
                <c:pt idx="17">
                  <c:v>-3239888.6464042664</c:v>
                </c:pt>
                <c:pt idx="18">
                  <c:v>-4899584.138137817</c:v>
                </c:pt>
                <c:pt idx="19">
                  <c:v>-6615364.722545624</c:v>
                </c:pt>
                <c:pt idx="20">
                  <c:v>-8378829.936187744</c:v>
                </c:pt>
                <c:pt idx="21">
                  <c:v>-10182589.870723724</c:v>
                </c:pt>
                <c:pt idx="22">
                  <c:v>-12020213.816356659</c:v>
                </c:pt>
                <c:pt idx="23">
                  <c:v>-13886161.471237183</c:v>
                </c:pt>
                <c:pt idx="24">
                  <c:v>-15775701.801628113</c:v>
                </c:pt>
                <c:pt idx="25">
                  <c:v>-17684825.70969391</c:v>
                </c:pt>
                <c:pt idx="26">
                  <c:v>-19610157.97450638</c:v>
                </c:pt>
                <c:pt idx="27">
                  <c:v>-21548872.58493042</c:v>
                </c:pt>
                <c:pt idx="28">
                  <c:v>-23498614.172576904</c:v>
                </c:pt>
                <c:pt idx="29">
                  <c:v>-25457427.04812622</c:v>
                </c:pt>
                <c:pt idx="30">
                  <c:v>-27423692.428562164</c:v>
                </c:pt>
                <c:pt idx="31">
                  <c:v>-29396073.807567596</c:v>
                </c:pt>
                <c:pt idx="32">
                  <c:v>-31373470.019714355</c:v>
                </c:pt>
                <c:pt idx="33">
                  <c:v>-33354975.323467255</c:v>
                </c:pt>
                <c:pt idx="34">
                  <c:v>-35339845.72797394</c:v>
                </c:pt>
                <c:pt idx="35">
                  <c:v>-37327470.77059555</c:v>
                </c:pt>
                <c:pt idx="36">
                  <c:v>-39317349.98548889</c:v>
                </c:pt>
                <c:pt idx="37">
                  <c:v>-41309073.36496353</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-41309073.36496353</c:v>
                </c:pt>
                <c:pt idx="38">
                  <c:v>-43302305.190265656</c:v>
                </c:pt>
                <c:pt idx="39">
                  <c:v>-45296770.686424255</c:v>
                </c:pt>
                <c:pt idx="40">
                  <c:v>-47292245.031448364</c:v>
                </c:pt>
                <c:pt idx="41">
                  <c:v>-49288544.31996536</c:v>
                </c:pt>
                <c:pt idx="42">
                  <c:v>-51285518.14382172</c:v>
                </c:pt>
                <c:pt idx="43">
                  <c:v>-53283043.506874084</c:v>
                </c:pt>
                <c:pt idx="44">
                  <c:v>-55281019.83821869</c:v>
                </c:pt>
                <c:pt idx="45">
                  <c:v>-57279364.90836334</c:v>
                </c:pt>
                <c:pt idx="46">
                  <c:v>-59278011.486515045</c:v>
                </c:pt>
                <c:pt idx="47">
                  <c:v>-61276904.60558319</c:v>
                </c:pt>
                <c:pt idx="48">
                  <c:v>-63275999.3250885</c:v>
                </c:pt>
                <c:pt idx="49">
                  <c:v>-65275258.90172577</c:v>
                </c:pt>
                <c:pt idx="50">
                  <c:v>-67274653.29356766</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Sum. Profit 2026-2030, RUB</a:t>
                </a:r>
              </a:p>
            </c:rich>
          </c:tx>
          <c:layout/>
          <c:overlay val="0"/>
        </c:title>
        <c:majorTickMark val="out"/>
        <c:minorTickMark val="none"/>
        <c:tickLblPos val="nextTo"/>
        <c:crossAx val="2118791784"/>
        <c:crosses val="autoZero"/>
        <c:dispUnits>
          <c:builtInUnit val="millions"/>
          <c:dispUnitsLbl>
            <c:layout>
              <c:manualLayout>
                <c:xMode val="edge"/>
                <c:yMode val="edge"/>
                <c:x val="0.13"/>
                <c:y val="0.03"/>
              </c:manualLayout>
            </c:layout>
          </c:dispUnitsLbl>
        </c:dispUnits>
        <c:crossBetween val="midCat"/>
      </c:valAx>
    </c:plotArea>
    <c:plotVisOnly val="1"/>
    <c:dispBlanksAs val="gap"/>
    <c:showDLblsOverMax val="0"/>
  </c:chart>
  <c:txPr>
    <a:bodyPr/>
    <a:lstStyle/>
    <a:p>
      <a:pPr>
        <a:defRPr sz="1000">
          <a:latin typeface="Calibri"/>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c:v>
                </c:pt>
              </c:strCache>
            </c:strRef>
          </c:tx>
          <c:spPr>
            <a:ln w="31750">
              <a:solidFill>
                <a:srgbClr val="00FDC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Sheet1!$B$2:$B$13</c:f>
              <c:numCache>
                <c:formatCode>General</c:formatCode>
                <c:ptCount val="12"/>
                <c:pt idx="0">
                  <c:v>#N/A</c:v>
                </c:pt>
                <c:pt idx="1">
                  <c:v>0.18100604692459107</c:v>
                </c:pt>
                <c:pt idx="2">
                  <c:v>0.182621276720047</c:v>
                </c:pt>
                <c:pt idx="3">
                  <c:v>0.18421233593877157</c:v>
                </c:pt>
                <c:pt idx="4">
                  <c:v>0.18577676188755035</c:v>
                </c:pt>
                <c:pt idx="5">
                  <c:v>0.18731208495101928</c:v>
                </c:pt>
                <c:pt idx="6">
                  <c:v>0.18881584050718944</c:v>
                </c:pt>
                <c:pt idx="7">
                  <c:v>0.19028558137266977</c:v>
                </c:pt>
                <c:pt idx="8">
                  <c:v>0.19171889065361022</c:v>
                </c:pt>
                <c:pt idx="9">
                  <c:v>0.1931133948834737</c:v>
                </c:pt>
                <c:pt idx="10">
                  <c:v>0.19446677730770112</c:v>
                </c:pt>
                <c:pt idx="11">
                  <c:v>0.19577679116838628</c:v>
                </c:pt>
              </c:numCache>
            </c:numRef>
          </c:val>
          <c:smooth/>
        </c:ser>
        <c:ser>
          <c:idx val="1"/>
          <c:order val="1"/>
          <c:tx>
            <c:strRef>
              <c:f>Sheet1!$C$1</c:f>
              <c:strCache>
                <c:ptCount val="1"/>
                <c:pt idx="0">
                  <c:v>PR_extrapolated</c:v>
                </c:pt>
              </c:strCache>
            </c:strRef>
          </c:tx>
          <c:spPr>
            <a:ln w="31750">
              <a:solidFill>
                <a:srgbClr val="00FDC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Sheet1!$C$2:$C$17</c:f>
              <c:numCache>
                <c:formatCode>General</c:formatCode>
                <c:ptCount val="16"/>
                <c:pt idx="0">
                  <c:v/>
                </c:pt>
                <c:pt idx="1">
                  <c:v/>
                </c:pt>
                <c:pt idx="2">
                  <c:v/>
                </c:pt>
                <c:pt idx="3">
                  <c:v/>
                </c:pt>
                <c:pt idx="4">
                  <c:v/>
                </c:pt>
                <c:pt idx="5">
                  <c:v/>
                </c:pt>
                <c:pt idx="6">
                  <c:v/>
                </c:pt>
                <c:pt idx="7">
                  <c:v/>
                </c:pt>
                <c:pt idx="8">
                  <c:v/>
                </c:pt>
                <c:pt idx="9">
                  <c:v/>
                </c:pt>
                <c:pt idx="10">
                  <c:v/>
                </c:pt>
                <c:pt idx="11">
                  <c:v>0.19577679116838628</c:v>
                </c:pt>
                <c:pt idx="12">
                  <c:v>0.19704127283906936</c:v>
                </c:pt>
                <c:pt idx="13">
                  <c:v>0.19825815464797386</c:v>
                </c:pt>
                <c:pt idx="14">
                  <c:v>0.19942547723524912</c:v>
                </c:pt>
                <c:pt idx="15">
                  <c:v>0.20054140128657022</c:v>
                </c:pt>
              </c:numCache>
            </c:numRef>
          </c:val>
          <c:smooth/>
        </c:ser>
        <c:ser>
          <c:idx val="2"/>
          <c:order val="2"/>
          <c:tx>
            <c:strRef>
              <c:f>Sheet1!$D$1</c:f>
              <c:strCache>
                <c:ptCount val="1"/>
                <c:pt idx="0">
                  <c:v>Reg TV</c:v>
                </c:pt>
              </c:strCache>
            </c:strRef>
          </c:tx>
          <c:spPr>
            <a:ln w="31750">
              <a:solidFill>
                <a:srgbClr val="00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Sheet1!$D$2:$D$187</c:f>
              <c:numCache>
                <c:formatCode>General</c:formatCode>
                <c:ptCount val="186"/>
                <c:pt idx="0">
                  <c:v>#N/A</c:v>
                </c:pt>
                <c:pt idx="1">
                  <c:v>0.006659780361175537</c:v>
                </c:pt>
                <c:pt idx="2">
                  <c:v>0.006662392448425293</c:v>
                </c:pt>
                <c:pt idx="3">
                  <c:v>0.0066649944667816164</c:v>
                </c:pt>
                <c:pt idx="4">
                  <c:v>0.006667586383342743</c:v>
                </c:pt>
                <c:pt idx="5">
                  <c:v>0.006670168165969849</c:v>
                </c:pt>
                <c:pt idx="6">
                  <c:v>0.006672739782015482</c:v>
                </c:pt>
                <c:pt idx="7">
                  <c:v>0.006675301199504307</c:v>
                </c:pt>
                <c:pt idx="8">
                  <c:v>0.006677852386236191</c:v>
                </c:pt>
                <c:pt idx="9">
                  <c:v>0.00668039331012302</c:v>
                </c:pt>
                <c:pt idx="10">
                  <c:v>0.00668292393951416</c:v>
                </c:pt>
                <c:pt idx="11">
                  <c:v>0.006685444242997603</c:v>
                </c:pt>
                <c:pt idx="12">
                  <c:v>0.006687954188664754</c:v>
                </c:pt>
                <c:pt idx="13">
                  <c:v>0.006690453745328463</c:v>
                </c:pt>
                <c:pt idx="14">
                  <c:v>0.006692942881856646</c:v>
                </c:pt>
                <c:pt idx="15">
                  <c:v>0.006695421567153931</c:v>
                </c:pt>
                <c:pt idx="16">
                  <c:v>0.006697889770150184</c:v>
                </c:pt>
                <c:pt idx="17">
                  <c:v>0.0067003474601296815</c:v>
                </c:pt>
                <c:pt idx="18">
                  <c:v>0.006702794606632656</c:v>
                </c:pt>
                <c:pt idx="19">
                  <c:v>0.0067052311789863985</c:v>
                </c:pt>
                <c:pt idx="20">
                  <c:v>0.006707657146835327</c:v>
                </c:pt>
                <c:pt idx="21">
                  <c:v>0.006710072480156308</c:v>
                </c:pt>
                <c:pt idx="22">
                  <c:v>0.006712477148923007</c:v>
                </c:pt>
                <c:pt idx="23">
                  <c:v>0.006714871123106583</c:v>
                </c:pt>
                <c:pt idx="24">
                  <c:v>0.006717254373073578</c:v>
                </c:pt>
                <c:pt idx="25">
                  <c:v>0.006719626869354248</c:v>
                </c:pt>
                <c:pt idx="26">
                  <c:v>0.006721988582464365</c:v>
                </c:pt>
                <c:pt idx="27">
                  <c:v>0.006724339483190466</c:v>
                </c:pt>
                <c:pt idx="28">
                  <c:v>0.006726679542473384</c:v>
                </c:pt>
                <c:pt idx="29">
                  <c:v>0.006729008731447417</c:v>
                </c:pt>
                <c:pt idx="30">
                  <c:v>0.0067313270212809246</c:v>
                </c:pt>
                <c:pt idx="31">
                  <c:v>0.0067336343834169445</c:v>
                </c:pt>
                <c:pt idx="32">
                  <c:v>0.006735930789470672</c:v>
                </c:pt>
                <c:pt idx="33">
                  <c:v>0.006738216211145574</c:v>
                </c:pt>
                <c:pt idx="34">
                  <c:v>0.006740490620444802</c:v>
                </c:pt>
                <c:pt idx="35">
                  <c:v>0.006742753989410401</c:v>
                </c:pt>
                <c:pt idx="36">
                  <c:v>0.0067450062903298275</c:v>
                </c:pt>
                <c:pt idx="37">
                  <c:v>0.0067472474955996955</c:v>
                </c:pt>
                <c:pt idx="38">
                  <c:v>0.00674947757791218</c:v>
                </c:pt>
                <c:pt idx="39">
                  <c:v>0.006751696509923691</c:v>
                </c:pt>
                <c:pt idx="40">
                  <c:v>0.0067539042647361755</c:v>
                </c:pt>
                <c:pt idx="41">
                  <c:v>0.006756100815377584</c:v>
                </c:pt>
                <c:pt idx="42">
                  <c:v>0.006758286135264805</c:v>
                </c:pt>
                <c:pt idx="43">
                  <c:v>0.006760460197759229</c:v>
                </c:pt>
                <c:pt idx="44">
                  <c:v>0.006762622976649891</c:v>
                </c:pt>
                <c:pt idx="45">
                  <c:v>0.0067647744457668725</c:v>
                </c:pt>
                <c:pt idx="46">
                  <c:v>0.006766914579101231</c:v>
                </c:pt>
                <c:pt idx="47">
                  <c:v>0.0067690433509502</c:v>
                </c:pt>
                <c:pt idx="48">
                  <c:v>0.00677116073568662</c:v>
                </c:pt>
                <c:pt idx="49">
                  <c:v>0.006773266707906918</c:v>
                </c:pt>
                <c:pt idx="50">
                  <c:v>0.0067753612424087525</c:v>
                </c:pt>
                <c:pt idx="51">
                  <c:v>0.006777444314133887</c:v>
                </c:pt>
                <c:pt idx="52">
                  <c:v>0.006779515898264372</c:v>
                </c:pt>
                <c:pt idx="53">
                  <c:v>0.006781575970091909</c:v>
                </c:pt>
                <c:pt idx="54">
                  <c:v>0.006783624505254957</c:v>
                </c:pt>
                <c:pt idx="55">
                  <c:v>0.006785661479395086</c:v>
                </c:pt>
                <c:pt idx="56">
                  <c:v>0.006787686868531363</c:v>
                </c:pt>
                <c:pt idx="57">
                  <c:v>0.006789700648726078</c:v>
                </c:pt>
                <c:pt idx="58">
                  <c:v>0.006791702796278329</c:v>
                </c:pt>
                <c:pt idx="59">
                  <c:v>0.006793693287736278</c:v>
                </c:pt>
                <c:pt idx="60">
                  <c:v>0.0067956720998128255</c:v>
                </c:pt>
                <c:pt idx="61">
                  <c:v>0.0067976392094033665</c:v>
                </c:pt>
                <c:pt idx="62">
                  <c:v>0.006799594593601842</c:v>
                </c:pt>
                <c:pt idx="63">
                  <c:v>0.006801538229745532</c:v>
                </c:pt>
                <c:pt idx="64">
                  <c:v>0.006803470095336437</c:v>
                </c:pt>
                <c:pt idx="65">
                  <c:v>0.006805390168057955</c:v>
                </c:pt>
                <c:pt idx="66">
                  <c:v>0.006807298425876733</c:v>
                </c:pt>
                <c:pt idx="67">
                  <c:v>0.00680919484687919</c:v>
                </c:pt>
                <c:pt idx="68">
                  <c:v>0.00681107940937491</c:v>
                </c:pt>
                <c:pt idx="69">
                  <c:v>0.006812952091935752</c:v>
                </c:pt>
                <c:pt idx="70">
                  <c:v>0.006814812873295375</c:v>
                </c:pt>
                <c:pt idx="71">
                  <c:v>0.006816661732337844</c:v>
                </c:pt>
                <c:pt idx="72">
                  <c:v>0.0068184986482991115</c:v>
                </c:pt>
                <c:pt idx="73">
                  <c:v>0.006820323600507762</c:v>
                </c:pt>
                <c:pt idx="74">
                  <c:v>0.006822136568533407</c:v>
                </c:pt>
                <c:pt idx="75">
                  <c:v>0.0068239375321451825</c:v>
                </c:pt>
                <c:pt idx="76">
                  <c:v>0.006825726471373909</c:v>
                </c:pt>
                <c:pt idx="77">
                  <c:v>0.006827503366445566</c:v>
                </c:pt>
                <c:pt idx="78">
                  <c:v>0.006829268197719868</c:v>
                </c:pt>
                <c:pt idx="79">
                  <c:v>0.0068310209458990944</c:v>
                </c:pt>
                <c:pt idx="80">
                  <c:v>0.006832761591815948</c:v>
                </c:pt>
                <c:pt idx="81">
                  <c:v>0.006834490116519693</c:v>
                </c:pt>
                <c:pt idx="82">
                  <c:v>0.006836206501332725</c:v>
                </c:pt>
                <c:pt idx="83">
                  <c:v>0.006837910727719227</c:v>
                </c:pt>
                <c:pt idx="84">
                  <c:v>0.006839602777435666</c:v>
                </c:pt>
                <c:pt idx="85">
                  <c:v>0.006841282632446289</c:v>
                </c:pt>
                <c:pt idx="86">
                  <c:v>0.006842950274844503</c:v>
                </c:pt>
                <c:pt idx="87">
                  <c:v>0.006844605687108533</c:v>
                </c:pt>
                <c:pt idx="88">
                  <c:v>0.006846248851754448</c:v>
                </c:pt>
                <c:pt idx="89">
                  <c:v>0.0068478797516554925</c:v>
                </c:pt>
                <c:pt idx="90">
                  <c:v>0.006849498369852702</c:v>
                </c:pt>
                <c:pt idx="91">
                  <c:v>0.006851104689629523</c:v>
                </c:pt>
                <c:pt idx="92">
                  <c:v>0.006852698694477911</c:v>
                </c:pt>
                <c:pt idx="93">
                  <c:v>0.0068542803681076216</c:v>
                </c:pt>
                <c:pt idx="94">
                  <c:v>0.006855849694475214</c:v>
                </c:pt>
                <c:pt idx="95">
                  <c:v>0.006857406657771061</c:v>
                </c:pt>
                <c:pt idx="96">
                  <c:v>0.0068589512423872945</c:v>
                </c:pt>
                <c:pt idx="97">
                  <c:v>0.006860483432946746</c:v>
                </c:pt>
                <c:pt idx="98">
                  <c:v>0.006862003214310627</c:v>
                </c:pt>
                <c:pt idx="99">
                  <c:v>0.006863510571566495</c:v>
                </c:pt>
                <c:pt idx="100">
                  <c:v>0.006865005490016937</c:v>
                </c:pt>
                <c:pt idx="101">
                  <c:v>0.006866487955225577</c:v>
                </c:pt>
                <c:pt idx="102">
                  <c:v>0.006867957952966877</c:v>
                </c:pt>
                <c:pt idx="103">
                  <c:v>0.006869415469234429</c:v>
                </c:pt>
                <c:pt idx="104">
                  <c:v>0.006870860490248753</c:v>
                </c:pt>
                <c:pt idx="105">
                  <c:v>0.006872293002500988</c:v>
                </c:pt>
                <c:pt idx="106">
                  <c:v>0.00687371299270414</c:v>
                </c:pt>
                <c:pt idx="107">
                  <c:v>0.006875120447764887</c:v>
                </c:pt>
                <c:pt idx="108">
                  <c:v>0.006876515354862919</c:v>
                </c:pt>
                <c:pt idx="109">
                  <c:v>0.006877897701403416</c:v>
                </c:pt>
                <c:pt idx="110">
                  <c:v>0.006879267475024137</c:v>
                </c:pt>
                <c:pt idx="111">
                  <c:v>0.006880624663567758</c:v>
                </c:pt>
                <c:pt idx="112">
                  <c:v>0.006881969255174909</c:v>
                </c:pt>
                <c:pt idx="113">
                  <c:v>0.006883301238152833</c:v>
                </c:pt>
                <c:pt idx="114">
                  <c:v>0.006884620601085195</c:v>
                </c:pt>
                <c:pt idx="115">
                  <c:v>0.006885927332820063</c:v>
                </c:pt>
                <c:pt idx="116">
                  <c:v>0.006887221422376304</c:v>
                </c:pt>
                <c:pt idx="117">
                  <c:v>0.00688850285903409</c:v>
                </c:pt>
                <c:pt idx="118">
                  <c:v>0.006889771632339995</c:v>
                </c:pt>
                <c:pt idx="119">
                  <c:v>0.006891027732047714</c:v>
                </c:pt>
                <c:pt idx="120">
                  <c:v>0.006892271148141225</c:v>
                </c:pt>
                <c:pt idx="121">
                  <c:v>0.0068935018708725605</c:v>
                </c:pt>
                <c:pt idx="122">
                  <c:v>0.006894719890735188</c:v>
                </c:pt>
                <c:pt idx="123">
                  <c:v>0.006895925198423184</c:v>
                </c:pt>
                <c:pt idx="124">
                  <c:v>0.00689711778490005</c:v>
                </c:pt>
                <c:pt idx="125">
                  <c:v>0.006898297641342163</c:v>
                </c:pt>
                <c:pt idx="126">
                  <c:v>0.006899464759221153</c:v>
                </c:pt>
                <c:pt idx="127">
                  <c:v>0.0069006191301721285</c:v>
                </c:pt>
                <c:pt idx="128">
                  <c:v>0.006901760746151209</c:v>
                </c:pt>
                <c:pt idx="129">
                  <c:v>0.006902889599290005</c:v>
                </c:pt>
                <c:pt idx="130">
                  <c:v>0.006904005681991577</c:v>
                </c:pt>
                <c:pt idx="131">
                  <c:v>0.006905108986890953</c:v>
                </c:pt>
                <c:pt idx="132">
                  <c:v>0.006906199506875241</c:v>
                </c:pt>
                <c:pt idx="133">
                  <c:v>0.006907277235045469</c:v>
                </c:pt>
                <c:pt idx="134">
                  <c:v>0.006908342164765543</c:v>
                </c:pt>
                <c:pt idx="135">
                  <c:v>0.006909394289680764</c:v>
                </c:pt>
                <c:pt idx="136">
                  <c:v>0.00691043360358126</c:v>
                </c:pt>
                <c:pt idx="137">
                  <c:v>0.006911460100577696</c:v>
                </c:pt>
                <c:pt idx="138">
                  <c:v>0.006912473775020544</c:v>
                </c:pt>
                <c:pt idx="139">
                  <c:v>0.006913474621450301</c:v>
                </c:pt>
                <c:pt idx="140">
                  <c:v>0.006914462634686061</c:v>
                </c:pt>
                <c:pt idx="141">
                  <c:v>0.006915437809775061</c:v>
                </c:pt>
                <c:pt idx="142">
                  <c:v>0.006916400142038372</c:v>
                </c:pt>
                <c:pt idx="143">
                  <c:v>0.006917349626994633</c:v>
                </c:pt>
                <c:pt idx="144">
                  <c:v>0.006918286260445912</c:v>
                </c:pt>
                <c:pt idx="145">
                  <c:v>0.006919210038402163</c:v>
                </c:pt>
                <c:pt idx="146">
                  <c:v>0.0069201209571263566</c:v>
                </c:pt>
                <c:pt idx="147">
                  <c:v>0.006921019013138855</c:v>
                </c:pt>
                <c:pt idx="148">
                  <c:v>0.006921904203182942</c:v>
                </c:pt>
                <c:pt idx="149">
                  <c:v>0.00692277652425574</c:v>
                </c:pt>
                <c:pt idx="150">
                  <c:v>0.0069236359735870365</c:v>
                </c:pt>
                <c:pt idx="151">
                  <c:v>0.006924482548669474</c:v>
                </c:pt>
                <c:pt idx="152">
                  <c:v>0.006925316247212259</c:v>
                </c:pt>
                <c:pt idx="153">
                  <c:v>0.00692613706718395</c:v>
                </c:pt>
                <c:pt idx="154">
                  <c:v>0.0069269450067668764</c:v>
                </c:pt>
                <c:pt idx="155">
                  <c:v>0.006927740064436389</c:v>
                </c:pt>
                <c:pt idx="156">
                  <c:v>0.00692852223885365</c:v>
                </c:pt>
                <c:pt idx="157">
                  <c:v>0.006929291528981202</c:v>
                </c:pt>
                <c:pt idx="158">
                  <c:v>0.006930047933940646</c:v>
                </c:pt>
                <c:pt idx="159">
                  <c:v>0.00693079145318757</c:v>
                </c:pt>
                <c:pt idx="160">
                  <c:v>0.00693152208634615</c:v>
                </c:pt>
                <c:pt idx="161">
                  <c:v>0.006932239833322371</c:v>
                </c:pt>
                <c:pt idx="162">
                  <c:v>0.0069329446942482465</c:v>
                </c:pt>
                <c:pt idx="163">
                  <c:v>0.006933636669486578</c:v>
                </c:pt>
                <c:pt idx="164">
                  <c:v>0.006934315759670444</c:v>
                </c:pt>
                <c:pt idx="165">
                  <c:v>0.006934981965637207</c:v>
                </c:pt>
                <c:pt idx="166">
                  <c:v>0.006935635288491306</c:v>
                </c:pt>
                <c:pt idx="167">
                  <c:v>0.006936275729561995</c:v>
                </c:pt>
                <c:pt idx="168">
                  <c:v>0.006936903290430705</c:v>
                </c:pt>
                <c:pt idx="169">
                  <c:v>0.00693751797287845</c:v>
                </c:pt>
                <c:pt idx="170">
                  <c:v>0.006938119778992148</c:v>
                </c:pt>
                <c:pt idx="171">
                  <c:v>0.006938708711032979</c:v>
                </c:pt>
                <c:pt idx="172">
                  <c:v>0.006939284771542217</c:v>
                </c:pt>
                <c:pt idx="173">
                  <c:v>0.006939847963278004</c:v>
                </c:pt>
                <c:pt idx="174">
                  <c:v>0.006940398289231048</c:v>
                </c:pt>
                <c:pt idx="175">
                  <c:v>0.006940935752661569</c:v>
                </c:pt>
                <c:pt idx="176">
                  <c:v>0.00694146035702662</c:v>
                </c:pt>
                <c:pt idx="177">
                  <c:v>0.006941972106028411</c:v>
                </c:pt>
                <c:pt idx="178">
                  <c:v>0.006942471003639564</c:v>
                </c:pt>
                <c:pt idx="179">
                  <c:v>0.006942957054020972</c:v>
                </c:pt>
                <c:pt idx="180">
                  <c:v>0.006943430261590746</c:v>
                </c:pt>
                <c:pt idx="181">
                  <c:v>0.006943890631006568</c:v>
                </c:pt>
                <c:pt idx="182">
                  <c:v>0.006944338167148632</c:v>
                </c:pt>
                <c:pt idx="183">
                  <c:v>0.00694477287513441</c:v>
                </c:pt>
                <c:pt idx="184">
                  <c:v>0.006945194760312205</c:v>
                </c:pt>
                <c:pt idx="185">
                  <c:v>0.006945603828275526</c:v>
                </c:pt>
              </c:numCache>
            </c:numRef>
          </c:val>
          <c:smooth/>
        </c:ser>
        <c:ser>
          <c:idx val="3"/>
          <c:order val="3"/>
          <c:tx>
            <c:strRef>
              <c:f>Sheet1!$E$1</c:f>
              <c:strCache>
                <c:ptCount val="1"/>
                <c:pt idx="0">
                  <c:v>Reg TV_extrapolated</c:v>
                </c:pt>
              </c:strCache>
            </c:strRef>
          </c:tx>
          <c:spPr>
            <a:ln w="31750">
              <a:solidFill>
                <a:srgbClr val="00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Sheet1!$E$2:$E$202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0.006945603828275526</c:v>
                </c:pt>
                <c:pt idx="186">
                  <c:v>0.006946000084825741</c:v>
                </c:pt>
                <c:pt idx="187">
                  <c:v>0.006946383536037914</c:v>
                </c:pt>
                <c:pt idx="188">
                  <c:v>0.00694675418815207</c:v>
                </c:pt>
                <c:pt idx="189">
                  <c:v>0.006947112047710116</c:v>
                </c:pt>
                <c:pt idx="190">
                  <c:v>0.006947457121437474</c:v>
                </c:pt>
                <c:pt idx="191">
                  <c:v>0.006947789416298192</c:v>
                </c:pt>
                <c:pt idx="192">
                  <c:v>0.006948108939498663</c:v>
                </c:pt>
                <c:pt idx="193">
                  <c:v>0.006948415698471465</c:v>
                </c:pt>
                <c:pt idx="194">
                  <c:v>0.006948709700859699</c:v>
                </c:pt>
                <c:pt idx="195">
                  <c:v>0.006948990954550718</c:v>
                </c:pt>
                <c:pt idx="196">
                  <c:v>0.0069492594676407015</c:v>
                </c:pt>
                <c:pt idx="197">
                  <c:v>0.006949515248477762</c:v>
                </c:pt>
                <c:pt idx="198">
                  <c:v>0.006949758305617053</c:v>
                </c:pt>
                <c:pt idx="199">
                  <c:v>0.006949988647844324</c:v>
                </c:pt>
                <c:pt idx="200">
                  <c:v>0.0069502062841701505</c:v>
                </c:pt>
              </c:numCache>
            </c:numRef>
          </c:val>
          <c:smooth/>
        </c:ser>
        <c:ser>
          <c:idx val="4"/>
          <c:order val="4"/>
          <c:tx>
            <c:strRef>
              <c:f>Sheet1!$F$1</c:f>
              <c:strCache>
                <c:ptCount val="1"/>
                <c:pt idx="0">
                  <c:v>bdg_brnd_dgt_display</c:v>
                </c:pt>
              </c:strCache>
            </c:strRef>
          </c:tx>
          <c:spPr>
            <a:ln w="31750">
              <a:solidFill>
                <a:srgbClr val="8E79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Sheet1!$F$2:$F$39</c:f>
              <c:numCache>
                <c:formatCode>General</c:formatCode>
                <c:ptCount val="38"/>
                <c:pt idx="0">
                  <c:v>#N/A</c:v>
                </c:pt>
                <c:pt idx="1">
                  <c:v>3.2922686572055815</c:v>
                </c:pt>
                <c:pt idx="2">
                  <c:v>3.5547057486419678</c:v>
                </c:pt>
                <c:pt idx="3">
                  <c:v>3.820706330973943</c:v>
                </c:pt>
                <c:pt idx="4">
                  <c:v>4.081098202046872</c:v>
                </c:pt>
                <c:pt idx="5">
                  <c:v>4.325358164168549</c:v>
                </c:pt>
                <c:pt idx="6">
                  <c:v>4.542959867706299</c:v>
                </c:pt>
                <c:pt idx="7">
                  <c:v>4.724989185458047</c:v>
                </c:pt>
                <c:pt idx="8">
                  <c:v>4.865527126179218</c:v>
                </c:pt>
                <c:pt idx="9">
                  <c:v>4.962344653382195</c:v>
                </c:pt>
                <c:pt idx="10">
                  <c:v>5.016746330434227</c:v>
                </c:pt>
                <c:pt idx="11">
                  <c:v>5.03274924998266</c:v>
                </c:pt>
                <c:pt idx="12">
                  <c:v>5.015976396548907</c:v>
                </c:pt>
                <c:pt idx="13">
                  <c:v>4.9726181781108565</c:v>
                </c:pt>
                <c:pt idx="14">
                  <c:v>4.90866317673547</c:v>
                </c:pt>
                <c:pt idx="15">
                  <c:v>4.829441848788706</c:v>
                </c:pt>
                <c:pt idx="16">
                  <c:v>4.739430598574638</c:v>
                </c:pt>
                <c:pt idx="17">
                  <c:v>4.642231495637445</c:v>
                </c:pt>
                <c:pt idx="18">
                  <c:v>4.540650005142636</c:v>
                </c:pt>
                <c:pt idx="19">
                  <c:v>4.436814779987837</c:v>
                </c:pt>
                <c:pt idx="20">
                  <c:v>4.332305330514717</c:v>
                </c:pt>
                <c:pt idx="21">
                  <c:v>4.228269756497883</c:v>
                </c:pt>
                <c:pt idx="22">
                  <c:v>4.12552518239134</c:v>
                </c:pt>
                <c:pt idx="23">
                  <c:v>4.024639417651301</c:v>
                </c:pt>
                <c:pt idx="24">
                  <c:v>3.925995250321865</c:v>
                </c:pt>
                <c:pt idx="25">
                  <c:v>3.82983992000061</c:v>
                </c:pt>
                <c:pt idx="26">
                  <c:v>3.7363225317897797</c:v>
                </c:pt>
                <c:pt idx="27">
                  <c:v>3.64552195772496</c:v>
                </c:pt>
                <c:pt idx="28">
                  <c:v>3.557467395519529</c:v>
                </c:pt>
                <c:pt idx="29">
                  <c:v>3.472153351390378</c:v>
                </c:pt>
                <c:pt idx="30">
                  <c:v>3.3895504446172713</c:v>
                </c:pt>
                <c:pt idx="31">
                  <c:v>3.309613117769303</c:v>
                </c:pt>
                <c:pt idx="32">
                  <c:v>3.232285080862403</c:v>
                </c:pt>
                <c:pt idx="33">
                  <c:v>3.1575031146957513</c:v>
                </c:pt>
                <c:pt idx="34">
                  <c:v>3.0851997001964904</c:v>
                </c:pt>
                <c:pt idx="35">
                  <c:v>3.015304818558393</c:v>
                </c:pt>
                <c:pt idx="36">
                  <c:v>2.94774717393038</c:v>
                </c:pt>
                <c:pt idx="37">
                  <c:v>2.882455020179233</c:v>
                </c:pt>
              </c:numCache>
            </c:numRef>
          </c:val>
          <c:smooth/>
        </c:ser>
        <c:ser>
          <c:idx val="5"/>
          <c:order val="5"/>
          <c:tx>
            <c:strRef>
              <c:f>Sheet1!$G$1</c:f>
              <c:strCache>
                <c:ptCount val="1"/>
                <c:pt idx="0">
                  <c:v>bdg_brnd_dgt_display_extrapolated</c:v>
                </c:pt>
              </c:strCache>
            </c:strRef>
          </c:tx>
          <c:spPr>
            <a:ln w="31750">
              <a:solidFill>
                <a:srgbClr val="8E79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Sheet1!$G$2:$G$52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2.882455020179233</c:v>
                </c:pt>
                <c:pt idx="38">
                  <c:v>2.8193567207615</c:v>
                </c:pt>
                <c:pt idx="39">
                  <c:v>2.758381131927735</c:v>
                </c:pt>
                <c:pt idx="40">
                  <c:v>2.6994578711369512</c:v>
                </c:pt>
                <c:pt idx="41">
                  <c:v>2.6425175121470197</c:v>
                </c:pt>
                <c:pt idx="42">
                  <c:v>2.587491733792532</c:v>
                </c:pt>
                <c:pt idx="43">
                  <c:v>2.534313439427176</c:v>
                </c:pt>
                <c:pt idx="44">
                  <c:v>2.482916857210463</c:v>
                </c:pt>
                <c:pt idx="45">
                  <c:v>2.433237626955202</c:v>
                </c:pt>
                <c:pt idx="46">
                  <c:v>2.3852128764359017</c:v>
                </c:pt>
                <c:pt idx="47">
                  <c:v>2.3387812883852694</c:v>
                </c:pt>
                <c:pt idx="48">
                  <c:v>2.2938831584978105</c:v>
                </c:pt>
                <c:pt idx="49">
                  <c:v>2.2504604443469924</c:v>
                </c:pt>
                <c:pt idx="50">
                  <c:v>2.2084568050170517</c:v>
                </c:pt>
              </c:numCache>
            </c:numRef>
          </c:val>
          <c:smooth/>
        </c:ser>
        <c:ser>
          <c:idx val="6"/>
          <c:order val="6"/>
          <c:tx>
            <c:strRef>
              <c:f>Sheet1!$H$1</c:f>
              <c:strCache>
                <c:ptCount val="1"/>
                <c:pt idx="0">
                  <c:v>bdg_brnd_dgt_indoor</c:v>
                </c:pt>
              </c:strCache>
            </c:strRef>
          </c:tx>
          <c:spPr>
            <a:ln w="31750">
              <a:solidFill>
                <a:srgbClr val="FF72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Sheet1!$H$2:$H$39</c:f>
              <c:numCache>
                <c:formatCode>General</c:formatCode>
                <c:ptCount val="38"/>
                <c:pt idx="0">
                  <c:v>#N/A</c:v>
                </c:pt>
                <c:pt idx="1">
                  <c:v>22.508129063224793</c:v>
                </c:pt>
                <c:pt idx="2">
                  <c:v>23.55997444217968</c:v>
                </c:pt>
                <c:pt idx="3">
                  <c:v>24.60119413290024</c:v>
                </c:pt>
                <c:pt idx="4">
                  <c:v>25.613655341236115</c:v>
                </c:pt>
                <c:pt idx="5">
                  <c:v>26.577922214313507</c:v>
                </c:pt>
                <c:pt idx="6">
                  <c:v>27.47437142724673</c:v>
                </c:pt>
                <c:pt idx="7">
                  <c:v>28.284504124033248</c:v>
                </c:pt>
                <c:pt idx="8">
                  <c:v>28.992286131887912</c:v>
                </c:pt>
                <c:pt idx="9">
                  <c:v>29.585317401946387</c:v>
                </c:pt>
                <c:pt idx="10">
                  <c:v>30.055648857426835</c:v>
                </c:pt>
                <c:pt idx="11">
                  <c:v>30.40012975947848</c:v>
                </c:pt>
                <c:pt idx="12">
                  <c:v>30.62026229843235</c:v>
                </c:pt>
                <c:pt idx="13">
                  <c:v>30.721632794624767</c:v>
                </c:pt>
                <c:pt idx="14">
                  <c:v>30.713053841615405</c:v>
                </c:pt>
                <c:pt idx="15">
                  <c:v>30.605575635391236</c:v>
                </c:pt>
                <c:pt idx="16">
                  <c:v>30.411510393886566</c:v>
                </c:pt>
                <c:pt idx="17">
                  <c:v>30.14357495586328</c:v>
                </c:pt>
                <c:pt idx="18">
                  <c:v>29.814209950450262</c:v>
                </c:pt>
                <c:pt idx="19">
                  <c:v>29.435092318774874</c:v>
                </c:pt>
                <c:pt idx="20">
                  <c:v>29.01682818944025</c:v>
                </c:pt>
                <c:pt idx="21">
                  <c:v>28.568796324600672</c:v>
                </c:pt>
                <c:pt idx="22">
                  <c:v>28.09910630853393</c:v>
                </c:pt>
                <c:pt idx="23">
                  <c:v>27.614636834629223</c:v>
                </c:pt>
                <c:pt idx="24">
                  <c:v>27.1211245340058</c:v>
                </c:pt>
                <c:pt idx="25">
                  <c:v>26.623280292537995</c:v>
                </c:pt>
                <c:pt idx="26">
                  <c:v>26.124916375293292</c:v>
                </c:pt>
                <c:pt idx="27">
                  <c:v>25.629073136896345</c:v>
                </c:pt>
                <c:pt idx="28">
                  <c:v>25.138138379506383</c:v>
                </c:pt>
                <c:pt idx="29">
                  <c:v>24.6539555601243</c:v>
                </c:pt>
                <c:pt idx="30">
                  <c:v>24.177919217420197</c:v>
                </c:pt>
                <c:pt idx="31">
                  <c:v>23.711057397502653</c:v>
                </c:pt>
                <c:pt idx="32">
                  <c:v>23.25410170936656</c:v>
                </c:pt>
                <c:pt idx="33">
                  <c:v>22.80754610258842</c:v>
                </c:pt>
                <c:pt idx="34">
                  <c:v>22.371695662541896</c:v>
                </c:pt>
                <c:pt idx="35">
                  <c:v>21.946706757467</c:v>
                </c:pt>
                <c:pt idx="36">
                  <c:v>21.532619814017295</c:v>
                </c:pt>
                <c:pt idx="37">
                  <c:v>21.129385888441497</c:v>
                </c:pt>
              </c:numCache>
            </c:numRef>
          </c:val>
          <c:smooth/>
        </c:ser>
        <c:ser>
          <c:idx val="7"/>
          <c:order val="7"/>
          <c:tx>
            <c:strRef>
              <c:f>Sheet1!$I$1</c:f>
              <c:strCache>
                <c:ptCount val="1"/>
                <c:pt idx="0">
                  <c:v>bdg_brnd_dgt_indoor_extrapolated</c:v>
                </c:pt>
              </c:strCache>
            </c:strRef>
          </c:tx>
          <c:spPr>
            <a:ln w="31750">
              <a:solidFill>
                <a:srgbClr val="FF72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Sheet1!$I$2:$I$52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21.129385888441497</c:v>
                </c:pt>
                <c:pt idx="38">
                  <c:v>20.73688806841569</c:v>
                </c:pt>
                <c:pt idx="39">
                  <c:v>20.35495860368807</c:v>
                </c:pt>
                <c:pt idx="40">
                  <c:v>19.98339253253517</c:v>
                </c:pt>
                <c:pt idx="41">
                  <c:v>19.621958451044176</c:v>
                </c:pt>
                <c:pt idx="42">
                  <c:v>19.270406965781802</c:v>
                </c:pt>
                <c:pt idx="43">
                  <c:v>18.928477277964483</c:v>
                </c:pt>
                <c:pt idx="44">
                  <c:v>18.595902268202174</c:v>
                </c:pt>
                <c:pt idx="45">
                  <c:v>18.27241238409208</c:v>
                </c:pt>
                <c:pt idx="46">
                  <c:v>17.957738577000327</c:v>
                </c:pt>
                <c:pt idx="47">
                  <c:v>17.651614487858385</c:v>
                </c:pt>
                <c:pt idx="48">
                  <c:v>17.353778043358048</c:v>
                </c:pt>
                <c:pt idx="49">
                  <c:v>17.063972592309796</c:v>
                </c:pt>
                <c:pt idx="50">
                  <c:v>16.781947686039125</c:v>
                </c:pt>
              </c:numCache>
            </c:numRef>
          </c:val>
          <c:smooth/>
        </c:ser>
        <c:ser>
          <c:idx val="8"/>
          <c:order val="8"/>
          <c:tx>
            <c:strRef>
              <c:f>Sheet1!$J$1</c:f>
              <c:strCache>
                <c:ptCount val="1"/>
                <c:pt idx="0">
                  <c:v>bdg_brnd_dgt_perform</c:v>
                </c:pt>
              </c:strCache>
            </c:strRef>
          </c:tx>
          <c:spPr>
            <a:ln w="31750">
              <a:solidFill>
                <a:srgbClr val="EDB8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Sheet1!$J$2:$J$20</c:f>
              <c:numCache>
                <c:formatCode>General</c:formatCode>
                <c:ptCount val="19"/>
                <c:pt idx="0">
                  <c:v>#N/A</c:v>
                </c:pt>
                <c:pt idx="1">
                  <c:v>15.068383575807571</c:v>
                </c:pt>
                <c:pt idx="2">
                  <c:v>15.335912897954941</c:v>
                </c:pt>
                <c:pt idx="3">
                  <c:v>15.502809006781895</c:v>
                </c:pt>
                <c:pt idx="4">
                  <c:v>15.565194537796975</c:v>
                </c:pt>
                <c:pt idx="5">
                  <c:v>15.525671688161468</c:v>
                </c:pt>
                <c:pt idx="6">
                  <c:v>15.392559462454479</c:v>
                </c:pt>
                <c:pt idx="7">
                  <c:v>15.178339113808768</c:v>
                </c:pt>
                <c:pt idx="8">
                  <c:v>14.89777151130867</c:v>
                </c:pt>
                <c:pt idx="9">
                  <c:v>14.566131958893457</c:v>
                </c:pt>
                <c:pt idx="10">
                  <c:v>14.197850899179459</c:v>
                </c:pt>
                <c:pt idx="11">
                  <c:v>13.805659106839267</c:v>
                </c:pt>
                <c:pt idx="12">
                  <c:v>13.400192464131038</c:v>
                </c:pt>
                <c:pt idx="13">
                  <c:v>12.98994011034496</c:v>
                </c:pt>
                <c:pt idx="14">
                  <c:v>12.581407781385966</c:v>
                </c:pt>
                <c:pt idx="15">
                  <c:v>12.179389349078878</c:v>
                </c:pt>
                <c:pt idx="16">
                  <c:v>11.787271580796958</c:v>
                </c:pt>
                <c:pt idx="17">
                  <c:v>11.407326910493962</c:v>
                </c:pt>
                <c:pt idx="18">
                  <c:v>11.04097143878958</c:v>
                </c:pt>
              </c:numCache>
            </c:numRef>
          </c:val>
          <c:smooth/>
        </c:ser>
        <c:ser>
          <c:idx val="9"/>
          <c:order val="9"/>
          <c:tx>
            <c:strRef>
              <c:f>Sheet1!$K$1</c:f>
              <c:strCache>
                <c:ptCount val="1"/>
                <c:pt idx="0">
                  <c:v>bdg_brnd_dgt_perform_extrapolated</c:v>
                </c:pt>
              </c:strCache>
            </c:strRef>
          </c:tx>
          <c:spPr>
            <a:ln w="31750">
              <a:solidFill>
                <a:srgbClr val="EDB8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Sheet1!$K$2:$K$27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11.04097143878958</c:v>
                </c:pt>
                <c:pt idx="19">
                  <c:v>10.688980044320457</c:v>
                </c:pt>
                <c:pt idx="20">
                  <c:v>10.351658941644097</c:v>
                </c:pt>
                <c:pt idx="21">
                  <c:v>10.028980201645261</c:v>
                </c:pt>
                <c:pt idx="22">
                  <c:v>9.720684302629124</c:v>
                </c:pt>
                <c:pt idx="23">
                  <c:v>9.426356878256259</c:v>
                </c:pt>
                <c:pt idx="24">
                  <c:v>9.145485223800103</c:v>
                </c:pt>
                <c:pt idx="25">
                  <c:v>8.877499255088654</c:v>
                </c:pt>
              </c:numCache>
            </c:numRef>
          </c:val>
          <c:smooth/>
        </c:ser>
        <c:ser>
          <c:idx val="10"/>
          <c:order val="10"/>
          <c:tx>
            <c:strRef>
              <c:f>Sheet1!$L$1</c:f>
              <c:strCache>
                <c:ptCount val="1"/>
                <c:pt idx="0">
                  <c:v>bdg_brnd_dgt_special</c:v>
                </c:pt>
              </c:strCache>
            </c:strRef>
          </c:tx>
          <c:spPr>
            <a:ln w="31750">
              <a:solidFill>
                <a:srgbClr val="5D7E66"/>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Sheet1!$L$2:$L$39</c:f>
              <c:numCache>
                <c:formatCode>General</c:formatCode>
                <c:ptCount val="38"/>
                <c:pt idx="0">
                  <c:v>#N/A</c:v>
                </c:pt>
                <c:pt idx="1">
                  <c:v>0.6616483355827332</c:v>
                </c:pt>
                <c:pt idx="2">
                  <c:v>0.673025144118309</c:v>
                </c:pt>
                <c:pt idx="3">
                  <c:v>0.6844211620559693</c:v>
                </c:pt>
                <c:pt idx="4">
                  <c:v>0.6958133045125008</c:v>
                </c:pt>
                <c:pt idx="5">
                  <c:v>0.707177074295044</c:v>
                </c:pt>
                <c:pt idx="6">
                  <c:v>0.7184866689179739</c:v>
                </c:pt>
                <c:pt idx="7">
                  <c:v>0.7297151156981332</c:v>
                </c:pt>
                <c:pt idx="8">
                  <c:v>0.7408344351613522</c:v>
                </c:pt>
                <c:pt idx="9">
                  <c:v>0.7518158321957058</c:v>
                </c:pt>
                <c:pt idx="10">
                  <c:v>0.7626299135566711</c:v>
                </c:pt>
                <c:pt idx="11">
                  <c:v>0.7732469294149226</c:v>
                </c:pt>
                <c:pt idx="12">
                  <c:v>0.7836370357240041</c:v>
                </c:pt>
                <c:pt idx="13">
                  <c:v>0.7937705732917786</c:v>
                </c:pt>
                <c:pt idx="14">
                  <c:v>0.8036183586232322</c:v>
                </c:pt>
                <c:pt idx="15">
                  <c:v>0.8131519809008281</c:v>
                </c:pt>
                <c:pt idx="16">
                  <c:v>0.822344098937273</c:v>
                </c:pt>
                <c:pt idx="17">
                  <c:v>0.8311687316097933</c:v>
                </c:pt>
                <c:pt idx="18">
                  <c:v>0.8396015351865557</c:v>
                </c:pt>
                <c:pt idx="19">
                  <c:v>0.8476200611222919</c:v>
                </c:pt>
                <c:pt idx="20">
                  <c:v>0.8552039883079529</c:v>
                </c:pt>
                <c:pt idx="21">
                  <c:v>0.8623353244237446</c:v>
                </c:pt>
                <c:pt idx="22">
                  <c:v>0.8689985719186609</c:v>
                </c:pt>
                <c:pt idx="23">
                  <c:v>0.8751808551905259</c:v>
                </c:pt>
                <c:pt idx="24">
                  <c:v>0.8808720067181587</c:v>
                </c:pt>
                <c:pt idx="25">
                  <c:v>0.8860646111392975</c:v>
                </c:pt>
                <c:pt idx="26">
                  <c:v>0.8907540075148069</c:v>
                </c:pt>
                <c:pt idx="27">
                  <c:v>0.8949382512126499</c:v>
                </c:pt>
                <c:pt idx="28">
                  <c:v>0.8986180379307611</c:v>
                </c:pt>
                <c:pt idx="29">
                  <c:v>0.9017965933084159</c:v>
                </c:pt>
                <c:pt idx="30">
                  <c:v>0.9044795323252995</c:v>
                </c:pt>
                <c:pt idx="31">
                  <c:v>0.9066746932261067</c:v>
                </c:pt>
                <c:pt idx="32">
                  <c:v>0.9083919510422945</c:v>
                </c:pt>
                <c:pt idx="33">
                  <c:v>0.9096430159030106</c:v>
                </c:pt>
                <c:pt idx="34">
                  <c:v>0.9104412212638855</c:v>
                </c:pt>
                <c:pt idx="35">
                  <c:v>0.9108013069480896</c:v>
                </c:pt>
                <c:pt idx="36">
                  <c:v>0.9107392015247875</c:v>
                </c:pt>
                <c:pt idx="37">
                  <c:v>0.9102718080783535</c:v>
                </c:pt>
              </c:numCache>
            </c:numRef>
          </c:val>
          <c:smooth/>
        </c:ser>
        <c:ser>
          <c:idx val="11"/>
          <c:order val="11"/>
          <c:tx>
            <c:strRef>
              <c:f>Sheet1!$M$1</c:f>
              <c:strCache>
                <c:ptCount val="1"/>
                <c:pt idx="0">
                  <c:v>bdg_brnd_dgt_special_extrapolated</c:v>
                </c:pt>
              </c:strCache>
            </c:strRef>
          </c:tx>
          <c:spPr>
            <a:ln w="31750">
              <a:solidFill>
                <a:srgbClr val="5D7E66"/>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Sheet1!$M$2:$M$52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0.9102718080783535</c:v>
                </c:pt>
                <c:pt idx="38">
                  <c:v>0.9094167968769074</c:v>
                </c:pt>
                <c:pt idx="39">
                  <c:v>0.9081924078668937</c:v>
                </c:pt>
                <c:pt idx="40">
                  <c:v>0.906617265324688</c:v>
                </c:pt>
                <c:pt idx="41">
                  <c:v>0.9047102064196889</c:v>
                </c:pt>
                <c:pt idx="42">
                  <c:v>0.9024901248925981</c:v>
                </c:pt>
                <c:pt idx="43">
                  <c:v>0.89997583055718</c:v>
                </c:pt>
                <c:pt idx="44">
                  <c:v>0.8971859248889142</c:v>
                </c:pt>
                <c:pt idx="45">
                  <c:v>0.8941386925874498</c:v>
                </c:pt>
                <c:pt idx="46">
                  <c:v>0.8908520086851949</c:v>
                </c:pt>
                <c:pt idx="47">
                  <c:v>0.88734326052337</c:v>
                </c:pt>
                <c:pt idx="48">
                  <c:v>0.8836292837267319</c:v>
                </c:pt>
                <c:pt idx="49">
                  <c:v>0.8797263111724853</c:v>
                </c:pt>
                <c:pt idx="50">
                  <c:v>0.8756499338607026</c:v>
                </c:pt>
              </c:numCache>
            </c:numRef>
          </c:val>
          <c:smooth/>
        </c:ser>
        <c:ser>
          <c:idx val="12"/>
          <c:order val="12"/>
          <c:tx>
            <c:strRef>
              <c:f>Sheet1!$N$1</c:f>
              <c:strCache>
                <c:ptCount val="1"/>
                <c:pt idx="0">
                  <c:v>bdg_brnd_dgt_video</c:v>
                </c:pt>
              </c:strCache>
            </c:strRef>
          </c:tx>
          <c:spPr>
            <a:ln w="31750">
              <a:solidFill>
                <a:srgbClr val="9AE4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Sheet1!$N$2:$N$39</c:f>
              <c:numCache>
                <c:formatCode>General</c:formatCode>
                <c:ptCount val="38"/>
                <c:pt idx="0">
                  <c:v>#N/A</c:v>
                </c:pt>
                <c:pt idx="1">
                  <c:v>1.2828781926021575</c:v>
                </c:pt>
                <c:pt idx="2">
                  <c:v>1.3112269312400817</c:v>
                </c:pt>
                <c:pt idx="3">
                  <c:v>1.339556219907125</c:v>
                </c:pt>
                <c:pt idx="4">
                  <c:v>1.3677607871837616</c:v>
                </c:pt>
                <c:pt idx="5">
                  <c:v>1.3957283430892944</c:v>
                </c:pt>
                <c:pt idx="6">
                  <c:v>1.4233406547037761</c:v>
                </c:pt>
                <c:pt idx="7">
                  <c:v>1.4504748871855055</c:v>
                </c:pt>
                <c:pt idx="8">
                  <c:v>1.4770051954259873</c:v>
                </c:pt>
                <c:pt idx="9">
                  <c:v>1.5028045371322631</c:v>
                </c:pt>
                <c:pt idx="10">
                  <c:v>1.5277466634180068</c:v>
                </c:pt>
                <c:pt idx="11">
                  <c:v>1.5517082291606556</c:v>
                </c:pt>
                <c:pt idx="12">
                  <c:v>1.57457095378685</c:v>
                </c:pt>
                <c:pt idx="13">
                  <c:v>1.5962237549661489</c:v>
                </c:pt>
                <c:pt idx="14">
                  <c:v>1.6165647740165165</c:v>
                </c:pt>
                <c:pt idx="15">
                  <c:v>1.6355032132855734</c:v>
                </c:pt>
                <c:pt idx="16">
                  <c:v>1.6529609126182794</c:v>
                </c:pt>
                <c:pt idx="17">
                  <c:v>1.6688736038708407</c:v>
                </c:pt>
                <c:pt idx="18">
                  <c:v>1.6831917984373304</c:v>
                </c:pt>
                <c:pt idx="19">
                  <c:v>1.6958812816120952</c:v>
                </c:pt>
                <c:pt idx="20">
                  <c:v>1.706923207727623</c:v>
                </c:pt>
                <c:pt idx="21">
                  <c:v>1.7163138097238086</c:v>
                </c:pt>
                <c:pt idx="22">
                  <c:v>1.7240637545811046</c:v>
                </c:pt>
                <c:pt idx="23">
                  <c:v>1.7301971906156126</c:v>
                </c:pt>
                <c:pt idx="24">
                  <c:v>1.7347505431671937</c:v>
                </c:pt>
                <c:pt idx="25">
                  <c:v>1.7377711213128662</c:v>
                </c:pt>
                <c:pt idx="26">
                  <c:v>1.7393155999949528</c:v>
                </c:pt>
                <c:pt idx="27">
                  <c:v>1.739448439805702</c:v>
                </c:pt>
                <c:pt idx="28">
                  <c:v>1.7382403013418743</c:v>
                </c:pt>
                <c:pt idx="29">
                  <c:v>1.7357665034102736</c:v>
                </c:pt>
                <c:pt idx="30">
                  <c:v>1.7321055653291066</c:v>
                </c:pt>
                <c:pt idx="31">
                  <c:v>1.7273378639816777</c:v>
                </c:pt>
                <c:pt idx="32">
                  <c:v>1.7215444268547893</c:v>
                </c:pt>
                <c:pt idx="33">
                  <c:v>1.7148058735832445</c:v>
                </c:pt>
                <c:pt idx="34">
                  <c:v>1.707201510901844</c:v>
                </c:pt>
                <c:pt idx="35">
                  <c:v>1.6988085795877184</c:v>
                </c:pt>
                <c:pt idx="36">
                  <c:v>1.6897016470207638</c:v>
                </c:pt>
                <c:pt idx="37">
                  <c:v>1.6799521353636047</c:v>
                </c:pt>
              </c:numCache>
            </c:numRef>
          </c:val>
          <c:smooth/>
        </c:ser>
        <c:ser>
          <c:idx val="13"/>
          <c:order val="13"/>
          <c:tx>
            <c:strRef>
              <c:f>Sheet1!$O$1</c:f>
              <c:strCache>
                <c:ptCount val="1"/>
                <c:pt idx="0">
                  <c:v>bdg_brnd_dgt_video_extrapolated</c:v>
                </c:pt>
              </c:strCache>
            </c:strRef>
          </c:tx>
          <c:spPr>
            <a:ln w="31750">
              <a:solidFill>
                <a:srgbClr val="9AE4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Sheet1!$O$2:$O$52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1.6799521353636047</c:v>
                </c:pt>
                <c:pt idx="38">
                  <c:v>1.6696279729415995</c:v>
                </c:pt>
                <c:pt idx="39">
                  <c:v>1.6587933550254625</c:v>
                </c:pt>
                <c:pt idx="40">
                  <c:v>1.6475085996943475</c:v>
                </c:pt>
                <c:pt idx="41">
                  <c:v>1.6358300846051472</c:v>
                </c:pt>
                <c:pt idx="42">
                  <c:v>1.6238102511313757</c:v>
                </c:pt>
                <c:pt idx="43">
                  <c:v>1.6114976633134885</c:v>
                </c:pt>
                <c:pt idx="44">
                  <c:v>1.5989371102471786</c:v>
                </c:pt>
                <c:pt idx="45">
                  <c:v>1.586169741828113</c:v>
                </c:pt>
                <c:pt idx="46">
                  <c:v>1.5732332290831856</c:v>
                </c:pt>
                <c:pt idx="47">
                  <c:v>1.5601619415967007</c:v>
                </c:pt>
                <c:pt idx="48">
                  <c:v>1.5469871357432603</c:v>
                </c:pt>
                <c:pt idx="49">
                  <c:v>1.5337371485390565</c:v>
                </c:pt>
                <c:pt idx="50">
                  <c:v>1.5204375929112626</c:v>
                </c:pt>
              </c:numCache>
            </c:numRef>
          </c:val>
          <c:smooth/>
        </c:ser>
        <c:ser>
          <c:idx val="14"/>
          <c:order val="14"/>
          <c:tx>
            <c:strRef>
              <c:f>Sheet1!$P$1</c:f>
              <c:strCache>
                <c:ptCount val="1"/>
                <c:pt idx="0">
                  <c:v>bdg_brnd_ooh</c:v>
                </c:pt>
              </c:strCache>
            </c:strRef>
          </c:tx>
          <c:spPr>
            <a:ln w="31750">
              <a:solidFill>
                <a:srgbClr val="EB007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Sheet1!$P$2:$P$39</c:f>
              <c:numCache>
                <c:formatCode>General</c:formatCode>
                <c:ptCount val="38"/>
                <c:pt idx="0">
                  <c:v>#N/A</c:v>
                </c:pt>
                <c:pt idx="1">
                  <c:v>9.83130096723938</c:v>
                </c:pt>
                <c:pt idx="2">
                  <c:v>10.258038217355729</c:v>
                </c:pt>
                <c:pt idx="3">
                  <c:v>10.658913016553878</c:v>
                </c:pt>
                <c:pt idx="4">
                  <c:v>11.02282584274912</c:v>
                </c:pt>
                <c:pt idx="5">
                  <c:v>11.339532390275192</c:v>
                </c:pt>
                <c:pt idx="6">
                  <c:v>11.60065206877009</c:v>
                </c:pt>
                <c:pt idx="7">
                  <c:v>11.800491856207712</c:v>
                </c:pt>
                <c:pt idx="8">
                  <c:v>11.936512937421083</c:v>
                </c:pt>
                <c:pt idx="9">
                  <c:v>12.009357419804891</c:v>
                </c:pt>
                <c:pt idx="10">
                  <c:v>12.02246711372261</c:v>
                </c:pt>
                <c:pt idx="11">
                  <c:v>11.981419150472467</c:v>
                </c:pt>
                <c:pt idx="12">
                  <c:v>11.89314306669124</c:v>
                </c:pt>
                <c:pt idx="13">
                  <c:v>11.765168992985652</c:v>
                </c:pt>
                <c:pt idx="14">
                  <c:v>11.605007417095457</c:v>
                </c:pt>
                <c:pt idx="15">
                  <c:v>11.419704195629501</c:v>
                </c:pt>
                <c:pt idx="16">
                  <c:v>11.215569036087036</c:v>
                </c:pt>
                <c:pt idx="17">
                  <c:v>10.998048773465325</c:v>
                </c:pt>
                <c:pt idx="18">
                  <c:v>10.771706747569084</c:v>
                </c:pt>
                <c:pt idx="19">
                  <c:v>10.540270874880338</c:v>
                </c:pt>
                <c:pt idx="20">
                  <c:v>10.306719908163451</c:v>
                </c:pt>
                <c:pt idx="21">
                  <c:v>10.073385792202904</c:v>
                </c:pt>
                <c:pt idx="22">
                  <c:v>9.842057681131623</c:v>
                </c:pt>
                <c:pt idx="23">
                  <c:v>9.614079178321838</c:v>
                </c:pt>
                <c:pt idx="24">
                  <c:v>9.390434595912934</c:v>
                </c:pt>
                <c:pt idx="25">
                  <c:v>9.171822778466339</c:v>
                </c:pt>
                <c:pt idx="26">
                  <c:v>8.95871866851638</c:v>
                </c:pt>
                <c:pt idx="27">
                  <c:v>8.751423659361098</c:v>
                </c:pt>
                <c:pt idx="28">
                  <c:v>8.550106157664027</c:v>
                </c:pt>
                <c:pt idx="29">
                  <c:v>8.35483386286479</c:v>
                </c:pt>
                <c:pt idx="30">
                  <c:v>8.165599194313176</c:v>
                </c:pt>
                <c:pt idx="31">
                  <c:v>7.982339144026233</c:v>
                </c:pt>
                <c:pt idx="32">
                  <c:v>7.804950652921617</c:v>
                </c:pt>
                <c:pt idx="33">
                  <c:v>7.633302429134716</c:v>
                </c:pt>
                <c:pt idx="34">
                  <c:v>7.467243962651421</c:v>
                </c:pt>
                <c:pt idx="35">
                  <c:v>7.30661234685718</c:v>
                </c:pt>
                <c:pt idx="36">
                  <c:v>7.151237395954079</c:v>
                </c:pt>
                <c:pt idx="37">
                  <c:v>7.000945446368398</c:v>
                </c:pt>
              </c:numCache>
            </c:numRef>
          </c:val>
          <c:smooth/>
        </c:ser>
        <c:ser>
          <c:idx val="15"/>
          <c:order val="15"/>
          <c:tx>
            <c:strRef>
              <c:f>Sheet1!$Q$1</c:f>
              <c:strCache>
                <c:ptCount val="1"/>
                <c:pt idx="0">
                  <c:v>bdg_brnd_ooh_extrapolated</c:v>
                </c:pt>
              </c:strCache>
            </c:strRef>
          </c:tx>
          <c:spPr>
            <a:ln w="31750">
              <a:solidFill>
                <a:srgbClr val="EB007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Sheet1!$Q$2:$Q$52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7.000945446368398</c:v>
                </c:pt>
                <c:pt idx="38">
                  <c:v>6.855562147984806</c:v>
                </c:pt>
                <c:pt idx="39">
                  <c:v>6.714914484670688</c:v>
                </c:pt>
                <c:pt idx="40">
                  <c:v>6.5788322105014325</c:v>
                </c:pt>
                <c:pt idx="41">
                  <c:v>6.4471488460048585</c:v>
                </c:pt>
                <c:pt idx="42">
                  <c:v>6.319702345556623</c:v>
                </c:pt>
                <c:pt idx="43">
                  <c:v>6.196335521033975</c:v>
                </c:pt>
                <c:pt idx="44">
                  <c:v>6.076896286539554</c:v>
                </c:pt>
                <c:pt idx="45">
                  <c:v>5.96123777325024</c:v>
                </c:pt>
                <c:pt idx="46">
                  <c:v>5.849218351281539</c:v>
                </c:pt>
                <c:pt idx="47">
                  <c:v>5.740701586107944</c:v>
                </c:pt>
                <c:pt idx="48">
                  <c:v>5.635556149938504</c:v>
                </c:pt>
                <c:pt idx="49">
                  <c:v>5.533655703020602</c:v>
                </c:pt>
                <c:pt idx="50">
                  <c:v>5.434878755746384</c:v>
                </c:pt>
              </c:numCache>
            </c:numRef>
          </c:val>
          <c:smooth/>
        </c:ser>
        <c:ser>
          <c:idx val="16"/>
          <c:order val="16"/>
          <c:tx>
            <c:strRef>
              <c:f>Sheet1!$R$1</c:f>
              <c:strCache>
                <c:ptCount val="1"/>
                <c:pt idx="0">
                  <c:v>bdg_brnd_tv</c:v>
                </c:pt>
              </c:strCache>
            </c:strRef>
          </c:tx>
          <c:spPr>
            <a:ln w="31750">
              <a:solidFill>
                <a:srgbClr val="A57BB8"/>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Sheet1!$R$2:$R$187</c:f>
              <c:numCache>
                <c:formatCode>General</c:formatCode>
                <c:ptCount val="186"/>
                <c:pt idx="0">
                  <c:v>#N/A</c:v>
                </c:pt>
                <c:pt idx="1">
                  <c:v>0.09894911968803406</c:v>
                </c:pt>
                <c:pt idx="2">
                  <c:v>0.0989655543165207</c:v>
                </c:pt>
                <c:pt idx="3">
                  <c:v>0.0989819731273651</c:v>
                </c:pt>
                <c:pt idx="4">
                  <c:v>0.09899837609815597</c:v>
                </c:pt>
                <c:pt idx="5">
                  <c:v>0.09901476320686341</c:v>
                </c:pt>
                <c:pt idx="6">
                  <c:v>0.09903113443183899</c:v>
                </c:pt>
                <c:pt idx="7">
                  <c:v>0.09904748975099836</c:v>
                </c:pt>
                <c:pt idx="8">
                  <c:v>0.09906382914209366</c:v>
                </c:pt>
                <c:pt idx="9">
                  <c:v>0.09908015258322822</c:v>
                </c:pt>
                <c:pt idx="10">
                  <c:v>0.09909646005249023</c:v>
                </c:pt>
                <c:pt idx="11">
                  <c:v>0.09911275152813305</c:v>
                </c:pt>
                <c:pt idx="12">
                  <c:v>0.09912902698850631</c:v>
                </c:pt>
                <c:pt idx="13">
                  <c:v>0.0991452864112854</c:v>
                </c:pt>
                <c:pt idx="14">
                  <c:v>0.09916152977480207</c:v>
                </c:pt>
                <c:pt idx="15">
                  <c:v>0.09917775705744425</c:v>
                </c:pt>
                <c:pt idx="16">
                  <c:v>0.09919396823704242</c:v>
                </c:pt>
                <c:pt idx="17">
                  <c:v>0.09921016329204335</c:v>
                </c:pt>
                <c:pt idx="18">
                  <c:v>0.09922634220059713</c:v>
                </c:pt>
                <c:pt idx="19">
                  <c:v>0.09924250494103683</c:v>
                </c:pt>
                <c:pt idx="20">
                  <c:v>0.09925865149154663</c:v>
                </c:pt>
                <c:pt idx="21">
                  <c:v>0.0992747818305606</c:v>
                </c:pt>
                <c:pt idx="22">
                  <c:v>0.09929089593609897</c:v>
                </c:pt>
                <c:pt idx="23">
                  <c:v>0.09930699378668743</c:v>
                </c:pt>
                <c:pt idx="24">
                  <c:v>0.09932307536069553</c:v>
                </c:pt>
                <c:pt idx="25">
                  <c:v>0.0993391406363678</c:v>
                </c:pt>
                <c:pt idx="26">
                  <c:v>0.09935518959221473</c:v>
                </c:pt>
                <c:pt idx="27">
                  <c:v>0.09937122220646893</c:v>
                </c:pt>
                <c:pt idx="28">
                  <c:v>0.09938723845767974</c:v>
                </c:pt>
                <c:pt idx="29">
                  <c:v>0.099403238324264</c:v>
                </c:pt>
                <c:pt idx="30">
                  <c:v>0.09941922178459167</c:v>
                </c:pt>
                <c:pt idx="31">
                  <c:v>0.09943518881730111</c:v>
                </c:pt>
                <c:pt idx="32">
                  <c:v>0.09945113940072059</c:v>
                </c:pt>
                <c:pt idx="33">
                  <c:v>0.09946707351349339</c:v>
                </c:pt>
                <c:pt idx="34">
                  <c:v>0.09948299113408257</c:v>
                </c:pt>
                <c:pt idx="35">
                  <c:v>0.09949889224101476</c:v>
                </c:pt>
                <c:pt idx="36">
                  <c:v>0.09951477681292428</c:v>
                </c:pt>
                <c:pt idx="37">
                  <c:v>0.09953064482843554</c:v>
                </c:pt>
                <c:pt idx="38">
                  <c:v>0.09954649626611409</c:v>
                </c:pt>
                <c:pt idx="39">
                  <c:v>0.09956233110457201</c:v>
                </c:pt>
                <c:pt idx="40">
                  <c:v>0.09957814932250976</c:v>
                </c:pt>
                <c:pt idx="41">
                  <c:v>0.0995939508985659</c:v>
                </c:pt>
                <c:pt idx="42">
                  <c:v>0.09960973581146058</c:v>
                </c:pt>
                <c:pt idx="43">
                  <c:v>0.09962550403994183</c:v>
                </c:pt>
                <c:pt idx="44">
                  <c:v>0.0996412555626956</c:v>
                </c:pt>
                <c:pt idx="45">
                  <c:v>0.09965699035847982</c:v>
                </c:pt>
                <c:pt idx="46">
                  <c:v>0.09967270840607519</c:v>
                </c:pt>
                <c:pt idx="47">
                  <c:v>0.09968840968428266</c:v>
                </c:pt>
                <c:pt idx="48">
                  <c:v>0.09970409417200088</c:v>
                </c:pt>
                <c:pt idx="49">
                  <c:v>0.09971976184794368</c:v>
                </c:pt>
                <c:pt idx="50">
                  <c:v>0.09973541269104004</c:v>
                </c:pt>
                <c:pt idx="51">
                  <c:v>0.09975104668015125</c:v>
                </c:pt>
                <c:pt idx="52">
                  <c:v>0.09976666379422408</c:v>
                </c:pt>
                <c:pt idx="53">
                  <c:v>0.09978226401217478</c:v>
                </c:pt>
                <c:pt idx="54">
                  <c:v>0.09979784731289193</c:v>
                </c:pt>
                <c:pt idx="55">
                  <c:v>0.09981341367541227</c:v>
                </c:pt>
                <c:pt idx="56">
                  <c:v>0.0998289630787032</c:v>
                </c:pt>
                <c:pt idx="57">
                  <c:v>0.09984449550176921</c:v>
                </c:pt>
                <c:pt idx="58">
                  <c:v>0.0998600109236487</c:v>
                </c:pt>
                <c:pt idx="59">
                  <c:v>0.09987550932341106</c:v>
                </c:pt>
                <c:pt idx="60">
                  <c:v>0.09989099068012237</c:v>
                </c:pt>
                <c:pt idx="61">
                  <c:v>0.09990645497287688</c:v>
                </c:pt>
                <c:pt idx="62">
                  <c:v>0.09992190218082551</c:v>
                </c:pt>
                <c:pt idx="63">
                  <c:v>0.09993733228308058</c:v>
                </c:pt>
                <c:pt idx="64">
                  <c:v>0.09995274525883793</c:v>
                </c:pt>
                <c:pt idx="65">
                  <c:v>0.09996814108728262</c:v>
                </c:pt>
                <c:pt idx="66">
                  <c:v>0.09998351974758958</c:v>
                </c:pt>
                <c:pt idx="67">
                  <c:v>0.09999888121903833</c:v>
                </c:pt>
                <c:pt idx="68">
                  <c:v>0.10001422548089307</c:v>
                </c:pt>
                <c:pt idx="69">
                  <c:v>0.10002955251240385</c:v>
                </c:pt>
                <c:pt idx="70">
                  <c:v>0.10004486229288918</c:v>
                </c:pt>
                <c:pt idx="71">
                  <c:v>0.10006015480167765</c:v>
                </c:pt>
                <c:pt idx="72">
                  <c:v>0.10007543001810709</c:v>
                </c:pt>
                <c:pt idx="73">
                  <c:v>0.1000906879215763</c:v>
                </c:pt>
                <c:pt idx="74">
                  <c:v>0.10010592849146353</c:v>
                </c:pt>
                <c:pt idx="75">
                  <c:v>0.10012115170720419</c:v>
                </c:pt>
                <c:pt idx="76">
                  <c:v>0.10013635754821175</c:v>
                </c:pt>
                <c:pt idx="77">
                  <c:v>0.10015154599397832</c:v>
                </c:pt>
                <c:pt idx="78">
                  <c:v>0.10016671702399621</c:v>
                </c:pt>
                <c:pt idx="79">
                  <c:v>0.10018187061778201</c:v>
                </c:pt>
                <c:pt idx="80">
                  <c:v>0.10019700675485134</c:v>
                </c:pt>
                <c:pt idx="81">
                  <c:v>0.100212125414813</c:v>
                </c:pt>
                <c:pt idx="82">
                  <c:v>0.10022722657720054</c:v>
                </c:pt>
                <c:pt idx="83">
                  <c:v>0.10024231022163758</c:v>
                </c:pt>
                <c:pt idx="84">
                  <c:v>0.10025737632780983</c:v>
                </c:pt>
                <c:pt idx="85">
                  <c:v>0.10027242487532671</c:v>
                </c:pt>
                <c:pt idx="86">
                  <c:v>0.10028745584388112</c:v>
                </c:pt>
                <c:pt idx="87">
                  <c:v>0.10030246921317879</c:v>
                </c:pt>
                <c:pt idx="88">
                  <c:v>0.10031746496295929</c:v>
                </c:pt>
                <c:pt idx="89">
                  <c:v>0.1003324430729941</c:v>
                </c:pt>
                <c:pt idx="90">
                  <c:v>0.10034740352304247</c:v>
                </c:pt>
                <c:pt idx="91">
                  <c:v>0.10036234629293589</c:v>
                </c:pt>
                <c:pt idx="92">
                  <c:v>0.10037727136247054</c:v>
                </c:pt>
                <c:pt idx="93">
                  <c:v>0.10039217871155277</c:v>
                </c:pt>
                <c:pt idx="94">
                  <c:v>0.10040706832001058</c:v>
                </c:pt>
                <c:pt idx="95">
                  <c:v>0.1004219401677985</c:v>
                </c:pt>
                <c:pt idx="96">
                  <c:v>0.10043679423483212</c:v>
                </c:pt>
                <c:pt idx="97">
                  <c:v>0.10045163050108841</c:v>
                </c:pt>
                <c:pt idx="98">
                  <c:v>0.10046644894650518</c:v>
                </c:pt>
                <c:pt idx="99">
                  <c:v>0.10048124955113728</c:v>
                </c:pt>
                <c:pt idx="100">
                  <c:v>0.10049603229499816</c:v>
                </c:pt>
                <c:pt idx="101">
                  <c:v>0.10051079715815629</c:v>
                </c:pt>
                <c:pt idx="102">
                  <c:v>0.10052554412069507</c:v>
                </c:pt>
                <c:pt idx="103">
                  <c:v>0.10054027316273069</c:v>
                </c:pt>
                <c:pt idx="104">
                  <c:v>0.10055498426441047</c:v>
                </c:pt>
                <c:pt idx="105">
                  <c:v>0.10056967740587507</c:v>
                </c:pt>
                <c:pt idx="106">
                  <c:v>0.10058435256733085</c:v>
                </c:pt>
                <c:pt idx="107">
                  <c:v>0.10059900972901104</c:v>
                </c:pt>
                <c:pt idx="108">
                  <c:v>0.10061364887112158</c:v>
                </c:pt>
                <c:pt idx="109">
                  <c:v>0.10062826997396486</c:v>
                </c:pt>
                <c:pt idx="110">
                  <c:v>0.10064287301784862</c:v>
                </c:pt>
                <c:pt idx="111">
                  <c:v>0.10065745798303415</c:v>
                </c:pt>
                <c:pt idx="112">
                  <c:v>0.10067202484994275</c:v>
                </c:pt>
                <c:pt idx="113">
                  <c:v>0.10068657359891234</c:v>
                </c:pt>
                <c:pt idx="114">
                  <c:v>0.10070110421036838</c:v>
                </c:pt>
                <c:pt idx="115">
                  <c:v>0.10071561666472062</c:v>
                </c:pt>
                <c:pt idx="116">
                  <c:v>0.10073011094244595</c:v>
                </c:pt>
                <c:pt idx="117">
                  <c:v>0.10074458702400403</c:v>
                </c:pt>
                <c:pt idx="118">
                  <c:v>0.10075904488993499</c:v>
                </c:pt>
                <c:pt idx="119">
                  <c:v>0.10077348452079196</c:v>
                </c:pt>
                <c:pt idx="120">
                  <c:v>0.10078790589707692</c:v>
                </c:pt>
                <c:pt idx="121">
                  <c:v>0.10080230899944778</c:v>
                </c:pt>
                <c:pt idx="122">
                  <c:v>0.1008166938085087</c:v>
                </c:pt>
                <c:pt idx="123">
                  <c:v>0.10083106030490534</c:v>
                </c:pt>
                <c:pt idx="124">
                  <c:v>0.10084540846930781</c:v>
                </c:pt>
                <c:pt idx="125">
                  <c:v>0.10085973828244019</c:v>
                </c:pt>
                <c:pt idx="126">
                  <c:v>0.10087404972503299</c:v>
                </c:pt>
                <c:pt idx="127">
                  <c:v>0.1008883427778229</c:v>
                </c:pt>
                <c:pt idx="128">
                  <c:v>0.10090261742162704</c:v>
                </c:pt>
                <c:pt idx="129">
                  <c:v>0.10091687363726594</c:v>
                </c:pt>
                <c:pt idx="130">
                  <c:v>0.10093111140556335</c:v>
                </c:pt>
                <c:pt idx="131">
                  <c:v>0.10094533070743357</c:v>
                </c:pt>
                <c:pt idx="132">
                  <c:v>0.10095953152373342</c:v>
                </c:pt>
                <c:pt idx="133">
                  <c:v>0.10097371383540792</c:v>
                </c:pt>
                <c:pt idx="134">
                  <c:v>0.10098787762344417</c:v>
                </c:pt>
                <c:pt idx="135">
                  <c:v>0.10100202286879928</c:v>
                </c:pt>
                <c:pt idx="136">
                  <c:v>0.10101614955251358</c:v>
                </c:pt>
                <c:pt idx="137">
                  <c:v>0.10103025765561013</c:v>
                </c:pt>
                <c:pt idx="138">
                  <c:v>0.10104434715919218</c:v>
                </c:pt>
                <c:pt idx="139">
                  <c:v>0.10105841804434412</c:v>
                </c:pt>
                <c:pt idx="140">
                  <c:v>0.10107247029221399</c:v>
                </c:pt>
                <c:pt idx="141">
                  <c:v>0.10108650388395701</c:v>
                </c:pt>
                <c:pt idx="142">
                  <c:v>0.10110051880076233</c:v>
                </c:pt>
                <c:pt idx="143">
                  <c:v>0.10111451502386506</c:v>
                </c:pt>
                <c:pt idx="144">
                  <c:v>0.101128492534505</c:v>
                </c:pt>
                <c:pt idx="145">
                  <c:v>0.10114245131397905</c:v>
                </c:pt>
                <c:pt idx="146">
                  <c:v>0.10115639134358706</c:v>
                </c:pt>
                <c:pt idx="147">
                  <c:v>0.10117031260465764</c:v>
                </c:pt>
                <c:pt idx="148">
                  <c:v>0.10118421507858585</c:v>
                </c:pt>
                <c:pt idx="149">
                  <c:v>0.10119809874675417</c:v>
                </c:pt>
                <c:pt idx="150">
                  <c:v>0.10121196359060923</c:v>
                </c:pt>
                <c:pt idx="151">
                  <c:v>0.10122580959158387</c:v>
                </c:pt>
                <c:pt idx="152">
                  <c:v>0.1012396367312105</c:v>
                </c:pt>
                <c:pt idx="153">
                  <c:v>0.10125344499096839</c:v>
                </c:pt>
                <c:pt idx="154">
                  <c:v>0.10126723435243383</c:v>
                </c:pt>
                <c:pt idx="155">
                  <c:v>0.1012810047971787</c:v>
                </c:pt>
                <c:pt idx="156">
                  <c:v>0.10129475630681943</c:v>
                </c:pt>
                <c:pt idx="157">
                  <c:v>0.10130848886300348</c:v>
                </c:pt>
                <c:pt idx="158">
                  <c:v>0.10132220244739629</c:v>
                </c:pt>
                <c:pt idx="159">
                  <c:v>0.10133589704170468</c:v>
                </c:pt>
                <c:pt idx="160">
                  <c:v>0.10134957262766361</c:v>
                </c:pt>
                <c:pt idx="161">
                  <c:v>0.10136322918703541</c:v>
                </c:pt>
                <c:pt idx="162">
                  <c:v>0.10137686670162059</c:v>
                </c:pt>
                <c:pt idx="163">
                  <c:v>0.10139048515326846</c:v>
                </c:pt>
                <c:pt idx="164">
                  <c:v>0.10140408452379412</c:v>
                </c:pt>
                <c:pt idx="165">
                  <c:v>0.10141766479512995</c:v>
                </c:pt>
                <c:pt idx="166">
                  <c:v>0.10143122594917252</c:v>
                </c:pt>
                <c:pt idx="167">
                  <c:v>0.10144476796788655</c:v>
                </c:pt>
                <c:pt idx="168">
                  <c:v>0.10145829083324615</c:v>
                </c:pt>
                <c:pt idx="169">
                  <c:v>0.10147179452729084</c:v>
                </c:pt>
                <c:pt idx="170">
                  <c:v>0.10148527903203403</c:v>
                </c:pt>
                <c:pt idx="171">
                  <c:v>0.10149874432958636</c:v>
                </c:pt>
                <c:pt idx="172">
                  <c:v>0.10151219040205313</c:v>
                </c:pt>
                <c:pt idx="173">
                  <c:v>0.10152561723155644</c:v>
                </c:pt>
                <c:pt idx="174">
                  <c:v>0.10153902480031156</c:v>
                </c:pt>
                <c:pt idx="175">
                  <c:v>0.10155241309049334</c:v>
                </c:pt>
                <c:pt idx="176">
                  <c:v>0.10156578208434582</c:v>
                </c:pt>
                <c:pt idx="177">
                  <c:v>0.10157913176415868</c:v>
                </c:pt>
                <c:pt idx="178">
                  <c:v>0.10159246211222317</c:v>
                </c:pt>
                <c:pt idx="179">
                  <c:v>0.10160577311087454</c:v>
                </c:pt>
                <c:pt idx="180">
                  <c:v>0.10161906474249098</c:v>
                </c:pt>
                <c:pt idx="181">
                  <c:v>0.10163233698947127</c:v>
                </c:pt>
                <c:pt idx="182">
                  <c:v>0.10164558983423422</c:v>
                </c:pt>
                <c:pt idx="183">
                  <c:v>0.10165882325927025</c:v>
                </c:pt>
                <c:pt idx="184">
                  <c:v>0.10167203724707728</c:v>
                </c:pt>
                <c:pt idx="185">
                  <c:v>0.10168523178017075</c:v>
                </c:pt>
              </c:numCache>
            </c:numRef>
          </c:val>
          <c:smooth/>
        </c:ser>
        <c:ser>
          <c:idx val="17"/>
          <c:order val="17"/>
          <c:tx>
            <c:strRef>
              <c:f>Sheet1!$S$1</c:f>
              <c:strCache>
                <c:ptCount val="1"/>
                <c:pt idx="0">
                  <c:v>bdg_brnd_tv_extrapolated</c:v>
                </c:pt>
              </c:strCache>
            </c:strRef>
          </c:tx>
          <c:spPr>
            <a:ln w="31750">
              <a:solidFill>
                <a:srgbClr val="A57BB8"/>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Sheet1!$S$2:$S$202</c:f>
              <c:numCache>
                <c:formatCode>General</c:formatCode>
                <c:ptCount val="20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0.10168523178017075</c:v>
                </c:pt>
                <c:pt idx="186">
                  <c:v>0.10169840684113451</c:v>
                </c:pt>
                <c:pt idx="187">
                  <c:v>0.10171156241255776</c:v>
                </c:pt>
                <c:pt idx="188">
                  <c:v>0.10172469847707545</c:v>
                </c:pt>
                <c:pt idx="189">
                  <c:v>0.10173781501735707</c:v>
                </c:pt>
                <c:pt idx="190">
                  <c:v>0.10175091201609561</c:v>
                </c:pt>
                <c:pt idx="191">
                  <c:v>0.10176398945601697</c:v>
                </c:pt>
                <c:pt idx="192">
                  <c:v>0.10177704731990894</c:v>
                </c:pt>
                <c:pt idx="193">
                  <c:v>0.10179008559054044</c:v>
                </c:pt>
                <c:pt idx="194">
                  <c:v>0.10180310425077026</c:v>
                </c:pt>
                <c:pt idx="195">
                  <c:v>0.10181610328345665</c:v>
                </c:pt>
                <c:pt idx="196">
                  <c:v>0.1018290826714866</c:v>
                </c:pt>
                <c:pt idx="197">
                  <c:v>0.10184204239780406</c:v>
                </c:pt>
                <c:pt idx="198">
                  <c:v>0.1018549824453797</c:v>
                </c:pt>
                <c:pt idx="199">
                  <c:v>0.10186790279721974</c:v>
                </c:pt>
                <c:pt idx="200">
                  <c:v>0.10188080343634605</c:v>
                </c:pt>
              </c:numCache>
            </c:numRef>
          </c:val>
          <c:smooth/>
        </c:ser>
        <c:ser>
          <c:idx val="18"/>
          <c:order val="18"/>
          <c:tx>
            <c:strRef>
              <c:f>Sheet1!$T$1</c:f>
              <c:strCache>
                <c:ptCount val="1"/>
                <c:pt idx="0">
                  <c:v>bdg_ecom</c:v>
                </c:pt>
              </c:strCache>
            </c:strRef>
          </c:tx>
          <c:spPr>
            <a:ln w="31750">
              <a:solidFill>
                <a:srgbClr val="5900A3"/>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Sheet1!$T$2:$T$13</c:f>
              <c:numCache>
                <c:formatCode>General</c:formatCode>
                <c:ptCount val="12"/>
                <c:pt idx="0">
                  <c:v>#N/A</c:v>
                </c:pt>
                <c:pt idx="1">
                  <c:v>4.390421957595825</c:v>
                </c:pt>
                <c:pt idx="2">
                  <c:v>4.645996382905007</c:v>
                </c:pt>
                <c:pt idx="3">
                  <c:v>4.910793068425496</c:v>
                </c:pt>
                <c:pt idx="4">
                  <c:v>5.1820347017717365</c:v>
                </c:pt>
                <c:pt idx="5">
                  <c:v>5.456180211865997</c:v>
                </c:pt>
                <c:pt idx="6">
                  <c:v>5.728988799793243</c:v>
                </c:pt>
                <c:pt idx="7">
                  <c:v>5.995675987100329</c:v>
                </c:pt>
                <c:pt idx="8">
                  <c:v>6.251163171082735</c:v>
                </c:pt>
                <c:pt idx="9">
                  <c:v>6.4904024003376435</c:v>
                </c:pt>
                <c:pt idx="10">
                  <c:v>6.708737575683784</c:v>
                </c:pt>
                <c:pt idx="11">
                  <c:v>6.90224909913774</c:v>
                </c:pt>
              </c:numCache>
            </c:numRef>
          </c:val>
          <c:smooth/>
        </c:ser>
        <c:ser>
          <c:idx val="19"/>
          <c:order val="19"/>
          <c:tx>
            <c:strRef>
              <c:f>Sheet1!$U$1</c:f>
              <c:strCache>
                <c:ptCount val="1"/>
                <c:pt idx="0">
                  <c:v>bdg_ecom_extrapolated</c:v>
                </c:pt>
              </c:strCache>
            </c:strRef>
          </c:tx>
          <c:spPr>
            <a:ln w="31750">
              <a:solidFill>
                <a:srgbClr val="5900A3"/>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Sheet1!$U$2:$U$17</c:f>
              <c:numCache>
                <c:formatCode>General</c:formatCode>
                <c:ptCount val="16"/>
                <c:pt idx="0">
                  <c:v/>
                </c:pt>
                <c:pt idx="1">
                  <c:v/>
                </c:pt>
                <c:pt idx="2">
                  <c:v/>
                </c:pt>
                <c:pt idx="3">
                  <c:v/>
                </c:pt>
                <c:pt idx="4">
                  <c:v/>
                </c:pt>
                <c:pt idx="5">
                  <c:v/>
                </c:pt>
                <c:pt idx="6">
                  <c:v/>
                </c:pt>
                <c:pt idx="7">
                  <c:v/>
                </c:pt>
                <c:pt idx="8">
                  <c:v/>
                </c:pt>
                <c:pt idx="9">
                  <c:v/>
                </c:pt>
                <c:pt idx="10">
                  <c:v/>
                </c:pt>
                <c:pt idx="11">
                  <c:v>6.90224909913774</c:v>
                </c:pt>
                <c:pt idx="12">
                  <c:v>7.068027366578102</c:v>
                </c:pt>
                <c:pt idx="13">
                  <c:v>7.204333466337057</c:v>
                </c:pt>
                <c:pt idx="14">
                  <c:v>7.310629272748538</c:v>
                </c:pt>
                <c:pt idx="15">
                  <c:v>7.387485828926722</c:v>
                </c:pt>
              </c:numCache>
            </c:numRef>
          </c:val>
          <c:smooth/>
        </c:ser>
        <c:ser>
          <c:idx val="20"/>
          <c:order val="20"/>
          <c:tx>
            <c:strRef>
              <c:f>Sheet1!$V$1</c:f>
              <c:strCache>
                <c:ptCount val="1"/>
                <c:pt idx="0">
                  <c:v>bdg_pos</c:v>
                </c:pt>
              </c:strCache>
            </c:strRef>
          </c:tx>
          <c:spPr>
            <a:ln w="31750">
              <a:solidFill>
                <a:srgbClr val="03C6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Sheet1!$V$2:$V$20</c:f>
              <c:numCache>
                <c:formatCode>General</c:formatCode>
                <c:ptCount val="19"/>
                <c:pt idx="0">
                  <c:v>#N/A</c:v>
                </c:pt>
                <c:pt idx="1">
                  <c:v>0.1758403502254486</c:v>
                </c:pt>
                <c:pt idx="2">
                  <c:v>0.17625055157089234</c:v>
                </c:pt>
                <c:pt idx="3">
                  <c:v>0.17665733907826742</c:v>
                </c:pt>
                <c:pt idx="4">
                  <c:v>0.1770606388092041</c:v>
                </c:pt>
                <c:pt idx="5">
                  <c:v>0.17746037716064453</c:v>
                </c:pt>
                <c:pt idx="6">
                  <c:v>0.17785648090902964</c:v>
                </c:pt>
                <c:pt idx="7">
                  <c:v>0.1782488772506714</c:v>
                </c:pt>
                <c:pt idx="8">
                  <c:v>0.1786374938457012</c:v>
                </c:pt>
                <c:pt idx="9">
                  <c:v>0.17902225886048212</c:v>
                </c:pt>
                <c:pt idx="10">
                  <c:v>0.17940310101089477</c:v>
                </c:pt>
                <c:pt idx="11">
                  <c:v>0.1797799496050748</c:v>
                </c:pt>
                <c:pt idx="12">
                  <c:v>0.1801527345870336</c:v>
                </c:pt>
                <c:pt idx="13">
                  <c:v>0.1805213865790734</c:v>
                </c:pt>
                <c:pt idx="14">
                  <c:v>0.18088583692537036</c:v>
                </c:pt>
                <c:pt idx="15">
                  <c:v>0.1812460177345276</c:v>
                </c:pt>
                <c:pt idx="16">
                  <c:v>0.1816018619222641</c:v>
                </c:pt>
                <c:pt idx="17">
                  <c:v>0.1819533032542958</c:v>
                </c:pt>
                <c:pt idx="18">
                  <c:v>0.18230027638785046</c:v>
                </c:pt>
              </c:numCache>
            </c:numRef>
          </c:val>
          <c:smooth/>
        </c:ser>
        <c:ser>
          <c:idx val="21"/>
          <c:order val="21"/>
          <c:tx>
            <c:strRef>
              <c:f>Sheet1!$W$1</c:f>
              <c:strCache>
                <c:ptCount val="1"/>
                <c:pt idx="0">
                  <c:v>bdg_pos_extrapolated</c:v>
                </c:pt>
              </c:strCache>
            </c:strRef>
          </c:tx>
          <c:spPr>
            <a:ln w="31750">
              <a:solidFill>
                <a:srgbClr val="03C6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Sheet1!$W$2:$W$27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0.18230027638785046</c:v>
                </c:pt>
                <c:pt idx="19">
                  <c:v>0.18264271691412676</c:v>
                </c:pt>
                <c:pt idx="20">
                  <c:v>0.1829805613995552</c:v>
                </c:pt>
                <c:pt idx="21">
                  <c:v>0.18331374742653256</c:v>
                </c:pt>
                <c:pt idx="22">
                  <c:v>0.18364221363405747</c:v>
                </c:pt>
                <c:pt idx="23">
                  <c:v>0.1839658997581316</c:v>
                </c:pt>
                <c:pt idx="24">
                  <c:v>0.18428474667024614</c:v>
                </c:pt>
                <c:pt idx="25">
                  <c:v>0.18459869641677856</c:v>
                </c:pt>
              </c:numCache>
            </c:numRef>
          </c:val>
          <c:smooth/>
        </c:ser>
        <c:ser>
          <c:idx val="22"/>
          <c:order val="22"/>
          <c:tx>
            <c:strRef>
              <c:f>Sheet1!$X$1</c:f>
              <c:strCache>
                <c:ptCount val="1"/>
                <c:pt idx="0">
                  <c:v>bdg_reg_dgt_display</c:v>
                </c:pt>
              </c:strCache>
            </c:strRef>
          </c:tx>
          <c:spPr>
            <a:ln w="31750">
              <a:solidFill>
                <a:srgbClr val="9E4B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Sheet1!$X$2:$X$39</c:f>
              <c:numCache>
                <c:formatCode>General</c:formatCode>
                <c:ptCount val="38"/>
                <c:pt idx="0">
                  <c:v>#N/A</c:v>
                </c:pt>
                <c:pt idx="1">
                  <c:v>4.308271858669281</c:v>
                </c:pt>
                <c:pt idx="2">
                  <c:v>4.8005746239748</c:v>
                </c:pt>
                <c:pt idx="3">
                  <c:v>4.999364594299316</c:v>
                </c:pt>
                <c:pt idx="4">
                  <c:v>4.917617356892109</c:v>
                </c:pt>
                <c:pt idx="5">
                  <c:v>4.669229332867432</c:v>
                </c:pt>
                <c:pt idx="6">
                  <c:v>4.358844216116269</c:v>
                </c:pt>
                <c:pt idx="7">
                  <c:v>4.045108117908478</c:v>
                </c:pt>
                <c:pt idx="8">
                  <c:v>3.752365496343851</c:v>
                </c:pt>
                <c:pt idx="9">
                  <c:v>3.487513385120392</c:v>
                </c:pt>
                <c:pt idx="10">
                  <c:v>3.250228567501831</c:v>
                </c:pt>
                <c:pt idx="11">
                  <c:v>3.037795091806412</c:v>
                </c:pt>
                <c:pt idx="12">
                  <c:v>2.8470805492777824</c:v>
                </c:pt>
                <c:pt idx="13">
                  <c:v>2.675224424973121</c:v>
                </c:pt>
                <c:pt idx="14">
                  <c:v>2.519800480843135</c:v>
                </c:pt>
                <c:pt idx="15">
                  <c:v>2.3787907738746643</c:v>
                </c:pt>
                <c:pt idx="16">
                  <c:v>2.250510194028258</c:v>
                </c:pt>
                <c:pt idx="17">
                  <c:v>2.133532507620643</c:v>
                </c:pt>
                <c:pt idx="18">
                  <c:v>2.026632179655075</c:v>
                </c:pt>
                <c:pt idx="19">
                  <c:v>1.9287424166621159</c:v>
                </c:pt>
                <c:pt idx="20">
                  <c:v>1.8389257916674613</c:v>
                </c:pt>
                <c:pt idx="21">
                  <c:v>1.7563535071598235</c:v>
                </c:pt>
                <c:pt idx="22">
                  <c:v>1.6802902140988436</c:v>
                </c:pt>
                <c:pt idx="23">
                  <c:v>1.6100822998594202</c:v>
                </c:pt>
                <c:pt idx="24">
                  <c:v>1.5451483508686226</c:v>
                </c:pt>
                <c:pt idx="25">
                  <c:v>1.4849710367269897</c:v>
                </c:pt>
                <c:pt idx="26">
                  <c:v>1.4290899976893205</c:v>
                </c:pt>
                <c:pt idx="27">
                  <c:v>1.37709550964963</c:v>
                </c:pt>
                <c:pt idx="28">
                  <c:v>1.328622803410394</c:v>
                </c:pt>
                <c:pt idx="29">
                  <c:v>1.2833469655672929</c:v>
                </c:pt>
                <c:pt idx="30">
                  <c:v>1.2409783708007176</c:v>
                </c:pt>
                <c:pt idx="31">
                  <c:v>1.2012586039261972</c:v>
                </c:pt>
                <c:pt idx="32">
                  <c:v>1.163956832586944</c:v>
                </c:pt>
                <c:pt idx="33">
                  <c:v>1.1288665919928118</c:v>
                </c:pt>
                <c:pt idx="34">
                  <c:v>1.0958029434875038</c:v>
                </c:pt>
                <c:pt idx="35">
                  <c:v>1.0645999696462358</c:v>
                </c:pt>
                <c:pt idx="36">
                  <c:v>1.0351085702117815</c:v>
                </c:pt>
                <c:pt idx="37">
                  <c:v>1.0071945253519625</c:v>
                </c:pt>
              </c:numCache>
            </c:numRef>
          </c:val>
          <c:smooth/>
        </c:ser>
        <c:ser>
          <c:idx val="23"/>
          <c:order val="23"/>
          <c:tx>
            <c:strRef>
              <c:f>Sheet1!$Y$1</c:f>
              <c:strCache>
                <c:ptCount val="1"/>
                <c:pt idx="0">
                  <c:v>bdg_reg_dgt_display_extrapolated</c:v>
                </c:pt>
              </c:strCache>
            </c:strRef>
          </c:tx>
          <c:spPr>
            <a:ln w="31750">
              <a:solidFill>
                <a:srgbClr val="9E4B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Sheet1!$Y$2:$Y$52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1.0071945253519625</c:v>
                </c:pt>
                <c:pt idx="38">
                  <c:v>0.9807367952769932</c:v>
                </c:pt>
                <c:pt idx="39">
                  <c:v>0.955626028009268</c:v>
                </c:pt>
                <c:pt idx="40">
                  <c:v>0.9317632498929024</c:v>
                </c:pt>
                <c:pt idx="41">
                  <c:v>0.9090587161547498</c:v>
                </c:pt>
                <c:pt idx="42">
                  <c:v>0.8874309014081047</c:v>
                </c:pt>
                <c:pt idx="43">
                  <c:v>0.8668056123761022</c:v>
                </c:pt>
                <c:pt idx="44">
                  <c:v>0.8471152072854042</c:v>
                </c:pt>
                <c:pt idx="45">
                  <c:v>0.8282979083342659</c:v>
                </c:pt>
                <c:pt idx="46">
                  <c:v>0.8102971953766035</c:v>
                </c:pt>
                <c:pt idx="47">
                  <c:v>0.7930612705006295</c:v>
                </c:pt>
                <c:pt idx="48">
                  <c:v>0.7765425845282475</c:v>
                </c:pt>
                <c:pt idx="49">
                  <c:v>0.7606974176395961</c:v>
                </c:pt>
                <c:pt idx="50">
                  <c:v>0.7454855073543548</c:v>
                </c:pt>
              </c:numCache>
            </c:numRef>
          </c:val>
          <c:smooth/>
        </c:ser>
        <c:ser>
          <c:idx val="24"/>
          <c:order val="24"/>
          <c:tx>
            <c:strRef>
              <c:f>Sheet1!$Z$1</c:f>
              <c:strCache>
                <c:ptCount val="1"/>
                <c:pt idx="0">
                  <c:v>bdg_reg_dgt_indoor</c:v>
                </c:pt>
              </c:strCache>
            </c:strRef>
          </c:tx>
          <c:spPr>
            <a:ln w="31750">
              <a:solidFill>
                <a:srgbClr val="9C3B4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Sheet1!$Z$2:$Z$39</c:f>
              <c:numCache>
                <c:formatCode>General</c:formatCode>
                <c:ptCount val="38"/>
                <c:pt idx="0">
                  <c:v>#N/A</c:v>
                </c:pt>
                <c:pt idx="1">
                  <c:v>15.61970998803711</c:v>
                </c:pt>
                <c:pt idx="2">
                  <c:v>17.012479553779603</c:v>
                </c:pt>
                <c:pt idx="3">
                  <c:v>18.039238303822835</c:v>
                </c:pt>
                <c:pt idx="4">
                  <c:v>18.580002563416482</c:v>
                </c:pt>
                <c:pt idx="5">
                  <c:v>18.636921461378098</c:v>
                </c:pt>
                <c:pt idx="6">
                  <c:v>18.310017827477136</c:v>
                </c:pt>
                <c:pt idx="7">
                  <c:v>17.732950801405224</c:v>
                </c:pt>
                <c:pt idx="8">
                  <c:v>17.022977567882062</c:v>
                </c:pt>
                <c:pt idx="9">
                  <c:v>16.26265923301421</c:v>
                </c:pt>
                <c:pt idx="10">
                  <c:v>15.502238018589592</c:v>
                </c:pt>
                <c:pt idx="11">
                  <c:v>14.768769906193473</c:v>
                </c:pt>
                <c:pt idx="12">
                  <c:v>14.074806611703554</c:v>
                </c:pt>
                <c:pt idx="13">
                  <c:v>13.424613132823652</c:v>
                </c:pt>
                <c:pt idx="14">
                  <c:v>12.818081948248047</c:v>
                </c:pt>
                <c:pt idx="15">
                  <c:v>12.253018372470475</c:v>
                </c:pt>
                <c:pt idx="16">
                  <c:v>11.726401323223948</c:v>
                </c:pt>
                <c:pt idx="17">
                  <c:v>11.235038952011557</c:v>
                </c:pt>
                <c:pt idx="18">
                  <c:v>10.775881845866097</c:v>
                </c:pt>
                <c:pt idx="19">
                  <c:v>10.346150045734607</c:v>
                </c:pt>
                <c:pt idx="20">
                  <c:v>9.943363897673606</c:v>
                </c:pt>
                <c:pt idx="21">
                  <c:v>9.565329213398707</c:v>
                </c:pt>
                <c:pt idx="22">
                  <c:v>9.210104130560614</c:v>
                </c:pt>
                <c:pt idx="23">
                  <c:v>8.875961808275388</c:v>
                </c:pt>
                <c:pt idx="24">
                  <c:v>8.561355634570122</c:v>
                </c:pt>
                <c:pt idx="25">
                  <c:v>8.264889553713532</c:v>
                </c:pt>
                <c:pt idx="26">
                  <c:v>7.9852940156794325</c:v>
                </c:pt>
                <c:pt idx="27">
                  <c:v>7.721407060139409</c:v>
                </c:pt>
                <c:pt idx="28">
                  <c:v>7.47215967136131</c:v>
                </c:pt>
                <c:pt idx="29">
                  <c:v>7.236564483390019</c:v>
                </c:pt>
                <c:pt idx="30">
                  <c:v>7.013707007213974</c:v>
                </c:pt>
                <c:pt idx="31">
                  <c:v>6.8027386991958005</c:v>
                </c:pt>
                <c:pt idx="32">
                  <c:v>6.602871343785524</c:v>
                </c:pt>
                <c:pt idx="33">
                  <c:v>6.413372360591773</c:v>
                </c:pt>
                <c:pt idx="34">
                  <c:v>6.23356075801653</c:v>
                </c:pt>
                <c:pt idx="35">
                  <c:v>6.062803542227173</c:v>
                </c:pt>
                <c:pt idx="36">
                  <c:v>5.900512454166201</c:v>
                </c:pt>
                <c:pt idx="37">
                  <c:v>5.746140952721673</c:v>
                </c:pt>
              </c:numCache>
            </c:numRef>
          </c:val>
          <c:smooth/>
        </c:ser>
        <c:ser>
          <c:idx val="25"/>
          <c:order val="25"/>
          <c:tx>
            <c:strRef>
              <c:f>Sheet1!$AA$1</c:f>
              <c:strCache>
                <c:ptCount val="1"/>
                <c:pt idx="0">
                  <c:v>bdg_reg_dgt_indoor_extrapolated</c:v>
                </c:pt>
              </c:strCache>
            </c:strRef>
          </c:tx>
          <c:spPr>
            <a:ln w="31750">
              <a:solidFill>
                <a:srgbClr val="9C3B4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Sheet1!$AA$2:$AA$52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5.746140952721673</c:v>
                </c:pt>
                <c:pt idx="38">
                  <c:v>5.599181393304473</c:v>
                </c:pt>
                <c:pt idx="39">
                  <c:v>5.459162371603012</c:v>
                </c:pt>
                <c:pt idx="40">
                  <c:v>5.3256462152431485</c:v>
                </c:pt>
                <c:pt idx="41">
                  <c:v>5.198226613809074</c:v>
                </c:pt>
                <c:pt idx="42">
                  <c:v>5.076526381922676</c:v>
                </c:pt>
                <c:pt idx="43">
                  <c:v>4.96019535209434</c:v>
                </c:pt>
                <c:pt idx="44">
                  <c:v>4.84890839471739</c:v>
                </c:pt>
                <c:pt idx="45">
                  <c:v>4.742363562472746</c:v>
                </c:pt>
                <c:pt idx="46">
                  <c:v>4.64028035593406</c:v>
                </c:pt>
                <c:pt idx="47">
                  <c:v>4.542398106547417</c:v>
                </c:pt>
                <c:pt idx="48">
                  <c:v>4.448474472559849</c:v>
                </c:pt>
                <c:pt idx="49">
                  <c:v>4.358284042950728</c:v>
                </c:pt>
                <c:pt idx="50">
                  <c:v>4.271617044029694</c:v>
                </c:pt>
              </c:numCache>
            </c:numRef>
          </c:val>
          <c:smooth/>
        </c:ser>
        <c:ser>
          <c:idx val="26"/>
          <c:order val="26"/>
          <c:tx>
            <c:strRef>
              <c:f>Sheet1!$AB$1</c:f>
              <c:strCache>
                <c:ptCount val="1"/>
                <c:pt idx="0">
                  <c:v>bdg_reg_dgt_perform</c:v>
                </c:pt>
              </c:strCache>
            </c:strRef>
          </c:tx>
          <c:spPr>
            <a:ln w="31750">
              <a:solidFill>
                <a:srgbClr val="CAC300"/>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Sheet1!$AB$2:$AB$20</c:f>
              <c:numCache>
                <c:formatCode>General</c:formatCode>
                <c:ptCount val="19"/>
                <c:pt idx="0">
                  <c:v>#N/A</c:v>
                </c:pt>
                <c:pt idx="1">
                  <c:v>9.959386958024979</c:v>
                </c:pt>
                <c:pt idx="2">
                  <c:v>9.924942812717438</c:v>
                </c:pt>
                <c:pt idx="3">
                  <c:v>9.536896168692271</c:v>
                </c:pt>
                <c:pt idx="4">
                  <c:v>8.951054196119308</c:v>
                </c:pt>
                <c:pt idx="5">
                  <c:v>8.30318961467247</c:v>
                </c:pt>
                <c:pt idx="6">
                  <c:v>7.671797414447784</c:v>
                </c:pt>
                <c:pt idx="7">
                  <c:v>7.090270091136932</c:v>
                </c:pt>
                <c:pt idx="8">
                  <c:v>6.567401189720631</c:v>
                </c:pt>
                <c:pt idx="9">
                  <c:v>6.101188427150938</c:v>
                </c:pt>
                <c:pt idx="10">
                  <c:v>5.685876880306053</c:v>
                </c:pt>
                <c:pt idx="11">
                  <c:v>5.31503626813299</c:v>
                </c:pt>
                <c:pt idx="12">
                  <c:v>4.982717277278264</c:v>
                </c:pt>
                <c:pt idx="13">
                  <c:v>4.683774491214459</c:v>
                </c:pt>
                <c:pt idx="14">
                  <c:v>4.413864750372478</c:v>
                </c:pt>
                <c:pt idx="15">
                  <c:v>4.169341050998179</c:v>
                </c:pt>
                <c:pt idx="16">
                  <c:v>3.947129746343732</c:v>
                </c:pt>
                <c:pt idx="17">
                  <c:v>3.7446214645205105</c:v>
                </c:pt>
                <c:pt idx="18">
                  <c:v>3.559582836040179</c:v>
                </c:pt>
              </c:numCache>
            </c:numRef>
          </c:val>
          <c:smooth/>
        </c:ser>
        <c:ser>
          <c:idx val="27"/>
          <c:order val="27"/>
          <c:tx>
            <c:strRef>
              <c:f>Sheet1!$AC$1</c:f>
              <c:strCache>
                <c:ptCount val="1"/>
                <c:pt idx="0">
                  <c:v>bdg_reg_dgt_perform_extrapolated</c:v>
                </c:pt>
              </c:strCache>
            </c:strRef>
          </c:tx>
          <c:spPr>
            <a:ln w="31750">
              <a:solidFill>
                <a:srgbClr val="CAC300"/>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Sheet1!$AC$2:$AC$27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3.559582836040179</c:v>
                </c:pt>
                <c:pt idx="19">
                  <c:v>3.3900876294522537</c:v>
                </c:pt>
                <c:pt idx="20">
                  <c:v>3.2344635399515154</c:v>
                </c:pt>
                <c:pt idx="21">
                  <c:v>3.0912508479119256</c:v>
                </c:pt>
                <c:pt idx="22">
                  <c:v>2.95916985341731</c:v>
                </c:pt>
                <c:pt idx="23">
                  <c:v>2.8370947694996542</c:v>
                </c:pt>
                <c:pt idx="24">
                  <c:v>2.7240324113432566</c:v>
                </c:pt>
                <c:pt idx="25">
                  <c:v>2.619104510675049</c:v>
                </c:pt>
              </c:numCache>
            </c:numRef>
          </c:val>
          <c:smooth/>
        </c:ser>
        <c:ser>
          <c:idx val="28"/>
          <c:order val="28"/>
          <c:tx>
            <c:strRef>
              <c:f>Sheet1!$AD$1</c:f>
              <c:strCache>
                <c:ptCount val="1"/>
                <c:pt idx="0">
                  <c:v>bdg_reg_dgt_special</c:v>
                </c:pt>
              </c:strCache>
            </c:strRef>
          </c:tx>
          <c:spPr>
            <a:ln w="31750">
              <a:solidFill>
                <a:srgbClr val="708297"/>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Sheet1!$AD$2:$AD$39</c:f>
              <c:numCache>
                <c:formatCode>General</c:formatCode>
                <c:ptCount val="38"/>
                <c:pt idx="0">
                  <c:v>#N/A</c:v>
                </c:pt>
                <c:pt idx="1">
                  <c:v>0.6883825813217163</c:v>
                </c:pt>
                <c:pt idx="2">
                  <c:v>0.7110946083097458</c:v>
                </c:pt>
                <c:pt idx="3">
                  <c:v>0.7324126658089956</c:v>
                </c:pt>
                <c:pt idx="4">
                  <c:v>0.7518928903913498</c:v>
                </c:pt>
                <c:pt idx="5">
                  <c:v>0.7691267027851105</c:v>
                </c:pt>
                <c:pt idx="6">
                  <c:v>0.7837717505588532</c:v>
                </c:pt>
                <c:pt idx="7">
                  <c:v>0.7955780544526236</c:v>
                </c:pt>
                <c:pt idx="8">
                  <c:v>0.8044051152656079</c:v>
                </c:pt>
                <c:pt idx="9">
                  <c:v>0.8102274058659872</c:v>
                </c:pt>
                <c:pt idx="10">
                  <c:v>0.8131280057172775</c:v>
                </c:pt>
                <c:pt idx="11">
                  <c:v>0.8132823897770969</c:v>
                </c:pt>
                <c:pt idx="12">
                  <c:v>0.8109358969659806</c:v>
                </c:pt>
                <c:pt idx="13">
                  <c:v>0.8063788643522997</c:v>
                </c:pt>
                <c:pt idx="14">
                  <c:v>0.7999229226282665</c:v>
                </c:pt>
                <c:pt idx="15">
                  <c:v>0.7918808802213033</c:v>
                </c:pt>
                <c:pt idx="16">
                  <c:v>0.7825514091960192</c:v>
                </c:pt>
                <c:pt idx="17">
                  <c:v>0.7722087100788565</c:v>
                </c:pt>
                <c:pt idx="18">
                  <c:v>0.7610966300581826</c:v>
                </c:pt>
                <c:pt idx="19">
                  <c:v>0.7494263499021028</c:v>
                </c:pt>
                <c:pt idx="20">
                  <c:v>0.7373766659761429</c:v>
                </c:pt>
                <c:pt idx="21">
                  <c:v>0.7250959757704962</c:v>
                </c:pt>
                <c:pt idx="22">
                  <c:v>0.712705240208019</c:v>
                </c:pt>
                <c:pt idx="23">
                  <c:v>0.7003013813236071</c:v>
                </c:pt>
                <c:pt idx="24">
                  <c:v>0.6879607435874144</c:v>
                </c:pt>
                <c:pt idx="25">
                  <c:v>0.6757423852134704</c:v>
                </c:pt>
                <c:pt idx="26">
                  <c:v>0.6636910690664145</c:v>
                </c:pt>
                <c:pt idx="27">
                  <c:v>0.6518398947825962</c:v>
                </c:pt>
                <c:pt idx="28">
                  <c:v>0.6402125606182644</c:v>
                </c:pt>
                <c:pt idx="29">
                  <c:v>0.6288252717667941</c:v>
                </c:pt>
                <c:pt idx="30">
                  <c:v>0.6176883270746867</c:v>
                </c:pt>
                <c:pt idx="31">
                  <c:v>0.6068074226417541</c:v>
                </c:pt>
                <c:pt idx="32">
                  <c:v>0.5961847119823694</c:v>
                </c:pt>
                <c:pt idx="33">
                  <c:v>0.5858196605006131</c:v>
                </c:pt>
                <c:pt idx="34">
                  <c:v>0.575709728509903</c:v>
                </c:pt>
                <c:pt idx="35">
                  <c:v>0.5658509128522601</c:v>
                </c:pt>
                <c:pt idx="36">
                  <c:v>0.5562381729224523</c:v>
                </c:pt>
                <c:pt idx="37">
                  <c:v>0.5468657628922333</c:v>
                </c:pt>
              </c:numCache>
            </c:numRef>
          </c:val>
          <c:smooth/>
        </c:ser>
        <c:ser>
          <c:idx val="29"/>
          <c:order val="29"/>
          <c:tx>
            <c:strRef>
              <c:f>Sheet1!$AE$1</c:f>
              <c:strCache>
                <c:ptCount val="1"/>
                <c:pt idx="0">
                  <c:v>bdg_reg_dgt_special_extrapolated</c:v>
                </c:pt>
              </c:strCache>
            </c:strRef>
          </c:tx>
          <c:spPr>
            <a:ln w="31750">
              <a:solidFill>
                <a:srgbClr val="708297"/>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Sheet1!$AE$2:$AE$52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0.5468657628922333</c:v>
                </c:pt>
                <c:pt idx="38">
                  <c:v>0.5377274883185437</c:v>
                </c:pt>
                <c:pt idx="39">
                  <c:v>0.5288169021647526</c:v>
                </c:pt>
                <c:pt idx="40">
                  <c:v>0.5201274525614739</c:v>
                </c:pt>
                <c:pt idx="41">
                  <c:v>0.5116525923583798</c:v>
                </c:pt>
                <c:pt idx="42">
                  <c:v>0.5033858586191904</c:v>
                </c:pt>
                <c:pt idx="43">
                  <c:v>0.4953209286403656</c:v>
                </c:pt>
                <c:pt idx="44">
                  <c:v>0.4874516577861959</c:v>
                </c:pt>
                <c:pt idx="45">
                  <c:v>0.47977210337431164</c:v>
                </c:pt>
                <c:pt idx="46">
                  <c:v>0.4722765379887871</c:v>
                </c:pt>
                <c:pt idx="47">
                  <c:v>0.464959454897008</c:v>
                </c:pt>
                <c:pt idx="48">
                  <c:v>0.457815567683657</c:v>
                </c:pt>
                <c:pt idx="49">
                  <c:v>0.4508398057570944</c:v>
                </c:pt>
                <c:pt idx="50">
                  <c:v>0.44402730701679227</c:v>
                </c:pt>
              </c:numCache>
            </c:numRef>
          </c:val>
          <c:smooth/>
        </c:ser>
        <c:ser>
          <c:idx val="30"/>
          <c:order val="30"/>
          <c:tx>
            <c:strRef>
              <c:f>Sheet1!$AF$1</c:f>
              <c:strCache>
                <c:ptCount val="1"/>
                <c:pt idx="0">
                  <c:v>bdg_reg_dgt_video</c:v>
                </c:pt>
              </c:strCache>
            </c:strRef>
          </c:tx>
          <c:spPr>
            <a:ln w="31750">
              <a:solidFill>
                <a:srgbClr val="00AF89"/>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Sheet1!$AF$2:$AF$39</c:f>
              <c:numCache>
                <c:formatCode>General</c:formatCode>
                <c:ptCount val="38"/>
                <c:pt idx="0">
                  <c:v>#N/A</c:v>
                </c:pt>
                <c:pt idx="1">
                  <c:v>-0.489689274936676</c:v>
                </c:pt>
                <c:pt idx="2">
                  <c:v>-0.5121564972419739</c:v>
                </c:pt>
                <c:pt idx="3">
                  <c:v>-0.5335536949043274</c:v>
                </c:pt>
                <c:pt idx="4">
                  <c:v>-0.5532663093624115</c:v>
                </c:pt>
                <c:pt idx="5">
                  <c:v>-0.5707099725032806</c:v>
                </c:pt>
                <c:pt idx="6">
                  <c:v>-0.5853932155380249</c:v>
                </c:pt>
                <c:pt idx="7">
                  <c:v>-0.5969712124462128</c:v>
                </c:pt>
                <c:pt idx="8">
                  <c:v>-0.6052780634131432</c:v>
                </c:pt>
                <c:pt idx="9">
                  <c:v>-0.6103310382086437</c:v>
                </c:pt>
                <c:pt idx="10">
                  <c:v>-0.6123083862369537</c:v>
                </c:pt>
                <c:pt idx="11">
                  <c:v>-0.6115090577066595</c:v>
                </c:pt>
                <c:pt idx="12">
                  <c:v>-0.6083054526432355</c:v>
                </c:pt>
                <c:pt idx="13">
                  <c:v>-0.6030990211369441</c:v>
                </c:pt>
                <c:pt idx="14">
                  <c:v>-0.5962848909613746</c:v>
                </c:pt>
                <c:pt idx="15">
                  <c:v>-0.5882277530358633</c:v>
                </c:pt>
                <c:pt idx="16">
                  <c:v>-0.5792483154544831</c:v>
                </c:pt>
                <c:pt idx="17">
                  <c:v>-0.5696181118985344</c:v>
                </c:pt>
                <c:pt idx="18">
                  <c:v>-0.5595600623254776</c:v>
                </c:pt>
                <c:pt idx="19">
                  <c:v>-0.549252469319996</c:v>
                </c:pt>
                <c:pt idx="20">
                  <c:v>-0.5388346893969536</c:v>
                </c:pt>
                <c:pt idx="21">
                  <c:v>-0.5284132917282468</c:v>
                </c:pt>
                <c:pt idx="22">
                  <c:v>-0.5180679894887751</c:v>
                </c:pt>
                <c:pt idx="23">
                  <c:v>-0.5078569707892874</c:v>
                </c:pt>
                <c:pt idx="24">
                  <c:v>-0.4978214799468517</c:v>
                </c:pt>
                <c:pt idx="25">
                  <c:v>-0.4879896334109497</c:v>
                </c:pt>
                <c:pt idx="26">
                  <c:v>-0.47837952609296946</c:v>
                </c:pt>
                <c:pt idx="27">
                  <c:v>-0.4690017157625269</c:v>
                </c:pt>
                <c:pt idx="28">
                  <c:v>-0.45986118180915286</c:v>
                </c:pt>
                <c:pt idx="29">
                  <c:v>-0.4509588507524688</c:v>
                </c:pt>
                <c:pt idx="30">
                  <c:v>-0.4422927710484187</c:v>
                </c:pt>
                <c:pt idx="31">
                  <c:v>-0.4338590078724892</c:v>
                </c:pt>
                <c:pt idx="32">
                  <c:v>-0.4256523167280555</c:v>
                </c:pt>
                <c:pt idx="33">
                  <c:v>-0.4176666439586986</c:v>
                </c:pt>
                <c:pt idx="34">
                  <c:v>-0.4098954929147608</c:v>
                </c:pt>
                <c:pt idx="35">
                  <c:v>-0.4023321866989681</c:v>
                </c:pt>
                <c:pt idx="36">
                  <c:v>-0.3949700519815551</c:v>
                </c:pt>
                <c:pt idx="37">
                  <c:v>-0.38780254315876317</c:v>
                </c:pt>
              </c:numCache>
            </c:numRef>
          </c:val>
          <c:smooth/>
        </c:ser>
        <c:ser>
          <c:idx val="31"/>
          <c:order val="31"/>
          <c:tx>
            <c:strRef>
              <c:f>Sheet1!$AG$1</c:f>
              <c:strCache>
                <c:ptCount val="1"/>
                <c:pt idx="0">
                  <c:v>bdg_reg_dgt_video_extrapolated</c:v>
                </c:pt>
              </c:strCache>
            </c:strRef>
          </c:tx>
          <c:spPr>
            <a:ln w="31750">
              <a:solidFill>
                <a:srgbClr val="00AF89"/>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Sheet1!$AG$2:$AG$52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-0.38780254315876317</c:v>
                </c:pt>
                <c:pt idx="38">
                  <c:v>-0.38082332193530233</c:v>
                </c:pt>
                <c:pt idx="39">
                  <c:v>-0.3740263040670248</c:v>
                </c:pt>
                <c:pt idx="40">
                  <c:v>-0.3674056823384762</c:v>
                </c:pt>
                <c:pt idx="41">
                  <c:v>-0.3609559327474455</c:v>
                </c:pt>
                <c:pt idx="42">
                  <c:v>-0.354671809206236</c:v>
                </c:pt>
                <c:pt idx="43">
                  <c:v>-0.3485483307621978</c:v>
                </c:pt>
                <c:pt idx="44">
                  <c:v>-0.34258076431798934</c:v>
                </c:pt>
                <c:pt idx="45">
                  <c:v>-0.33676460503213673</c:v>
                </c:pt>
                <c:pt idx="46">
                  <c:v>-0.3310955559610699</c:v>
                </c:pt>
                <c:pt idx="47">
                  <c:v>-0.3255695080289638</c:v>
                </c:pt>
                <c:pt idx="48">
                  <c:v>-0.3201825210462411</c:v>
                </c:pt>
                <c:pt idx="49">
                  <c:v>-0.3149308062251344</c:v>
                </c:pt>
                <c:pt idx="50">
                  <c:v>-0.30981071043655395</c:v>
                </c:pt>
              </c:numCache>
            </c:numRef>
          </c:val>
          <c:smooth/>
        </c:ser>
        <c:ser>
          <c:idx val="32"/>
          <c:order val="32"/>
          <c:tx>
            <c:strRef>
              <c:f>Sheet1!$AH$1</c:f>
              <c:strCache>
                <c:ptCount val="1"/>
                <c:pt idx="0">
                  <c:v>bdg_reg_ooh</c:v>
                </c:pt>
              </c:strCache>
            </c:strRef>
          </c:tx>
          <c:spPr>
            <a:ln w="31750">
              <a:solidFill>
                <a:srgbClr val="8287FF"/>
              </a:solidFill>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Sheet1!$AH$2:$AH$39</c:f>
              <c:numCache>
                <c:formatCode>General</c:formatCode>
                <c:ptCount val="38"/>
                <c:pt idx="0">
                  <c:v>#N/A</c:v>
                </c:pt>
                <c:pt idx="1">
                  <c:v>1.5245392798843385</c:v>
                </c:pt>
                <c:pt idx="2">
                  <c:v>1.6567594900398255</c:v>
                </c:pt>
                <c:pt idx="3">
                  <c:v>1.7254264392350516</c:v>
                </c:pt>
                <c:pt idx="4">
                  <c:v>1.7280150605463982</c:v>
                </c:pt>
                <c:pt idx="5">
                  <c:v>1.6824309120422363</c:v>
                </c:pt>
                <c:pt idx="6">
                  <c:v>1.6107193900883991</c:v>
                </c:pt>
                <c:pt idx="7">
                  <c:v>1.5290250867088864</c:v>
                </c:pt>
                <c:pt idx="8">
                  <c:v>1.4464430105180741</c:v>
                </c:pt>
                <c:pt idx="9">
                  <c:v>1.367234144897249</c:v>
                </c:pt>
                <c:pt idx="10">
                  <c:v>1.2930073518737792</c:v>
                </c:pt>
                <c:pt idx="11">
                  <c:v>1.2240994477667375</c:v>
                </c:pt>
                <c:pt idx="12">
                  <c:v>1.1603104541505178</c:v>
                </c:pt>
                <c:pt idx="13">
                  <c:v>1.1012575871623114</c:v>
                </c:pt>
                <c:pt idx="14">
                  <c:v>1.0465299589484078</c:v>
                </c:pt>
                <c:pt idx="15">
                  <c:v>0.995746616754659</c:v>
                </c:pt>
                <c:pt idx="16">
                  <c:v>0.9485711630080939</c:v>
                </c:pt>
                <c:pt idx="17">
                  <c:v>0.9047091574586981</c:v>
                </c:pt>
                <c:pt idx="18">
                  <c:v>0.8639004406072829</c:v>
                </c:pt>
                <c:pt idx="19">
                  <c:v>0.825911454669852</c:v>
                </c:pt>
                <c:pt idx="20">
                  <c:v>0.7905292515953064</c:v>
                </c:pt>
                <c:pt idx="21">
                  <c:v>0.7575573840303875</c:v>
                </c:pt>
                <c:pt idx="22">
                  <c:v>0.7268133223555305</c:v>
                </c:pt>
                <c:pt idx="23">
                  <c:v>0.6981269245383221</c:v>
                </c:pt>
                <c:pt idx="24">
                  <c:v>0.6713395457994144</c:v>
                </c:pt>
                <c:pt idx="25">
                  <c:v>0.6463034858061218</c:v>
                </c:pt>
                <c:pt idx="26">
                  <c:v>0.6228815774133388</c:v>
                </c:pt>
                <c:pt idx="27">
                  <c:v>0.60094680398277</c:v>
                </c:pt>
                <c:pt idx="28">
                  <c:v>0.5803818897754124</c:v>
                </c:pt>
                <c:pt idx="29">
                  <c:v>0.5610788439978238</c:v>
                </c:pt>
                <c:pt idx="30">
                  <c:v>0.5429384595239639</c:v>
                </c:pt>
                <c:pt idx="31">
                  <c:v>0.5258697772972968</c:v>
                </c:pt>
                <c:pt idx="32">
                  <c:v>0.5097895309419632</c:v>
                </c:pt>
                <c:pt idx="33">
                  <c:v>0.4946215860080719</c:v>
                </c:pt>
                <c:pt idx="34">
                  <c:v>0.48029638635332444</c:v>
                </c:pt>
                <c:pt idx="35">
                  <c:v>0.4667504175629207</c:v>
                </c:pt>
                <c:pt idx="36">
                  <c:v>0.45392569464598764</c:v>
                </c:pt>
                <c:pt idx="37">
                  <c:v>0.4417692788518442</c:v>
                </c:pt>
              </c:numCache>
            </c:numRef>
          </c:val>
          <c:smooth/>
        </c:ser>
        <c:ser>
          <c:idx val="33"/>
          <c:order val="33"/>
          <c:tx>
            <c:strRef>
              <c:f>Sheet1!$AI$1</c:f>
              <c:strCache>
                <c:ptCount val="1"/>
                <c:pt idx="0">
                  <c:v>bdg_reg_ooh_extrapolated</c:v>
                </c:pt>
              </c:strCache>
            </c:strRef>
          </c:tx>
          <c:spPr>
            <a:ln w="31750">
              <a:solidFill>
                <a:srgbClr val="8287FF"/>
              </a:solidFill>
              <a:prstDash val="dash"/>
            </a:ln>
          </c:spPr>
          <c:marker>
            <c:symbol val="none"/>
          </c:marker>
          <c:cat>
            <c:numRef>
              <c:f>Sheet1!$A$2:$A$202</c:f>
              <c:numCache>
                <c:formatCode>General</c:formatCode>
                <c:ptCount val="201"/>
                <c:pt idx="0">
                  <c:v>0</c:v>
                </c:pt>
                <c:pt idx="1">
                  <c:v>2</c:v>
                </c:pt>
                <c:pt idx="2">
                  <c:v>4</c:v>
                </c:pt>
                <c:pt idx="3">
                  <c:v>6</c:v>
                </c:pt>
                <c:pt idx="4">
                  <c:v>8</c:v>
                </c:pt>
                <c:pt idx="5">
                  <c:v>10</c:v>
                </c:pt>
                <c:pt idx="6">
                  <c:v>12</c:v>
                </c:pt>
                <c:pt idx="7">
                  <c:v>14</c:v>
                </c:pt>
                <c:pt idx="8">
                  <c:v>16</c:v>
                </c:pt>
                <c:pt idx="9">
                  <c:v>18</c:v>
                </c:pt>
                <c:pt idx="10">
                  <c:v>20</c:v>
                </c:pt>
                <c:pt idx="11">
                  <c:v>22</c:v>
                </c:pt>
                <c:pt idx="12">
                  <c:v>24</c:v>
                </c:pt>
                <c:pt idx="13">
                  <c:v>26</c:v>
                </c:pt>
                <c:pt idx="14">
                  <c:v>28</c:v>
                </c:pt>
                <c:pt idx="15">
                  <c:v>30</c:v>
                </c:pt>
                <c:pt idx="16">
                  <c:v>32</c:v>
                </c:pt>
                <c:pt idx="17">
                  <c:v>34</c:v>
                </c:pt>
                <c:pt idx="18">
                  <c:v>36</c:v>
                </c:pt>
                <c:pt idx="19">
                  <c:v>38</c:v>
                </c:pt>
                <c:pt idx="20">
                  <c:v>40</c:v>
                </c:pt>
                <c:pt idx="21">
                  <c:v>42</c:v>
                </c:pt>
                <c:pt idx="22">
                  <c:v>44</c:v>
                </c:pt>
                <c:pt idx="23">
                  <c:v>46</c:v>
                </c:pt>
                <c:pt idx="24">
                  <c:v>48</c:v>
                </c:pt>
                <c:pt idx="25">
                  <c:v>50</c:v>
                </c:pt>
                <c:pt idx="26">
                  <c:v>52</c:v>
                </c:pt>
                <c:pt idx="27">
                  <c:v>54</c:v>
                </c:pt>
                <c:pt idx="28">
                  <c:v>56</c:v>
                </c:pt>
                <c:pt idx="29">
                  <c:v>58</c:v>
                </c:pt>
                <c:pt idx="30">
                  <c:v>60</c:v>
                </c:pt>
                <c:pt idx="31">
                  <c:v>62</c:v>
                </c:pt>
                <c:pt idx="32">
                  <c:v>64</c:v>
                </c:pt>
                <c:pt idx="33">
                  <c:v>66</c:v>
                </c:pt>
                <c:pt idx="34">
                  <c:v>68</c:v>
                </c:pt>
                <c:pt idx="35">
                  <c:v>70</c:v>
                </c:pt>
                <c:pt idx="36">
                  <c:v>72</c:v>
                </c:pt>
                <c:pt idx="37">
                  <c:v>74</c:v>
                </c:pt>
                <c:pt idx="38">
                  <c:v>76</c:v>
                </c:pt>
                <c:pt idx="39">
                  <c:v>78</c:v>
                </c:pt>
                <c:pt idx="40">
                  <c:v>80</c:v>
                </c:pt>
                <c:pt idx="41">
                  <c:v>82</c:v>
                </c:pt>
                <c:pt idx="42">
                  <c:v>84</c:v>
                </c:pt>
                <c:pt idx="43">
                  <c:v>86</c:v>
                </c:pt>
                <c:pt idx="44">
                  <c:v>88</c:v>
                </c:pt>
                <c:pt idx="45">
                  <c:v>90</c:v>
                </c:pt>
                <c:pt idx="46">
                  <c:v>92</c:v>
                </c:pt>
                <c:pt idx="47">
                  <c:v>94</c:v>
                </c:pt>
                <c:pt idx="48">
                  <c:v>96</c:v>
                </c:pt>
                <c:pt idx="49">
                  <c:v>98</c:v>
                </c:pt>
                <c:pt idx="50">
                  <c:v>100</c:v>
                </c:pt>
                <c:pt idx="51">
                  <c:v>102</c:v>
                </c:pt>
                <c:pt idx="52">
                  <c:v>104</c:v>
                </c:pt>
                <c:pt idx="53">
                  <c:v>106</c:v>
                </c:pt>
                <c:pt idx="54">
                  <c:v>108</c:v>
                </c:pt>
                <c:pt idx="55">
                  <c:v>110</c:v>
                </c:pt>
                <c:pt idx="56">
                  <c:v>112</c:v>
                </c:pt>
                <c:pt idx="57">
                  <c:v>114</c:v>
                </c:pt>
                <c:pt idx="58">
                  <c:v>116</c:v>
                </c:pt>
                <c:pt idx="59">
                  <c:v>118</c:v>
                </c:pt>
                <c:pt idx="60">
                  <c:v>120</c:v>
                </c:pt>
                <c:pt idx="61">
                  <c:v>122</c:v>
                </c:pt>
                <c:pt idx="62">
                  <c:v>124</c:v>
                </c:pt>
                <c:pt idx="63">
                  <c:v>126</c:v>
                </c:pt>
                <c:pt idx="64">
                  <c:v>128</c:v>
                </c:pt>
                <c:pt idx="65">
                  <c:v>130</c:v>
                </c:pt>
                <c:pt idx="66">
                  <c:v>132</c:v>
                </c:pt>
                <c:pt idx="67">
                  <c:v>134</c:v>
                </c:pt>
                <c:pt idx="68">
                  <c:v>136</c:v>
                </c:pt>
                <c:pt idx="69">
                  <c:v>138</c:v>
                </c:pt>
                <c:pt idx="70">
                  <c:v>140</c:v>
                </c:pt>
                <c:pt idx="71">
                  <c:v>142</c:v>
                </c:pt>
                <c:pt idx="72">
                  <c:v>144</c:v>
                </c:pt>
                <c:pt idx="73">
                  <c:v>146</c:v>
                </c:pt>
                <c:pt idx="74">
                  <c:v>148</c:v>
                </c:pt>
                <c:pt idx="75">
                  <c:v>150</c:v>
                </c:pt>
                <c:pt idx="76">
                  <c:v>152</c:v>
                </c:pt>
                <c:pt idx="77">
                  <c:v>154</c:v>
                </c:pt>
                <c:pt idx="78">
                  <c:v>156</c:v>
                </c:pt>
                <c:pt idx="79">
                  <c:v>158</c:v>
                </c:pt>
                <c:pt idx="80">
                  <c:v>160</c:v>
                </c:pt>
                <c:pt idx="81">
                  <c:v>162</c:v>
                </c:pt>
                <c:pt idx="82">
                  <c:v>164</c:v>
                </c:pt>
                <c:pt idx="83">
                  <c:v>166</c:v>
                </c:pt>
                <c:pt idx="84">
                  <c:v>168</c:v>
                </c:pt>
                <c:pt idx="85">
                  <c:v>170</c:v>
                </c:pt>
                <c:pt idx="86">
                  <c:v>172</c:v>
                </c:pt>
                <c:pt idx="87">
                  <c:v>174</c:v>
                </c:pt>
                <c:pt idx="88">
                  <c:v>176</c:v>
                </c:pt>
                <c:pt idx="89">
                  <c:v>178</c:v>
                </c:pt>
                <c:pt idx="90">
                  <c:v>180</c:v>
                </c:pt>
                <c:pt idx="91">
                  <c:v>182</c:v>
                </c:pt>
                <c:pt idx="92">
                  <c:v>184</c:v>
                </c:pt>
                <c:pt idx="93">
                  <c:v>186</c:v>
                </c:pt>
                <c:pt idx="94">
                  <c:v>188</c:v>
                </c:pt>
                <c:pt idx="95">
                  <c:v>190</c:v>
                </c:pt>
                <c:pt idx="96">
                  <c:v>192</c:v>
                </c:pt>
                <c:pt idx="97">
                  <c:v>194</c:v>
                </c:pt>
                <c:pt idx="98">
                  <c:v>196</c:v>
                </c:pt>
                <c:pt idx="99">
                  <c:v>198</c:v>
                </c:pt>
                <c:pt idx="100">
                  <c:v>200</c:v>
                </c:pt>
                <c:pt idx="101">
                  <c:v>202</c:v>
                </c:pt>
                <c:pt idx="102">
                  <c:v>204</c:v>
                </c:pt>
                <c:pt idx="103">
                  <c:v>206</c:v>
                </c:pt>
                <c:pt idx="104">
                  <c:v>208</c:v>
                </c:pt>
                <c:pt idx="105">
                  <c:v>210</c:v>
                </c:pt>
                <c:pt idx="106">
                  <c:v>212</c:v>
                </c:pt>
                <c:pt idx="107">
                  <c:v>214</c:v>
                </c:pt>
                <c:pt idx="108">
                  <c:v>216</c:v>
                </c:pt>
                <c:pt idx="109">
                  <c:v>218</c:v>
                </c:pt>
                <c:pt idx="110">
                  <c:v>220</c:v>
                </c:pt>
                <c:pt idx="111">
                  <c:v>222</c:v>
                </c:pt>
                <c:pt idx="112">
                  <c:v>224</c:v>
                </c:pt>
                <c:pt idx="113">
                  <c:v>226</c:v>
                </c:pt>
                <c:pt idx="114">
                  <c:v>228</c:v>
                </c:pt>
                <c:pt idx="115">
                  <c:v>230</c:v>
                </c:pt>
                <c:pt idx="116">
                  <c:v>232</c:v>
                </c:pt>
                <c:pt idx="117">
                  <c:v>234</c:v>
                </c:pt>
                <c:pt idx="118">
                  <c:v>236</c:v>
                </c:pt>
                <c:pt idx="119">
                  <c:v>238</c:v>
                </c:pt>
                <c:pt idx="120">
                  <c:v>240</c:v>
                </c:pt>
                <c:pt idx="121">
                  <c:v>242</c:v>
                </c:pt>
                <c:pt idx="122">
                  <c:v>244</c:v>
                </c:pt>
                <c:pt idx="123">
                  <c:v>246</c:v>
                </c:pt>
                <c:pt idx="124">
                  <c:v>248</c:v>
                </c:pt>
                <c:pt idx="125">
                  <c:v>250</c:v>
                </c:pt>
                <c:pt idx="126">
                  <c:v>252</c:v>
                </c:pt>
                <c:pt idx="127">
                  <c:v>254</c:v>
                </c:pt>
                <c:pt idx="128">
                  <c:v>256</c:v>
                </c:pt>
                <c:pt idx="129">
                  <c:v>258</c:v>
                </c:pt>
                <c:pt idx="130">
                  <c:v>260</c:v>
                </c:pt>
                <c:pt idx="131">
                  <c:v>262</c:v>
                </c:pt>
                <c:pt idx="132">
                  <c:v>264</c:v>
                </c:pt>
                <c:pt idx="133">
                  <c:v>266</c:v>
                </c:pt>
                <c:pt idx="134">
                  <c:v>268</c:v>
                </c:pt>
                <c:pt idx="135">
                  <c:v>270</c:v>
                </c:pt>
                <c:pt idx="136">
                  <c:v>272</c:v>
                </c:pt>
                <c:pt idx="137">
                  <c:v>274</c:v>
                </c:pt>
                <c:pt idx="138">
                  <c:v>276</c:v>
                </c:pt>
                <c:pt idx="139">
                  <c:v>278</c:v>
                </c:pt>
                <c:pt idx="140">
                  <c:v>280</c:v>
                </c:pt>
                <c:pt idx="141">
                  <c:v>282</c:v>
                </c:pt>
                <c:pt idx="142">
                  <c:v>284</c:v>
                </c:pt>
                <c:pt idx="143">
                  <c:v>286</c:v>
                </c:pt>
                <c:pt idx="144">
                  <c:v>288</c:v>
                </c:pt>
                <c:pt idx="145">
                  <c:v>290</c:v>
                </c:pt>
                <c:pt idx="146">
                  <c:v>292</c:v>
                </c:pt>
                <c:pt idx="147">
                  <c:v>294</c:v>
                </c:pt>
                <c:pt idx="148">
                  <c:v>296</c:v>
                </c:pt>
                <c:pt idx="149">
                  <c:v>298</c:v>
                </c:pt>
                <c:pt idx="150">
                  <c:v>300</c:v>
                </c:pt>
                <c:pt idx="151">
                  <c:v>302</c:v>
                </c:pt>
                <c:pt idx="152">
                  <c:v>304</c:v>
                </c:pt>
                <c:pt idx="153">
                  <c:v>306</c:v>
                </c:pt>
                <c:pt idx="154">
                  <c:v>308</c:v>
                </c:pt>
                <c:pt idx="155">
                  <c:v>310</c:v>
                </c:pt>
                <c:pt idx="156">
                  <c:v>312</c:v>
                </c:pt>
                <c:pt idx="157">
                  <c:v>314</c:v>
                </c:pt>
                <c:pt idx="158">
                  <c:v>316</c:v>
                </c:pt>
                <c:pt idx="159">
                  <c:v>318</c:v>
                </c:pt>
                <c:pt idx="160">
                  <c:v>320</c:v>
                </c:pt>
                <c:pt idx="161">
                  <c:v>322</c:v>
                </c:pt>
                <c:pt idx="162">
                  <c:v>324</c:v>
                </c:pt>
                <c:pt idx="163">
                  <c:v>326</c:v>
                </c:pt>
                <c:pt idx="164">
                  <c:v>328</c:v>
                </c:pt>
                <c:pt idx="165">
                  <c:v>330</c:v>
                </c:pt>
                <c:pt idx="166">
                  <c:v>332</c:v>
                </c:pt>
                <c:pt idx="167">
                  <c:v>334</c:v>
                </c:pt>
                <c:pt idx="168">
                  <c:v>336</c:v>
                </c:pt>
                <c:pt idx="169">
                  <c:v>338</c:v>
                </c:pt>
                <c:pt idx="170">
                  <c:v>340</c:v>
                </c:pt>
                <c:pt idx="171">
                  <c:v>342</c:v>
                </c:pt>
                <c:pt idx="172">
                  <c:v>344</c:v>
                </c:pt>
                <c:pt idx="173">
                  <c:v>346</c:v>
                </c:pt>
                <c:pt idx="174">
                  <c:v>348</c:v>
                </c:pt>
                <c:pt idx="175">
                  <c:v>350</c:v>
                </c:pt>
                <c:pt idx="176">
                  <c:v>352</c:v>
                </c:pt>
                <c:pt idx="177">
                  <c:v>354</c:v>
                </c:pt>
                <c:pt idx="178">
                  <c:v>356</c:v>
                </c:pt>
                <c:pt idx="179">
                  <c:v>358</c:v>
                </c:pt>
                <c:pt idx="180">
                  <c:v>360</c:v>
                </c:pt>
                <c:pt idx="181">
                  <c:v>362</c:v>
                </c:pt>
                <c:pt idx="182">
                  <c:v>364</c:v>
                </c:pt>
                <c:pt idx="183">
                  <c:v>366</c:v>
                </c:pt>
                <c:pt idx="184">
                  <c:v>368</c:v>
                </c:pt>
                <c:pt idx="185">
                  <c:v>370</c:v>
                </c:pt>
                <c:pt idx="186">
                  <c:v>372</c:v>
                </c:pt>
                <c:pt idx="187">
                  <c:v>374</c:v>
                </c:pt>
                <c:pt idx="188">
                  <c:v>376</c:v>
                </c:pt>
                <c:pt idx="189">
                  <c:v>378</c:v>
                </c:pt>
                <c:pt idx="190">
                  <c:v>380</c:v>
                </c:pt>
                <c:pt idx="191">
                  <c:v>382</c:v>
                </c:pt>
                <c:pt idx="192">
                  <c:v>384</c:v>
                </c:pt>
                <c:pt idx="193">
                  <c:v>386</c:v>
                </c:pt>
                <c:pt idx="194">
                  <c:v>388</c:v>
                </c:pt>
                <c:pt idx="195">
                  <c:v>390</c:v>
                </c:pt>
                <c:pt idx="196">
                  <c:v>392</c:v>
                </c:pt>
                <c:pt idx="197">
                  <c:v>394</c:v>
                </c:pt>
                <c:pt idx="198">
                  <c:v>396</c:v>
                </c:pt>
                <c:pt idx="199">
                  <c:v>398</c:v>
                </c:pt>
                <c:pt idx="200">
                  <c:v>400</c:v>
                </c:pt>
              </c:numCache>
            </c:numRef>
          </c:cat>
          <c:val>
            <c:numRef>
              <c:f>Sheet1!$AI$2:$AI$52</c:f>
              <c:numCache>
                <c:formatCode>General</c:formatCode>
                <c:ptCount val="51"/>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0.4417692788518442</c:v>
                </c:pt>
                <c:pt idx="38">
                  <c:v>0.43023282644387295</c:v>
                </c:pt>
                <c:pt idx="39">
                  <c:v>0.4192721706868685</c:v>
                </c:pt>
                <c:pt idx="40">
                  <c:v>0.40884693710689546</c:v>
                </c:pt>
                <c:pt idx="41">
                  <c:v>0.3989201912199346</c:v>
                </c:pt>
                <c:pt idx="42">
                  <c:v>0.38945811733545577</c:v>
                </c:pt>
                <c:pt idx="43">
                  <c:v>0.38042972666425484</c:v>
                </c:pt>
                <c:pt idx="44">
                  <c:v>0.3718065927475149</c:v>
                </c:pt>
                <c:pt idx="45">
                  <c:v>0.3635626121292962</c:v>
                </c:pt>
                <c:pt idx="46">
                  <c:v>0.35567378819005385</c:v>
                </c:pt>
                <c:pt idx="47">
                  <c:v>0.3481180361108171</c:v>
                </c:pt>
                <c:pt idx="48">
                  <c:v>0.34087500703032814</c:v>
                </c:pt>
                <c:pt idx="49">
                  <c:v>0.33392592957422684</c:v>
                </c:pt>
                <c:pt idx="50">
                  <c:v>0.3272534670643234</c:v>
                </c:pt>
              </c:numCache>
            </c:numRef>
          </c:val>
          <c:smooth/>
        </c:ser>
        <c:marker val="1"/>
        <c:smooth val="0"/>
        <c:axId val="2118791784"/>
        <c:axId val="2140495176"/>
      </c:lineChart>
      <c:catAx>
        <c:axId val="2118791784"/>
        <c:scaling>
          <c:orientation val="minMax"/>
        </c:scaling>
        <c:delete val="0"/>
        <c:axPos val="b"/>
        <c:title>
          <c:tx>
            <c:rich>
              <a:bodyPr/>
              <a:lstStyle/>
              <a:p>
                <a:pPr>
                  <a:defRPr sz="1000"/>
                </a:pPr>
                <a:r>
                  <a:t>Annual costs only in 2030 year, Mln. RUB</a:t>
                </a:r>
              </a:p>
            </c:rich>
          </c:tx>
          <c:layout/>
          <c:overlay val="0"/>
        </c:title>
        <c:majorTickMark val="out"/>
        <c:minorTickMark val="none"/>
        <c:tickLblPos val="nextTo"/>
        <c:crossAx val="2140495176"/>
        <c:crosses val="autoZero"/>
        <c:auto val="1"/>
        <c:lblAlgn val="ctr"/>
        <c:lblOffset val="100"/>
        <c:noMultiLvlLbl val="0"/>
        <c:tickLblSkip val="40"/>
        <c:tickMarkSkip val="40"/>
      </c:catAx>
      <c:valAx>
        <c:axId val="2140495176"/>
        <c:scaling/>
        <c:delete val="0"/>
        <c:axPos val="l"/>
        <c:majorGridlines>
          <c:spPr>
            <a:ln>
              <a:solidFill>
                <a:srgbClr val="AAAAAA"/>
              </a:solidFill>
            </a:ln>
          </c:spPr>
        </c:majorGridlines>
        <c:title>
          <c:tx>
            <c:rich>
              <a:bodyPr/>
              <a:lstStyle/>
              <a:p>
                <a:pPr>
                  <a:defRPr sz="1000"/>
                </a:pPr>
                <a:r>
                  <a:t>ROI 2026-2030</a:t>
                </a:r>
              </a:p>
            </c:rich>
          </c:tx>
          <c:layout/>
          <c:overlay val="0"/>
        </c:title>
        <c:majorTickMark val="out"/>
        <c:minorTickMark val="none"/>
        <c:tickLblPos val="nextTo"/>
        <c:crossAx val="2118791784"/>
        <c:crosses val="autoZero"/>
        <c:crossBetween val="midCat"/>
      </c:valAx>
    </c:plotArea>
    <c:legend>
      <c:legendPos/>
      <c:layout/>
      <c:overlay val="0"/>
      <c:txPr>
        <a:bodyPr/>
        <a:lstStyle/>
        <a:p>
          <a:pPr>
            <a:defRPr sz="1000">
              <a:latin typeface="Calibri"/>
            </a:defRPr>
          </a:pPr>
        </a:p>
      </c:txPr>
    </c:legend>
    <c:plotVisOnly val="1"/>
    <c:dispBlanksAs val="gap"/>
    <c:showDLblsOverMax val="0"/>
  </c:chart>
  <c:txPr>
    <a:bodyPr/>
    <a:lstStyle/>
    <a:p>
      <a:pPr>
        <a:defRPr sz="1000">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F76A9EDC-627D-0ADC-19C8-49B5F8D52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F49D6338-EA08-40BC-2F87-CC2B74FC24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B955E-0F27-F14D-99B1-4A1AF0977132}" type="datetimeFigureOut">
              <a:rPr lang="ru-RU" smtClean="0"/>
              <a:t>29.08.2024</a:t>
            </a:fld>
            <a:endParaRPr lang="ru-RU"/>
          </a:p>
        </p:txBody>
      </p:sp>
      <p:sp>
        <p:nvSpPr>
          <p:cNvPr id="4" name="Нижний колонтитул 3">
            <a:extLst>
              <a:ext uri="{FF2B5EF4-FFF2-40B4-BE49-F238E27FC236}">
                <a16:creationId xmlns:a16="http://schemas.microsoft.com/office/drawing/2014/main" id="{2DE62C8A-1197-4C2F-5C06-D17EAD865CB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9A356B4D-2804-BB3A-C702-3B19C0B30D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1EB63F-08BB-A743-8651-16C5AB004D6E}" type="slidenum">
              <a:rPr lang="ru-RU" smtClean="0"/>
              <a:t>‹#›</a:t>
            </a:fld>
            <a:endParaRPr lang="ru-RU"/>
          </a:p>
        </p:txBody>
      </p:sp>
    </p:spTree>
    <p:extLst>
      <p:ext uri="{BB962C8B-B14F-4D97-AF65-F5344CB8AC3E}">
        <p14:creationId xmlns:p14="http://schemas.microsoft.com/office/powerpoint/2010/main" val="380522481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0993F-CE62-474D-87A4-50F9655D1AE0}" type="datetimeFigureOut">
              <a:rPr lang="ru-RU" smtClean="0"/>
              <a:t>29.08.2024</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8CF779-AF06-C74B-AA41-F7945B288291}" type="slidenum">
              <a:rPr lang="ru-RU" smtClean="0"/>
              <a:t>‹#›</a:t>
            </a:fld>
            <a:endParaRPr lang="ru-RU"/>
          </a:p>
        </p:txBody>
      </p:sp>
    </p:spTree>
    <p:extLst>
      <p:ext uri="{BB962C8B-B14F-4D97-AF65-F5344CB8AC3E}">
        <p14:creationId xmlns:p14="http://schemas.microsoft.com/office/powerpoint/2010/main" val="841234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D861CEF5-070B-859F-2162-ABE0AE4EB4F2}"/>
              </a:ext>
            </a:extLst>
          </p:cNvPr>
          <p:cNvSpPr>
            <a:spLocks noGrp="1"/>
          </p:cNvSpPr>
          <p:nvPr>
            <p:ph type="body" sz="quarter" idx="14" hasCustomPrompt="1"/>
          </p:nvPr>
        </p:nvSpPr>
        <p:spPr>
          <a:xfrm>
            <a:off x="628746" y="2968488"/>
            <a:ext cx="10980737" cy="1093304"/>
          </a:xfrm>
        </p:spPr>
        <p:txBody>
          <a:bodyPr/>
          <a:lstStyle>
            <a:lvl1pPr>
              <a:defRPr>
                <a:solidFill>
                  <a:schemeClr val="tx1"/>
                </a:solidFill>
              </a:defRPr>
            </a:lvl1pPr>
          </a:lstStyle>
          <a:p>
            <a:pPr lvl="0"/>
            <a:r>
              <a:rPr lang="ru-RU" dirty="0"/>
              <a:t>Подзаголовок</a:t>
            </a:r>
          </a:p>
        </p:txBody>
      </p:sp>
      <p:sp>
        <p:nvSpPr>
          <p:cNvPr id="10" name="Текст 9">
            <a:extLst>
              <a:ext uri="{FF2B5EF4-FFF2-40B4-BE49-F238E27FC236}">
                <a16:creationId xmlns:a16="http://schemas.microsoft.com/office/drawing/2014/main" id="{5BBD61AC-F57D-AC87-3626-48E094453F74}"/>
              </a:ext>
            </a:extLst>
          </p:cNvPr>
          <p:cNvSpPr>
            <a:spLocks noGrp="1"/>
          </p:cNvSpPr>
          <p:nvPr>
            <p:ph type="body" sz="quarter" idx="15" hasCustomPrompt="1"/>
          </p:nvPr>
        </p:nvSpPr>
        <p:spPr>
          <a:xfrm>
            <a:off x="630238" y="5363017"/>
            <a:ext cx="5465763" cy="582613"/>
          </a:xfrm>
        </p:spPr>
        <p:txBody>
          <a:bodyPr bIns="0" anchor="b"/>
          <a:lstStyle>
            <a:lvl1pPr>
              <a:defRPr sz="2000">
                <a:solidFill>
                  <a:schemeClr val="tx1"/>
                </a:solidFill>
              </a:defRPr>
            </a:lvl1pPr>
          </a:lstStyle>
          <a:p>
            <a:pPr lvl="0"/>
            <a:r>
              <a:rPr lang="ru-RU" dirty="0"/>
              <a:t>Автор или дата</a:t>
            </a:r>
          </a:p>
        </p:txBody>
      </p:sp>
      <p:sp>
        <p:nvSpPr>
          <p:cNvPr id="5" name="Заголовок 4">
            <a:extLst>
              <a:ext uri="{FF2B5EF4-FFF2-40B4-BE49-F238E27FC236}">
                <a16:creationId xmlns:a16="http://schemas.microsoft.com/office/drawing/2014/main" id="{7F495D77-3429-69B0-1DA7-E5DF5E16E678}"/>
              </a:ext>
            </a:extLst>
          </p:cNvPr>
          <p:cNvSpPr>
            <a:spLocks noGrp="1"/>
          </p:cNvSpPr>
          <p:nvPr>
            <p:ph type="title" hasCustomPrompt="1"/>
          </p:nvPr>
        </p:nvSpPr>
        <p:spPr>
          <a:xfrm>
            <a:off x="628746" y="447450"/>
            <a:ext cx="10965239" cy="2238933"/>
          </a:xfrm>
        </p:spPr>
        <p:txBody>
          <a:bodyPr/>
          <a:lstStyle>
            <a:lvl1pPr>
              <a:defRPr sz="5400"/>
            </a:lvl1pPr>
          </a:lstStyle>
          <a:p>
            <a:r>
              <a:rPr lang="ru-RU" dirty="0"/>
              <a:t>Заголовок презентации в несколько строчек</a:t>
            </a:r>
          </a:p>
        </p:txBody>
      </p:sp>
    </p:spTree>
    <p:extLst>
      <p:ext uri="{BB962C8B-B14F-4D97-AF65-F5344CB8AC3E}">
        <p14:creationId xmlns:p14="http://schemas.microsoft.com/office/powerpoint/2010/main" val="3445236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_slide">
    <p:spTree>
      <p:nvGrpSpPr>
        <p:cNvPr id="1" name=""/>
        <p:cNvGrpSpPr/>
        <p:nvPr/>
      </p:nvGrpSpPr>
      <p:grpSpPr>
        <a:xfrm>
          <a:off x="0" y="0"/>
          <a:ext cx="0" cy="0"/>
          <a:chOff x="0" y="0"/>
          <a:chExt cx="0" cy="0"/>
        </a:xfrm>
      </p:grpSpPr>
      <p:sp>
        <p:nvSpPr>
          <p:cNvPr id="3" name="Нижний колонтитул 2">
            <a:extLst>
              <a:ext uri="{FF2B5EF4-FFF2-40B4-BE49-F238E27FC236}">
                <a16:creationId xmlns:a16="http://schemas.microsoft.com/office/drawing/2014/main" id="{737E9185-194A-6EEE-2608-CAE4F4EAF312}"/>
              </a:ext>
            </a:extLst>
          </p:cNvPr>
          <p:cNvSpPr>
            <a:spLocks noGrp="1"/>
          </p:cNvSpPr>
          <p:nvPr>
            <p:ph type="ftr" sz="quarter" idx="10"/>
          </p:nvPr>
        </p:nvSpPr>
        <p:spPr/>
        <p:txBody>
          <a:bodyPr/>
          <a:lstStyle/>
          <a:p>
            <a:r>
              <a:rPr lang="ru-RU"/>
              <a:t>Колонтитулы</a:t>
            </a:r>
            <a:endParaRPr lang="ru-RU" dirty="0"/>
          </a:p>
        </p:txBody>
      </p:sp>
      <p:sp>
        <p:nvSpPr>
          <p:cNvPr id="4" name="Номер слайда 3">
            <a:extLst>
              <a:ext uri="{FF2B5EF4-FFF2-40B4-BE49-F238E27FC236}">
                <a16:creationId xmlns:a16="http://schemas.microsoft.com/office/drawing/2014/main" id="{5B180FCF-82AE-009A-8134-D04824D64F48}"/>
              </a:ext>
            </a:extLst>
          </p:cNvPr>
          <p:cNvSpPr>
            <a:spLocks noGrp="1"/>
          </p:cNvSpPr>
          <p:nvPr>
            <p:ph type="sldNum" sz="quarter" idx="11"/>
          </p:nvPr>
        </p:nvSpPr>
        <p:spPr/>
        <p:txBody>
          <a:bodyPr/>
          <a:lstStyle/>
          <a:p>
            <a:fld id="{1899DD1A-AB47-7A46-8108-F13B73B7CDE0}" type="slidenum">
              <a:rPr lang="ru-RU" smtClean="0"/>
              <a:t>‹#›</a:t>
            </a:fld>
            <a:endParaRPr lang="ru-RU" dirty="0"/>
          </a:p>
        </p:txBody>
      </p:sp>
      <p:sp>
        <p:nvSpPr>
          <p:cNvPr id="5" name="Заголовок 4">
            <a:extLst>
              <a:ext uri="{FF2B5EF4-FFF2-40B4-BE49-F238E27FC236}">
                <a16:creationId xmlns:a16="http://schemas.microsoft.com/office/drawing/2014/main" id="{6DE8EC53-280F-4A8F-4939-F50A9DA1DC3A}"/>
              </a:ext>
            </a:extLst>
          </p:cNvPr>
          <p:cNvSpPr>
            <a:spLocks noGrp="1"/>
          </p:cNvSpPr>
          <p:nvPr>
            <p:ph type="title" hasCustomPrompt="1"/>
          </p:nvPr>
        </p:nvSpPr>
        <p:spPr/>
        <p:txBody>
          <a:bodyPr/>
          <a:lstStyle/>
          <a:p>
            <a:r>
              <a:rPr lang="ru-RU" dirty="0"/>
              <a:t>Заголовок</a:t>
            </a:r>
          </a:p>
        </p:txBody>
      </p:sp>
    </p:spTree>
    <p:extLst>
      <p:ext uri="{BB962C8B-B14F-4D97-AF65-F5344CB8AC3E}">
        <p14:creationId xmlns:p14="http://schemas.microsoft.com/office/powerpoint/2010/main" val="16794336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78D919-89FA-E6EC-EB0E-16FCFFDB4115}"/>
              </a:ext>
            </a:extLst>
          </p:cNvPr>
          <p:cNvSpPr>
            <a:spLocks noGrp="1"/>
          </p:cNvSpPr>
          <p:nvPr>
            <p:ph type="title"/>
          </p:nvPr>
        </p:nvSpPr>
        <p:spPr>
          <a:xfrm>
            <a:off x="628746" y="447451"/>
            <a:ext cx="10965239" cy="782862"/>
          </a:xfrm>
          <a:prstGeom prst="rect">
            <a:avLst/>
          </a:prstGeom>
        </p:spPr>
        <p:txBody>
          <a:bodyPr vert="horz" lIns="0" tIns="0" rIns="0" bIns="0" rtlCol="0" anchor="t">
            <a:noAutofit/>
          </a:bodyPr>
          <a:lstStyle/>
          <a:p>
            <a:r>
              <a:rPr lang="en-US" dirty="0"/>
              <a:t>Header</a:t>
            </a:r>
            <a:endParaRPr lang="ru-RU" dirty="0"/>
          </a:p>
        </p:txBody>
      </p:sp>
      <p:sp>
        <p:nvSpPr>
          <p:cNvPr id="3" name="Текст 2">
            <a:extLst>
              <a:ext uri="{FF2B5EF4-FFF2-40B4-BE49-F238E27FC236}">
                <a16:creationId xmlns:a16="http://schemas.microsoft.com/office/drawing/2014/main" id="{2007D975-8BE4-1415-02AF-554D6473DD53}"/>
              </a:ext>
            </a:extLst>
          </p:cNvPr>
          <p:cNvSpPr>
            <a:spLocks noGrp="1"/>
          </p:cNvSpPr>
          <p:nvPr>
            <p:ph type="body" idx="1"/>
          </p:nvPr>
        </p:nvSpPr>
        <p:spPr>
          <a:xfrm>
            <a:off x="628685" y="1491753"/>
            <a:ext cx="10965239" cy="4438604"/>
          </a:xfrm>
          <a:prstGeom prst="rect">
            <a:avLst/>
          </a:prstGeom>
        </p:spPr>
        <p:txBody>
          <a:bodyPr vert="horz" lIns="0" tIns="45720" rIns="91440" bIns="45720" rtlCol="0">
            <a:noAutofit/>
          </a:bodyPr>
          <a:lstStyle/>
          <a:p>
            <a:pPr lvl="0"/>
            <a:r>
              <a:rPr lang="en-US" dirty="0"/>
              <a:t>Text layout</a:t>
            </a:r>
            <a:endParaRPr lang="ru-RU" dirty="0"/>
          </a:p>
          <a:p>
            <a:pPr lvl="1"/>
            <a:r>
              <a:rPr lang="en-US" dirty="0"/>
              <a:t>Second level</a:t>
            </a:r>
            <a:endParaRPr lang="ru-RU" dirty="0"/>
          </a:p>
          <a:p>
            <a:pPr lvl="2"/>
            <a:r>
              <a:rPr lang="en-US" dirty="0"/>
              <a:t>Third level</a:t>
            </a:r>
            <a:endParaRPr lang="ru-RU" dirty="0"/>
          </a:p>
          <a:p>
            <a:pPr lvl="3"/>
            <a:r>
              <a:rPr lang="en-US" dirty="0"/>
              <a:t>Fourth level</a:t>
            </a:r>
            <a:endParaRPr lang="ru-RU" dirty="0"/>
          </a:p>
          <a:p>
            <a:pPr lvl="4"/>
            <a:r>
              <a:rPr lang="en-US" dirty="0"/>
              <a:t>Fifth level</a:t>
            </a:r>
            <a:endParaRPr lang="ru-RU" dirty="0"/>
          </a:p>
        </p:txBody>
      </p:sp>
      <p:sp>
        <p:nvSpPr>
          <p:cNvPr id="5" name="Нижний колонтитул 4">
            <a:extLst>
              <a:ext uri="{FF2B5EF4-FFF2-40B4-BE49-F238E27FC236}">
                <a16:creationId xmlns:a16="http://schemas.microsoft.com/office/drawing/2014/main" id="{3891C067-9E09-5C64-324C-1E0AD4DD6B72}"/>
              </a:ext>
            </a:extLst>
          </p:cNvPr>
          <p:cNvSpPr>
            <a:spLocks noGrp="1"/>
          </p:cNvSpPr>
          <p:nvPr>
            <p:ph type="ftr" sz="quarter" idx="3"/>
          </p:nvPr>
        </p:nvSpPr>
        <p:spPr>
          <a:xfrm>
            <a:off x="3441582" y="6285863"/>
            <a:ext cx="7388018" cy="269317"/>
          </a:xfrm>
          <a:prstGeom prst="rect">
            <a:avLst/>
          </a:prstGeom>
        </p:spPr>
        <p:txBody>
          <a:bodyPr vert="horz" lIns="46800" tIns="45720" rIns="0" bIns="45720" rtlCol="0" anchor="ctr"/>
          <a:lstStyle>
            <a:lvl1pPr algn="l">
              <a:defRPr sz="800">
                <a:solidFill>
                  <a:schemeClr val="tx1"/>
                </a:solidFill>
              </a:defRPr>
            </a:lvl1pPr>
          </a:lstStyle>
          <a:p>
            <a:r>
              <a:rPr lang="ru-RU"/>
              <a:t>Источник или колонтитулы</a:t>
            </a:r>
            <a:endParaRPr lang="ru-RU" dirty="0"/>
          </a:p>
        </p:txBody>
      </p:sp>
      <p:sp>
        <p:nvSpPr>
          <p:cNvPr id="6" name="Номер слайда 5">
            <a:extLst>
              <a:ext uri="{FF2B5EF4-FFF2-40B4-BE49-F238E27FC236}">
                <a16:creationId xmlns:a16="http://schemas.microsoft.com/office/drawing/2014/main" id="{CA7C00EF-3CF4-B73A-F6E5-16B685DE26CA}"/>
              </a:ext>
            </a:extLst>
          </p:cNvPr>
          <p:cNvSpPr>
            <a:spLocks noGrp="1"/>
          </p:cNvSpPr>
          <p:nvPr>
            <p:ph type="sldNum" sz="quarter" idx="4"/>
          </p:nvPr>
        </p:nvSpPr>
        <p:spPr>
          <a:xfrm>
            <a:off x="10940779" y="6346868"/>
            <a:ext cx="663846" cy="142875"/>
          </a:xfrm>
          <a:prstGeom prst="rect">
            <a:avLst/>
          </a:prstGeom>
        </p:spPr>
        <p:txBody>
          <a:bodyPr vert="horz" wrap="none" lIns="0" tIns="45720" rIns="0" bIns="45720" rtlCol="0" anchor="ctr"/>
          <a:lstStyle>
            <a:lvl1pPr algn="r">
              <a:defRPr sz="1200">
                <a:solidFill>
                  <a:schemeClr val="bg2">
                    <a:lumMod val="50000"/>
                  </a:schemeClr>
                </a:solidFill>
              </a:defRPr>
            </a:lvl1pPr>
          </a:lstStyle>
          <a:p>
            <a:fld id="{1899DD1A-AB47-7A46-8108-F13B73B7CDE0}" type="slidenum">
              <a:rPr lang="ru-RU" smtClean="0"/>
              <a:pPr/>
              <a:t>‹#›</a:t>
            </a:fld>
            <a:endParaRPr lang="ru-RU" dirty="0"/>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0789" y="6347447"/>
            <a:ext cx="253602" cy="253265"/>
          </a:xfrm>
          <a:prstGeom prst="rect">
            <a:avLst/>
          </a:prstGeom>
        </p:spPr>
      </p:pic>
      <p:sp>
        <p:nvSpPr>
          <p:cNvPr id="8" name="TextBox 7"/>
          <p:cNvSpPr txBox="1"/>
          <p:nvPr userDrawn="1"/>
        </p:nvSpPr>
        <p:spPr>
          <a:xfrm>
            <a:off x="999093" y="6352617"/>
            <a:ext cx="1826483" cy="153888"/>
          </a:xfrm>
          <a:prstGeom prst="rect">
            <a:avLst/>
          </a:prstGeom>
          <a:noFill/>
        </p:spPr>
        <p:txBody>
          <a:bodyPr wrap="square" lIns="0" tIns="0" rIns="0" bIns="0" rtlCol="0">
            <a:spAutoFit/>
          </a:bodyPr>
          <a:lstStyle/>
          <a:p>
            <a:pPr algn="l">
              <a:spcBef>
                <a:spcPts val="1000"/>
              </a:spcBef>
            </a:pPr>
            <a:r>
              <a:rPr lang="en-US" sz="1000" dirty="0" smtClean="0">
                <a:effectLst/>
                <a:latin typeface="Ony Okkam" panose="00000500000000000000" pitchFamily="2" charset="-52"/>
              </a:rPr>
              <a:t>Powered by FERMATRICA</a:t>
            </a:r>
            <a:r>
              <a:rPr lang="en-US" sz="1000" baseline="30000" dirty="0" smtClean="0">
                <a:effectLst/>
                <a:latin typeface="Ony Okkam" panose="00000500000000000000" pitchFamily="2" charset="-52"/>
              </a:rPr>
              <a:t>TM</a:t>
            </a:r>
            <a:endParaRPr lang="ru-RU" sz="1000" baseline="30000" dirty="0" err="1" smtClean="0">
              <a:effectLst/>
              <a:latin typeface="Ony Okkam" panose="00000500000000000000" pitchFamily="2" charset="-52"/>
            </a:endParaRPr>
          </a:p>
        </p:txBody>
      </p:sp>
    </p:spTree>
    <p:extLst>
      <p:ext uri="{BB962C8B-B14F-4D97-AF65-F5344CB8AC3E}">
        <p14:creationId xmlns:p14="http://schemas.microsoft.com/office/powerpoint/2010/main" val="2517285767"/>
      </p:ext>
    </p:extLst>
  </p:cSld>
  <p:clrMap bg1="lt1" tx1="dk1" bg2="lt2" tx2="dk2" accent1="accent1" accent2="accent2" accent3="accent3" accent4="accent4" accent5="accent5" accent6="accent6" hlink="hlink" folHlink="folHlink"/>
  <p:sldLayoutIdLst>
    <p:sldLayoutId id="2147483932" r:id="rId1"/>
    <p:sldLayoutId id="2147483950" r:id="rId2"/>
  </p:sldLayoutIdLst>
  <p:hf hdr="0" dt="0"/>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393">
          <p15:clr>
            <a:srgbClr val="F26B43"/>
          </p15:clr>
        </p15:guide>
        <p15:guide id="3" pos="7310">
          <p15:clr>
            <a:srgbClr val="F26B43"/>
          </p15:clr>
        </p15:guide>
        <p15:guide id="4" orient="horz" pos="4088" userDrawn="1">
          <p15:clr>
            <a:srgbClr val="F26B43"/>
          </p15:clr>
        </p15:guide>
        <p15:guide id="5" orient="horz" pos="3748" userDrawn="1">
          <p15:clr>
            <a:srgbClr val="F26B43"/>
          </p15:clr>
        </p15:guide>
        <p15:guide id="6" orient="horz" pos="3997" userDrawn="1">
          <p15:clr>
            <a:srgbClr val="F26B43"/>
          </p15:clr>
        </p15:guide>
        <p15:guide id="7" orient="horz" pos="278">
          <p15:clr>
            <a:srgbClr val="F26B43"/>
          </p15:clr>
        </p15:guide>
        <p15:guide id="9" pos="3840">
          <p15:clr>
            <a:srgbClr val="F26B43"/>
          </p15:clr>
        </p15:guide>
        <p15:guide id="10" orient="horz" pos="777" userDrawn="1">
          <p15:clr>
            <a:srgbClr val="F26B43"/>
          </p15:clr>
        </p15:guide>
        <p15:guide id="11" orient="horz" pos="93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5.xml"/><Relationship Id="rId3"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9.xml"/><Relationship Id="rId3" Type="http://schemas.openxmlformats.org/officeDocument/2006/relationships/chart" Target="../charts/char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3.xml"/><Relationship Id="rId3" Type="http://schemas.openxmlformats.org/officeDocument/2006/relationships/chart" Target="../charts/char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7.xml"/><Relationship Id="rId3" Type="http://schemas.openxmlformats.org/officeDocument/2006/relationships/chart" Target="../charts/char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1.xml"/><Relationship Id="rId3" Type="http://schemas.openxmlformats.org/officeDocument/2006/relationships/chart" Target="../charts/chart22.xml"/><Relationship Id="rId4" Type="http://schemas.openxmlformats.org/officeDocument/2006/relationships/chart" Target="../charts/chart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24.xml"/><Relationship Id="rId3" Type="http://schemas.openxmlformats.org/officeDocument/2006/relationships/chart" Target="../charts/chart25.xml"/><Relationship Id="rId4" Type="http://schemas.openxmlformats.org/officeDocument/2006/relationships/chart" Target="../charts/char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4"/>
          </p:nvPr>
        </p:nvSpPr>
        <p:spPr/>
        <p:txBody>
          <a:bodyPr/>
          <a:lstStyle/>
          <a:p>
            <a:endParaRPr lang="ru-RU"/>
          </a:p>
        </p:txBody>
      </p:sp>
      <p:sp>
        <p:nvSpPr>
          <p:cNvPr id="3" name="Text Placeholder 2"/>
          <p:cNvSpPr>
            <a:spLocks noGrp="1"/>
          </p:cNvSpPr>
          <p:nvPr>
            <p:ph type="body" sz="quarter" idx="15"/>
          </p:nvPr>
        </p:nvSpPr>
        <p:spPr/>
        <p:txBody>
          <a:bodyPr/>
          <a:lstStyle/>
          <a:p>
            <a:endParaRPr lang="ru-RU"/>
          </a:p>
        </p:txBody>
      </p:sp>
      <p:sp>
        <p:nvSpPr>
          <p:cNvPr id="4" name="Title 3"/>
          <p:cNvSpPr>
            <a:spLocks noGrp="1"/>
          </p:cNvSpPr>
          <p:nvPr>
            <p:ph type="title"/>
          </p:nvPr>
        </p:nvSpPr>
        <p:spPr/>
        <p:txBody>
          <a:bodyPr/>
          <a:lstStyle/>
          <a:p>
            <a:endParaRPr lang="ru-RU"/>
          </a:p>
        </p:txBody>
      </p:sp>
    </p:spTree>
    <p:extLst>
      <p:ext uri="{BB962C8B-B14F-4D97-AF65-F5344CB8AC3E}">
        <p14:creationId xmlns:p14="http://schemas.microsoft.com/office/powerpoint/2010/main" val="146050881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2024 expected sales: 65.31 Mln. Packs, 14.76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57 972 448</a:t>
                      </a:r>
                    </a:p>
                  </a:txBody>
                  <a:tcPr marB="0" marT="0"/>
                </a:tc>
                <a:tc>
                  <a:txBody>
                    <a:bodyPr/>
                    <a:lstStyle/>
                    <a:p>
                      <a:pPr algn="ctr">
                        <a:defRPr sz="1000">
                          <a:latin typeface="Calibri"/>
                        </a:defRPr>
                      </a:pPr>
                      <a:r>
                        <a:t>57 775 883</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62 740 138</a:t>
                      </a:r>
                    </a:p>
                  </a:txBody>
                  <a:tcPr marB="0" marT="0"/>
                </a:tc>
                <a:tc>
                  <a:txBody>
                    <a:bodyPr/>
                    <a:lstStyle/>
                    <a:p>
                      <a:pPr algn="ctr">
                        <a:defRPr sz="1000">
                          <a:latin typeface="Calibri"/>
                        </a:defRPr>
                      </a:pPr>
                      <a:r>
                        <a:t>62 807 217</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66 305 870</a:t>
                      </a:r>
                    </a:p>
                  </a:txBody>
                  <a:tcPr marB="0" marT="0"/>
                </a:tc>
                <a:tc>
                  <a:txBody>
                    <a:bodyPr/>
                    <a:lstStyle/>
                    <a:p>
                      <a:pPr algn="ctr">
                        <a:defRPr sz="1000">
                          <a:latin typeface="Calibri"/>
                        </a:defRPr>
                      </a:pPr>
                      <a:r>
                        <a:t>66 266 108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66 201 828</a:t>
                      </a:r>
                    </a:p>
                  </a:txBody>
                  <a:tcPr marB="0" marT="0"/>
                </a:tc>
                <a:tc>
                  <a:txBody>
                    <a:bodyPr/>
                    <a:lstStyle/>
                    <a:p>
                      <a:pPr algn="ctr">
                        <a:defRPr sz="1000">
                          <a:latin typeface="Calibri"/>
                        </a:defRPr>
                      </a:pPr>
                      <a:r>
                        <a:t>65 909 284</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64 695 425</a:t>
                      </a:r>
                    </a:p>
                  </a:txBody>
                  <a:tcPr marB="0" marT="0"/>
                </a:tc>
                <a:tc>
                  <a:txBody>
                    <a:bodyPr/>
                    <a:lstStyle/>
                    <a:p>
                      <a:pPr algn="ctr">
                        <a:defRPr sz="1000">
                          <a:latin typeface="Calibri"/>
                        </a:defRPr>
                      </a:pPr>
                      <a:r>
                        <a:t>65 311 684</a:t>
                      </a:r>
                    </a:p>
                  </a:txBody>
                  <a:tcPr marB="0" marT="0"/>
                </a:tc>
                <a:tc>
                  <a:txBody>
                    <a:bodyPr/>
                    <a:lstStyle/>
                    <a:p>
                      <a:pPr algn="ctr">
                        <a:defRPr sz="1000">
                          <a:latin typeface="Calibri"/>
                        </a:defRPr>
                      </a:pPr>
                      <a:r>
                        <a:t>1.0%</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34 351 813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34 862 821</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1.5%</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13 179 528 718</a:t>
                      </a:r>
                    </a:p>
                  </a:txBody>
                  <a:tcPr marB="0" marT="0"/>
                </a:tc>
                <a:tc>
                  <a:txBody>
                    <a:bodyPr/>
                    <a:lstStyle/>
                    <a:p>
                      <a:pPr algn="ctr">
                        <a:defRPr sz="1000">
                          <a:latin typeface="Calibri"/>
                        </a:defRPr>
                      </a:pPr>
                      <a:r>
                        <a:t>13 148 186 160</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14 210 678 623</a:t>
                      </a:r>
                    </a:p>
                  </a:txBody>
                  <a:tcPr marB="0" marT="0"/>
                </a:tc>
                <a:tc>
                  <a:txBody>
                    <a:bodyPr/>
                    <a:lstStyle/>
                    <a:p>
                      <a:pPr algn="ctr">
                        <a:defRPr sz="1000">
                          <a:latin typeface="Calibri"/>
                        </a:defRPr>
                      </a:pPr>
                      <a:r>
                        <a:t>14 239 261 031</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14 903 269 897</a:t>
                      </a:r>
                    </a:p>
                  </a:txBody>
                  <a:tcPr marB="0" marT="0"/>
                </a:tc>
                <a:tc>
                  <a:txBody>
                    <a:bodyPr/>
                    <a:lstStyle/>
                    <a:p>
                      <a:pPr algn="ctr">
                        <a:defRPr sz="1000">
                          <a:latin typeface="Calibri"/>
                        </a:defRPr>
                      </a:pPr>
                      <a:r>
                        <a:t>14 893 721 348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14 944 860 668</a:t>
                      </a:r>
                    </a:p>
                  </a:txBody>
                  <a:tcPr marB="0" marT="0"/>
                </a:tc>
                <a:tc>
                  <a:txBody>
                    <a:bodyPr/>
                    <a:lstStyle/>
                    <a:p>
                      <a:pPr algn="ctr">
                        <a:defRPr sz="1000">
                          <a:latin typeface="Calibri"/>
                        </a:defRPr>
                      </a:pPr>
                      <a:r>
                        <a:t>14 893 329 831</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14 628 434 104</a:t>
                      </a:r>
                    </a:p>
                  </a:txBody>
                  <a:tcPr marB="0" marT="0"/>
                </a:tc>
                <a:tc>
                  <a:txBody>
                    <a:bodyPr/>
                    <a:lstStyle/>
                    <a:p>
                      <a:pPr algn="ctr">
                        <a:defRPr sz="1000">
                          <a:latin typeface="Calibri"/>
                        </a:defRPr>
                      </a:pPr>
                      <a:r>
                        <a:t>14 756 232 577</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8 242 444 696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8 388 506 638</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1.8%</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2024 expected sales: 12.41 Mln. Packs, 2.25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10 252 816</a:t>
                      </a:r>
                    </a:p>
                  </a:txBody>
                  <a:tcPr marB="0" marT="0"/>
                </a:tc>
                <a:tc>
                  <a:txBody>
                    <a:bodyPr/>
                    <a:lstStyle/>
                    <a:p>
                      <a:pPr algn="ctr">
                        <a:defRPr sz="1000">
                          <a:latin typeface="Calibri"/>
                        </a:defRPr>
                      </a:pPr>
                      <a:r>
                        <a:t>10 191 105</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11 685 220</a:t>
                      </a:r>
                    </a:p>
                  </a:txBody>
                  <a:tcPr marB="0" marT="0"/>
                </a:tc>
                <a:tc>
                  <a:txBody>
                    <a:bodyPr/>
                    <a:lstStyle/>
                    <a:p>
                      <a:pPr algn="ctr">
                        <a:defRPr sz="1000">
                          <a:latin typeface="Calibri"/>
                        </a:defRPr>
                      </a:pPr>
                      <a:r>
                        <a:t>11 683 702</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13 124 639</a:t>
                      </a:r>
                    </a:p>
                  </a:txBody>
                  <a:tcPr marB="0" marT="0"/>
                </a:tc>
                <a:tc>
                  <a:txBody>
                    <a:bodyPr/>
                    <a:lstStyle/>
                    <a:p>
                      <a:pPr algn="ctr">
                        <a:defRPr sz="1000">
                          <a:latin typeface="Calibri"/>
                        </a:defRPr>
                      </a:pPr>
                      <a:r>
                        <a:t>13 093 209</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12 818 519</a:t>
                      </a:r>
                    </a:p>
                  </a:txBody>
                  <a:tcPr marB="0" marT="0"/>
                </a:tc>
                <a:tc>
                  <a:txBody>
                    <a:bodyPr/>
                    <a:lstStyle/>
                    <a:p>
                      <a:pPr algn="ctr">
                        <a:defRPr sz="1000">
                          <a:latin typeface="Calibri"/>
                        </a:defRPr>
                      </a:pPr>
                      <a:r>
                        <a:t>12 724 726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12 192 886</a:t>
                      </a:r>
                    </a:p>
                  </a:txBody>
                  <a:tcPr marB="0" marT="0"/>
                </a:tc>
                <a:tc>
                  <a:txBody>
                    <a:bodyPr/>
                    <a:lstStyle/>
                    <a:p>
                      <a:pPr algn="ctr">
                        <a:defRPr sz="1000">
                          <a:latin typeface="Calibri"/>
                        </a:defRPr>
                      </a:pPr>
                      <a:r>
                        <a:t>12 407 629</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6 140 136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6 149 523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0.2%</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1 850 150 341</a:t>
                      </a:r>
                    </a:p>
                  </a:txBody>
                  <a:tcPr marB="0" marT="0"/>
                </a:tc>
                <a:tc>
                  <a:txBody>
                    <a:bodyPr/>
                    <a:lstStyle/>
                    <a:p>
                      <a:pPr algn="ctr">
                        <a:defRPr sz="1000">
                          <a:latin typeface="Calibri"/>
                        </a:defRPr>
                      </a:pPr>
                      <a:r>
                        <a:t>1 842 806 143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2 128 404 253</a:t>
                      </a:r>
                    </a:p>
                  </a:txBody>
                  <a:tcPr marB="0" marT="0"/>
                </a:tc>
                <a:tc>
                  <a:txBody>
                    <a:bodyPr/>
                    <a:lstStyle/>
                    <a:p>
                      <a:pPr algn="ctr">
                        <a:defRPr sz="1000">
                          <a:latin typeface="Calibri"/>
                        </a:defRPr>
                      </a:pPr>
                      <a:r>
                        <a:t>2 131 067 523</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2 399 467 208</a:t>
                      </a:r>
                    </a:p>
                  </a:txBody>
                  <a:tcPr marB="0" marT="0"/>
                </a:tc>
                <a:tc>
                  <a:txBody>
                    <a:bodyPr/>
                    <a:lstStyle/>
                    <a:p>
                      <a:pPr algn="ctr">
                        <a:defRPr sz="1000">
                          <a:latin typeface="Calibri"/>
                        </a:defRPr>
                      </a:pPr>
                      <a:r>
                        <a:t>2 396 970 970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2 350 698 379</a:t>
                      </a:r>
                    </a:p>
                  </a:txBody>
                  <a:tcPr marB="0" marT="0"/>
                </a:tc>
                <a:tc>
                  <a:txBody>
                    <a:bodyPr/>
                    <a:lstStyle/>
                    <a:p>
                      <a:pPr algn="ctr">
                        <a:defRPr sz="1000">
                          <a:latin typeface="Calibri"/>
                        </a:defRPr>
                      </a:pPr>
                      <a:r>
                        <a:t>2 332 727 461</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2 211 150 399</a:t>
                      </a:r>
                    </a:p>
                  </a:txBody>
                  <a:tcPr marB="0" marT="0"/>
                </a:tc>
                <a:tc>
                  <a:txBody>
                    <a:bodyPr/>
                    <a:lstStyle/>
                    <a:p>
                      <a:pPr algn="ctr">
                        <a:defRPr sz="1000">
                          <a:latin typeface="Calibri"/>
                        </a:defRPr>
                      </a:pPr>
                      <a:r>
                        <a:t>2 252 139 051</a:t>
                      </a:r>
                    </a:p>
                  </a:txBody>
                  <a:tcPr marB="0" marT="0"/>
                </a:tc>
                <a:tc>
                  <a:txBody>
                    <a:bodyPr/>
                    <a:lstStyle/>
                    <a:p>
                      <a:pPr algn="ctr">
                        <a:defRPr sz="1000">
                          <a:latin typeface="Calibri"/>
                        </a:defRPr>
                      </a:pPr>
                      <a:r>
                        <a:t>1.9%</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943 950 305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945 043 075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0.1%</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Cairo.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2024 expected sales: 20.83 Mln. Packs, 4.65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18 967 326</a:t>
                      </a:r>
                    </a:p>
                  </a:txBody>
                  <a:tcPr marB="0" marT="0"/>
                </a:tc>
                <a:tc>
                  <a:txBody>
                    <a:bodyPr/>
                    <a:lstStyle/>
                    <a:p>
                      <a:pPr algn="ctr">
                        <a:defRPr sz="1000">
                          <a:latin typeface="Calibri"/>
                        </a:defRPr>
                      </a:pPr>
                      <a:r>
                        <a:t>18 998 447</a:t>
                      </a:r>
                    </a:p>
                  </a:txBody>
                  <a:tcPr marB="0" marT="0"/>
                </a:tc>
                <a:tc>
                  <a:txBody>
                    <a:bodyPr/>
                    <a:lstStyle/>
                    <a:p>
                      <a:pPr algn="ctr">
                        <a:defRPr sz="1000">
                          <a:latin typeface="Calibri"/>
                        </a:defRPr>
                      </a:pPr>
                      <a:r>
                        <a:t>0.2%</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19 795 544</a:t>
                      </a:r>
                    </a:p>
                  </a:txBody>
                  <a:tcPr marB="0" marT="0"/>
                </a:tc>
                <a:tc>
                  <a:txBody>
                    <a:bodyPr/>
                    <a:lstStyle/>
                    <a:p>
                      <a:pPr algn="ctr">
                        <a:defRPr sz="1000">
                          <a:latin typeface="Calibri"/>
                        </a:defRPr>
                      </a:pPr>
                      <a:r>
                        <a:t>19 930 540</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20 688 357</a:t>
                      </a:r>
                    </a:p>
                  </a:txBody>
                  <a:tcPr marB="0" marT="0"/>
                </a:tc>
                <a:tc>
                  <a:txBody>
                    <a:bodyPr/>
                    <a:lstStyle/>
                    <a:p>
                      <a:pPr algn="ctr">
                        <a:defRPr sz="1000">
                          <a:latin typeface="Calibri"/>
                        </a:defRPr>
                      </a:pPr>
                      <a:r>
                        <a:t>20 829 661</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20 793 204</a:t>
                      </a:r>
                    </a:p>
                  </a:txBody>
                  <a:tcPr marB="0" marT="0"/>
                </a:tc>
                <a:tc>
                  <a:txBody>
                    <a:bodyPr/>
                    <a:lstStyle/>
                    <a:p>
                      <a:pPr algn="ctr">
                        <a:defRPr sz="1000">
                          <a:latin typeface="Calibri"/>
                        </a:defRPr>
                      </a:pPr>
                      <a:r>
                        <a:t>20 628 143</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20 909 363</a:t>
                      </a:r>
                    </a:p>
                  </a:txBody>
                  <a:tcPr marB="0" marT="0"/>
                </a:tc>
                <a:tc>
                  <a:txBody>
                    <a:bodyPr/>
                    <a:lstStyle/>
                    <a:p>
                      <a:pPr algn="ctr">
                        <a:defRPr sz="1000">
                          <a:latin typeface="Calibri"/>
                        </a:defRPr>
                      </a:pPr>
                      <a:r>
                        <a:t>20 825 653</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11 129 755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11 272 696</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4 257 754 357</a:t>
                      </a:r>
                    </a:p>
                  </a:txBody>
                  <a:tcPr marB="0" marT="0"/>
                </a:tc>
                <a:tc>
                  <a:txBody>
                    <a:bodyPr/>
                    <a:lstStyle/>
                    <a:p>
                      <a:pPr algn="ctr">
                        <a:defRPr sz="1000">
                          <a:latin typeface="Calibri"/>
                        </a:defRPr>
                      </a:pPr>
                      <a:r>
                        <a:t>4 263 274 604</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4 410 970 820</a:t>
                      </a:r>
                    </a:p>
                  </a:txBody>
                  <a:tcPr marB="0" marT="0"/>
                </a:tc>
                <a:tc>
                  <a:txBody>
                    <a:bodyPr/>
                    <a:lstStyle/>
                    <a:p>
                      <a:pPr algn="ctr">
                        <a:defRPr sz="1000">
                          <a:latin typeface="Calibri"/>
                        </a:defRPr>
                      </a:pPr>
                      <a:r>
                        <a:t>4 452 219 374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4 584 538 673</a:t>
                      </a:r>
                    </a:p>
                  </a:txBody>
                  <a:tcPr marB="0" marT="0"/>
                </a:tc>
                <a:tc>
                  <a:txBody>
                    <a:bodyPr/>
                    <a:lstStyle/>
                    <a:p>
                      <a:pPr algn="ctr">
                        <a:defRPr sz="1000">
                          <a:latin typeface="Calibri"/>
                        </a:defRPr>
                      </a:pPr>
                      <a:r>
                        <a:t>4 624 798 224</a:t>
                      </a:r>
                    </a:p>
                  </a:txBody>
                  <a:tcPr marB="0" marT="0"/>
                </a:tc>
                <a:tc>
                  <a:txBody>
                    <a:bodyPr/>
                    <a:lstStyle/>
                    <a:p>
                      <a:pPr algn="ctr">
                        <a:defRPr sz="1000">
                          <a:latin typeface="Calibri"/>
                        </a:defRPr>
                      </a:pPr>
                      <a:r>
                        <a:t>0.9%</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4 632 705 292</a:t>
                      </a:r>
                    </a:p>
                  </a:txBody>
                  <a:tcPr marB="0" marT="0"/>
                </a:tc>
                <a:tc>
                  <a:txBody>
                    <a:bodyPr/>
                    <a:lstStyle/>
                    <a:p>
                      <a:pPr algn="ctr">
                        <a:defRPr sz="1000">
                          <a:latin typeface="Calibri"/>
                        </a:defRPr>
                      </a:pPr>
                      <a:r>
                        <a:t>4 602 861 078</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4 673 232 626</a:t>
                      </a:r>
                    </a:p>
                  </a:txBody>
                  <a:tcPr marB="0" marT="0"/>
                </a:tc>
                <a:tc>
                  <a:txBody>
                    <a:bodyPr/>
                    <a:lstStyle/>
                    <a:p>
                      <a:pPr algn="ctr">
                        <a:defRPr sz="1000">
                          <a:latin typeface="Calibri"/>
                        </a:defRPr>
                      </a:pPr>
                      <a:r>
                        <a:t>4 645 186 512</a:t>
                      </a:r>
                    </a:p>
                  </a:txBody>
                  <a:tcPr marB="0" marT="0"/>
                </a:tc>
                <a:tc>
                  <a:txBody>
                    <a:bodyPr/>
                    <a:lstStyle/>
                    <a:p>
                      <a:pPr algn="ctr">
                        <a:defRPr sz="1000">
                          <a:latin typeface="Calibri"/>
                        </a:defRPr>
                      </a:pPr>
                      <a:r>
                        <a:t>-0.6%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2 750 320 527</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2 786 507 752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Moscow.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2024 expected sales: 16.92 Mln. Packs, 4.77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15 203 673</a:t>
                      </a:r>
                    </a:p>
                  </a:txBody>
                  <a:tcPr marB="0" marT="0"/>
                </a:tc>
                <a:tc>
                  <a:txBody>
                    <a:bodyPr/>
                    <a:lstStyle/>
                    <a:p>
                      <a:pPr algn="ctr">
                        <a:defRPr sz="1000">
                          <a:latin typeface="Calibri"/>
                        </a:defRPr>
                      </a:pPr>
                      <a:r>
                        <a:t>15 275 504</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16 536 016</a:t>
                      </a:r>
                    </a:p>
                  </a:txBody>
                  <a:tcPr marB="0" marT="0"/>
                </a:tc>
                <a:tc>
                  <a:txBody>
                    <a:bodyPr/>
                    <a:lstStyle/>
                    <a:p>
                      <a:pPr algn="ctr">
                        <a:defRPr sz="1000">
                          <a:latin typeface="Calibri"/>
                        </a:defRPr>
                      </a:pPr>
                      <a:r>
                        <a:t>16 535 223</a:t>
                      </a:r>
                    </a:p>
                  </a:txBody>
                  <a:tcPr marB="0" marT="0"/>
                </a:tc>
                <a:tc>
                  <a:txBody>
                    <a:bodyPr/>
                    <a:lstStyle/>
                    <a:p>
                      <a:pPr algn="ctr">
                        <a:defRPr sz="1000">
                          <a:latin typeface="Calibri"/>
                        </a:defRPr>
                      </a:pPr>
                      <a:r>
                        <a:t>-0.0%</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17 245 209</a:t>
                      </a:r>
                    </a:p>
                  </a:txBody>
                  <a:tcPr marB="0" marT="0"/>
                </a:tc>
                <a:tc>
                  <a:txBody>
                    <a:bodyPr/>
                    <a:lstStyle/>
                    <a:p>
                      <a:pPr algn="ctr">
                        <a:defRPr sz="1000">
                          <a:latin typeface="Calibri"/>
                        </a:defRPr>
                      </a:pPr>
                      <a:r>
                        <a:t>16 988 326</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17 197 167</a:t>
                      </a:r>
                    </a:p>
                  </a:txBody>
                  <a:tcPr marB="0" marT="0"/>
                </a:tc>
                <a:tc>
                  <a:txBody>
                    <a:bodyPr/>
                    <a:lstStyle/>
                    <a:p>
                      <a:pPr algn="ctr">
                        <a:defRPr sz="1000">
                          <a:latin typeface="Calibri"/>
                        </a:defRPr>
                      </a:pPr>
                      <a:r>
                        <a:t>17 151 405</a:t>
                      </a:r>
                    </a:p>
                  </a:txBody>
                  <a:tcPr marB="0" marT="0"/>
                </a:tc>
                <a:tc>
                  <a:txBody>
                    <a:bodyPr/>
                    <a:lstStyle/>
                    <a:p>
                      <a:pPr algn="ctr">
                        <a:defRPr sz="1000">
                          <a:latin typeface="Calibri"/>
                        </a:defRPr>
                      </a:pPr>
                      <a:r>
                        <a:t>-0.3%</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16 667 825</a:t>
                      </a:r>
                    </a:p>
                  </a:txBody>
                  <a:tcPr marB="0" marT="0"/>
                </a:tc>
                <a:tc>
                  <a:txBody>
                    <a:bodyPr/>
                    <a:lstStyle/>
                    <a:p>
                      <a:pPr algn="ctr">
                        <a:defRPr sz="1000">
                          <a:latin typeface="Calibri"/>
                        </a:defRPr>
                      </a:pPr>
                      <a:r>
                        <a:t>16 922 233</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8 554 660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8 885 643</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4 293 223 015</a:t>
                      </a:r>
                    </a:p>
                  </a:txBody>
                  <a:tcPr marB="0" marT="0"/>
                </a:tc>
                <a:tc>
                  <a:txBody>
                    <a:bodyPr/>
                    <a:lstStyle/>
                    <a:p>
                      <a:pPr algn="ctr">
                        <a:defRPr sz="1000">
                          <a:latin typeface="Calibri"/>
                        </a:defRPr>
                      </a:pPr>
                      <a:r>
                        <a:t>4 313 663 057</a:t>
                      </a:r>
                    </a:p>
                  </a:txBody>
                  <a:tcPr marB="0" marT="0"/>
                </a:tc>
                <a:tc>
                  <a:txBody>
                    <a:bodyPr/>
                    <a:lstStyle/>
                    <a:p>
                      <a:pPr algn="ctr">
                        <a:defRPr sz="1000">
                          <a:latin typeface="Calibri"/>
                        </a:defRPr>
                      </a:pPr>
                      <a:r>
                        <a:t>0.5%</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4 666 986 375</a:t>
                      </a:r>
                    </a:p>
                  </a:txBody>
                  <a:tcPr marB="0" marT="0"/>
                </a:tc>
                <a:tc>
                  <a:txBody>
                    <a:bodyPr/>
                    <a:lstStyle/>
                    <a:p>
                      <a:pPr algn="ctr">
                        <a:defRPr sz="1000">
                          <a:latin typeface="Calibri"/>
                        </a:defRPr>
                      </a:pPr>
                      <a:r>
                        <a:t>4 672 092 228</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4 844 212 249</a:t>
                      </a:r>
                    </a:p>
                  </a:txBody>
                  <a:tcPr marB="0" marT="0"/>
                </a:tc>
                <a:tc>
                  <a:txBody>
                    <a:bodyPr/>
                    <a:lstStyle/>
                    <a:p>
                      <a:pPr algn="ctr">
                        <a:defRPr sz="1000">
                          <a:latin typeface="Calibri"/>
                        </a:defRPr>
                      </a:pPr>
                      <a:r>
                        <a:t>4 772 298 060</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4 855 108 428</a:t>
                      </a:r>
                    </a:p>
                  </a:txBody>
                  <a:tcPr marB="0" marT="0"/>
                </a:tc>
                <a:tc>
                  <a:txBody>
                    <a:bodyPr/>
                    <a:lstStyle/>
                    <a:p>
                      <a:pPr algn="ctr">
                        <a:defRPr sz="1000">
                          <a:latin typeface="Calibri"/>
                        </a:defRPr>
                      </a:pPr>
                      <a:r>
                        <a:t>4 848 699 941</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4 703 477 648</a:t>
                      </a:r>
                    </a:p>
                  </a:txBody>
                  <a:tcPr marB="0" marT="0"/>
                </a:tc>
                <a:tc>
                  <a:txBody>
                    <a:bodyPr/>
                    <a:lstStyle/>
                    <a:p>
                      <a:pPr algn="ctr">
                        <a:defRPr sz="1000">
                          <a:latin typeface="Calibri"/>
                        </a:defRPr>
                      </a:pPr>
                      <a:r>
                        <a:t>4 769 323 078</a:t>
                      </a:r>
                    </a:p>
                  </a:txBody>
                  <a:tcPr marB="0" marT="0"/>
                </a:tc>
                <a:tc>
                  <a:txBody>
                    <a:bodyPr/>
                    <a:lstStyle/>
                    <a:p>
                      <a:pPr algn="ctr">
                        <a:defRPr sz="1000">
                          <a:latin typeface="Calibri"/>
                        </a:defRPr>
                      </a:pPr>
                      <a:r>
                        <a:t>1.4%</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2 603 199 404</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2 705 461 880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3.9%</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Paris.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2024 expected sales: 15.16 Mln. Packs, 3.09 Bil. RUB</a:t>
            </a:r>
          </a:p>
        </p:txBody>
      </p:sp>
      <p:graphicFrame>
        <p:nvGraphicFramePr>
          <p:cNvPr id="3" name="Chart 2"/>
          <p:cNvGraphicFramePr>
            <a:graphicFrameLocks noGrp="1"/>
          </p:cNvGraphicFramePr>
          <p:nvPr/>
        </p:nvGraphicFramePr>
        <p:xfrm>
          <a:off x="609600" y="1230313"/>
          <a:ext cx="5486400" cy="342900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096000" y="1230313"/>
          <a:ext cx="5486400" cy="3429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096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13 548 633</a:t>
                      </a:r>
                    </a:p>
                  </a:txBody>
                  <a:tcPr marB="0" marT="0"/>
                </a:tc>
                <a:tc>
                  <a:txBody>
                    <a:bodyPr/>
                    <a:lstStyle/>
                    <a:p>
                      <a:pPr algn="ctr">
                        <a:defRPr sz="1000">
                          <a:latin typeface="Calibri"/>
                        </a:defRPr>
                      </a:pPr>
                      <a:r>
                        <a:t>13 310 827</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14 723 358</a:t>
                      </a:r>
                    </a:p>
                  </a:txBody>
                  <a:tcPr marB="0" marT="0"/>
                </a:tc>
                <a:tc>
                  <a:txBody>
                    <a:bodyPr/>
                    <a:lstStyle/>
                    <a:p>
                      <a:pPr algn="ctr">
                        <a:defRPr sz="1000">
                          <a:latin typeface="Calibri"/>
                        </a:defRPr>
                      </a:pPr>
                      <a:r>
                        <a:t>14 657 752</a:t>
                      </a:r>
                    </a:p>
                  </a:txBody>
                  <a:tcPr marB="0" marT="0"/>
                </a:tc>
                <a:tc>
                  <a:txBody>
                    <a:bodyPr/>
                    <a:lstStyle/>
                    <a:p>
                      <a:pPr algn="ctr">
                        <a:defRPr sz="1000">
                          <a:latin typeface="Calibri"/>
                        </a:defRPr>
                      </a:pPr>
                      <a:r>
                        <a:t>-0.4%</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15 247 665</a:t>
                      </a:r>
                    </a:p>
                  </a:txBody>
                  <a:tcPr marB="0" marT="0"/>
                </a:tc>
                <a:tc>
                  <a:txBody>
                    <a:bodyPr/>
                    <a:lstStyle/>
                    <a:p>
                      <a:pPr algn="ctr">
                        <a:defRPr sz="1000">
                          <a:latin typeface="Calibri"/>
                        </a:defRPr>
                      </a:pPr>
                      <a:r>
                        <a:t>15 354 913</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15 392 938</a:t>
                      </a:r>
                    </a:p>
                  </a:txBody>
                  <a:tcPr marB="0" marT="0"/>
                </a:tc>
                <a:tc>
                  <a:txBody>
                    <a:bodyPr/>
                    <a:lstStyle/>
                    <a:p>
                      <a:pPr algn="ctr">
                        <a:defRPr sz="1000">
                          <a:latin typeface="Calibri"/>
                        </a:defRPr>
                      </a:pPr>
                      <a:r>
                        <a:t>15 405 010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14 925 351</a:t>
                      </a:r>
                    </a:p>
                  </a:txBody>
                  <a:tcPr marB="0" marT="0"/>
                </a:tc>
                <a:tc>
                  <a:txBody>
                    <a:bodyPr/>
                    <a:lstStyle/>
                    <a:p>
                      <a:pPr algn="ctr">
                        <a:defRPr sz="1000">
                          <a:latin typeface="Calibri"/>
                        </a:defRPr>
                      </a:pPr>
                      <a:r>
                        <a:t>15 156 169</a:t>
                      </a:r>
                    </a:p>
                  </a:txBody>
                  <a:tcPr marB="0" marT="0"/>
                </a:tc>
                <a:tc>
                  <a:txBody>
                    <a:bodyPr/>
                    <a:lstStyle/>
                    <a:p>
                      <a:pPr algn="ctr">
                        <a:defRPr sz="1000">
                          <a:latin typeface="Calibri"/>
                        </a:defRPr>
                      </a:pPr>
                      <a:r>
                        <a:t>1.5%</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8 527 262</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8 554 959</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7518400" y="4659313"/>
          <a:ext cx="4064000" cy="1200150"/>
        </p:xfrm>
        <a:graphic>
          <a:graphicData uri="http://schemas.openxmlformats.org/drawingml/2006/table">
            <a:tbl>
              <a:tblPr firstRow="1" bandRow="1">
                <a:tableStyleId>{5C22544A-7EE6-4342-B048-85BDC9FD1C3A}</a:tableStyleId>
              </a:tblPr>
              <a:tblGrid>
                <a:gridCol w="762000"/>
                <a:gridCol w="1270000"/>
                <a:gridCol w="1270000"/>
                <a:gridCol w="762000"/>
              </a:tblGrid>
              <a:tr h="171450">
                <a:tc>
                  <a:txBody>
                    <a:bodyPr/>
                    <a:lstStyle/>
                    <a:p>
                      <a:pPr algn="ctr">
                        <a:defRPr sz="1000">
                          <a:latin typeface="Calibri"/>
                        </a:defRPr>
                      </a:pPr>
                      <a:r>
                        <a:t>Year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Observed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Predicted</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Error</a:t>
                      </a:r>
                    </a:p>
                  </a:txBody>
                  <a:tcPr marB="36000" marT="36000">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171450">
                <a:tc>
                  <a:txBody>
                    <a:bodyPr/>
                    <a:lstStyle/>
                    <a:p>
                      <a:pPr algn="ctr">
                        <a:defRPr sz="1000">
                          <a:latin typeface="Calibri"/>
                        </a:defRPr>
                      </a:pPr>
                      <a:r>
                        <a:t>2020</a:t>
                      </a:r>
                    </a:p>
                  </a:txBody>
                  <a:tcPr marB="0" marT="0"/>
                </a:tc>
                <a:tc>
                  <a:txBody>
                    <a:bodyPr/>
                    <a:lstStyle/>
                    <a:p>
                      <a:pPr algn="ctr">
                        <a:defRPr sz="1000">
                          <a:latin typeface="Calibri"/>
                        </a:defRPr>
                      </a:pPr>
                      <a:r>
                        <a:t>2 778 401 006</a:t>
                      </a:r>
                    </a:p>
                  </a:txBody>
                  <a:tcPr marB="0" marT="0"/>
                </a:tc>
                <a:tc>
                  <a:txBody>
                    <a:bodyPr/>
                    <a:lstStyle/>
                    <a:p>
                      <a:pPr algn="ctr">
                        <a:defRPr sz="1000">
                          <a:latin typeface="Calibri"/>
                        </a:defRPr>
                      </a:pPr>
                      <a:r>
                        <a:t>2 728 442 356</a:t>
                      </a:r>
                    </a:p>
                  </a:txBody>
                  <a:tcPr marB="0" marT="0"/>
                </a:tc>
                <a:tc>
                  <a:txBody>
                    <a:bodyPr/>
                    <a:lstStyle/>
                    <a:p>
                      <a:pPr algn="ctr">
                        <a:defRPr sz="1000">
                          <a:latin typeface="Calibri"/>
                        </a:defRPr>
                      </a:pPr>
                      <a:r>
                        <a:t>-1.8%</a:t>
                      </a:r>
                    </a:p>
                  </a:txBody>
                  <a:tcPr marB="0" marT="0"/>
                </a:tc>
              </a:tr>
              <a:tr h="171450">
                <a:tc>
                  <a:txBody>
                    <a:bodyPr/>
                    <a:lstStyle/>
                    <a:p>
                      <a:pPr algn="ctr">
                        <a:defRPr sz="1000">
                          <a:latin typeface="Calibri"/>
                        </a:defRPr>
                      </a:pPr>
                      <a:r>
                        <a:t>2021</a:t>
                      </a:r>
                    </a:p>
                  </a:txBody>
                  <a:tcPr marB="0" marT="0"/>
                </a:tc>
                <a:tc>
                  <a:txBody>
                    <a:bodyPr/>
                    <a:lstStyle/>
                    <a:p>
                      <a:pPr algn="ctr">
                        <a:defRPr sz="1000">
                          <a:latin typeface="Calibri"/>
                        </a:defRPr>
                      </a:pPr>
                      <a:r>
                        <a:t>3 004 317 175</a:t>
                      </a:r>
                    </a:p>
                  </a:txBody>
                  <a:tcPr marB="0" marT="0"/>
                </a:tc>
                <a:tc>
                  <a:txBody>
                    <a:bodyPr/>
                    <a:lstStyle/>
                    <a:p>
                      <a:pPr algn="ctr">
                        <a:defRPr sz="1000">
                          <a:latin typeface="Calibri"/>
                        </a:defRPr>
                      </a:pPr>
                      <a:r>
                        <a:t>2 983 881 906</a:t>
                      </a:r>
                    </a:p>
                  </a:txBody>
                  <a:tcPr marB="0" marT="0"/>
                </a:tc>
                <a:tc>
                  <a:txBody>
                    <a:bodyPr/>
                    <a:lstStyle/>
                    <a:p>
                      <a:pPr algn="ctr">
                        <a:defRPr sz="1000">
                          <a:latin typeface="Calibri"/>
                        </a:defRPr>
                      </a:pPr>
                      <a:r>
                        <a:t>-0.7%</a:t>
                      </a:r>
                    </a:p>
                  </a:txBody>
                  <a:tcPr marB="0" marT="0"/>
                </a:tc>
              </a:tr>
              <a:tr h="171450">
                <a:tc>
                  <a:txBody>
                    <a:bodyPr/>
                    <a:lstStyle/>
                    <a:p>
                      <a:pPr algn="ctr">
                        <a:defRPr sz="1000">
                          <a:latin typeface="Calibri"/>
                        </a:defRPr>
                      </a:pPr>
                      <a:r>
                        <a:t>2022</a:t>
                      </a:r>
                    </a:p>
                  </a:txBody>
                  <a:tcPr marB="0" marT="0"/>
                </a:tc>
                <a:tc>
                  <a:txBody>
                    <a:bodyPr/>
                    <a:lstStyle/>
                    <a:p>
                      <a:pPr algn="ctr">
                        <a:defRPr sz="1000">
                          <a:latin typeface="Calibri"/>
                        </a:defRPr>
                      </a:pPr>
                      <a:r>
                        <a:t>3 075 051 767</a:t>
                      </a:r>
                    </a:p>
                  </a:txBody>
                  <a:tcPr marB="0" marT="0"/>
                </a:tc>
                <a:tc>
                  <a:txBody>
                    <a:bodyPr/>
                    <a:lstStyle/>
                    <a:p>
                      <a:pPr algn="ctr">
                        <a:defRPr sz="1000">
                          <a:latin typeface="Calibri"/>
                        </a:defRPr>
                      </a:pPr>
                      <a:r>
                        <a:t>3 099 654 094</a:t>
                      </a:r>
                    </a:p>
                  </a:txBody>
                  <a:tcPr marB="0" marT="0"/>
                </a:tc>
                <a:tc>
                  <a:txBody>
                    <a:bodyPr/>
                    <a:lstStyle/>
                    <a:p>
                      <a:pPr algn="ctr">
                        <a:defRPr sz="1000">
                          <a:latin typeface="Calibri"/>
                        </a:defRPr>
                      </a:pPr>
                      <a:r>
                        <a:t>0.8%</a:t>
                      </a:r>
                    </a:p>
                  </a:txBody>
                  <a:tcPr marB="0" marT="0"/>
                </a:tc>
              </a:tr>
              <a:tr h="171450">
                <a:tc>
                  <a:txBody>
                    <a:bodyPr/>
                    <a:lstStyle/>
                    <a:p>
                      <a:pPr algn="ctr">
                        <a:defRPr sz="1000">
                          <a:latin typeface="Calibri"/>
                        </a:defRPr>
                      </a:pPr>
                      <a:r>
                        <a:t>2023</a:t>
                      </a:r>
                    </a:p>
                  </a:txBody>
                  <a:tcPr marB="0" marT="0"/>
                </a:tc>
                <a:tc>
                  <a:txBody>
                    <a:bodyPr/>
                    <a:lstStyle/>
                    <a:p>
                      <a:pPr algn="ctr">
                        <a:defRPr sz="1000">
                          <a:latin typeface="Calibri"/>
                        </a:defRPr>
                      </a:pPr>
                      <a:r>
                        <a:t>3 106 348 569</a:t>
                      </a:r>
                    </a:p>
                  </a:txBody>
                  <a:tcPr marB="0" marT="0"/>
                </a:tc>
                <a:tc>
                  <a:txBody>
                    <a:bodyPr/>
                    <a:lstStyle/>
                    <a:p>
                      <a:pPr algn="ctr">
                        <a:defRPr sz="1000">
                          <a:latin typeface="Calibri"/>
                        </a:defRPr>
                      </a:pPr>
                      <a:r>
                        <a:t>3 109 041 350</a:t>
                      </a:r>
                    </a:p>
                  </a:txBody>
                  <a:tcPr marB="0" marT="0"/>
                </a:tc>
                <a:tc>
                  <a:txBody>
                    <a:bodyPr/>
                    <a:lstStyle/>
                    <a:p>
                      <a:pPr algn="ctr">
                        <a:defRPr sz="1000">
                          <a:latin typeface="Calibri"/>
                        </a:defRPr>
                      </a:pPr>
                      <a:r>
                        <a:t>0.1%</a:t>
                      </a:r>
                    </a:p>
                  </a:txBody>
                  <a:tcPr marB="0" marT="0"/>
                </a:tc>
              </a:tr>
              <a:tr h="171450">
                <a:tc>
                  <a:txBody>
                    <a:bodyPr/>
                    <a:lstStyle/>
                    <a:p>
                      <a:pPr algn="ctr">
                        <a:defRPr sz="1000">
                          <a:latin typeface="Calibri"/>
                        </a:defRPr>
                      </a:pPr>
                      <a:r>
                        <a:t>2024</a:t>
                      </a:r>
                    </a:p>
                  </a:txBody>
                  <a:tcPr marB="0" marT="0"/>
                </a:tc>
                <a:tc>
                  <a:txBody>
                    <a:bodyPr/>
                    <a:lstStyle/>
                    <a:p>
                      <a:pPr algn="ctr">
                        <a:defRPr sz="1000">
                          <a:latin typeface="Calibri"/>
                        </a:defRPr>
                      </a:pPr>
                      <a:r>
                        <a:t>3 040 573 432</a:t>
                      </a:r>
                    </a:p>
                  </a:txBody>
                  <a:tcPr marB="0" marT="0"/>
                </a:tc>
                <a:tc>
                  <a:txBody>
                    <a:bodyPr/>
                    <a:lstStyle/>
                    <a:p>
                      <a:pPr algn="ctr">
                        <a:defRPr sz="1000">
                          <a:latin typeface="Calibri"/>
                        </a:defRPr>
                      </a:pPr>
                      <a:r>
                        <a:t>3 089 583 935</a:t>
                      </a:r>
                    </a:p>
                  </a:txBody>
                  <a:tcPr marB="0" marT="0"/>
                </a:tc>
                <a:tc>
                  <a:txBody>
                    <a:bodyPr/>
                    <a:lstStyle/>
                    <a:p>
                      <a:pPr algn="ctr">
                        <a:defRPr sz="1000">
                          <a:latin typeface="Calibri"/>
                        </a:defRPr>
                      </a:pPr>
                      <a:r>
                        <a:t>1.6%</a:t>
                      </a:r>
                    </a:p>
                  </a:txBody>
                  <a:tcPr marB="0" marT="0"/>
                </a:tc>
              </a:tr>
              <a:tr h="171450">
                <a:tc>
                  <a:txBody>
                    <a:bodyPr/>
                    <a:lstStyle/>
                    <a:p>
                      <a:pPr algn="ctr">
                        <a:defRPr sz="1000">
                          <a:latin typeface="Calibri"/>
                        </a:defRPr>
                      </a:pPr>
                      <a:r>
                        <a:t>2025</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1 944 974 460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1 951 493 930</a:t>
                      </a:r>
                    </a:p>
                  </a:txBody>
                  <a:tcPr marB="0" marT="0">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0.3%</a:t>
                      </a:r>
                    </a:p>
                  </a:txBody>
                  <a:tcPr marB="0" marT="0">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graphicFrame>
        <p:nvGraphicFramePr>
          <p:cNvPr id="3" name="Chart 2"/>
          <p:cNvGraphicFramePr>
            <a:graphicFrameLocks noGrp="1"/>
          </p:cNvGraphicFramePr>
          <p:nvPr/>
        </p:nvGraphicFramePr>
        <p:xfrm>
          <a:off x="609600" y="1230313"/>
          <a:ext cx="10972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Brand_1 Warsaw. Factor decomposition in Packs</a:t>
            </a:r>
          </a:p>
        </p:txBody>
      </p:sp>
      <p:sp>
        <p:nvSpPr>
          <p:cNvPr id="3" name="TextBox 2"/>
          <p:cNvSpPr txBox="1"/>
          <p:nvPr/>
        </p:nvSpPr>
        <p:spPr>
          <a:xfrm>
            <a:off x="609600" y="1230313"/>
            <a:ext cx="3048000" cy="4800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3657600" y="1230313"/>
          <a:ext cx="7924800" cy="4800600"/>
        </p:xfrm>
        <a:graphic>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short term (2026)</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defRPr sz="1800">
                <a:latin typeface="Verdana"/>
              </a:defRPr>
            </a:pPr>
            <a:r>
              <a:t>Marketing tools efficiency: long term (2026-2030)</a:t>
            </a:r>
          </a:p>
        </p:txBody>
      </p:sp>
      <p:sp>
        <p:nvSpPr>
          <p:cNvPr id="3" name="TextBox 2"/>
          <p:cNvSpPr txBox="1"/>
          <p:nvPr/>
        </p:nvSpPr>
        <p:spPr>
          <a:xfrm>
            <a:off x="628746" y="1573213"/>
            <a:ext cx="10965239" cy="1371600"/>
          </a:xfrm>
          <a:prstGeom prst="rect">
            <a:avLst/>
          </a:prstGeom>
          <a:noFill/>
        </p:spPr>
        <p:txBody>
          <a:bodyPr wrap="square">
            <a:spAutoFit/>
          </a:bodyPr>
          <a:lstStyle/>
          <a:p>
            <a:pPr>
              <a:defRPr sz="1200">
                <a:latin typeface="Calibri"/>
              </a:defRPr>
            </a:pPr>
            <a: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aphicFrame>
        <p:nvGraphicFramePr>
          <p:cNvPr id="4" name="Chart 3"/>
          <p:cNvGraphicFramePr>
            <a:graphicFrameLocks noGrp="1"/>
          </p:cNvGraphicFramePr>
          <p:nvPr/>
        </p:nvGraphicFramePr>
        <p:xfrm>
          <a:off x="609600" y="2944813"/>
          <a:ext cx="3048000" cy="3429000"/>
        </p:xfrm>
        <a:graphic>
          <a:graphicData uri="http://schemas.openxmlformats.org/drawingml/2006/chart">
            <c:chart xmlns:c="http://schemas.openxmlformats.org/drawingml/2006/chart" r:id="rId2"/>
          </a:graphicData>
        </a:graphic>
      </p:graphicFrame>
      <p:graphicFrame>
        <p:nvGraphicFramePr>
          <p:cNvPr id="5" name="Chart 4"/>
          <p:cNvGraphicFramePr>
            <a:graphicFrameLocks noGrp="1"/>
          </p:cNvGraphicFramePr>
          <p:nvPr/>
        </p:nvGraphicFramePr>
        <p:xfrm>
          <a:off x="3657600" y="2944813"/>
          <a:ext cx="3048000" cy="3429000"/>
        </p:xfrm>
        <a:graphic>
          <a:graphicData uri="http://schemas.openxmlformats.org/drawingml/2006/chart">
            <c:chart xmlns:c="http://schemas.openxmlformats.org/drawingml/2006/chart" r:id="rId3"/>
          </a:graphicData>
        </a:graphic>
      </p:graphicFrame>
      <p:graphicFrame>
        <p:nvGraphicFramePr>
          <p:cNvPr id="6" name="Chart 5"/>
          <p:cNvGraphicFramePr>
            <a:graphicFrameLocks noGrp="1"/>
          </p:cNvGraphicFramePr>
          <p:nvPr/>
        </p:nvGraphicFramePr>
        <p:xfrm>
          <a:off x="6705600" y="2944813"/>
          <a:ext cx="4876800" cy="3429000"/>
        </p:xfrm>
        <a:graphic>
          <a:graphicData uri="http://schemas.openxmlformats.org/drawingml/2006/chart">
            <c:chart xmlns:c="http://schemas.openxmlformats.org/drawingml/2006/chart" r:id="rId4"/>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1800">
                <a:latin typeface="Verdana"/>
              </a:defRPr>
            </a:pPr>
            <a:r>
              <a:t>Comparison of budget options</a:t>
            </a:r>
          </a:p>
        </p:txBody>
      </p:sp>
      <p:sp>
        <p:nvSpPr>
          <p:cNvPr id="3" name="TextBox 2"/>
          <p:cNvSpPr txBox="1"/>
          <p:nvPr/>
        </p:nvSpPr>
        <p:spPr>
          <a:xfrm>
            <a:off x="2804160" y="1573213"/>
            <a:ext cx="2194560" cy="342900"/>
          </a:xfrm>
          <a:prstGeom prst="rect">
            <a:avLst/>
          </a:prstGeom>
          <a:noFill/>
        </p:spPr>
        <p:txBody>
          <a:bodyPr wrap="square">
            <a:spAutoFit/>
          </a:bodyPr>
          <a:lstStyle/>
          <a:p>
            <a:pPr>
              <a:defRPr b="1" sz="1200">
                <a:latin typeface="Calibri"/>
              </a:defRPr>
            </a:pPr>
            <a:r>
              <a:t>Option 1. zero</a:t>
            </a:r>
          </a:p>
        </p:txBody>
      </p:sp>
      <p:sp>
        <p:nvSpPr>
          <p:cNvPr id="4" name="TextBox 3"/>
          <p:cNvSpPr txBox="1"/>
          <p:nvPr/>
        </p:nvSpPr>
        <p:spPr>
          <a:xfrm>
            <a:off x="4998720" y="1573213"/>
            <a:ext cx="2194560" cy="342900"/>
          </a:xfrm>
          <a:prstGeom prst="rect">
            <a:avLst/>
          </a:prstGeom>
          <a:noFill/>
        </p:spPr>
        <p:txBody>
          <a:bodyPr wrap="square">
            <a:spAutoFit/>
          </a:bodyPr>
          <a:lstStyle/>
          <a:p>
            <a:pPr>
              <a:defRPr b="1" sz="1200">
                <a:latin typeface="Calibri"/>
              </a:defRPr>
            </a:pPr>
            <a:r>
              <a:t>Option 2. predefined</a:t>
            </a:r>
          </a:p>
        </p:txBody>
      </p:sp>
      <p:graphicFrame>
        <p:nvGraphicFramePr>
          <p:cNvPr id="5" name="Table 4"/>
          <p:cNvGraphicFramePr>
            <a:graphicFrameLocks noGrp="1"/>
          </p:cNvGraphicFramePr>
          <p:nvPr/>
        </p:nvGraphicFramePr>
        <p:xfrm>
          <a:off x="609600" y="1916113"/>
          <a:ext cx="6583680" cy="4898580"/>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Costs, Mln. RUB</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bdg_brnd_dgt_display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bdg_brnd_dgt_video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20</a:t>
                      </a:r>
                    </a:p>
                  </a:txBody>
                  <a:tcPr/>
                </a:tc>
                <a:tc>
                  <a:txBody>
                    <a:bodyPr/>
                    <a:lstStyle/>
                    <a:p>
                      <a:pPr algn="ctr">
                        <a:defRPr sz="1000">
                          <a:latin typeface="Calibri"/>
                        </a:defRPr>
                      </a:pPr>
                      <a:r>
                        <a:t>100.0</a:t>
                      </a:r>
                    </a:p>
                  </a:txBody>
                  <a:tcPr/>
                </a:tc>
              </a:tr>
              <a:tr h="244929">
                <a:tc>
                  <a:txBody>
                    <a:bodyPr/>
                    <a:lstStyle/>
                    <a:p>
                      <a:pPr algn="ctr">
                        <a:defRPr sz="1000">
                          <a:latin typeface="Calibri"/>
                        </a:defRPr>
                      </a:pPr>
                      <a:r>
                        <a:t>bdg_brnd_tv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100</a:t>
                      </a:r>
                    </a:p>
                  </a:txBody>
                  <a:tcPr/>
                </a:tc>
                <a:tc>
                  <a:txBody>
                    <a:bodyPr/>
                    <a:lstStyle/>
                    <a:p>
                      <a:pPr algn="ctr">
                        <a:defRPr sz="1000">
                          <a:latin typeface="Calibri"/>
                        </a:defRPr>
                      </a:pPr>
                      <a:r>
                        <a:t>500.0</a:t>
                      </a:r>
                    </a:p>
                  </a:txBody>
                  <a:tcPr/>
                </a:tc>
              </a:tr>
              <a:tr h="244929">
                <a:tc>
                  <a:txBody>
                    <a:bodyPr/>
                    <a:lstStyle/>
                    <a:p>
                      <a:pPr algn="ctr">
                        <a:defRPr sz="1000">
                          <a:latin typeface="Calibri"/>
                        </a:defRPr>
                      </a:pPr>
                      <a:r>
                        <a:t>bdg_ecom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bdg_pos</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10</a:t>
                      </a:r>
                    </a:p>
                  </a:txBody>
                  <a:tcPr/>
                </a:tc>
                <a:tc>
                  <a:txBody>
                    <a:bodyPr/>
                    <a:lstStyle/>
                    <a:p>
                      <a:pPr algn="ctr">
                        <a:defRPr sz="1000">
                          <a:latin typeface="Calibri"/>
                        </a:defRPr>
                      </a:pPr>
                      <a:r>
                        <a:t>50.0</a:t>
                      </a:r>
                    </a:p>
                  </a:txBody>
                  <a:tcPr/>
                </a:tc>
              </a:tr>
              <a:tr h="244929">
                <a:tc>
                  <a:txBody>
                    <a:bodyPr/>
                    <a:lstStyle/>
                    <a:p>
                      <a:pPr algn="ctr">
                        <a:defRPr sz="1000">
                          <a:latin typeface="Calibri"/>
                        </a:defRPr>
                      </a:pPr>
                      <a:r>
                        <a:t>PR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5</a:t>
                      </a:r>
                    </a:p>
                  </a:txBody>
                  <a:tcPr/>
                </a:tc>
                <a:tc>
                  <a:txBody>
                    <a:bodyPr/>
                    <a:lstStyle/>
                    <a:p>
                      <a:pPr algn="ctr">
                        <a:defRPr sz="1000">
                          <a:latin typeface="Calibri"/>
                        </a:defRPr>
                      </a:pPr>
                      <a:r>
                        <a:t>25.0</a:t>
                      </a:r>
                    </a:p>
                  </a:txBody>
                  <a:tcPr/>
                </a:tc>
              </a:tr>
              <a:tr h="244929">
                <a:tc>
                  <a:txBody>
                    <a:bodyPr/>
                    <a:lstStyle/>
                    <a:p>
                      <a:pPr algn="ctr">
                        <a:defRPr sz="1000">
                          <a:latin typeface="Calibri"/>
                        </a:defRPr>
                      </a:pPr>
                      <a:r>
                        <a:t>bdg_reg_dgt_display</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8</a:t>
                      </a:r>
                    </a:p>
                  </a:txBody>
                  <a:tcPr/>
                </a:tc>
                <a:tc>
                  <a:txBody>
                    <a:bodyPr/>
                    <a:lstStyle/>
                    <a:p>
                      <a:pPr algn="ctr">
                        <a:defRPr sz="1000">
                          <a:latin typeface="Calibri"/>
                        </a:defRPr>
                      </a:pPr>
                      <a:r>
                        <a:t>40.0</a:t>
                      </a:r>
                    </a:p>
                  </a:txBody>
                  <a:tcPr/>
                </a:tc>
              </a:tr>
              <a:tr h="244929">
                <a:tc>
                  <a:txBody>
                    <a:bodyPr/>
                    <a:lstStyle/>
                    <a:p>
                      <a:pPr algn="ctr">
                        <a:defRPr sz="1000">
                          <a:latin typeface="Calibri"/>
                        </a:defRPr>
                      </a:pPr>
                      <a:r>
                        <a:t>bdg_reg_dgt_indoor</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4</a:t>
                      </a:r>
                    </a:p>
                  </a:txBody>
                  <a:tcPr/>
                </a:tc>
                <a:tc>
                  <a:txBody>
                    <a:bodyPr/>
                    <a:lstStyle/>
                    <a:p>
                      <a:pPr algn="ctr">
                        <a:defRPr sz="1000">
                          <a:latin typeface="Calibri"/>
                        </a:defRPr>
                      </a:pPr>
                      <a:r>
                        <a:t>20.0</a:t>
                      </a:r>
                    </a:p>
                  </a:txBody>
                  <a:tcPr/>
                </a:tc>
              </a:tr>
              <a:tr h="244929">
                <a:tc>
                  <a:txBody>
                    <a:bodyPr/>
                    <a:lstStyle/>
                    <a:p>
                      <a:pPr algn="ctr">
                        <a:defRPr sz="1000">
                          <a:latin typeface="Calibri"/>
                        </a:defRPr>
                      </a:pPr>
                      <a:r>
                        <a:t>bdg_reg_dgt_perform</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4</a:t>
                      </a:r>
                    </a:p>
                  </a:txBody>
                  <a:tcPr/>
                </a:tc>
                <a:tc>
                  <a:txBody>
                    <a:bodyPr/>
                    <a:lstStyle/>
                    <a:p>
                      <a:pPr algn="ctr">
                        <a:defRPr sz="1000">
                          <a:latin typeface="Calibri"/>
                        </a:defRPr>
                      </a:pPr>
                      <a:r>
                        <a:t>20.0</a:t>
                      </a:r>
                    </a:p>
                  </a:txBody>
                  <a:tcPr/>
                </a:tc>
              </a:tr>
              <a:tr h="244929">
                <a:tc>
                  <a:txBody>
                    <a:bodyPr/>
                    <a:lstStyle/>
                    <a:p>
                      <a:pPr algn="ctr">
                        <a:defRPr sz="1000">
                          <a:latin typeface="Calibri"/>
                        </a:defRPr>
                      </a:pPr>
                      <a:r>
                        <a:t>bdg_reg_dgt_special</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4</a:t>
                      </a:r>
                    </a:p>
                  </a:txBody>
                  <a:tcPr/>
                </a:tc>
                <a:tc>
                  <a:txBody>
                    <a:bodyPr/>
                    <a:lstStyle/>
                    <a:p>
                      <a:pPr algn="ctr">
                        <a:defRPr sz="1000">
                          <a:latin typeface="Calibri"/>
                        </a:defRPr>
                      </a:pPr>
                      <a:r>
                        <a:t>20.0</a:t>
                      </a:r>
                    </a:p>
                  </a:txBody>
                  <a:tcPr/>
                </a:tc>
              </a:tr>
              <a:tr h="244929">
                <a:tc>
                  <a:txBody>
                    <a:bodyPr/>
                    <a:lstStyle/>
                    <a:p>
                      <a:pPr algn="ctr">
                        <a:defRPr sz="1000">
                          <a:latin typeface="Calibri"/>
                        </a:defRPr>
                      </a:pPr>
                      <a:r>
                        <a:t>bdg_reg_dgt_video</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8</a:t>
                      </a:r>
                    </a:p>
                  </a:txBody>
                  <a:tcPr/>
                </a:tc>
                <a:tc>
                  <a:txBody>
                    <a:bodyPr/>
                    <a:lstStyle/>
                    <a:p>
                      <a:pPr algn="ctr">
                        <a:defRPr sz="1000">
                          <a:latin typeface="Calibri"/>
                        </a:defRPr>
                      </a:pPr>
                      <a:r>
                        <a:t>40.0</a:t>
                      </a:r>
                    </a:p>
                  </a:txBody>
                  <a:tcPr/>
                </a:tc>
              </a:tr>
              <a:tr h="244929">
                <a:tc>
                  <a:txBody>
                    <a:bodyPr/>
                    <a:lstStyle/>
                    <a:p>
                      <a:pPr algn="ctr">
                        <a:defRPr sz="1000">
                          <a:latin typeface="Calibri"/>
                        </a:defRPr>
                      </a:pPr>
                      <a:r>
                        <a:t>bdg_reg_ooh</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8</a:t>
                      </a:r>
                    </a:p>
                  </a:txBody>
                  <a:tcPr/>
                </a:tc>
                <a:tc>
                  <a:txBody>
                    <a:bodyPr/>
                    <a:lstStyle/>
                    <a:p>
                      <a:pPr algn="ctr">
                        <a:defRPr sz="1000">
                          <a:latin typeface="Calibri"/>
                        </a:defRPr>
                      </a:pPr>
                      <a:r>
                        <a:t>40.0</a:t>
                      </a:r>
                    </a:p>
                  </a:txBody>
                  <a:tcPr/>
                </a:tc>
              </a:tr>
              <a:tr h="244929">
                <a:tc>
                  <a:txBody>
                    <a:bodyPr/>
                    <a:lstStyle/>
                    <a:p>
                      <a:pPr algn="ctr">
                        <a:defRPr sz="1000">
                          <a:latin typeface="Calibri"/>
                        </a:defRPr>
                      </a:pPr>
                      <a:r>
                        <a:t>Reg TV</a:t>
                      </a:r>
                    </a:p>
                  </a:txBody>
                  <a:tcPr/>
                </a:tc>
                <a:tc>
                  <a:txBody>
                    <a:bodyPr/>
                    <a:lstStyle/>
                    <a:p>
                      <a:pPr algn="ctr">
                        <a:defRPr sz="1000">
                          <a:latin typeface="Calibri"/>
                        </a:defRPr>
                      </a:pPr>
                      <a:r>
                        <a:t>0</a:t>
                      </a:r>
                    </a:p>
                  </a:txBody>
                  <a:tcPr/>
                </a:tc>
                <a:tc>
                  <a:txBody>
                    <a:bodyPr/>
                    <a:lstStyle/>
                    <a:p>
                      <a:pPr algn="ctr">
                        <a:defRPr sz="1000">
                          <a:latin typeface="Calibri"/>
                        </a:defRPr>
                      </a:pPr>
                      <a:r>
                        <a:t>0.0</a:t>
                      </a:r>
                    </a:p>
                  </a:txBody>
                  <a:tcPr/>
                </a:tc>
                <a:tc>
                  <a:txBody>
                    <a:bodyPr/>
                    <a:lstStyle/>
                    <a:p>
                      <a:pPr algn="ctr">
                        <a:defRPr sz="1000">
                          <a:latin typeface="Calibri"/>
                        </a:defRPr>
                      </a:pPr>
                      <a:r>
                        <a:t>40</a:t>
                      </a:r>
                    </a:p>
                  </a:txBody>
                  <a:tcPr/>
                </a:tc>
                <a:tc>
                  <a:txBody>
                    <a:bodyPr/>
                    <a:lstStyle/>
                    <a:p>
                      <a:pPr algn="ctr">
                        <a:defRPr sz="1000">
                          <a:latin typeface="Calibri"/>
                        </a:defRPr>
                      </a:pPr>
                      <a:r>
                        <a:t>200.0</a:t>
                      </a:r>
                    </a:p>
                  </a:txBody>
                  <a:tcPr/>
                </a:tc>
              </a:tr>
              <a:tr h="244929">
                <a:tc>
                  <a:txBody>
                    <a:bodyPr/>
                    <a:lstStyle/>
                    <a:p>
                      <a:pPr algn="ctr">
                        <a:defRPr sz="1000">
                          <a:latin typeface="Calibri"/>
                        </a:defRPr>
                      </a:pPr>
                      <a:r>
                        <a:t>nobdg_price_index</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c>
                  <a:txBody>
                    <a:bodyPr/>
                    <a:lstStyle/>
                    <a:p>
                      <a:pPr algn="ctr">
                        <a:defRPr sz="1000">
                          <a:latin typeface="Calibri"/>
                        </a:defRPr>
                      </a:pPr>
                      <a:r>
                        <a:t>1</a:t>
                      </a:r>
                    </a:p>
                  </a:txBody>
                  <a:tcPr/>
                </a:tc>
                <a:tc>
                  <a:txBody>
                    <a:bodyPr/>
                    <a:lstStyle/>
                    <a:p>
                      <a:pPr algn="ctr">
                        <a:defRPr sz="1000">
                          <a:latin typeface="Calibri"/>
                        </a:defRPr>
                      </a:pPr>
                      <a:r>
                        <a:t>1.0</a:t>
                      </a:r>
                    </a:p>
                  </a:txBody>
                  <a:tcPr/>
                </a:tc>
              </a:tr>
              <a:tr h="244929">
                <a:tc>
                  <a:txBody>
                    <a:bodyPr/>
                    <a:lstStyle/>
                    <a:p>
                      <a:pPr algn="ctr">
                        <a:defRPr b="1" sz="1000">
                          <a:latin typeface="Calibri"/>
                        </a:defRPr>
                      </a:pPr>
                      <a:r>
                        <a:t>Total</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0.0</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286</a:t>
                      </a:r>
                    </a:p>
                  </a:txBody>
                  <a:tcPr>
                    <a:lnB w="25000" cap="flat" cmpd="sng" algn="ctr">
                      <a:solidFill>
                        <a:srgbClr val="595959"/>
                      </a:solidFill>
                      <a:prstDash val="solid"/>
                      <a:round/>
                      <a:headEnd type="none" w="med" len="med"/>
                      <a:tailEnd type="none" w="med" len="med"/>
                    </a:lnB>
                  </a:tcPr>
                </a:tc>
                <a:tc>
                  <a:txBody>
                    <a:bodyPr/>
                    <a:lstStyle/>
                    <a:p>
                      <a:pPr algn="ctr">
                        <a:defRPr b="1" sz="1000">
                          <a:latin typeface="Calibri"/>
                        </a:defRPr>
                      </a:pPr>
                      <a:r>
                        <a:t>1430.0</a:t>
                      </a:r>
                    </a:p>
                  </a:txBody>
                  <a:tcPr>
                    <a:lnB w="25000" cap="flat" cmpd="sng" algn="ctr">
                      <a:solidFill>
                        <a:srgbClr val="595959"/>
                      </a:solidFill>
                      <a:prstDash val="solid"/>
                      <a:round/>
                      <a:headEnd type="none" w="med" len="med"/>
                      <a:tailEnd type="none" w="med" len="med"/>
                    </a:lnB>
                  </a:tcPr>
                </a:tc>
              </a:tr>
            </a:tbl>
          </a:graphicData>
        </a:graphic>
      </p:graphicFrame>
      <p:graphicFrame>
        <p:nvGraphicFramePr>
          <p:cNvPr id="6" name="Table 5"/>
          <p:cNvGraphicFramePr>
            <a:graphicFrameLocks noGrp="1"/>
          </p:cNvGraphicFramePr>
          <p:nvPr/>
        </p:nvGraphicFramePr>
        <p:xfrm>
          <a:off x="609600" y="7157593"/>
          <a:ext cx="6583680" cy="1714503"/>
        </p:xfrm>
        <a:graphic>
          <a:graphicData uri="http://schemas.openxmlformats.org/drawingml/2006/table">
            <a:tbl>
              <a:tblPr firstRow="1" bandRow="1">
                <a:tableStyleId>{5C22544A-7EE6-4342-B048-85BDC9FD1C3A}</a:tableStyleId>
              </a:tblPr>
              <a:tblGrid>
                <a:gridCol w="2194560"/>
                <a:gridCol w="1097280"/>
                <a:gridCol w="1097280"/>
                <a:gridCol w="1097280"/>
                <a:gridCol w="1097280"/>
              </a:tblGrid>
              <a:tr h="244929">
                <a:tc>
                  <a:txBody>
                    <a:bodyPr/>
                    <a:lstStyle/>
                    <a:p>
                      <a:pPr algn="ctr">
                        <a:defRPr sz="1000">
                          <a:latin typeface="Calibri"/>
                        </a:defRPr>
                      </a:pPr>
                      <a:r>
                        <a:t>Sales</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solidFill>
                      <a:srgbClr val="7F7F7F"/>
                    </a:solidFill>
                  </a:tcPr>
                </a:tc>
                <a:tc>
                  <a:txBody>
                    <a:bodyPr/>
                    <a:lstStyle/>
                    <a:p>
                      <a:pPr algn="ctr">
                        <a:defRPr sz="1000">
                          <a:latin typeface="Calibri"/>
                        </a:defRPr>
                      </a:pPr>
                      <a:r>
                        <a:t>2026</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2026-2030</a:t>
                      </a:r>
                    </a:p>
                  </a:txBody>
                  <a:tcPr>
                    <a:lnT w="25000" cap="flat" cmpd="sng" algn="ctr">
                      <a:solidFill>
                        <a:srgbClr val="595959"/>
                      </a:solidFill>
                      <a:prstDash val="solid"/>
                      <a:round/>
                      <a:headEnd type="none" w="med" len="med"/>
                      <a:tailEnd type="none" w="med" len="med"/>
                    </a:lnT>
                    <a:lnB w="25000" cap="flat" cmpd="sng" algn="ctr">
                      <a:solidFill>
                        <a:srgbClr val="595959"/>
                      </a:solidFill>
                      <a:prstDash val="solid"/>
                      <a:round/>
                      <a:headEnd type="none" w="med" len="med"/>
                      <a:tailEnd type="none" w="med" len="med"/>
                    </a:lnB>
                  </a:tcPr>
                </a:tc>
              </a:tr>
              <a:tr h="244929">
                <a:tc>
                  <a:txBody>
                    <a:bodyPr/>
                    <a:lstStyle/>
                    <a:p>
                      <a:pPr algn="ctr">
                        <a:defRPr sz="1000">
                          <a:latin typeface="Calibri"/>
                        </a:defRPr>
                      </a:pPr>
                      <a:r>
                        <a:t>Volume Sales, Units</a:t>
                      </a:r>
                    </a:p>
                  </a:txBody>
                  <a:tcPr/>
                </a:tc>
                <a:tc>
                  <a:txBody>
                    <a:bodyPr/>
                    <a:lstStyle/>
                    <a:p>
                      <a:pPr algn="ctr">
                        <a:defRPr sz="1000">
                          <a:latin typeface="Calibri"/>
                        </a:defRPr>
                      </a:pPr>
                      <a:r>
                        <a:t>13 549 702</a:t>
                      </a:r>
                    </a:p>
                  </a:txBody>
                  <a:tcPr/>
                </a:tc>
                <a:tc>
                  <a:txBody>
                    <a:bodyPr/>
                    <a:lstStyle/>
                    <a:p>
                      <a:pPr algn="ctr">
                        <a:defRPr sz="1000">
                          <a:latin typeface="Calibri"/>
                        </a:defRPr>
                      </a:pPr>
                      <a:r>
                        <a:t>66 740 627</a:t>
                      </a:r>
                    </a:p>
                  </a:txBody>
                  <a:tcPr/>
                </a:tc>
                <a:tc>
                  <a:txBody>
                    <a:bodyPr/>
                    <a:lstStyle/>
                    <a:p>
                      <a:pPr algn="ctr">
                        <a:defRPr sz="1000">
                          <a:latin typeface="Calibri"/>
                        </a:defRPr>
                      </a:pPr>
                      <a:r>
                        <a:t>16 791 998</a:t>
                      </a:r>
                    </a:p>
                  </a:txBody>
                  <a:tcPr/>
                </a:tc>
                <a:tc>
                  <a:txBody>
                    <a:bodyPr/>
                    <a:lstStyle/>
                    <a:p>
                      <a:pPr algn="ctr">
                        <a:defRPr sz="1000">
                          <a:latin typeface="Calibri"/>
                        </a:defRPr>
                      </a:pPr>
                      <a:r>
                        <a:t>77 274 385</a:t>
                      </a:r>
                    </a:p>
                  </a:txBody>
                  <a:tcPr/>
                </a:tc>
              </a:tr>
              <a:tr h="244929">
                <a:tc>
                  <a:txBody>
                    <a:bodyPr/>
                    <a:lstStyle/>
                    <a:p>
                      <a:pPr algn="ctr">
                        <a:defRPr sz="1000">
                          <a:latin typeface="Calibri"/>
                        </a:defRPr>
                      </a:pPr>
                      <a:r>
                        <a:t>Value Sales, RUB</a:t>
                      </a:r>
                    </a:p>
                  </a:txBody>
                  <a:tcPr/>
                </a:tc>
                <a:tc>
                  <a:txBody>
                    <a:bodyPr/>
                    <a:lstStyle/>
                    <a:p>
                      <a:pPr algn="ctr">
                        <a:defRPr sz="1000">
                          <a:latin typeface="Calibri"/>
                        </a:defRPr>
                      </a:pPr>
                      <a:r>
                        <a:t>3 843 966 340</a:t>
                      </a:r>
                    </a:p>
                  </a:txBody>
                  <a:tcPr/>
                </a:tc>
                <a:tc>
                  <a:txBody>
                    <a:bodyPr/>
                    <a:lstStyle/>
                    <a:p>
                      <a:pPr algn="ctr">
                        <a:defRPr sz="1000">
                          <a:latin typeface="Calibri"/>
                        </a:defRPr>
                      </a:pPr>
                      <a:r>
                        <a:t>18 867 344 841</a:t>
                      </a:r>
                    </a:p>
                  </a:txBody>
                  <a:tcPr/>
                </a:tc>
                <a:tc>
                  <a:txBody>
                    <a:bodyPr/>
                    <a:lstStyle/>
                    <a:p>
                      <a:pPr algn="ctr">
                        <a:defRPr sz="1000">
                          <a:latin typeface="Calibri"/>
                        </a:defRPr>
                      </a:pPr>
                      <a:r>
                        <a:t>4 756 532 130</a:t>
                      </a:r>
                    </a:p>
                  </a:txBody>
                  <a:tcPr/>
                </a:tc>
                <a:tc>
                  <a:txBody>
                    <a:bodyPr/>
                    <a:lstStyle/>
                    <a:p>
                      <a:pPr algn="ctr">
                        <a:defRPr sz="1000">
                          <a:latin typeface="Calibri"/>
                        </a:defRPr>
                      </a:pPr>
                      <a:r>
                        <a:t>21 863 002 686</a:t>
                      </a:r>
                    </a:p>
                  </a:txBody>
                  <a:tcPr/>
                </a:tc>
              </a:tr>
              <a:tr h="244929">
                <a:tc>
                  <a:txBody>
                    <a:bodyPr/>
                    <a:lstStyle/>
                    <a:p>
                      <a:pPr algn="ctr">
                        <a:defRPr sz="1000">
                          <a:latin typeface="Calibri"/>
                        </a:defRPr>
                      </a:pPr>
                      <a:r>
                        <a:t>Incremental Sales,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912 565 791</a:t>
                      </a:r>
                    </a:p>
                  </a:txBody>
                  <a:tcPr/>
                </a:tc>
                <a:tc>
                  <a:txBody>
                    <a:bodyPr/>
                    <a:lstStyle/>
                    <a:p>
                      <a:pPr algn="ctr">
                        <a:defRPr sz="1000">
                          <a:latin typeface="Calibri"/>
                        </a:defRPr>
                      </a:pPr>
                      <a:r>
                        <a:t>2 995 657 845</a:t>
                      </a:r>
                    </a:p>
                  </a:txBody>
                  <a:tcPr/>
                </a:tc>
              </a:tr>
              <a:tr h="244929">
                <a:tc>
                  <a:txBody>
                    <a:bodyPr/>
                    <a:lstStyle/>
                    <a:p>
                      <a:pPr algn="ctr">
                        <a:defRPr sz="1000">
                          <a:latin typeface="Calibri"/>
                        </a:defRPr>
                      </a:pPr>
                      <a:r>
                        <a:t>Profit, RUB</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626 565 791</a:t>
                      </a:r>
                    </a:p>
                  </a:txBody>
                  <a:tcPr/>
                </a:tc>
                <a:tc>
                  <a:txBody>
                    <a:bodyPr/>
                    <a:lstStyle/>
                    <a:p>
                      <a:pPr algn="ctr">
                        <a:defRPr sz="1000">
                          <a:latin typeface="Calibri"/>
                        </a:defRPr>
                      </a:pPr>
                      <a:r>
                        <a:t>1 565 657 845</a:t>
                      </a:r>
                    </a:p>
                  </a:txBody>
                  <a:tcPr/>
                </a:tc>
              </a:tr>
              <a:tr h="244929">
                <a:tc>
                  <a:txBody>
                    <a:bodyPr/>
                    <a:lstStyle/>
                    <a:p>
                      <a:pPr algn="ctr">
                        <a:defRPr sz="1000">
                          <a:latin typeface="Calibri"/>
                        </a:defRPr>
                      </a:pPr>
                      <a:r>
                        <a:t>ROMI</a:t>
                      </a:r>
                    </a:p>
                  </a:txBody>
                  <a:tcPr/>
                </a:tc>
                <a:tc>
                  <a:txBody>
                    <a:bodyPr/>
                    <a:lstStyle/>
                    <a:p>
                      <a:pPr algn="ctr">
                        <a:defRPr sz="1000">
                          <a:latin typeface="Calibri"/>
                        </a:defRPr>
                      </a:pPr>
                      <a:r>
                        <a:t>-</a:t>
                      </a:r>
                    </a:p>
                  </a:txBody>
                  <a:tcPr/>
                </a:tc>
                <a:tc>
                  <a:txBody>
                    <a:bodyPr/>
                    <a:lstStyle/>
                    <a:p>
                      <a:pPr algn="ctr">
                        <a:defRPr sz="1000">
                          <a:latin typeface="Calibri"/>
                        </a:defRPr>
                      </a:pPr>
                      <a:r>
                        <a:t>-</a:t>
                      </a:r>
                    </a:p>
                  </a:txBody>
                  <a:tcPr/>
                </a:tc>
                <a:tc>
                  <a:txBody>
                    <a:bodyPr/>
                    <a:lstStyle/>
                    <a:p>
                      <a:pPr algn="ctr">
                        <a:defRPr sz="1000">
                          <a:latin typeface="Calibri"/>
                        </a:defRPr>
                      </a:pPr>
                      <a:r>
                        <a:t>3.19</a:t>
                      </a:r>
                    </a:p>
                  </a:txBody>
                  <a:tcPr/>
                </a:tc>
                <a:tc>
                  <a:txBody>
                    <a:bodyPr/>
                    <a:lstStyle/>
                    <a:p>
                      <a:pPr algn="ctr">
                        <a:defRPr sz="1000">
                          <a:latin typeface="Calibri"/>
                        </a:defRPr>
                      </a:pPr>
                      <a:r>
                        <a:t>2.09</a:t>
                      </a:r>
                    </a:p>
                  </a:txBody>
                  <a:tcPr/>
                </a:tc>
              </a:tr>
              <a:tr h="244929">
                <a:tc>
                  <a:txBody>
                    <a:bodyPr/>
                    <a:lstStyle/>
                    <a:p>
                      <a:pPr algn="ctr">
                        <a:defRPr sz="1000">
                          <a:latin typeface="Calibri"/>
                        </a:defRPr>
                      </a:pPr>
                      <a:r>
                        <a:t>Volume growth to 2025</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-23.36%</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-24.50%</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-5.02%</a:t>
                      </a:r>
                    </a:p>
                  </a:txBody>
                  <a:tcPr>
                    <a:lnB w="25000" cap="flat" cmpd="sng" algn="ctr">
                      <a:solidFill>
                        <a:srgbClr val="595959"/>
                      </a:solidFill>
                      <a:prstDash val="solid"/>
                      <a:round/>
                      <a:headEnd type="none" w="med" len="med"/>
                      <a:tailEnd type="none" w="med" len="med"/>
                    </a:lnB>
                  </a:tcPr>
                </a:tc>
                <a:tc>
                  <a:txBody>
                    <a:bodyPr/>
                    <a:lstStyle/>
                    <a:p>
                      <a:pPr algn="ctr">
                        <a:defRPr sz="1000">
                          <a:latin typeface="Calibri"/>
                        </a:defRPr>
                      </a:pPr>
                      <a:r>
                        <a:t>-12.59%</a:t>
                      </a:r>
                    </a:p>
                  </a:txBody>
                  <a:tcPr>
                    <a:lnB w="25000" cap="flat" cmpd="sng" algn="ctr">
                      <a:solidFill>
                        <a:srgbClr val="595959"/>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KKAM_gen">
  <a:themeElements>
    <a:clrScheme name="Custom 8">
      <a:dk1>
        <a:srgbClr val="000000"/>
      </a:dk1>
      <a:lt1>
        <a:srgbClr val="FFFFFF"/>
      </a:lt1>
      <a:dk2>
        <a:srgbClr val="000000"/>
      </a:dk2>
      <a:lt2>
        <a:srgbClr val="FFFFFF"/>
      </a:lt2>
      <a:accent1>
        <a:srgbClr val="043BF3"/>
      </a:accent1>
      <a:accent2>
        <a:srgbClr val="00E100"/>
      </a:accent2>
      <a:accent3>
        <a:srgbClr val="D400FD"/>
      </a:accent3>
      <a:accent4>
        <a:srgbClr val="FC5E5A"/>
      </a:accent4>
      <a:accent5>
        <a:srgbClr val="F4FF01"/>
      </a:accent5>
      <a:accent6>
        <a:srgbClr val="0DFCFC"/>
      </a:accent6>
      <a:hlink>
        <a:srgbClr val="023FFC"/>
      </a:hlink>
      <a:folHlink>
        <a:srgbClr val="918E93"/>
      </a:folHlink>
    </a:clrScheme>
    <a:fontScheme name="Custom 2">
      <a:majorFont>
        <a:latin typeface="Verdana"/>
        <a:ea typeface=""/>
        <a:cs typeface=""/>
      </a:majorFont>
      <a:minorFont>
        <a:latin typeface="Calibri"/>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lgn="l">
          <a:spcBef>
            <a:spcPts val="1000"/>
          </a:spcBef>
          <a:defRPr sz="1200" dirty="0" err="1" smtClean="0">
            <a:effectLst/>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2013 – 2022">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19973</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Ony Okkam</vt:lpstr>
      <vt:lpstr>OKKAM_gen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ОККАМ</dc:title>
  <dc:creator>OKKAM</dc:creator>
  <cp:lastModifiedBy>Alexander Meshkov</cp:lastModifiedBy>
  <cp:revision>221</cp:revision>
  <dcterms:created xsi:type="dcterms:W3CDTF">2022-11-03T16:24:55Z</dcterms:created>
  <dcterms:modified xsi:type="dcterms:W3CDTF">2024-08-29T17:24:33Z</dcterms:modified>
</cp:coreProperties>
</file>