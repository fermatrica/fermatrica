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4712132.0</c:v>
                </c:pt>
                <c:pt idx="1">
                  <c:v>4910783.0</c:v>
                </c:pt>
                <c:pt idx="2">
                  <c:v>5993918.0</c:v>
                </c:pt>
                <c:pt idx="3">
                  <c:v>5561784.0</c:v>
                </c:pt>
                <c:pt idx="4">
                  <c:v>4829988.0</c:v>
                </c:pt>
                <c:pt idx="5">
                  <c:v>5350766.0</c:v>
                </c:pt>
                <c:pt idx="6">
                  <c:v>4037943.0</c:v>
                </c:pt>
                <c:pt idx="7">
                  <c:v>4951444.0</c:v>
                </c:pt>
                <c:pt idx="8">
                  <c:v>3941950.0</c:v>
                </c:pt>
                <c:pt idx="9">
                  <c:v>4224780.0</c:v>
                </c:pt>
                <c:pt idx="10">
                  <c:v>5352935.0</c:v>
                </c:pt>
                <c:pt idx="11">
                  <c:v>4104025.0</c:v>
                </c:pt>
                <c:pt idx="12">
                  <c:v>5155743.0</c:v>
                </c:pt>
                <c:pt idx="13">
                  <c:v>4931502.0</c:v>
                </c:pt>
                <c:pt idx="14">
                  <c:v>6603864.0</c:v>
                </c:pt>
                <c:pt idx="15">
                  <c:v>5304051.0</c:v>
                </c:pt>
                <c:pt idx="16">
                  <c:v>6301571.0</c:v>
                </c:pt>
                <c:pt idx="17">
                  <c:v>4738622.0</c:v>
                </c:pt>
                <c:pt idx="18">
                  <c:v>4876466.0</c:v>
                </c:pt>
                <c:pt idx="19">
                  <c:v>5479178.0</c:v>
                </c:pt>
                <c:pt idx="20">
                  <c:v>4110193.0</c:v>
                </c:pt>
                <c:pt idx="21">
                  <c:v>4767842.0</c:v>
                </c:pt>
                <c:pt idx="22">
                  <c:v>5982965.0</c:v>
                </c:pt>
                <c:pt idx="23">
                  <c:v>4488141.0</c:v>
                </c:pt>
                <c:pt idx="24">
                  <c:v>6375464.0</c:v>
                </c:pt>
                <c:pt idx="25">
                  <c:v>5275483.0</c:v>
                </c:pt>
                <c:pt idx="26">
                  <c:v>5644690.0</c:v>
                </c:pt>
                <c:pt idx="27">
                  <c:v>5164522.0</c:v>
                </c:pt>
                <c:pt idx="28">
                  <c:v>6034999.0</c:v>
                </c:pt>
                <c:pt idx="29">
                  <c:v>5311601.0</c:v>
                </c:pt>
                <c:pt idx="30">
                  <c:v>4916314.0</c:v>
                </c:pt>
                <c:pt idx="31">
                  <c:v>6321204.0</c:v>
                </c:pt>
                <c:pt idx="32">
                  <c:v>4778557.0</c:v>
                </c:pt>
                <c:pt idx="33">
                  <c:v>6128889.0</c:v>
                </c:pt>
                <c:pt idx="34">
                  <c:v>5236071.0</c:v>
                </c:pt>
                <c:pt idx="35">
                  <c:v>5118076.0</c:v>
                </c:pt>
                <c:pt idx="36">
                  <c:v>6702048.0</c:v>
                </c:pt>
                <c:pt idx="37">
                  <c:v>5418387.0</c:v>
                </c:pt>
                <c:pt idx="38">
                  <c:v>6022100.0</c:v>
                </c:pt>
                <c:pt idx="39">
                  <c:v>5135873.0</c:v>
                </c:pt>
                <c:pt idx="40">
                  <c:v>6405720.0</c:v>
                </c:pt>
                <c:pt idx="41">
                  <c:v>5113923.0</c:v>
                </c:pt>
                <c:pt idx="42">
                  <c:v>6138888.0</c:v>
                </c:pt>
                <c:pt idx="43">
                  <c:v>5096918.0</c:v>
                </c:pt>
                <c:pt idx="44">
                  <c:v>4621944.0</c:v>
                </c:pt>
                <c:pt idx="45">
                  <c:v>5985182.0</c:v>
                </c:pt>
                <c:pt idx="46">
                  <c:v>4991302.0</c:v>
                </c:pt>
                <c:pt idx="47">
                  <c:v>4569543.0</c:v>
                </c:pt>
                <c:pt idx="48">
                  <c:v>6262507.0</c:v>
                </c:pt>
                <c:pt idx="49">
                  <c:v>5462396.0</c:v>
                </c:pt>
                <c:pt idx="50">
                  <c:v>5287422.0</c:v>
                </c:pt>
                <c:pt idx="51">
                  <c:v>6542180.0</c:v>
                </c:pt>
                <c:pt idx="52">
                  <c:v>5323723.0</c:v>
                </c:pt>
                <c:pt idx="53">
                  <c:v>5407666.0</c:v>
                </c:pt>
                <c:pt idx="54">
                  <c:v>5907145.0</c:v>
                </c:pt>
                <c:pt idx="55">
                  <c:v>4543797.0</c:v>
                </c:pt>
                <c:pt idx="56">
                  <c:v>4978248.0</c:v>
                </c:pt>
                <c:pt idx="57">
                  <c:v>4263725.0</c:v>
                </c:pt>
                <c:pt idx="58">
                  <c:v>4309773.0</c:v>
                </c:pt>
                <c:pt idx="59">
                  <c:v>5147605.0</c:v>
                </c:pt>
                <c:pt idx="60">
                  <c:v>1259238.0</c:v>
                </c:pt>
                <c:pt idx="61">
                  <c:v>6124295.0</c:v>
                </c:pt>
                <c:pt idx="62">
                  <c:v>5682604.0</c:v>
                </c:pt>
                <c:pt idx="63">
                  <c:v>7438181.0</c:v>
                </c:pt>
                <c:pt idx="64">
                  <c:v>5636671.0</c:v>
                </c:pt>
                <c:pt idx="65">
                  <c:v>5021537.0</c:v>
                </c:pt>
                <c:pt idx="66">
                  <c:v>4448525.0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4635141.3325152015</c:v>
                </c:pt>
                <c:pt idx="1">
                  <c:v>4779263.684044226</c:v>
                </c:pt>
                <c:pt idx="2">
                  <c:v>5955835.881805468</c:v>
                </c:pt>
                <c:pt idx="3">
                  <c:v>5502147.620612307</c:v>
                </c:pt>
                <c:pt idx="4">
                  <c:v>4788106.246465844</c:v>
                </c:pt>
                <c:pt idx="5">
                  <c:v>5423399.481228524</c:v>
                </c:pt>
                <c:pt idx="6">
                  <c:v>3914135.197766097</c:v>
                </c:pt>
                <c:pt idx="7">
                  <c:v>4927227.560213864</c:v>
                </c:pt>
                <c:pt idx="8">
                  <c:v>3915103.3982772497</c:v>
                </c:pt>
                <c:pt idx="9">
                  <c:v>4312988.147567123</c:v>
                </c:pt>
                <c:pt idx="10">
                  <c:v>5414734.554951358</c:v>
                </c:pt>
                <c:pt idx="11">
                  <c:v>4207799.67589067</c:v>
                </c:pt>
                <c:pt idx="12">
                  <c:v>5171452.723604194</c:v>
                </c:pt>
                <c:pt idx="13">
                  <c:v>4847814.086964558</c:v>
                </c:pt>
                <c:pt idx="14">
                  <c:v>6588325.23165976</c:v>
                </c:pt>
                <c:pt idx="15">
                  <c:v>5319961.386315755</c:v>
                </c:pt>
                <c:pt idx="16">
                  <c:v>6517826.280312289</c:v>
                </c:pt>
                <c:pt idx="17">
                  <c:v>4727293.436731322</c:v>
                </c:pt>
                <c:pt idx="18">
                  <c:v>4841024.064448036</c:v>
                </c:pt>
                <c:pt idx="19">
                  <c:v>5419117.412781924</c:v>
                </c:pt>
                <c:pt idx="20">
                  <c:v>4165319.0898412373</c:v>
                </c:pt>
                <c:pt idx="21">
                  <c:v>4778094.118672427</c:v>
                </c:pt>
                <c:pt idx="22">
                  <c:v>5900801.5223166915</c:v>
                </c:pt>
                <c:pt idx="23">
                  <c:v>4530187.158272215</c:v>
                </c:pt>
                <c:pt idx="24">
                  <c:v>6202685.503125952</c:v>
                </c:pt>
                <c:pt idx="25">
                  <c:v>5347534.10964453</c:v>
                </c:pt>
                <c:pt idx="26">
                  <c:v>5600453.876982732</c:v>
                </c:pt>
                <c:pt idx="27">
                  <c:v>5155870.571868451</c:v>
                </c:pt>
                <c:pt idx="28">
                  <c:v>6217030.442580895</c:v>
                </c:pt>
                <c:pt idx="29">
                  <c:v>5316202.268803554</c:v>
                </c:pt>
                <c:pt idx="30">
                  <c:v>4913792.285738577</c:v>
                </c:pt>
                <c:pt idx="31">
                  <c:v>6323483.85353042</c:v>
                </c:pt>
                <c:pt idx="32">
                  <c:v>4767300.871866544</c:v>
                </c:pt>
                <c:pt idx="33">
                  <c:v>5918519.69836876</c:v>
                </c:pt>
                <c:pt idx="34">
                  <c:v>5197271.593386248</c:v>
                </c:pt>
                <c:pt idx="35">
                  <c:v>5305963.41910298</c:v>
                </c:pt>
                <c:pt idx="36">
                  <c:v>6699046.647147422</c:v>
                </c:pt>
                <c:pt idx="37">
                  <c:v>5413232.916822369</c:v>
                </c:pt>
                <c:pt idx="38">
                  <c:v>6044383.526925347</c:v>
                </c:pt>
                <c:pt idx="39">
                  <c:v>5153341.537902012</c:v>
                </c:pt>
                <c:pt idx="40">
                  <c:v>6379175.079826277</c:v>
                </c:pt>
                <c:pt idx="41">
                  <c:v>5138815.670484937</c:v>
                </c:pt>
                <c:pt idx="42">
                  <c:v>6224149.13641457</c:v>
                </c:pt>
                <c:pt idx="43">
                  <c:v>5004236.0271339</c:v>
                </c:pt>
                <c:pt idx="44">
                  <c:v>4500390.350808317</c:v>
                </c:pt>
                <c:pt idx="45">
                  <c:v>5975100.822691282</c:v>
                </c:pt>
                <c:pt idx="46">
                  <c:v>4859322.220305775</c:v>
                </c:pt>
                <c:pt idx="47">
                  <c:v>4518089.99841644</c:v>
                </c:pt>
                <c:pt idx="48">
                  <c:v>6333411.854798856</c:v>
                </c:pt>
                <c:pt idx="49">
                  <c:v>5315202.973985737</c:v>
                </c:pt>
                <c:pt idx="50">
                  <c:v>5373867.662285026</c:v>
                </c:pt>
                <c:pt idx="51">
                  <c:v>6495400.868111036</c:v>
                </c:pt>
                <c:pt idx="52">
                  <c:v>5409990.413522638</c:v>
                </c:pt>
                <c:pt idx="53">
                  <c:v>5422150.079964811</c:v>
                </c:pt>
                <c:pt idx="54">
                  <c:v>5976769.420370536</c:v>
                </c:pt>
                <c:pt idx="55">
                  <c:v>4568889.570997041</c:v>
                </c:pt>
                <c:pt idx="56">
                  <c:v>5094765.115680725</c:v>
                </c:pt>
                <c:pt idx="57">
                  <c:v>4317715.155593251</c:v>
                </c:pt>
                <c:pt idx="58">
                  <c:v>4410615.795134308</c:v>
                </c:pt>
                <c:pt idx="59">
                  <c:v>5311369.0195481945</c:v>
                </c:pt>
                <c:pt idx="60">
                  <c:v>1281536.321943415</c:v>
                </c:pt>
                <c:pt idx="61">
                  <c:v>6205527.271615969</c:v>
                </c:pt>
                <c:pt idx="62">
                  <c:v>5839963.570645052</c:v>
                </c:pt>
                <c:pt idx="63">
                  <c:v>7521462.532338972</c:v>
                </c:pt>
                <c:pt idx="64">
                  <c:v>5708361.266487631</c:v>
                </c:pt>
                <c:pt idx="65">
                  <c:v>5135068.585371682</c:v>
                </c:pt>
                <c:pt idx="66">
                  <c:v>4452437.389413204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902575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1115827684.57</c:v>
                </c:pt>
                <c:pt idx="1">
                  <c:v>1214264379.29</c:v>
                </c:pt>
                <c:pt idx="2">
                  <c:v>1515872103.53</c:v>
                </c:pt>
                <c:pt idx="3">
                  <c:v>1381338119.72</c:v>
                </c:pt>
                <c:pt idx="4">
                  <c:v>1164771707.59</c:v>
                </c:pt>
                <c:pt idx="5">
                  <c:v>1201389019.01</c:v>
                </c:pt>
                <c:pt idx="6">
                  <c:v>858454966.79</c:v>
                </c:pt>
                <c:pt idx="7">
                  <c:v>1000256616.86</c:v>
                </c:pt>
                <c:pt idx="8">
                  <c:v>802971272.07</c:v>
                </c:pt>
                <c:pt idx="9">
                  <c:v>860755874.84</c:v>
                </c:pt>
                <c:pt idx="10">
                  <c:v>1136392682.58</c:v>
                </c:pt>
                <c:pt idx="11">
                  <c:v>927234291.44</c:v>
                </c:pt>
                <c:pt idx="12">
                  <c:v>1207178019.91</c:v>
                </c:pt>
                <c:pt idx="13">
                  <c:v>1227550387.56</c:v>
                </c:pt>
                <c:pt idx="14">
                  <c:v>1651981494.63</c:v>
                </c:pt>
                <c:pt idx="15">
                  <c:v>1315586053.58</c:v>
                </c:pt>
                <c:pt idx="16">
                  <c:v>1498733972.85</c:v>
                </c:pt>
                <c:pt idx="17">
                  <c:v>1070736768.89</c:v>
                </c:pt>
                <c:pt idx="18">
                  <c:v>1028136048.79</c:v>
                </c:pt>
                <c:pt idx="19">
                  <c:v>1116952422.26</c:v>
                </c:pt>
                <c:pt idx="20">
                  <c:v>827637030.6899999</c:v>
                </c:pt>
                <c:pt idx="21">
                  <c:v>981388140.36</c:v>
                </c:pt>
                <c:pt idx="22">
                  <c:v>1268096786.43</c:v>
                </c:pt>
                <c:pt idx="23">
                  <c:v>1016701496.94</c:v>
                </c:pt>
                <c:pt idx="24">
                  <c:v>1513089003.6100001</c:v>
                </c:pt>
                <c:pt idx="25">
                  <c:v>1292395468.82</c:v>
                </c:pt>
                <c:pt idx="26">
                  <c:v>1417946756.55</c:v>
                </c:pt>
                <c:pt idx="27">
                  <c:v>1287599444.58</c:v>
                </c:pt>
                <c:pt idx="28">
                  <c:v>1437123997.55</c:v>
                </c:pt>
                <c:pt idx="29">
                  <c:v>1166527610.3</c:v>
                </c:pt>
                <c:pt idx="30">
                  <c:v>1026145462.4499999</c:v>
                </c:pt>
                <c:pt idx="31">
                  <c:v>1285291500.9</c:v>
                </c:pt>
                <c:pt idx="32">
                  <c:v>943892585.72</c:v>
                </c:pt>
                <c:pt idx="33">
                  <c:v>1244390710.1</c:v>
                </c:pt>
                <c:pt idx="34">
                  <c:v>1115057469.21</c:v>
                </c:pt>
                <c:pt idx="35">
                  <c:v>1173809887.31</c:v>
                </c:pt>
                <c:pt idx="36">
                  <c:v>1580068780.9</c:v>
                </c:pt>
                <c:pt idx="37">
                  <c:v>1341031480.48</c:v>
                </c:pt>
                <c:pt idx="38">
                  <c:v>1500447280.84</c:v>
                </c:pt>
                <c:pt idx="39">
                  <c:v>1282287918.78</c:v>
                </c:pt>
                <c:pt idx="40">
                  <c:v>1536547739.54</c:v>
                </c:pt>
                <c:pt idx="41">
                  <c:v>1131204310.1</c:v>
                </c:pt>
                <c:pt idx="42">
                  <c:v>1284359003.56</c:v>
                </c:pt>
                <c:pt idx="43">
                  <c:v>1024981272.09</c:v>
                </c:pt>
                <c:pt idx="44">
                  <c:v>940847554.6</c:v>
                </c:pt>
                <c:pt idx="45">
                  <c:v>1232251583.02</c:v>
                </c:pt>
                <c:pt idx="46">
                  <c:v>1055729495.9</c:v>
                </c:pt>
                <c:pt idx="47">
                  <c:v>1035104248.6800001</c:v>
                </c:pt>
                <c:pt idx="48">
                  <c:v>1493922631.56</c:v>
                </c:pt>
                <c:pt idx="49">
                  <c:v>1353334920.39</c:v>
                </c:pt>
                <c:pt idx="50">
                  <c:v>1309793021.27</c:v>
                </c:pt>
                <c:pt idx="51">
                  <c:v>1640268907.3899999</c:v>
                </c:pt>
                <c:pt idx="52">
                  <c:v>1243899364.53</c:v>
                </c:pt>
                <c:pt idx="53">
                  <c:v>1202359069.21</c:v>
                </c:pt>
                <c:pt idx="54">
                  <c:v>1223737798.97</c:v>
                </c:pt>
                <c:pt idx="55">
                  <c:v>907302089.8199999</c:v>
                </c:pt>
                <c:pt idx="56">
                  <c:v>1007181557.02</c:v>
                </c:pt>
                <c:pt idx="57">
                  <c:v>864194614.38</c:v>
                </c:pt>
                <c:pt idx="58">
                  <c:v>930678372.85</c:v>
                </c:pt>
                <c:pt idx="59">
                  <c:v>1154096778.3899999</c:v>
                </c:pt>
                <c:pt idx="60">
                  <c:v>297664978.61</c:v>
                </c:pt>
                <c:pt idx="61">
                  <c:v>1443392792.55</c:v>
                </c:pt>
                <c:pt idx="62">
                  <c:v>1386176546.6299999</c:v>
                </c:pt>
                <c:pt idx="63">
                  <c:v>1841764772.75</c:v>
                </c:pt>
                <c:pt idx="64">
                  <c:v>1399295018.43</c:v>
                </c:pt>
                <c:pt idx="65">
                  <c:v>1187062711.1599998</c:v>
                </c:pt>
                <c:pt idx="66">
                  <c:v>984752854.17</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1102103200.7573047</c:v>
                </c:pt>
                <c:pt idx="1">
                  <c:v>1180883959.4753408</c:v>
                </c:pt>
                <c:pt idx="2">
                  <c:v>1504694562.8842404</c:v>
                </c:pt>
                <c:pt idx="3">
                  <c:v>1371830000.5418248</c:v>
                </c:pt>
                <c:pt idx="4">
                  <c:v>1155513909.2680476</c:v>
                </c:pt>
                <c:pt idx="5">
                  <c:v>1223127756.1024532</c:v>
                </c:pt>
                <c:pt idx="6">
                  <c:v>831144259.592266</c:v>
                </c:pt>
                <c:pt idx="7">
                  <c:v>998330494.7067674</c:v>
                </c:pt>
                <c:pt idx="8">
                  <c:v>796541431.0807893</c:v>
                </c:pt>
                <c:pt idx="9">
                  <c:v>879737903.4660887</c:v>
                </c:pt>
                <c:pt idx="10">
                  <c:v>1153454340.6829557</c:v>
                </c:pt>
                <c:pt idx="11">
                  <c:v>950824341.0518951</c:v>
                </c:pt>
                <c:pt idx="12">
                  <c:v>1216868145.6884549</c:v>
                </c:pt>
                <c:pt idx="13">
                  <c:v>1207281525.181413</c:v>
                </c:pt>
                <c:pt idx="14">
                  <c:v>1653417867.4798613</c:v>
                </c:pt>
                <c:pt idx="15">
                  <c:v>1323010701.6545637</c:v>
                </c:pt>
                <c:pt idx="16">
                  <c:v>1555389012.19903</c:v>
                </c:pt>
                <c:pt idx="17">
                  <c:v>1064066236.2386149</c:v>
                </c:pt>
                <c:pt idx="18">
                  <c:v>1015170774.8765243</c:v>
                </c:pt>
                <c:pt idx="19">
                  <c:v>1102206721.343122</c:v>
                </c:pt>
                <c:pt idx="20">
                  <c:v>836997514.3889526</c:v>
                </c:pt>
                <c:pt idx="21">
                  <c:v>983558134.8124962</c:v>
                </c:pt>
                <c:pt idx="22">
                  <c:v>1254026630.5700831</c:v>
                </c:pt>
                <c:pt idx="23">
                  <c:v>1027267766.247312</c:v>
                </c:pt>
                <c:pt idx="24">
                  <c:v>1473551342.7633584</c:v>
                </c:pt>
                <c:pt idx="25">
                  <c:v>1309390082.3690877</c:v>
                </c:pt>
                <c:pt idx="26">
                  <c:v>1407612774.4881985</c:v>
                </c:pt>
                <c:pt idx="27">
                  <c:v>1282943967.0158253</c:v>
                </c:pt>
                <c:pt idx="28">
                  <c:v>1484698627.2121491</c:v>
                </c:pt>
                <c:pt idx="29">
                  <c:v>1169252677.0889792</c:v>
                </c:pt>
                <c:pt idx="30">
                  <c:v>1024404512.9891266</c:v>
                </c:pt>
                <c:pt idx="31">
                  <c:v>1281546829.2122798</c:v>
                </c:pt>
                <c:pt idx="32">
                  <c:v>946825450.6101633</c:v>
                </c:pt>
                <c:pt idx="33">
                  <c:v>1202150689.7626686</c:v>
                </c:pt>
                <c:pt idx="34">
                  <c:v>1106259006.2258747</c:v>
                </c:pt>
                <c:pt idx="35">
                  <c:v>1205085388.5283575</c:v>
                </c:pt>
                <c:pt idx="36">
                  <c:v>1592970498.7633445</c:v>
                </c:pt>
                <c:pt idx="37">
                  <c:v>1338337211.8924687</c:v>
                </c:pt>
                <c:pt idx="38">
                  <c:v>1504396481.5747185</c:v>
                </c:pt>
                <c:pt idx="39">
                  <c:v>1284610388.0964775</c:v>
                </c:pt>
                <c:pt idx="40">
                  <c:v>1531634680.9261284</c:v>
                </c:pt>
                <c:pt idx="41">
                  <c:v>1132108091.2067091</c:v>
                </c:pt>
                <c:pt idx="42">
                  <c:v>1308837631.1487107</c:v>
                </c:pt>
                <c:pt idx="43">
                  <c:v>1003057663.279147</c:v>
                </c:pt>
                <c:pt idx="44">
                  <c:v>911131822.9326314</c:v>
                </c:pt>
                <c:pt idx="45">
                  <c:v>1232955180.092528</c:v>
                </c:pt>
                <c:pt idx="46">
                  <c:v>1029191926.2158806</c:v>
                </c:pt>
                <c:pt idx="47">
                  <c:v>1024098254.6467981</c:v>
                </c:pt>
                <c:pt idx="48">
                  <c:v>1507394701.3632002</c:v>
                </c:pt>
                <c:pt idx="49">
                  <c:v>1309752986.7141743</c:v>
                </c:pt>
                <c:pt idx="50">
                  <c:v>1335978995.6717901</c:v>
                </c:pt>
                <c:pt idx="51">
                  <c:v>1620533400.2240353</c:v>
                </c:pt>
                <c:pt idx="52">
                  <c:v>1269073875.6389818</c:v>
                </c:pt>
                <c:pt idx="53">
                  <c:v>1210258916.3461287</c:v>
                </c:pt>
                <c:pt idx="54">
                  <c:v>1238616763.5780044</c:v>
                </c:pt>
                <c:pt idx="55">
                  <c:v>914509353.5183275</c:v>
                </c:pt>
                <c:pt idx="56">
                  <c:v>1028777325.9222304</c:v>
                </c:pt>
                <c:pt idx="57">
                  <c:v>879517523.6469543</c:v>
                </c:pt>
                <c:pt idx="58">
                  <c:v>947740155.5837559</c:v>
                </c:pt>
                <c:pt idx="59">
                  <c:v>1192380376.8689716</c:v>
                </c:pt>
                <c:pt idx="60">
                  <c:v>301698201.460429</c:v>
                </c:pt>
                <c:pt idx="61">
                  <c:v>1471636716.5122652</c:v>
                </c:pt>
                <c:pt idx="62">
                  <c:v>1426060099.3203654</c:v>
                </c:pt>
                <c:pt idx="63">
                  <c:v>1870355833.3883898</c:v>
                </c:pt>
                <c:pt idx="64">
                  <c:v>1423447891.4783359</c:v>
                </c:pt>
                <c:pt idx="65">
                  <c:v>1210690011.36648</c:v>
                </c:pt>
                <c:pt idx="66">
                  <c:v>986316085.5652524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4442700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2681266.28310094</c:v>
                </c:pt>
                <c:pt idx="1">
                  <c:v>2681266.28310094</c:v>
                </c:pt>
                <c:pt idx="2">
                  <c:v>3351582.853876175</c:v>
                </c:pt>
                <c:pt idx="3">
                  <c:v>2681266.28310094</c:v>
                </c:pt>
                <c:pt idx="4">
                  <c:v>2681266.28310094</c:v>
                </c:pt>
                <c:pt idx="5">
                  <c:v>3351582.853876175</c:v>
                </c:pt>
                <c:pt idx="6">
                  <c:v>2681266.28310094</c:v>
                </c:pt>
                <c:pt idx="7">
                  <c:v>3351582.853876175</c:v>
                </c:pt>
                <c:pt idx="8">
                  <c:v>2681266.28310094</c:v>
                </c:pt>
                <c:pt idx="9">
                  <c:v>2681266.28310094</c:v>
                </c:pt>
                <c:pt idx="10">
                  <c:v>3351582.853876175</c:v>
                </c:pt>
                <c:pt idx="11">
                  <c:v>2681266.28310094</c:v>
                </c:pt>
                <c:pt idx="12">
                  <c:v>2681266.28310094</c:v>
                </c:pt>
                <c:pt idx="13">
                  <c:v>2681266.28310094</c:v>
                </c:pt>
                <c:pt idx="14">
                  <c:v>3351582.853876175</c:v>
                </c:pt>
                <c:pt idx="15">
                  <c:v>2681266.28310094</c:v>
                </c:pt>
                <c:pt idx="16">
                  <c:v>3351582.853876175</c:v>
                </c:pt>
                <c:pt idx="17">
                  <c:v>2681266.28310094</c:v>
                </c:pt>
                <c:pt idx="18">
                  <c:v>2681266.28310094</c:v>
                </c:pt>
                <c:pt idx="19">
                  <c:v>3351582.853876175</c:v>
                </c:pt>
                <c:pt idx="20">
                  <c:v>2681266.28310094</c:v>
                </c:pt>
                <c:pt idx="21">
                  <c:v>2681266.28310094</c:v>
                </c:pt>
                <c:pt idx="22">
                  <c:v>3351582.853876175</c:v>
                </c:pt>
                <c:pt idx="23">
                  <c:v>2681266.28310094</c:v>
                </c:pt>
                <c:pt idx="24">
                  <c:v>3351582.853876175</c:v>
                </c:pt>
                <c:pt idx="25">
                  <c:v>2681266.28310094</c:v>
                </c:pt>
                <c:pt idx="26">
                  <c:v>2681266.28310094</c:v>
                </c:pt>
                <c:pt idx="27">
                  <c:v>2681266.28310094</c:v>
                </c:pt>
                <c:pt idx="28">
                  <c:v>3351582.853876175</c:v>
                </c:pt>
                <c:pt idx="29">
                  <c:v>2681266.28310094</c:v>
                </c:pt>
                <c:pt idx="30">
                  <c:v>2681266.28310094</c:v>
                </c:pt>
                <c:pt idx="31">
                  <c:v>3351582.853876175</c:v>
                </c:pt>
                <c:pt idx="32">
                  <c:v>2681266.28310094</c:v>
                </c:pt>
                <c:pt idx="33">
                  <c:v>3351582.853876175</c:v>
                </c:pt>
                <c:pt idx="34">
                  <c:v>2681266.28310094</c:v>
                </c:pt>
                <c:pt idx="35">
                  <c:v>2681266.28310094</c:v>
                </c:pt>
                <c:pt idx="36">
                  <c:v>3351582.853876175</c:v>
                </c:pt>
                <c:pt idx="37">
                  <c:v>2681266.28310094</c:v>
                </c:pt>
                <c:pt idx="38">
                  <c:v>2681266.28310094</c:v>
                </c:pt>
                <c:pt idx="39">
                  <c:v>2681266.28310094</c:v>
                </c:pt>
                <c:pt idx="40">
                  <c:v>3351582.853876175</c:v>
                </c:pt>
                <c:pt idx="41">
                  <c:v>2681266.28310094</c:v>
                </c:pt>
                <c:pt idx="42">
                  <c:v>3351582.853876175</c:v>
                </c:pt>
                <c:pt idx="43">
                  <c:v>2681266.28310094</c:v>
                </c:pt>
                <c:pt idx="44">
                  <c:v>2681266.28310094</c:v>
                </c:pt>
                <c:pt idx="45">
                  <c:v>3351582.853876175</c:v>
                </c:pt>
                <c:pt idx="46">
                  <c:v>2681266.28310094</c:v>
                </c:pt>
                <c:pt idx="47">
                  <c:v>2681266.28310094</c:v>
                </c:pt>
                <c:pt idx="48">
                  <c:v>3351582.853876175</c:v>
                </c:pt>
                <c:pt idx="49">
                  <c:v>2681266.28310094</c:v>
                </c:pt>
                <c:pt idx="50">
                  <c:v>2681266.28310094</c:v>
                </c:pt>
                <c:pt idx="51">
                  <c:v>3351582.853876175</c:v>
                </c:pt>
                <c:pt idx="52">
                  <c:v>2681266.28310094</c:v>
                </c:pt>
                <c:pt idx="53">
                  <c:v>2681266.28310094</c:v>
                </c:pt>
                <c:pt idx="54">
                  <c:v>3351582.853876175</c:v>
                </c:pt>
                <c:pt idx="55">
                  <c:v>2681266.28310094</c:v>
                </c:pt>
                <c:pt idx="56">
                  <c:v>3351582.853876175</c:v>
                </c:pt>
                <c:pt idx="57">
                  <c:v>2681266.28310094</c:v>
                </c:pt>
                <c:pt idx="58">
                  <c:v>2681266.28310094</c:v>
                </c:pt>
                <c:pt idx="59">
                  <c:v>3351582.853876175</c:v>
                </c:pt>
                <c:pt idx="60">
                  <c:v>2681266.28310094</c:v>
                </c:pt>
                <c:pt idx="61">
                  <c:v>2681266.28310094</c:v>
                </c:pt>
                <c:pt idx="62">
                  <c:v>3351582.853876175</c:v>
                </c:pt>
                <c:pt idx="63">
                  <c:v>2681266.28310094</c:v>
                </c:pt>
                <c:pt idx="64">
                  <c:v>2681266.28310094</c:v>
                </c:pt>
                <c:pt idx="65">
                  <c:v>2681266.28310094</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87078.83408724224</c:v>
                </c:pt>
                <c:pt idx="1">
                  <c:v>50576.75635783122</c:v>
                </c:pt>
                <c:pt idx="2">
                  <c:v>1043.1325566943533</c:v>
                </c:pt>
                <c:pt idx="3">
                  <c:v>107213.30099379228</c:v>
                </c:pt>
                <c:pt idx="4">
                  <c:v>24444.944127205184</c:v>
                </c:pt>
                <c:pt idx="5">
                  <c:v>265.6549295786941</c:v>
                </c:pt>
                <c:pt idx="6">
                  <c:v>83210.46306590871</c:v>
                </c:pt>
                <c:pt idx="7">
                  <c:v>16578.767621685554</c:v>
                </c:pt>
                <c:pt idx="8">
                  <c:v>11364.276883847722</c:v>
                </c:pt>
                <c:pt idx="9">
                  <c:v>31037.408637632296</c:v>
                </c:pt>
                <c:pt idx="10">
                  <c:v>64303.403066049184</c:v>
                </c:pt>
                <c:pt idx="11">
                  <c:v>33937.84309460424</c:v>
                </c:pt>
                <c:pt idx="12">
                  <c:v>100065.41289860496</c:v>
                </c:pt>
                <c:pt idx="13">
                  <c:v>8617.275552296056</c:v>
                </c:pt>
                <c:pt idx="14">
                  <c:v>36451.309267447185</c:v>
                </c:pt>
                <c:pt idx="15">
                  <c:v>40602.09088698732</c:v>
                </c:pt>
                <c:pt idx="16">
                  <c:v>107518.75770162905</c:v>
                </c:pt>
                <c:pt idx="17">
                  <c:v>1717.6171899276592</c:v>
                </c:pt>
                <c:pt idx="18">
                  <c:v>21.42980602430819</c:v>
                </c:pt>
                <c:pt idx="19">
                  <c:v>58571.90612721489</c:v>
                </c:pt>
                <c:pt idx="20">
                  <c:v>31132.42186391142</c:v>
                </c:pt>
                <c:pt idx="21">
                  <c:v>86184.96432003233</c:v>
                </c:pt>
                <c:pt idx="22">
                  <c:v>79685.32110921116</c:v>
                </c:pt>
                <c:pt idx="23">
                  <c:v>80232.20856245045</c:v>
                </c:pt>
                <c:pt idx="24">
                  <c:v>32672.334837701237</c:v>
                </c:pt>
                <c:pt idx="25">
                  <c:v>2118.1424951900462</c:v>
                </c:pt>
                <c:pt idx="26">
                  <c:v>23820.7026458989</c:v>
                </c:pt>
                <c:pt idx="27">
                  <c:v>910.7685637724738</c:v>
                </c:pt>
                <c:pt idx="28">
                  <c:v>15873.697269462664</c:v>
                </c:pt>
                <c:pt idx="29">
                  <c:v>42347.198203732965</c:v>
                </c:pt>
                <c:pt idx="30">
                  <c:v>74424.74643038918</c:v>
                </c:pt>
                <c:pt idx="31">
                  <c:v>62954.40147922287</c:v>
                </c:pt>
                <c:pt idx="32">
                  <c:v>43881.1913385893</c:v>
                </c:pt>
                <c:pt idx="33">
                  <c:v>39795.58746077218</c:v>
                </c:pt>
                <c:pt idx="34">
                  <c:v>1294.85146117844</c:v>
                </c:pt>
                <c:pt idx="35">
                  <c:v>65797.53715092679</c:v>
                </c:pt>
                <c:pt idx="36">
                  <c:v>154168.10119499985</c:v>
                </c:pt>
                <c:pt idx="37">
                  <c:v>102250.1854218885</c:v>
                </c:pt>
                <c:pt idx="38">
                  <c:v>131196.87047999498</c:v>
                </c:pt>
                <c:pt idx="39">
                  <c:v>76767.19656204863</c:v>
                </c:pt>
                <c:pt idx="40">
                  <c:v>70464.41641063655</c:v>
                </c:pt>
                <c:pt idx="41">
                  <c:v>22008.44793526934</c:v>
                </c:pt>
                <c:pt idx="42">
                  <c:v>107707.22213709015</c:v>
                </c:pt>
                <c:pt idx="43">
                  <c:v>44058.72161698855</c:v>
                </c:pt>
                <c:pt idx="44">
                  <c:v>1791.8501511739119</c:v>
                </c:pt>
                <c:pt idx="45">
                  <c:v>28136.356863601686</c:v>
                </c:pt>
                <c:pt idx="46">
                  <c:v>58381.35259657359</c:v>
                </c:pt>
                <c:pt idx="47">
                  <c:v>4296.320235436501</c:v>
                </c:pt>
                <c:pt idx="48">
                  <c:v>51869.120928417295</c:v>
                </c:pt>
                <c:pt idx="49">
                  <c:v>48003.37664264964</c:v>
                </c:pt>
                <c:pt idx="50">
                  <c:v>41973.032052048264</c:v>
                </c:pt>
                <c:pt idx="51">
                  <c:v>100886.30238195119</c:v>
                </c:pt>
                <c:pt idx="52">
                  <c:v>96466.5153395153</c:v>
                </c:pt>
                <c:pt idx="53">
                  <c:v>51744.55004157092</c:v>
                </c:pt>
                <c:pt idx="54">
                  <c:v>888.7045874456371</c:v>
                </c:pt>
                <c:pt idx="55">
                  <c:v>47060.63633596253</c:v>
                </c:pt>
                <c:pt idx="56">
                  <c:v>90250.61712147758</c:v>
                </c:pt>
                <c:pt idx="57">
                  <c:v>135726.2757662473</c:v>
                </c:pt>
                <c:pt idx="58">
                  <c:v>91643.67061965424</c:v>
                </c:pt>
                <c:pt idx="59">
                  <c:v>66498.48408978649</c:v>
                </c:pt>
                <c:pt idx="60">
                  <c:v>119247.69734656993</c:v>
                </c:pt>
                <c:pt idx="61">
                  <c:v>7159.445549539103</c:v>
                </c:pt>
                <c:pt idx="62">
                  <c:v>986.6082094910821</c:v>
                </c:pt>
                <c:pt idx="63">
                  <c:v>131106.61644429897</c:v>
                </c:pt>
                <c:pt idx="64">
                  <c:v>32110.594836759137</c:v>
                </c:pt>
                <c:pt idx="65">
                  <c:v>919.1959796048582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219351.26220761464</c:v>
                </c:pt>
                <c:pt idx="1">
                  <c:v>223824.55153611582</c:v>
                </c:pt>
                <c:pt idx="2">
                  <c:v>205194.01975079754</c:v>
                </c:pt>
                <c:pt idx="3">
                  <c:v>544644.134227986</c:v>
                </c:pt>
                <c:pt idx="4">
                  <c:v>271279.8141773149</c:v>
                </c:pt>
                <c:pt idx="5">
                  <c:v>142359.98267809214</c:v>
                </c:pt>
                <c:pt idx="6">
                  <c:v>55130.91016856403</c:v>
                </c:pt>
                <c:pt idx="7">
                  <c:v>30025.474908620065</c:v>
                </c:pt>
                <c:pt idx="8">
                  <c:v>26880.261091272452</c:v>
                </c:pt>
                <c:pt idx="9">
                  <c:v>332937.9073935918</c:v>
                </c:pt>
                <c:pt idx="10">
                  <c:v>449942.42243559624</c:v>
                </c:pt>
                <c:pt idx="11">
                  <c:v>161931.90782680138</c:v>
                </c:pt>
                <c:pt idx="12">
                  <c:v>81192.53853685923</c:v>
                </c:pt>
                <c:pt idx="13">
                  <c:v>37830.2074999466</c:v>
                </c:pt>
                <c:pt idx="14">
                  <c:v>331384.2693286369</c:v>
                </c:pt>
                <c:pt idx="15">
                  <c:v>363874.1115747435</c:v>
                </c:pt>
                <c:pt idx="16">
                  <c:v>231063.23853866156</c:v>
                </c:pt>
                <c:pt idx="17">
                  <c:v>413017.8216576914</c:v>
                </c:pt>
                <c:pt idx="18">
                  <c:v>709419.4250861901</c:v>
                </c:pt>
                <c:pt idx="19">
                  <c:v>462723.374795693</c:v>
                </c:pt>
                <c:pt idx="20">
                  <c:v>391219.11966163456</c:v>
                </c:pt>
                <c:pt idx="21">
                  <c:v>487122.59815730964</c:v>
                </c:pt>
                <c:pt idx="22">
                  <c:v>682998.6325781267</c:v>
                </c:pt>
                <c:pt idx="23">
                  <c:v>233620.26639606062</c:v>
                </c:pt>
                <c:pt idx="24">
                  <c:v>376631.06104248733</c:v>
                </c:pt>
                <c:pt idx="25">
                  <c:v>524254.03467294597</c:v>
                </c:pt>
                <c:pt idx="26">
                  <c:v>598869.0411728623</c:v>
                </c:pt>
                <c:pt idx="27">
                  <c:v>413415.4605038667</c:v>
                </c:pt>
                <c:pt idx="28">
                  <c:v>355458.6404548646</c:v>
                </c:pt>
                <c:pt idx="29">
                  <c:v>500984.0543945575</c:v>
                </c:pt>
                <c:pt idx="30">
                  <c:v>569498.9997869548</c:v>
                </c:pt>
                <c:pt idx="31">
                  <c:v>1214413.6216011215</c:v>
                </c:pt>
                <c:pt idx="32">
                  <c:v>865471.2269802266</c:v>
                </c:pt>
                <c:pt idx="33">
                  <c:v>1091419.483392866</c:v>
                </c:pt>
                <c:pt idx="34">
                  <c:v>1043324.3149506276</c:v>
                </c:pt>
                <c:pt idx="35">
                  <c:v>549814.7682420145</c:v>
                </c:pt>
                <c:pt idx="36">
                  <c:v>349493.2365658202</c:v>
                </c:pt>
                <c:pt idx="37">
                  <c:v>670360.7596577967</c:v>
                </c:pt>
                <c:pt idx="38">
                  <c:v>676864.2415322961</c:v>
                </c:pt>
                <c:pt idx="39">
                  <c:v>278524.4585199294</c:v>
                </c:pt>
                <c:pt idx="40">
                  <c:v>555667.1422853075</c:v>
                </c:pt>
                <c:pt idx="41">
                  <c:v>600567.3658042835</c:v>
                </c:pt>
                <c:pt idx="42">
                  <c:v>734436.101090905</c:v>
                </c:pt>
                <c:pt idx="43">
                  <c:v>955334.0168231232</c:v>
                </c:pt>
                <c:pt idx="44">
                  <c:v>678496.4916731127</c:v>
                </c:pt>
                <c:pt idx="45">
                  <c:v>794652.5865380261</c:v>
                </c:pt>
                <c:pt idx="46">
                  <c:v>682682.8050171018</c:v>
                </c:pt>
                <c:pt idx="47">
                  <c:v>374869.51159805094</c:v>
                </c:pt>
                <c:pt idx="48">
                  <c:v>708008.3701684116</c:v>
                </c:pt>
                <c:pt idx="49">
                  <c:v>351658.4989707311</c:v>
                </c:pt>
                <c:pt idx="50">
                  <c:v>370068.71204930637</c:v>
                </c:pt>
                <c:pt idx="51">
                  <c:v>354190.0688289836</c:v>
                </c:pt>
                <c:pt idx="52">
                  <c:v>552994.2083290808</c:v>
                </c:pt>
                <c:pt idx="53">
                  <c:v>640179.7063592257</c:v>
                </c:pt>
                <c:pt idx="54">
                  <c:v>794626.9185620465</c:v>
                </c:pt>
                <c:pt idx="55">
                  <c:v>658322.4475862423</c:v>
                </c:pt>
                <c:pt idx="56">
                  <c:v>353304.2662515938</c:v>
                </c:pt>
                <c:pt idx="57">
                  <c:v>121225.98619581165</c:v>
                </c:pt>
                <c:pt idx="58">
                  <c:v>94016.38663713391</c:v>
                </c:pt>
                <c:pt idx="59">
                  <c:v>484955.2308701155</c:v>
                </c:pt>
                <c:pt idx="60">
                  <c:v>648402.8579821691</c:v>
                </c:pt>
                <c:pt idx="61">
                  <c:v>648522.7140452767</c:v>
                </c:pt>
                <c:pt idx="62">
                  <c:v>968111.2635575451</c:v>
                </c:pt>
                <c:pt idx="63">
                  <c:v>317831.7128707474</c:v>
                </c:pt>
                <c:pt idx="64">
                  <c:v>138819.38018984284</c:v>
                </c:pt>
                <c:pt idx="65">
                  <c:v>66790.55574055795</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70857.54713774871</c:v>
                </c:pt>
                <c:pt idx="1">
                  <c:v>63460.875943040766</c:v>
                </c:pt>
                <c:pt idx="2">
                  <c:v>81389.5573826602</c:v>
                </c:pt>
                <c:pt idx="3">
                  <c:v>88671.65321574503</c:v>
                </c:pt>
                <c:pt idx="4">
                  <c:v>146982.42628432266</c:v>
                </c:pt>
                <c:pt idx="5">
                  <c:v>32011.768068289726</c:v>
                </c:pt>
                <c:pt idx="6">
                  <c:v>1165.9019053686761</c:v>
                </c:pt>
                <c:pt idx="7">
                  <c:v>97579.79537306352</c:v>
                </c:pt>
                <c:pt idx="8">
                  <c:v>98416.55379591013</c:v>
                </c:pt>
                <c:pt idx="9">
                  <c:v>107067.88359283903</c:v>
                </c:pt>
                <c:pt idx="10">
                  <c:v>4085.8420691892566</c:v>
                </c:pt>
                <c:pt idx="11">
                  <c:v>58625.13421140015</c:v>
                </c:pt>
                <c:pt idx="12">
                  <c:v>80218.16180012563</c:v>
                </c:pt>
                <c:pt idx="13">
                  <c:v>51822.998187286474</c:v>
                </c:pt>
                <c:pt idx="14">
                  <c:v>134203.56116198827</c:v>
                </c:pt>
                <c:pt idx="15">
                  <c:v>179969.2268523106</c:v>
                </c:pt>
                <c:pt idx="16">
                  <c:v>131358.8832110024</c:v>
                </c:pt>
                <c:pt idx="17">
                  <c:v>105339.33252666367</c:v>
                </c:pt>
                <c:pt idx="18">
                  <c:v>23006.56971905796</c:v>
                </c:pt>
                <c:pt idx="19">
                  <c:v>19623.17144527363</c:v>
                </c:pt>
                <c:pt idx="20">
                  <c:v>67019.12628794895</c:v>
                </c:pt>
                <c:pt idx="21">
                  <c:v>148092.58521765334</c:v>
                </c:pt>
                <c:pt idx="22">
                  <c:v>10012.26769002918</c:v>
                </c:pt>
                <c:pt idx="23">
                  <c:v>99556.8160821249</c:v>
                </c:pt>
                <c:pt idx="24">
                  <c:v>121702.15382930679</c:v>
                </c:pt>
                <c:pt idx="25">
                  <c:v>117084.4106248745</c:v>
                </c:pt>
                <c:pt idx="26">
                  <c:v>57904.912997538115</c:v>
                </c:pt>
                <c:pt idx="27">
                  <c:v>88285.10019581213</c:v>
                </c:pt>
                <c:pt idx="28">
                  <c:v>70200.94674790995</c:v>
                </c:pt>
                <c:pt idx="29">
                  <c:v>4593.852840978683</c:v>
                </c:pt>
                <c:pt idx="30">
                  <c:v>27571.316293674856</c:v>
                </c:pt>
                <c:pt idx="31">
                  <c:v>68140.60632879967</c:v>
                </c:pt>
                <c:pt idx="32">
                  <c:v>46346.059694196665</c:v>
                </c:pt>
                <c:pt idx="33">
                  <c:v>176595.22598636165</c:v>
                </c:pt>
                <c:pt idx="34">
                  <c:v>43617.28199169789</c:v>
                </c:pt>
                <c:pt idx="35">
                  <c:v>90441.68009073424</c:v>
                </c:pt>
                <c:pt idx="36">
                  <c:v>140790.7560124343</c:v>
                </c:pt>
                <c:pt idx="37">
                  <c:v>99375.83111415053</c:v>
                </c:pt>
                <c:pt idx="38">
                  <c:v>104608.29464912531</c:v>
                </c:pt>
                <c:pt idx="39">
                  <c:v>111004.44475911668</c:v>
                </c:pt>
                <c:pt idx="40">
                  <c:v>75217.15608764133</c:v>
                </c:pt>
                <c:pt idx="41">
                  <c:v>49162.73279464031</c:v>
                </c:pt>
                <c:pt idx="42">
                  <c:v>134600.78543944214</c:v>
                </c:pt>
                <c:pt idx="43">
                  <c:v>82213.22619285464</c:v>
                </c:pt>
                <c:pt idx="44">
                  <c:v>53653.28934413737</c:v>
                </c:pt>
                <c:pt idx="45">
                  <c:v>187448.7175458958</c:v>
                </c:pt>
                <c:pt idx="46">
                  <c:v>82866.63753546128</c:v>
                </c:pt>
                <c:pt idx="47">
                  <c:v>3511.1160249938393</c:v>
                </c:pt>
                <c:pt idx="48">
                  <c:v>61281.22821313044</c:v>
                </c:pt>
                <c:pt idx="49">
                  <c:v>104449.10557873809</c:v>
                </c:pt>
                <c:pt idx="50">
                  <c:v>50115.347652909084</c:v>
                </c:pt>
                <c:pt idx="51">
                  <c:v>230956.0898234508</c:v>
                </c:pt>
                <c:pt idx="52">
                  <c:v>74222.29221060735</c:v>
                </c:pt>
                <c:pt idx="53">
                  <c:v>62484.770133142694</c:v>
                </c:pt>
                <c:pt idx="54">
                  <c:v>79047.76429720302</c:v>
                </c:pt>
                <c:pt idx="55">
                  <c:v>137.41479689896892</c:v>
                </c:pt>
                <c:pt idx="56">
                  <c:v>3728.326489151318</c:v>
                </c:pt>
                <c:pt idx="57">
                  <c:v>41974.602988585626</c:v>
                </c:pt>
                <c:pt idx="58">
                  <c:v>144395.19123566846</c:v>
                </c:pt>
                <c:pt idx="59">
                  <c:v>196556.82451767943</c:v>
                </c:pt>
                <c:pt idx="60">
                  <c:v>181558.82720333932</c:v>
                </c:pt>
                <c:pt idx="61">
                  <c:v>91404.55727332585</c:v>
                </c:pt>
                <c:pt idx="62">
                  <c:v>52066.336445865716</c:v>
                </c:pt>
                <c:pt idx="63">
                  <c:v>187608.94040300584</c:v>
                </c:pt>
                <c:pt idx="64">
                  <c:v>55843.09580020177</c:v>
                </c:pt>
                <c:pt idx="65">
                  <c:v>4092.1190258625707</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22350.858436475242</c:v>
                </c:pt>
                <c:pt idx="1">
                  <c:v>47343.888396982984</c:v>
                </c:pt>
                <c:pt idx="2">
                  <c:v>32621.968874548802</c:v>
                </c:pt>
                <c:pt idx="3">
                  <c:v>22997.83031883274</c:v>
                </c:pt>
                <c:pt idx="4">
                  <c:v>386.7987877375553</c:v>
                </c:pt>
                <c:pt idx="5">
                  <c:v>28887.976847679096</c:v>
                </c:pt>
                <c:pt idx="6">
                  <c:v>13613.742040140736</c:v>
                </c:pt>
                <c:pt idx="7">
                  <c:v>593.4599509988433</c:v>
                </c:pt>
                <c:pt idx="8">
                  <c:v>60243.324867641204</c:v>
                </c:pt>
                <c:pt idx="9">
                  <c:v>1679.1435775781772</c:v>
                </c:pt>
                <c:pt idx="10">
                  <c:v>26506.421111183678</c:v>
                </c:pt>
                <c:pt idx="11">
                  <c:v>18347.30585418501</c:v>
                </c:pt>
                <c:pt idx="12">
                  <c:v>57832.160769101545</c:v>
                </c:pt>
                <c:pt idx="13">
                  <c:v>1549.379643222681</c:v>
                </c:pt>
                <c:pt idx="14">
                  <c:v>8427.713962182472</c:v>
                </c:pt>
                <c:pt idx="15">
                  <c:v>40761.49167379043</c:v>
                </c:pt>
                <c:pt idx="16">
                  <c:v>83246.9779926012</c:v>
                </c:pt>
                <c:pt idx="17">
                  <c:v>50135.48110870239</c:v>
                </c:pt>
                <c:pt idx="18">
                  <c:v>44013.48935061958</c:v>
                </c:pt>
                <c:pt idx="19">
                  <c:v>8115.363799278769</c:v>
                </c:pt>
                <c:pt idx="20">
                  <c:v>39670.51931319325</c:v>
                </c:pt>
                <c:pt idx="21">
                  <c:v>13119.649406481245</c:v>
                </c:pt>
                <c:pt idx="22">
                  <c:v>47621.52486346291</c:v>
                </c:pt>
                <c:pt idx="23">
                  <c:v>583.6263375476312</c:v>
                </c:pt>
                <c:pt idx="24">
                  <c:v>640.1763781467097</c:v>
                </c:pt>
                <c:pt idx="25">
                  <c:v>1591.5255491404616</c:v>
                </c:pt>
                <c:pt idx="26">
                  <c:v>27810.40242048632</c:v>
                </c:pt>
                <c:pt idx="27">
                  <c:v>22664.398486860064</c:v>
                </c:pt>
                <c:pt idx="28">
                  <c:v>1374.465250298807</c:v>
                </c:pt>
                <c:pt idx="29">
                  <c:v>68909.39682393314</c:v>
                </c:pt>
                <c:pt idx="30">
                  <c:v>54287.751025404556</c:v>
                </c:pt>
                <c:pt idx="31">
                  <c:v>53069.65213030641</c:v>
                </c:pt>
                <c:pt idx="32">
                  <c:v>8901.57970693494</c:v>
                </c:pt>
                <c:pt idx="33">
                  <c:v>9940.916371615373</c:v>
                </c:pt>
                <c:pt idx="34">
                  <c:v>354.52989063920984</c:v>
                </c:pt>
                <c:pt idx="35">
                  <c:v>69728.80499766469</c:v>
                </c:pt>
                <c:pt idx="36">
                  <c:v>67771.51172372146</c:v>
                </c:pt>
                <c:pt idx="37">
                  <c:v>25342.600231214994</c:v>
                </c:pt>
                <c:pt idx="38">
                  <c:v>41989.200860530735</c:v>
                </c:pt>
                <c:pt idx="39">
                  <c:v>36104.05514300057</c:v>
                </c:pt>
                <c:pt idx="40">
                  <c:v>432.94997064463723</c:v>
                </c:pt>
                <c:pt idx="41">
                  <c:v>836.8757973233826</c:v>
                </c:pt>
                <c:pt idx="42">
                  <c:v>27474.953730867746</c:v>
                </c:pt>
                <c:pt idx="43">
                  <c:v>45473.15448954361</c:v>
                </c:pt>
                <c:pt idx="44">
                  <c:v>321.1713792281417</c:v>
                </c:pt>
                <c:pt idx="45">
                  <c:v>89121.54890204158</c:v>
                </c:pt>
                <c:pt idx="46">
                  <c:v>18940.05689787157</c:v>
                </c:pt>
                <c:pt idx="47">
                  <c:v>46697.014424134126</c:v>
                </c:pt>
                <c:pt idx="48">
                  <c:v>38046.87476699483</c:v>
                </c:pt>
                <c:pt idx="49">
                  <c:v>16810.64963254962</c:v>
                </c:pt>
                <c:pt idx="50">
                  <c:v>484.6594397746993</c:v>
                </c:pt>
                <c:pt idx="51">
                  <c:v>19451.60524872884</c:v>
                </c:pt>
                <c:pt idx="52">
                  <c:v>67333.31080218946</c:v>
                </c:pt>
                <c:pt idx="53">
                  <c:v>322.6297309155598</c:v>
                </c:pt>
                <c:pt idx="54">
                  <c:v>36964.36112031694</c:v>
                </c:pt>
                <c:pt idx="55">
                  <c:v>49626.3456066332</c:v>
                </c:pt>
                <c:pt idx="56">
                  <c:v>34143.691757049586</c:v>
                </c:pt>
                <c:pt idx="57">
                  <c:v>263.5749244313048</c:v>
                </c:pt>
                <c:pt idx="58">
                  <c:v>852.4748719143828</c:v>
                </c:pt>
                <c:pt idx="59">
                  <c:v>50692.3438642449</c:v>
                </c:pt>
                <c:pt idx="60">
                  <c:v>77529.22561909052</c:v>
                </c:pt>
                <c:pt idx="61">
                  <c:v>56051.879599218126</c:v>
                </c:pt>
                <c:pt idx="62">
                  <c:v>76693.15840710852</c:v>
                </c:pt>
                <c:pt idx="63">
                  <c:v>23520.072501133618</c:v>
                </c:pt>
                <c:pt idx="64">
                  <c:v>23691.82276433559</c:v>
                </c:pt>
                <c:pt idx="65">
                  <c:v>47141.0428322532</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2510.4478327066918</c:v>
                </c:pt>
                <c:pt idx="1">
                  <c:v>39286.259287785186</c:v>
                </c:pt>
                <c:pt idx="2">
                  <c:v>19014.240960209467</c:v>
                </c:pt>
                <c:pt idx="3">
                  <c:v>62.9312497760227</c:v>
                </c:pt>
                <c:pt idx="4">
                  <c:v>62899.89402020021</c:v>
                </c:pt>
                <c:pt idx="5">
                  <c:v>50448.22370075534</c:v>
                </c:pt>
                <c:pt idx="6">
                  <c:v>22265.994622643688</c:v>
                </c:pt>
                <c:pt idx="7">
                  <c:v>2414.520446807216</c:v>
                </c:pt>
                <c:pt idx="8">
                  <c:v>103465.12183036983</c:v>
                </c:pt>
                <c:pt idx="9">
                  <c:v>49587.95841737686</c:v>
                </c:pt>
                <c:pt idx="10">
                  <c:v>56384.22524527217</c:v>
                </c:pt>
                <c:pt idx="11">
                  <c:v>472.34139459770586</c:v>
                </c:pt>
                <c:pt idx="12">
                  <c:v>53500.497128559</c:v>
                </c:pt>
                <c:pt idx="13">
                  <c:v>23078.264926659627</c:v>
                </c:pt>
                <c:pt idx="14">
                  <c:v>104346.85105218692</c:v>
                </c:pt>
                <c:pt idx="15">
                  <c:v>64844.40055492436</c:v>
                </c:pt>
                <c:pt idx="16">
                  <c:v>104521.66166284948</c:v>
                </c:pt>
                <c:pt idx="17">
                  <c:v>1890.2850476348272</c:v>
                </c:pt>
                <c:pt idx="18">
                  <c:v>54317.65398917455</c:v>
                </c:pt>
                <c:pt idx="19">
                  <c:v>78268.40056077328</c:v>
                </c:pt>
                <c:pt idx="20">
                  <c:v>2267.053419909189</c:v>
                </c:pt>
                <c:pt idx="21">
                  <c:v>41854.566060767116</c:v>
                </c:pt>
                <c:pt idx="22">
                  <c:v>44157.36790523098</c:v>
                </c:pt>
                <c:pt idx="23">
                  <c:v>17839.17586873958</c:v>
                </c:pt>
                <c:pt idx="24">
                  <c:v>35104.599623962014</c:v>
                </c:pt>
                <c:pt idx="25">
                  <c:v>167.85938573678771</c:v>
                </c:pt>
                <c:pt idx="26">
                  <c:v>785.1450469160716</c:v>
                </c:pt>
                <c:pt idx="27">
                  <c:v>42114.27711031354</c:v>
                </c:pt>
                <c:pt idx="28">
                  <c:v>54742.212538020874</c:v>
                </c:pt>
                <c:pt idx="29">
                  <c:v>10402.41235031885</c:v>
                </c:pt>
                <c:pt idx="30">
                  <c:v>21033.624322838274</c:v>
                </c:pt>
                <c:pt idx="31">
                  <c:v>85090.51168199933</c:v>
                </c:pt>
                <c:pt idx="32">
                  <c:v>66251.25700747933</c:v>
                </c:pt>
                <c:pt idx="33">
                  <c:v>36734.40493227067</c:v>
                </c:pt>
                <c:pt idx="34">
                  <c:v>22814.507284178293</c:v>
                </c:pt>
                <c:pt idx="35">
                  <c:v>50531.254931489355</c:v>
                </c:pt>
                <c:pt idx="36">
                  <c:v>70046.4773382562</c:v>
                </c:pt>
                <c:pt idx="37">
                  <c:v>162.13741158463114</c:v>
                </c:pt>
                <c:pt idx="38">
                  <c:v>101666.82493119962</c:v>
                </c:pt>
                <c:pt idx="39">
                  <c:v>22463.70520077828</c:v>
                </c:pt>
                <c:pt idx="40">
                  <c:v>68350.61626015935</c:v>
                </c:pt>
                <c:pt idx="41">
                  <c:v>55107.618871900435</c:v>
                </c:pt>
                <c:pt idx="42">
                  <c:v>91462.85821461862</c:v>
                </c:pt>
                <c:pt idx="43">
                  <c:v>3390.3742040397337</c:v>
                </c:pt>
                <c:pt idx="44">
                  <c:v>29904.928028262533</c:v>
                </c:pt>
                <c:pt idx="45">
                  <c:v>95098.41105990199</c:v>
                </c:pt>
                <c:pt idx="46">
                  <c:v>51144.80016701497</c:v>
                </c:pt>
                <c:pt idx="47">
                  <c:v>1390.5802838052218</c:v>
                </c:pt>
                <c:pt idx="48">
                  <c:v>79430.19961178878</c:v>
                </c:pt>
                <c:pt idx="49">
                  <c:v>32942.49654217022</c:v>
                </c:pt>
                <c:pt idx="50">
                  <c:v>65621.36722176101</c:v>
                </c:pt>
                <c:pt idx="51">
                  <c:v>92609.53353084037</c:v>
                </c:pt>
                <c:pt idx="52">
                  <c:v>111121.55133783266</c:v>
                </c:pt>
                <c:pt idx="53">
                  <c:v>87927.32965090602</c:v>
                </c:pt>
                <c:pt idx="54">
                  <c:v>51235.669285419826</c:v>
                </c:pt>
                <c:pt idx="55">
                  <c:v>101595.92188079511</c:v>
                </c:pt>
                <c:pt idx="56">
                  <c:v>34558.312526872265</c:v>
                </c:pt>
                <c:pt idx="57">
                  <c:v>1962.6055465168427</c:v>
                </c:pt>
                <c:pt idx="58">
                  <c:v>1706.4113242495046</c:v>
                </c:pt>
                <c:pt idx="59">
                  <c:v>0.3425148791112998</c:v>
                </c:pt>
                <c:pt idx="60">
                  <c:v>28158.335636776952</c:v>
                </c:pt>
                <c:pt idx="61">
                  <c:v>47477.99382939043</c:v>
                </c:pt>
                <c:pt idx="62">
                  <c:v>64814.73084057093</c:v>
                </c:pt>
                <c:pt idx="63">
                  <c:v>2490.5845749436653</c:v>
                </c:pt>
                <c:pt idx="64">
                  <c:v>82793.23892353507</c:v>
                </c:pt>
                <c:pt idx="65">
                  <c:v>75499.85001529612</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8337.036693138145</c:v>
                </c:pt>
                <c:pt idx="1">
                  <c:v>13682.123110293276</c:v>
                </c:pt>
                <c:pt idx="2">
                  <c:v>38391.489606433555</c:v>
                </c:pt>
                <c:pt idx="3">
                  <c:v>118441.68773423189</c:v>
                </c:pt>
                <c:pt idx="4">
                  <c:v>12097.077740867813</c:v>
                </c:pt>
                <c:pt idx="5">
                  <c:v>114625.65974232987</c:v>
                </c:pt>
                <c:pt idx="6">
                  <c:v>10484.459309286194</c:v>
                </c:pt>
                <c:pt idx="7">
                  <c:v>214914.03242966317</c:v>
                </c:pt>
                <c:pt idx="8">
                  <c:v>84683.81259676241</c:v>
                </c:pt>
                <c:pt idx="9">
                  <c:v>120882.54928225615</c:v>
                </c:pt>
                <c:pt idx="10">
                  <c:v>173207.2512333057</c:v>
                </c:pt>
                <c:pt idx="11">
                  <c:v>75076.23485896249</c:v>
                </c:pt>
                <c:pt idx="12">
                  <c:v>233394.55150357806</c:v>
                </c:pt>
                <c:pt idx="13">
                  <c:v>32955.417537483736</c:v>
                </c:pt>
                <c:pt idx="14">
                  <c:v>10853.347661719368</c:v>
                </c:pt>
                <c:pt idx="15">
                  <c:v>44788.22803537675</c:v>
                </c:pt>
                <c:pt idx="16">
                  <c:v>171382.87370867058</c:v>
                </c:pt>
                <c:pt idx="17">
                  <c:v>89275.4133098171</c:v>
                </c:pt>
                <c:pt idx="18">
                  <c:v>91083.0817819012</c:v>
                </c:pt>
                <c:pt idx="19">
                  <c:v>164747.76538091223</c:v>
                </c:pt>
                <c:pt idx="20">
                  <c:v>113942.39710144125</c:v>
                </c:pt>
                <c:pt idx="21">
                  <c:v>91240.7015523911</c:v>
                </c:pt>
                <c:pt idx="22">
                  <c:v>58977.68130202014</c:v>
                </c:pt>
                <c:pt idx="23">
                  <c:v>11872.148509305554</c:v>
                </c:pt>
                <c:pt idx="24">
                  <c:v>159925.1664519774</c:v>
                </c:pt>
                <c:pt idx="25">
                  <c:v>77286.69499293106</c:v>
                </c:pt>
                <c:pt idx="26">
                  <c:v>117820.69447799183</c:v>
                </c:pt>
                <c:pt idx="27">
                  <c:v>10815.468627930239</c:v>
                </c:pt>
                <c:pt idx="28">
                  <c:v>93216.80389051349</c:v>
                </c:pt>
                <c:pt idx="29">
                  <c:v>173143.26185366797</c:v>
                </c:pt>
                <c:pt idx="30">
                  <c:v>63903.482138608684</c:v>
                </c:pt>
                <c:pt idx="31">
                  <c:v>200704.02787061862</c:v>
                </c:pt>
                <c:pt idx="32">
                  <c:v>186163.26641958917</c:v>
                </c:pt>
                <c:pt idx="33">
                  <c:v>223223.3466474701</c:v>
                </c:pt>
                <c:pt idx="34">
                  <c:v>116809.69785444213</c:v>
                </c:pt>
                <c:pt idx="35">
                  <c:v>200868.80591630845</c:v>
                </c:pt>
                <c:pt idx="36">
                  <c:v>74157.2137139838</c:v>
                </c:pt>
                <c:pt idx="37">
                  <c:v>6689.896971987362</c:v>
                </c:pt>
                <c:pt idx="38">
                  <c:v>15162.148212498187</c:v>
                </c:pt>
                <c:pt idx="39">
                  <c:v>38071.33284684712</c:v>
                </c:pt>
                <c:pt idx="40">
                  <c:v>119070.2402127021</c:v>
                </c:pt>
                <c:pt idx="41">
                  <c:v>116011.41708182797</c:v>
                </c:pt>
                <c:pt idx="42">
                  <c:v>188252.88013203203</c:v>
                </c:pt>
                <c:pt idx="43">
                  <c:v>158464.62807637293</c:v>
                </c:pt>
                <c:pt idx="44">
                  <c:v>37045.799943540034</c:v>
                </c:pt>
                <c:pt idx="45">
                  <c:v>221367.89951940413</c:v>
                </c:pt>
                <c:pt idx="46">
                  <c:v>217185.12572987116</c:v>
                </c:pt>
                <c:pt idx="47">
                  <c:v>16337.54901458214</c:v>
                </c:pt>
                <c:pt idx="48">
                  <c:v>6781.036754943756</c:v>
                </c:pt>
                <c:pt idx="49">
                  <c:v>9346.227370203285</c:v>
                </c:pt>
                <c:pt idx="50">
                  <c:v>175488.05728777376</c:v>
                </c:pt>
                <c:pt idx="51">
                  <c:v>38094.12330982573</c:v>
                </c:pt>
                <c:pt idx="52">
                  <c:v>3394.670793092646</c:v>
                </c:pt>
                <c:pt idx="53">
                  <c:v>262018.48497493673</c:v>
                </c:pt>
                <c:pt idx="54">
                  <c:v>170416.11554717537</c:v>
                </c:pt>
                <c:pt idx="55">
                  <c:v>103044.68760794465</c:v>
                </c:pt>
                <c:pt idx="56">
                  <c:v>68007.79805914327</c:v>
                </c:pt>
                <c:pt idx="57">
                  <c:v>287619.95941206435</c:v>
                </c:pt>
                <c:pt idx="58">
                  <c:v>45555.592299375</c:v>
                </c:pt>
                <c:pt idx="59">
                  <c:v>260408.6920635029</c:v>
                </c:pt>
                <c:pt idx="60">
                  <c:v>276555.41818502295</c:v>
                </c:pt>
                <c:pt idx="61">
                  <c:v>233463.3538893106</c:v>
                </c:pt>
                <c:pt idx="62">
                  <c:v>325126.21755692794</c:v>
                </c:pt>
                <c:pt idx="63">
                  <c:v>143484.2835722728</c:v>
                </c:pt>
                <c:pt idx="64">
                  <c:v>250413.0748242511</c:v>
                </c:pt>
                <c:pt idx="65">
                  <c:v>74039.25695002163</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18018.04130546013</c:v>
                </c:pt>
                <c:pt idx="1">
                  <c:v>15170.202282706356</c:v>
                </c:pt>
                <c:pt idx="2">
                  <c:v>150195.36441247747</c:v>
                </c:pt>
                <c:pt idx="3">
                  <c:v>86969.01086026918</c:v>
                </c:pt>
                <c:pt idx="4">
                  <c:v>17137.723883948584</c:v>
                </c:pt>
                <c:pt idx="5">
                  <c:v>170462.0151136723</c:v>
                </c:pt>
                <c:pt idx="6">
                  <c:v>65193.96602835068</c:v>
                </c:pt>
                <c:pt idx="7">
                  <c:v>125037.14091085989</c:v>
                </c:pt>
                <c:pt idx="8">
                  <c:v>18407.163217837966</c:v>
                </c:pt>
                <c:pt idx="9">
                  <c:v>181433.40594375323</c:v>
                </c:pt>
                <c:pt idx="10">
                  <c:v>210245.45104808206</c:v>
                </c:pt>
                <c:pt idx="11">
                  <c:v>72551.737048192</c:v>
                </c:pt>
                <c:pt idx="12">
                  <c:v>18724.834107039052</c:v>
                </c:pt>
                <c:pt idx="13">
                  <c:v>190214.34521071578</c:v>
                </c:pt>
                <c:pt idx="14">
                  <c:v>111868.5609617398</c:v>
                </c:pt>
                <c:pt idx="15">
                  <c:v>18345.2637180486</c:v>
                </c:pt>
                <c:pt idx="16">
                  <c:v>198059.9324922027</c:v>
                </c:pt>
                <c:pt idx="17">
                  <c:v>17720.410447563136</c:v>
                </c:pt>
                <c:pt idx="18">
                  <c:v>80272.65271039189</c:v>
                </c:pt>
                <c:pt idx="19">
                  <c:v>161167.26514160697</c:v>
                </c:pt>
                <c:pt idx="20">
                  <c:v>33992.699453958296</c:v>
                </c:pt>
                <c:pt idx="21">
                  <c:v>141046.75055004985</c:v>
                </c:pt>
                <c:pt idx="22">
                  <c:v>156907.50758338074</c:v>
                </c:pt>
                <c:pt idx="23">
                  <c:v>81619.91336352973</c:v>
                </c:pt>
                <c:pt idx="24">
                  <c:v>25887.417376998008</c:v>
                </c:pt>
                <c:pt idx="25">
                  <c:v>19788.80509091</c:v>
                </c:pt>
                <c:pt idx="26">
                  <c:v>19916.404522361365</c:v>
                </c:pt>
                <c:pt idx="27">
                  <c:v>123776.36287969479</c:v>
                </c:pt>
                <c:pt idx="28">
                  <c:v>28678.520263432983</c:v>
                </c:pt>
                <c:pt idx="29">
                  <c:v>220555.45005329157</c:v>
                </c:pt>
                <c:pt idx="30">
                  <c:v>153410.94646606714</c:v>
                </c:pt>
                <c:pt idx="31">
                  <c:v>106251.21107349468</c:v>
                </c:pt>
                <c:pt idx="32">
                  <c:v>57100.4190992528</c:v>
                </c:pt>
                <c:pt idx="33">
                  <c:v>24007.659817251908</c:v>
                </c:pt>
                <c:pt idx="34">
                  <c:v>112583.04730380522</c:v>
                </c:pt>
                <c:pt idx="35">
                  <c:v>234382.54191394296</c:v>
                </c:pt>
                <c:pt idx="36">
                  <c:v>271744.4444371324</c:v>
                </c:pt>
                <c:pt idx="37">
                  <c:v>117487.70744714428</c:v>
                </c:pt>
                <c:pt idx="38">
                  <c:v>319264.92768178653</c:v>
                </c:pt>
                <c:pt idx="39">
                  <c:v>234186.81335041983</c:v>
                </c:pt>
                <c:pt idx="40">
                  <c:v>110820.1010097584</c:v>
                </c:pt>
                <c:pt idx="41">
                  <c:v>127644.42802567259</c:v>
                </c:pt>
                <c:pt idx="42">
                  <c:v>51398.67652924224</c:v>
                </c:pt>
                <c:pt idx="43">
                  <c:v>81356.64052673844</c:v>
                </c:pt>
                <c:pt idx="44">
                  <c:v>245509.33004953072</c:v>
                </c:pt>
                <c:pt idx="45">
                  <c:v>61347.386411158914</c:v>
                </c:pt>
                <c:pt idx="46">
                  <c:v>22638.174251007942</c:v>
                </c:pt>
                <c:pt idx="47">
                  <c:v>23177.707141420164</c:v>
                </c:pt>
                <c:pt idx="48">
                  <c:v>67215.96357623077</c:v>
                </c:pt>
                <c:pt idx="49">
                  <c:v>279771.8152071517</c:v>
                </c:pt>
                <c:pt idx="50">
                  <c:v>60888.5654879081</c:v>
                </c:pt>
                <c:pt idx="51">
                  <c:v>25404.448889278145</c:v>
                </c:pt>
                <c:pt idx="52">
                  <c:v>21075.704409566188</c:v>
                </c:pt>
                <c:pt idx="53">
                  <c:v>104031.97183462369</c:v>
                </c:pt>
                <c:pt idx="54">
                  <c:v>33106.03283302878</c:v>
                </c:pt>
                <c:pt idx="55">
                  <c:v>21629.56359419748</c:v>
                </c:pt>
                <c:pt idx="56">
                  <c:v>27595.16141886284</c:v>
                </c:pt>
                <c:pt idx="57">
                  <c:v>159125.77399936173</c:v>
                </c:pt>
                <c:pt idx="58">
                  <c:v>154517.17661565397</c:v>
                </c:pt>
                <c:pt idx="59">
                  <c:v>100134.38982330775</c:v>
                </c:pt>
                <c:pt idx="60">
                  <c:v>24070.208025410488</c:v>
                </c:pt>
                <c:pt idx="61">
                  <c:v>144881.55725695618</c:v>
                </c:pt>
                <c:pt idx="62">
                  <c:v>58386.76455016553</c:v>
                </c:pt>
                <c:pt idx="63">
                  <c:v>137137.5329354272</c:v>
                </c:pt>
                <c:pt idx="64">
                  <c:v>137736.2559648138</c:v>
                </c:pt>
                <c:pt idx="65">
                  <c:v>155431.1715771743</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343742.31667903916</c:v>
                </c:pt>
                <c:pt idx="1">
                  <c:v>312604.4225537564</c:v>
                </c:pt>
                <c:pt idx="2">
                  <c:v>349021.6446341891</c:v>
                </c:pt>
                <c:pt idx="3">
                  <c:v>364314.01622689626</c:v>
                </c:pt>
                <c:pt idx="4">
                  <c:v>339038.92566507775</c:v>
                </c:pt>
                <c:pt idx="5">
                  <c:v>390517.4188787694</c:v>
                </c:pt>
                <c:pt idx="6">
                  <c:v>287367.0268800631</c:v>
                </c:pt>
                <c:pt idx="7">
                  <c:v>413842.04195764684</c:v>
                </c:pt>
                <c:pt idx="8">
                  <c:v>332320.8652908683</c:v>
                </c:pt>
                <c:pt idx="9">
                  <c:v>317901.67000353365</c:v>
                </c:pt>
                <c:pt idx="10">
                  <c:v>389450.78460548626</c:v>
                </c:pt>
                <c:pt idx="11">
                  <c:v>274364.5410649753</c:v>
                </c:pt>
                <c:pt idx="12">
                  <c:v>376628.0210569902</c:v>
                </c:pt>
                <c:pt idx="13">
                  <c:v>301674.66137537407</c:v>
                </c:pt>
                <c:pt idx="14">
                  <c:v>470383.0340427177</c:v>
                </c:pt>
                <c:pt idx="15">
                  <c:v>368231.08847964276</c:v>
                </c:pt>
                <c:pt idx="16">
                  <c:v>462368.3426386124</c:v>
                </c:pt>
                <c:pt idx="17">
                  <c:v>306202.04275943304</c:v>
                </c:pt>
                <c:pt idx="18">
                  <c:v>306316.99841735134</c:v>
                </c:pt>
                <c:pt idx="19">
                  <c:v>441070.7166605904</c:v>
                </c:pt>
                <c:pt idx="20">
                  <c:v>325346.16552959435</c:v>
                </c:pt>
                <c:pt idx="21">
                  <c:v>351713.0315049883</c:v>
                </c:pt>
                <c:pt idx="22">
                  <c:v>444456.44489375805</c:v>
                </c:pt>
                <c:pt idx="23">
                  <c:v>339626.42925402056</c:v>
                </c:pt>
                <c:pt idx="24">
                  <c:v>463781.7789190047</c:v>
                </c:pt>
                <c:pt idx="25">
                  <c:v>400413.7675087423</c:v>
                </c:pt>
                <c:pt idx="26">
                  <c:v>417380.47898646095</c:v>
                </c:pt>
                <c:pt idx="27">
                  <c:v>316121.563270519</c:v>
                </c:pt>
                <c:pt idx="28">
                  <c:v>513801.9768842153</c:v>
                </c:pt>
                <c:pt idx="29">
                  <c:v>410506.68807247176</c:v>
                </c:pt>
                <c:pt idx="30">
                  <c:v>368981.1562864234</c:v>
                </c:pt>
                <c:pt idx="31">
                  <c:v>420442.99671782274</c:v>
                </c:pt>
                <c:pt idx="32">
                  <c:v>375213.1662375109</c:v>
                </c:pt>
                <c:pt idx="33">
                  <c:v>444516.74993878393</c:v>
                </c:pt>
                <c:pt idx="34">
                  <c:v>437808.2468197882</c:v>
                </c:pt>
                <c:pt idx="35">
                  <c:v>357067.8337336327</c:v>
                </c:pt>
                <c:pt idx="36">
                  <c:v>610936.8805188019</c:v>
                </c:pt>
                <c:pt idx="37">
                  <c:v>392048.3116026985</c:v>
                </c:pt>
                <c:pt idx="38">
                  <c:v>419152.6008509892</c:v>
                </c:pt>
                <c:pt idx="39">
                  <c:v>327764.3677466651</c:v>
                </c:pt>
                <c:pt idx="40">
                  <c:v>490702.8364649878</c:v>
                </c:pt>
                <c:pt idx="41">
                  <c:v>372848.1673027864</c:v>
                </c:pt>
                <c:pt idx="42">
                  <c:v>500382.7975889044</c:v>
                </c:pt>
                <c:pt idx="43">
                  <c:v>407139.7233396311</c:v>
                </c:pt>
                <c:pt idx="44">
                  <c:v>378681.5181019008</c:v>
                </c:pt>
                <c:pt idx="45">
                  <c:v>525363.4238905439</c:v>
                </c:pt>
                <c:pt idx="46">
                  <c:v>426156.3482669203</c:v>
                </c:pt>
                <c:pt idx="47">
                  <c:v>440558.24243111385</c:v>
                </c:pt>
                <c:pt idx="48">
                  <c:v>407240.2715162816</c:v>
                </c:pt>
                <c:pt idx="49">
                  <c:v>382566.1729718665</c:v>
                </c:pt>
                <c:pt idx="50">
                  <c:v>437557.5112989741</c:v>
                </c:pt>
                <c:pt idx="51">
                  <c:v>501892.38956593536</c:v>
                </c:pt>
                <c:pt idx="52">
                  <c:v>426353.76552727725</c:v>
                </c:pt>
                <c:pt idx="53">
                  <c:v>428441.28114594315</c:v>
                </c:pt>
                <c:pt idx="54">
                  <c:v>524998.6459608164</c:v>
                </c:pt>
                <c:pt idx="55">
                  <c:v>426191.0730828565</c:v>
                </c:pt>
                <c:pt idx="56">
                  <c:v>569659.6819136752</c:v>
                </c:pt>
                <c:pt idx="57">
                  <c:v>427562.5433864218</c:v>
                </c:pt>
                <c:pt idx="58">
                  <c:v>444895.45745764393</c:v>
                </c:pt>
                <c:pt idx="59">
                  <c:v>579286.7721286083</c:v>
                </c:pt>
                <c:pt idx="60">
                  <c:v>487877.8870098745</c:v>
                </c:pt>
                <c:pt idx="61">
                  <c:v>436227.20472999563</c:v>
                </c:pt>
                <c:pt idx="62">
                  <c:v>540639.390109081</c:v>
                </c:pt>
                <c:pt idx="63">
                  <c:v>501363.1626516478</c:v>
                </c:pt>
                <c:pt idx="64">
                  <c:v>414130.7013513887</c:v>
                </c:pt>
                <c:pt idx="65">
                  <c:v>438582.31666749745</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33517.39844473807</c:v>
                </c:pt>
                <c:pt idx="1">
                  <c:v>116653.2498472971</c:v>
                </c:pt>
                <c:pt idx="2">
                  <c:v>123308.1762825216</c:v>
                </c:pt>
                <c:pt idx="3">
                  <c:v>45992.18336301098</c:v>
                </c:pt>
                <c:pt idx="4">
                  <c:v>16863.084714653363</c:v>
                </c:pt>
                <c:pt idx="5">
                  <c:v>107726.16934303372</c:v>
                </c:pt>
                <c:pt idx="6">
                  <c:v>126852.27567519018</c:v>
                </c:pt>
                <c:pt idx="7">
                  <c:v>153974.27694377158</c:v>
                </c:pt>
                <c:pt idx="8">
                  <c:v>181862.83122898173</c:v>
                </c:pt>
                <c:pt idx="9">
                  <c:v>105176.74310769844</c:v>
                </c:pt>
                <c:pt idx="10">
                  <c:v>93362.3055162299</c:v>
                </c:pt>
                <c:pt idx="11">
                  <c:v>73337.96081849899</c:v>
                </c:pt>
                <c:pt idx="12">
                  <c:v>207605.5098381359</c:v>
                </c:pt>
                <c:pt idx="13">
                  <c:v>192910.26781978176</c:v>
                </c:pt>
                <c:pt idx="14">
                  <c:v>260548.09033897158</c:v>
                </c:pt>
                <c:pt idx="15">
                  <c:v>71109.24501962672</c:v>
                </c:pt>
                <c:pt idx="16">
                  <c:v>135913.93641406676</c:v>
                </c:pt>
                <c:pt idx="17">
                  <c:v>131356.03304645244</c:v>
                </c:pt>
                <c:pt idx="18">
                  <c:v>111683.88515485467</c:v>
                </c:pt>
                <c:pt idx="19">
                  <c:v>153159.94748757294</c:v>
                </c:pt>
                <c:pt idx="20">
                  <c:v>177570.2707171099</c:v>
                </c:pt>
                <c:pt idx="21">
                  <c:v>241625.82436770818</c:v>
                </c:pt>
                <c:pt idx="22">
                  <c:v>186757.57424338392</c:v>
                </c:pt>
                <c:pt idx="23">
                  <c:v>134606.21902452622</c:v>
                </c:pt>
                <c:pt idx="24">
                  <c:v>216166.51533763763</c:v>
                </c:pt>
                <c:pt idx="25">
                  <c:v>191219.92473072518</c:v>
                </c:pt>
                <c:pt idx="26">
                  <c:v>160365.63227959702</c:v>
                </c:pt>
                <c:pt idx="27">
                  <c:v>111629.38340414444</c:v>
                </c:pt>
                <c:pt idx="28">
                  <c:v>193378.47579250147</c:v>
                </c:pt>
                <c:pt idx="29">
                  <c:v>200419.20773556273</c:v>
                </c:pt>
                <c:pt idx="30">
                  <c:v>192469.3666630233</c:v>
                </c:pt>
                <c:pt idx="31">
                  <c:v>147121.10236579235</c:v>
                </c:pt>
                <c:pt idx="32">
                  <c:v>112969.96864462047</c:v>
                </c:pt>
                <c:pt idx="33">
                  <c:v>48917.21369899353</c:v>
                </c:pt>
                <c:pt idx="34">
                  <c:v>62413.64366817136</c:v>
                </c:pt>
                <c:pt idx="35">
                  <c:v>52802.53990359991</c:v>
                </c:pt>
                <c:pt idx="36">
                  <c:v>45704.582572576124</c:v>
                </c:pt>
                <c:pt idx="37">
                  <c:v>20521.62991702465</c:v>
                </c:pt>
                <c:pt idx="38">
                  <c:v>89606.08237873192</c:v>
                </c:pt>
                <c:pt idx="39">
                  <c:v>32350.39047300306</c:v>
                </c:pt>
                <c:pt idx="40">
                  <c:v>39607.119562242144</c:v>
                </c:pt>
                <c:pt idx="41">
                  <c:v>147664.2732332809</c:v>
                </c:pt>
                <c:pt idx="42">
                  <c:v>193293.79341391005</c:v>
                </c:pt>
                <c:pt idx="43">
                  <c:v>87781.71519122955</c:v>
                </c:pt>
                <c:pt idx="44">
                  <c:v>72744.93436718677</c:v>
                </c:pt>
                <c:pt idx="45">
                  <c:v>128014.09945291029</c:v>
                </c:pt>
                <c:pt idx="46">
                  <c:v>73459.95872370736</c:v>
                </c:pt>
                <c:pt idx="47">
                  <c:v>142004.71607101525</c:v>
                </c:pt>
                <c:pt idx="48">
                  <c:v>106497.84997093567</c:v>
                </c:pt>
                <c:pt idx="49">
                  <c:v>99762.29183175966</c:v>
                </c:pt>
                <c:pt idx="50">
                  <c:v>80500.63876057415</c:v>
                </c:pt>
                <c:pt idx="51">
                  <c:v>124866.62266269508</c:v>
                </c:pt>
                <c:pt idx="52">
                  <c:v>173628.41719213937</c:v>
                </c:pt>
                <c:pt idx="53">
                  <c:v>130994.88416956512</c:v>
                </c:pt>
                <c:pt idx="54">
                  <c:v>138121.2996045974</c:v>
                </c:pt>
                <c:pt idx="55">
                  <c:v>108933.0817140958</c:v>
                </c:pt>
                <c:pt idx="56">
                  <c:v>209337.89964490864</c:v>
                </c:pt>
                <c:pt idx="57">
                  <c:v>154240.55689563949</c:v>
                </c:pt>
                <c:pt idx="58">
                  <c:v>214199.85010707044</c:v>
                </c:pt>
                <c:pt idx="59">
                  <c:v>302890.9786632599</c:v>
                </c:pt>
                <c:pt idx="60">
                  <c:v>231491.88792075668</c:v>
                </c:pt>
                <c:pt idx="61">
                  <c:v>127791.98528464802</c:v>
                </c:pt>
                <c:pt idx="62">
                  <c:v>149187.59828579973</c:v>
                </c:pt>
                <c:pt idx="63">
                  <c:v>171751.82030073606</c:v>
                </c:pt>
                <c:pt idx="64">
                  <c:v>128744.66424659656</c:v>
                </c:pt>
                <c:pt idx="65">
                  <c:v>67123.30927505507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20347.134508499807</c:v>
                </c:pt>
                <c:pt idx="1">
                  <c:v>12337.414370029514</c:v>
                </c:pt>
                <c:pt idx="2">
                  <c:v>15799.824620293752</c:v>
                </c:pt>
                <c:pt idx="3">
                  <c:v>10077.055001539178</c:v>
                </c:pt>
                <c:pt idx="4">
                  <c:v>25258.986219380637</c:v>
                </c:pt>
                <c:pt idx="5">
                  <c:v>11164.316636559548</c:v>
                </c:pt>
                <c:pt idx="6">
                  <c:v>19366.473990713817</c:v>
                </c:pt>
                <c:pt idx="7">
                  <c:v>14135.2013002294</c:v>
                </c:pt>
                <c:pt idx="8">
                  <c:v>628.8615622566064</c:v>
                </c:pt>
                <c:pt idx="9">
                  <c:v>10270.223661258693</c:v>
                </c:pt>
                <c:pt idx="10">
                  <c:v>5087.343804801072</c:v>
                </c:pt>
                <c:pt idx="11">
                  <c:v>3074.8291785621323</c:v>
                </c:pt>
                <c:pt idx="12">
                  <c:v>15403.002023606892</c:v>
                </c:pt>
                <c:pt idx="13">
                  <c:v>13337.756533245698</c:v>
                </c:pt>
                <c:pt idx="14">
                  <c:v>23911.748458008704</c:v>
                </c:pt>
                <c:pt idx="15">
                  <c:v>27035.09616390293</c:v>
                </c:pt>
                <c:pt idx="16">
                  <c:v>19445.23945810068</c:v>
                </c:pt>
                <c:pt idx="17">
                  <c:v>25552.89955626153</c:v>
                </c:pt>
                <c:pt idx="18">
                  <c:v>28825.559060357027</c:v>
                </c:pt>
                <c:pt idx="19">
                  <c:v>27161.15498378154</c:v>
                </c:pt>
                <c:pt idx="20">
                  <c:v>20019.334389060943</c:v>
                </c:pt>
                <c:pt idx="21">
                  <c:v>22617.531642142876</c:v>
                </c:pt>
                <c:pt idx="22">
                  <c:v>41166.91158907984</c:v>
                </c:pt>
                <c:pt idx="23">
                  <c:v>37847.0648094174</c:v>
                </c:pt>
                <c:pt idx="24">
                  <c:v>1973.443288580715</c:v>
                </c:pt>
                <c:pt idx="25">
                  <c:v>22487.34032318708</c:v>
                </c:pt>
                <c:pt idx="26">
                  <c:v>10889.4369882954</c:v>
                </c:pt>
                <c:pt idx="27">
                  <c:v>331.684721374417</c:v>
                </c:pt>
                <c:pt idx="28">
                  <c:v>27626.40015119355</c:v>
                </c:pt>
                <c:pt idx="29">
                  <c:v>16642.718211839572</c:v>
                </c:pt>
                <c:pt idx="30">
                  <c:v>7733.343247829944</c:v>
                </c:pt>
                <c:pt idx="31">
                  <c:v>23335.27316354674</c:v>
                </c:pt>
                <c:pt idx="32">
                  <c:v>12489.93266587682</c:v>
                </c:pt>
                <c:pt idx="33">
                  <c:v>401.5098035595622</c:v>
                </c:pt>
                <c:pt idx="34">
                  <c:v>46954.379243253796</c:v>
                </c:pt>
                <c:pt idx="35">
                  <c:v>14981.946540315057</c:v>
                </c:pt>
                <c:pt idx="36">
                  <c:v>42021.368497081225</c:v>
                </c:pt>
                <c:pt idx="37">
                  <c:v>10239.44316357063</c:v>
                </c:pt>
                <c:pt idx="38">
                  <c:v>6317.621881864763</c:v>
                </c:pt>
                <c:pt idx="39">
                  <c:v>2709.5515049504756</c:v>
                </c:pt>
                <c:pt idx="40">
                  <c:v>7489.145456242916</c:v>
                </c:pt>
                <c:pt idx="41">
                  <c:v>5.3467203230146945</c:v>
                </c:pt>
                <c:pt idx="42">
                  <c:v>430.2267356582133</c:v>
                </c:pt>
                <c:pt idx="43">
                  <c:v>41962.427174571494</c:v>
                </c:pt>
                <c:pt idx="44">
                  <c:v>2567.844986756936</c:v>
                </c:pt>
                <c:pt idx="45">
                  <c:v>28570.031456466393</c:v>
                </c:pt>
                <c:pt idx="46">
                  <c:v>14611.423922886652</c:v>
                </c:pt>
                <c:pt idx="47">
                  <c:v>5458.266918750625</c:v>
                </c:pt>
                <c:pt idx="48">
                  <c:v>9780.289787549887</c:v>
                </c:pt>
                <c:pt idx="49">
                  <c:v>5256.894986394167</c:v>
                </c:pt>
                <c:pt idx="50">
                  <c:v>13468.492750367483</c:v>
                </c:pt>
                <c:pt idx="51">
                  <c:v>431.6373401590518</c:v>
                </c:pt>
                <c:pt idx="52">
                  <c:v>11846.359551494494</c:v>
                </c:pt>
                <c:pt idx="53">
                  <c:v>6163.681553940513</c:v>
                </c:pt>
                <c:pt idx="54">
                  <c:v>22104.93862885803</c:v>
                </c:pt>
                <c:pt idx="55">
                  <c:v>247.13361970220478</c:v>
                </c:pt>
                <c:pt idx="56">
                  <c:v>17978.52199515122</c:v>
                </c:pt>
                <c:pt idx="57">
                  <c:v>107.51427943224428</c:v>
                </c:pt>
                <c:pt idx="58">
                  <c:v>7527.235978296706</c:v>
                </c:pt>
                <c:pt idx="59">
                  <c:v>25855.622394808124</c:v>
                </c:pt>
                <c:pt idx="60">
                  <c:v>12245.100639780609</c:v>
                </c:pt>
                <c:pt idx="61">
                  <c:v>17750.294419778915</c:v>
                </c:pt>
                <c:pt idx="62">
                  <c:v>6775.309571856538</c:v>
                </c:pt>
                <c:pt idx="63">
                  <c:v>11397.049629305546</c:v>
                </c:pt>
                <c:pt idx="64">
                  <c:v>936.3686896260248</c:v>
                </c:pt>
                <c:pt idx="65">
                  <c:v>22851.59420236069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250.73578032520012</c:v>
                </c:pt>
                <c:pt idx="1">
                  <c:v>15536.60924139425</c:v>
                </c:pt>
                <c:pt idx="2">
                  <c:v>3176.692091700109</c:v>
                </c:pt>
                <c:pt idx="3">
                  <c:v>494.6020410964663</c:v>
                </c:pt>
                <c:pt idx="4">
                  <c:v>3964.865247789594</c:v>
                </c:pt>
                <c:pt idx="5">
                  <c:v>11602.144449442041</c:v>
                </c:pt>
                <c:pt idx="6">
                  <c:v>10326.97398485868</c:v>
                </c:pt>
                <c:pt idx="7">
                  <c:v>22415.154158323887</c:v>
                </c:pt>
                <c:pt idx="8">
                  <c:v>1018.6911236856074</c:v>
                </c:pt>
                <c:pt idx="9">
                  <c:v>484.151647549122</c:v>
                </c:pt>
                <c:pt idx="10">
                  <c:v>6057.854637979956</c:v>
                </c:pt>
                <c:pt idx="11">
                  <c:v>3428.257112381539</c:v>
                </c:pt>
                <c:pt idx="12">
                  <c:v>14036.621679357038</c:v>
                </c:pt>
                <c:pt idx="13">
                  <c:v>1029.50938776761</c:v>
                </c:pt>
                <c:pt idx="14">
                  <c:v>880.4180509116815</c:v>
                </c:pt>
                <c:pt idx="15">
                  <c:v>382.419921196141</c:v>
                </c:pt>
                <c:pt idx="16">
                  <c:v>7695.042628988852</c:v>
                </c:pt>
                <c:pt idx="17">
                  <c:v>148.25429041803648</c:v>
                </c:pt>
                <c:pt idx="18">
                  <c:v>10436.754861557169</c:v>
                </c:pt>
                <c:pt idx="19">
                  <c:v>819.002433048342</c:v>
                </c:pt>
                <c:pt idx="20">
                  <c:v>1943.2634529021564</c:v>
                </c:pt>
                <c:pt idx="21">
                  <c:v>17451.730938096385</c:v>
                </c:pt>
                <c:pt idx="22">
                  <c:v>14868.92380153478</c:v>
                </c:pt>
                <c:pt idx="23">
                  <c:v>617.8997927560628</c:v>
                </c:pt>
                <c:pt idx="24">
                  <c:v>579.5993547336983</c:v>
                </c:pt>
                <c:pt idx="25">
                  <c:v>14104.54075231393</c:v>
                </c:pt>
                <c:pt idx="26">
                  <c:v>2816.896958552419</c:v>
                </c:pt>
                <c:pt idx="27">
                  <c:v>7533.836719527421</c:v>
                </c:pt>
                <c:pt idx="28">
                  <c:v>12406.169980808607</c:v>
                </c:pt>
                <c:pt idx="29">
                  <c:v>6517.687679738503</c:v>
                </c:pt>
                <c:pt idx="30">
                  <c:v>5372.525458682267</c:v>
                </c:pt>
                <c:pt idx="31">
                  <c:v>92.19233914579057</c:v>
                </c:pt>
                <c:pt idx="32">
                  <c:v>212.72252783525758</c:v>
                </c:pt>
                <c:pt idx="33">
                  <c:v>554.7086905624873</c:v>
                </c:pt>
                <c:pt idx="34">
                  <c:v>540.2056558995166</c:v>
                </c:pt>
                <c:pt idx="35">
                  <c:v>15228.579514841751</c:v>
                </c:pt>
                <c:pt idx="36">
                  <c:v>10844.57839878727</c:v>
                </c:pt>
                <c:pt idx="37">
                  <c:v>192.78754504107854</c:v>
                </c:pt>
                <c:pt idx="38">
                  <c:v>136.88570162805652</c:v>
                </c:pt>
                <c:pt idx="39">
                  <c:v>9726.440071323692</c:v>
                </c:pt>
                <c:pt idx="40">
                  <c:v>1032.6114649661029</c:v>
                </c:pt>
                <c:pt idx="41">
                  <c:v>15.518315970556262</c:v>
                </c:pt>
                <c:pt idx="42">
                  <c:v>17666.10712606169</c:v>
                </c:pt>
                <c:pt idx="43">
                  <c:v>2781.0956093047266</c:v>
                </c:pt>
                <c:pt idx="44">
                  <c:v>138.29921651128774</c:v>
                </c:pt>
                <c:pt idx="45">
                  <c:v>5662.534957144941</c:v>
                </c:pt>
                <c:pt idx="46">
                  <c:v>553.708080878693</c:v>
                </c:pt>
                <c:pt idx="47">
                  <c:v>247.67079834826367</c:v>
                </c:pt>
                <c:pt idx="48">
                  <c:v>673.5074923192249</c:v>
                </c:pt>
                <c:pt idx="49">
                  <c:v>3044.1652566297807</c:v>
                </c:pt>
                <c:pt idx="50">
                  <c:v>3289.711137577935</c:v>
                </c:pt>
                <c:pt idx="51">
                  <c:v>15055.1933358297</c:v>
                </c:pt>
                <c:pt idx="52">
                  <c:v>8793.573383955174</c:v>
                </c:pt>
                <c:pt idx="53">
                  <c:v>741.2739573886959</c:v>
                </c:pt>
                <c:pt idx="54">
                  <c:v>157.20002489778693</c:v>
                </c:pt>
                <c:pt idx="55">
                  <c:v>12674.035068185018</c:v>
                </c:pt>
                <c:pt idx="56">
                  <c:v>6328.003672732661</c:v>
                </c:pt>
                <c:pt idx="57">
                  <c:v>1168.8380932362413</c:v>
                </c:pt>
                <c:pt idx="58">
                  <c:v>374.56662597626183</c:v>
                </c:pt>
                <c:pt idx="59">
                  <c:v>12973.627352450576</c:v>
                </c:pt>
                <c:pt idx="60">
                  <c:v>5013.561458918544</c:v>
                </c:pt>
                <c:pt idx="61">
                  <c:v>14362.318961448591</c:v>
                </c:pt>
                <c:pt idx="62">
                  <c:v>22600.840110224948</c:v>
                </c:pt>
                <c:pt idx="63">
                  <c:v>1061.539541690017</c:v>
                </c:pt>
                <c:pt idx="64">
                  <c:v>166.1129688185896</c:v>
                </c:pt>
                <c:pt idx="65">
                  <c:v>12436.436613174646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27294.172712011605</c:v>
                </c:pt>
                <c:pt idx="1">
                  <c:v>-17987.097258668477</c:v>
                </c:pt>
                <c:pt idx="2">
                  <c:v>-15081.466521695427</c:v>
                </c:pt>
                <c:pt idx="3">
                  <c:v>10015.705518016646</c:v>
                </c:pt>
                <c:pt idx="4">
                  <c:v>-914.597761532498</c:v>
                </c:pt>
                <c:pt idx="5">
                  <c:v>-29442.973236229325</c:v>
                </c:pt>
                <c:pt idx="6">
                  <c:v>16701.23013479675</c:v>
                </c:pt>
                <c:pt idx="7">
                  <c:v>-31475.054817411154</c:v>
                </c:pt>
                <c:pt idx="8">
                  <c:v>15770.286449259998</c:v>
                </c:pt>
                <c:pt idx="9">
                  <c:v>19854.445608853704</c:v>
                </c:pt>
                <c:pt idx="10">
                  <c:v>-51108.22346117032</c:v>
                </c:pt>
                <c:pt idx="11">
                  <c:v>869.7564891609338</c:v>
                </c:pt>
                <c:pt idx="12">
                  <c:v>-3346.1949989542372</c:v>
                </c:pt>
                <c:pt idx="13">
                  <c:v>21008.885832969558</c:v>
                </c:pt>
                <c:pt idx="14">
                  <c:v>-24618.021158788863</c:v>
                </c:pt>
                <c:pt idx="15">
                  <c:v>5603.6840140463655</c:v>
                </c:pt>
                <c:pt idx="16">
                  <c:v>-34167.94795631116</c:v>
                </c:pt>
                <c:pt idx="17">
                  <c:v>7112.078039249911</c:v>
                </c:pt>
                <c:pt idx="18">
                  <c:v>28267.533672742386</c:v>
                </c:pt>
                <c:pt idx="19">
                  <c:v>-20038.870606727476</c:v>
                </c:pt>
                <c:pt idx="20">
                  <c:v>4054.0814455875066</c:v>
                </c:pt>
                <c:pt idx="21">
                  <c:v>29369.99926345416</c:v>
                </c:pt>
                <c:pt idx="22">
                  <c:v>-3300.0744473518325</c:v>
                </c:pt>
                <c:pt idx="23">
                  <c:v>6196.213900036729</c:v>
                </c:pt>
                <c:pt idx="24">
                  <c:v>-15082.689293041609</c:v>
                </c:pt>
                <c:pt idx="25">
                  <c:v>-30624.357086701555</c:v>
                </c:pt>
                <c:pt idx="26">
                  <c:v>-14395.189378422598</c:v>
                </c:pt>
                <c:pt idx="27">
                  <c:v>9359.112067181943</c:v>
                </c:pt>
                <c:pt idx="28">
                  <c:v>-3464.3431454898155</c:v>
                </c:pt>
                <c:pt idx="29">
                  <c:v>34770.3690209145</c:v>
                </c:pt>
                <c:pt idx="30">
                  <c:v>27837.441572433636</c:v>
                </c:pt>
                <c:pt idx="31">
                  <c:v>42927.09676212446</c:v>
                </c:pt>
                <c:pt idx="32">
                  <c:v>-21385.889014603767</c:v>
                </c:pt>
                <c:pt idx="33">
                  <c:v>20517.20071816179</c:v>
                </c:pt>
                <c:pt idx="34">
                  <c:v>19857.047163777424</c:v>
                </c:pt>
                <c:pt idx="35">
                  <c:v>46015.62401138999</c:v>
                </c:pt>
                <c:pt idx="36">
                  <c:v>-11800.705103024651</c:v>
                </c:pt>
                <c:pt idx="37">
                  <c:v>-5094.26517224145</c:v>
                </c:pt>
                <c:pt idx="38">
                  <c:v>-27833.428405019295</c:v>
                </c:pt>
                <c:pt idx="39">
                  <c:v>-18056.06161702196</c:v>
                </c:pt>
                <c:pt idx="40">
                  <c:v>-24933.58680171222</c:v>
                </c:pt>
                <c:pt idx="41">
                  <c:v>7669.691738355448</c:v>
                </c:pt>
                <c:pt idx="42">
                  <c:v>-22961.079716732052</c:v>
                </c:pt>
                <c:pt idx="43">
                  <c:v>-33037.68621955486</c:v>
                </c:pt>
                <c:pt idx="44">
                  <c:v>-10273.731551188612</c:v>
                </c:pt>
                <c:pt idx="45">
                  <c:v>-28915.447246152566</c:v>
                </c:pt>
                <c:pt idx="46">
                  <c:v>-48605.37287036746</c:v>
                </c:pt>
                <c:pt idx="47">
                  <c:v>-24005.5405325196</c:v>
                </c:pt>
                <c:pt idx="48">
                  <c:v>-38570.47287694154</c:v>
                </c:pt>
                <c:pt idx="49">
                  <c:v>-27798.396242924216</c:v>
                </c:pt>
                <c:pt idx="50">
                  <c:v>2738.1189682311942</c:v>
                </c:pt>
                <c:pt idx="51">
                  <c:v>25721.43889788695</c:v>
                </c:pt>
                <c:pt idx="52">
                  <c:v>-52946.617961814234</c:v>
                </c:pt>
                <c:pt idx="53">
                  <c:v>7862.873956919133</c:v>
                </c:pt>
                <c:pt idx="54">
                  <c:v>22429.019085822874</c:v>
                </c:pt>
                <c:pt idx="55">
                  <c:v>1889.1921992845125</c:v>
                </c:pt>
                <c:pt idx="56">
                  <c:v>7332.624609458668</c:v>
                </c:pt>
                <c:pt idx="57">
                  <c:v>-17805.309221976353</c:v>
                </c:pt>
                <c:pt idx="58">
                  <c:v>14613.253692603023</c:v>
                </c:pt>
                <c:pt idx="59">
                  <c:v>-19084.04092843191</c:v>
                </c:pt>
                <c:pt idx="60">
                  <c:v>-22978.3014450127</c:v>
                </c:pt>
                <c:pt idx="61">
                  <c:v>-45177.849120409686</c:v>
                </c:pt>
                <c:pt idx="62">
                  <c:v>-12976.183665661763</c:v>
                </c:pt>
                <c:pt idx="63">
                  <c:v>25983.257157090786</c:v>
                </c:pt>
                <c:pt idx="64">
                  <c:v>-28555.849072961493</c:v>
                </c:pt>
                <c:pt idx="65">
                  <c:v>-14269.736610446153</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20650.38707830394</c:v>
                </c:pt>
                <c:pt idx="1">
                  <c:v>12756.668759473005</c:v>
                </c:pt>
                <c:pt idx="2">
                  <c:v>19964.184115275788</c:v>
                </c:pt>
                <c:pt idx="3">
                  <c:v>17286.77913657853</c:v>
                </c:pt>
                <c:pt idx="4">
                  <c:v>15756.96810781856</c:v>
                </c:pt>
                <c:pt idx="5">
                  <c:v>10561.239392527517</c:v>
                </c:pt>
                <c:pt idx="6">
                  <c:v>1153.6741461645397</c:v>
                </c:pt>
                <c:pt idx="7">
                  <c:v>6489.5981349647745</c:v>
                </c:pt>
                <c:pt idx="8">
                  <c:v>7072.730269880463</c:v>
                </c:pt>
                <c:pt idx="9">
                  <c:v>12487.94435156847</c:v>
                </c:pt>
                <c:pt idx="10">
                  <c:v>9725.970282511973</c:v>
                </c:pt>
                <c:pt idx="11">
                  <c:v>10267.253933789496</c:v>
                </c:pt>
                <c:pt idx="12">
                  <c:v>12583.921573600948</c:v>
                </c:pt>
                <c:pt idx="13">
                  <c:v>16983.49161170107</c:v>
                </c:pt>
                <c:pt idx="14">
                  <c:v>21685.165036555714</c:v>
                </c:pt>
                <c:pt idx="15">
                  <c:v>12944.941541508048</c:v>
                </c:pt>
                <c:pt idx="16">
                  <c:v>13438.719188201489</c:v>
                </c:pt>
                <c:pt idx="17">
                  <c:v>12726.427121197288</c:v>
                </c:pt>
                <c:pt idx="18">
                  <c:v>15781.523029445365</c:v>
                </c:pt>
                <c:pt idx="19">
                  <c:v>24088.192527696592</c:v>
                </c:pt>
                <c:pt idx="20">
                  <c:v>17712.011004000808</c:v>
                </c:pt>
                <c:pt idx="21">
                  <c:v>16944.344418365836</c:v>
                </c:pt>
                <c:pt idx="22">
                  <c:v>26790.035401568428</c:v>
                </c:pt>
                <c:pt idx="23">
                  <c:v>8826.469193535835</c:v>
                </c:pt>
                <c:pt idx="24">
                  <c:v>27005.176373812625</c:v>
                </c:pt>
                <c:pt idx="25">
                  <c:v>19522.340685786017</c:v>
                </c:pt>
                <c:pt idx="26">
                  <c:v>21113.621229444994</c:v>
                </c:pt>
                <c:pt idx="27">
                  <c:v>10636.579351764374</c:v>
                </c:pt>
                <c:pt idx="28">
                  <c:v>16348.441929611248</c:v>
                </c:pt>
                <c:pt idx="29">
                  <c:v>20654.69539165214</c:v>
                </c:pt>
                <c:pt idx="30">
                  <c:v>11339.106459040926</c:v>
                </c:pt>
                <c:pt idx="31">
                  <c:v>16384.562898910637</c:v>
                </c:pt>
                <c:pt idx="32">
                  <c:v>7670.404599113709</c:v>
                </c:pt>
                <c:pt idx="33">
                  <c:v>15866.510537602304</c:v>
                </c:pt>
                <c:pt idx="34">
                  <c:v>15091.91071877224</c:v>
                </c:pt>
                <c:pt idx="35">
                  <c:v>14252.382565459191</c:v>
                </c:pt>
                <c:pt idx="36">
                  <c:v>13465.697930189614</c:v>
                </c:pt>
                <c:pt idx="37">
                  <c:v>13530.893296798595</c:v>
                </c:pt>
                <c:pt idx="38">
                  <c:v>11849.182085660734</c:v>
                </c:pt>
                <c:pt idx="39">
                  <c:v>18251.67868170587</c:v>
                </c:pt>
                <c:pt idx="40">
                  <c:v>19783.024649172105</c:v>
                </c:pt>
                <c:pt idx="41">
                  <c:v>24850.965224488882</c:v>
                </c:pt>
                <c:pt idx="42">
                  <c:v>23179.39787616504</c:v>
                </c:pt>
                <c:pt idx="43">
                  <c:v>12053.43461807437</c:v>
                </c:pt>
                <c:pt idx="44">
                  <c:v>12448.408655257363</c:v>
                </c:pt>
                <c:pt idx="45">
                  <c:v>13315.990088916735</c:v>
                </c:pt>
                <c:pt idx="46">
                  <c:v>12756.216413485792</c:v>
                </c:pt>
                <c:pt idx="47">
                  <c:v>14123.581425529694</c:v>
                </c:pt>
                <c:pt idx="48">
                  <c:v>26699.130472631856</c:v>
                </c:pt>
                <c:pt idx="49">
                  <c:v>19799.811221256427</c:v>
                </c:pt>
                <c:pt idx="50">
                  <c:v>7381.051987370825</c:v>
                </c:pt>
                <c:pt idx="51">
                  <c:v>23347.594728466906</c:v>
                </c:pt>
                <c:pt idx="52">
                  <c:v>22693.025893932474</c:v>
                </c:pt>
                <c:pt idx="53">
                  <c:v>20152.978166115536</c:v>
                </c:pt>
                <c:pt idx="54">
                  <c:v>11958.664209118902</c:v>
                </c:pt>
                <c:pt idx="55">
                  <c:v>15600.399806478981</c:v>
                </c:pt>
                <c:pt idx="56">
                  <c:v>28292.617052739097</c:v>
                </c:pt>
                <c:pt idx="57">
                  <c:v>19520.713859659307</c:v>
                </c:pt>
                <c:pt idx="58">
                  <c:v>21148.952510350675</c:v>
                </c:pt>
                <c:pt idx="59">
                  <c:v>37853.85175702357</c:v>
                </c:pt>
                <c:pt idx="60">
                  <c:v>21892.587357332748</c:v>
                </c:pt>
                <c:pt idx="61">
                  <c:v>30392.048462377414</c:v>
                </c:pt>
                <c:pt idx="62">
                  <c:v>19880.412689675</c:v>
                </c:pt>
                <c:pt idx="63">
                  <c:v>14833.402361825045</c:v>
                </c:pt>
                <c:pt idx="64">
                  <c:v>30153.019890821786</c:v>
                </c:pt>
                <c:pt idx="65">
                  <c:v>9428.115683082373</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106848.33719801102</c:v>
                </c:pt>
                <c:pt idx="1">
                  <c:v>90537.11131690186</c:v>
                </c:pt>
                <c:pt idx="2">
                  <c:v>111422.05775040419</c:v>
                </c:pt>
                <c:pt idx="3">
                  <c:v>110706.3389482627</c:v>
                </c:pt>
                <c:pt idx="4">
                  <c:v>113539.91478284818</c:v>
                </c:pt>
                <c:pt idx="5">
                  <c:v>127312.68344721537</c:v>
                </c:pt>
                <c:pt idx="6">
                  <c:v>82980.27715129923</c:v>
                </c:pt>
                <c:pt idx="7">
                  <c:v>188282.72078537018</c:v>
                </c:pt>
                <c:pt idx="8">
                  <c:v>128249.14675434932</c:v>
                </c:pt>
                <c:pt idx="9">
                  <c:v>124986.7208733244</c:v>
                </c:pt>
                <c:pt idx="10">
                  <c:v>130144.46028478541</c:v>
                </c:pt>
                <c:pt idx="11">
                  <c:v>123460.63416116739</c:v>
                </c:pt>
                <c:pt idx="12">
                  <c:v>180600.87897221287</c:v>
                </c:pt>
                <c:pt idx="13">
                  <c:v>167166.38758558178</c:v>
                </c:pt>
                <c:pt idx="14">
                  <c:v>140358.51348461</c:v>
                </c:pt>
                <c:pt idx="15">
                  <c:v>142467.9286098248</c:v>
                </c:pt>
                <c:pt idx="16">
                  <c:v>142602.5333695955</c:v>
                </c:pt>
                <c:pt idx="17">
                  <c:v>122701.8911229484</c:v>
                </c:pt>
                <c:pt idx="18">
                  <c:v>127747.23738684882</c:v>
                </c:pt>
                <c:pt idx="19">
                  <c:v>138701.07199997685</c:v>
                </c:pt>
                <c:pt idx="20">
                  <c:v>69156.24538124944</c:v>
                </c:pt>
                <c:pt idx="21">
                  <c:v>147801.42434343378</c:v>
                </c:pt>
                <c:pt idx="22">
                  <c:v>191897.66520862657</c:v>
                </c:pt>
                <c:pt idx="23">
                  <c:v>130567.43660611963</c:v>
                </c:pt>
                <c:pt idx="24">
                  <c:v>86709.56652019115</c:v>
                </c:pt>
                <c:pt idx="25">
                  <c:v>100193.91363461282</c:v>
                </c:pt>
                <c:pt idx="26">
                  <c:v>131077.48554777147</c:v>
                </c:pt>
                <c:pt idx="27">
                  <c:v>104073.79159968186</c:v>
                </c:pt>
                <c:pt idx="28">
                  <c:v>111841.38133435803</c:v>
                </c:pt>
                <c:pt idx="29">
                  <c:v>93075.92143880032</c:v>
                </c:pt>
                <c:pt idx="30">
                  <c:v>100807.25446951404</c:v>
                </c:pt>
                <c:pt idx="31">
                  <c:v>118877.5627045791</c:v>
                </c:pt>
                <c:pt idx="32">
                  <c:v>112248.65201044007</c:v>
                </c:pt>
                <c:pt idx="33">
                  <c:v>95768.08095012273</c:v>
                </c:pt>
                <c:pt idx="34">
                  <c:v>62243.869250512</c:v>
                </c:pt>
                <c:pt idx="35">
                  <c:v>82104.3551816954</c:v>
                </c:pt>
                <c:pt idx="36">
                  <c:v>97205.4672939628</c:v>
                </c:pt>
                <c:pt idx="37">
                  <c:v>58514.100133461114</c:v>
                </c:pt>
                <c:pt idx="38">
                  <c:v>31193.240705263102</c:v>
                </c:pt>
                <c:pt idx="39">
                  <c:v>97170.5439582964</c:v>
                </c:pt>
                <c:pt idx="40">
                  <c:v>127415.38758241468</c:v>
                </c:pt>
                <c:pt idx="41">
                  <c:v>106198.66636566355</c:v>
                </c:pt>
                <c:pt idx="42">
                  <c:v>153206.31828959048</c:v>
                </c:pt>
                <c:pt idx="43">
                  <c:v>121924.25577281824</c:v>
                </c:pt>
                <c:pt idx="44">
                  <c:v>110212.96155326146</c:v>
                </c:pt>
                <c:pt idx="45">
                  <c:v>121588.96804097688</c:v>
                </c:pt>
                <c:pt idx="46">
                  <c:v>81131.30650994276</c:v>
                </c:pt>
                <c:pt idx="47">
                  <c:v>118333.80304727741</c:v>
                </c:pt>
                <c:pt idx="48">
                  <c:v>130308.26634286196</c:v>
                </c:pt>
                <c:pt idx="49">
                  <c:v>77218.23981093934</c:v>
                </c:pt>
                <c:pt idx="50">
                  <c:v>77592.62124098776</c:v>
                </c:pt>
                <c:pt idx="51">
                  <c:v>85953.98263713814</c:v>
                </c:pt>
                <c:pt idx="52">
                  <c:v>74756.25517266226</c:v>
                </c:pt>
                <c:pt idx="53">
                  <c:v>91643.50643049524</c:v>
                </c:pt>
                <c:pt idx="54">
                  <c:v>102826.4147698613</c:v>
                </c:pt>
                <c:pt idx="55">
                  <c:v>62932.78047679843</c:v>
                </c:pt>
                <c:pt idx="56">
                  <c:v>61653.80398892517</c:v>
                </c:pt>
                <c:pt idx="57">
                  <c:v>57252.283158090984</c:v>
                </c:pt>
                <c:pt idx="58">
                  <c:v>53571.78938412229</c:v>
                </c:pt>
                <c:pt idx="59">
                  <c:v>125520.67433650613</c:v>
                </c:pt>
                <c:pt idx="60">
                  <c:v>96081.60468901228</c:v>
                </c:pt>
                <c:pt idx="61">
                  <c:v>59204.73657689724</c:v>
                </c:pt>
                <c:pt idx="62">
                  <c:v>101395.54198022996</c:v>
                </c:pt>
                <c:pt idx="63">
                  <c:v>68747.66962287192</c:v>
                </c:pt>
                <c:pt idx="64">
                  <c:v>77160.12443381186</c:v>
                </c:pt>
                <c:pt idx="65">
                  <c:v>84978.66918990941</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20068.388723275268</c:v>
                </c:pt>
                <c:pt idx="1">
                  <c:v>33861.62186285497</c:v>
                </c:pt>
                <c:pt idx="2">
                  <c:v>21884.18660286022</c:v>
                </c:pt>
                <c:pt idx="3">
                  <c:v>8805.453749641372</c:v>
                </c:pt>
                <c:pt idx="4">
                  <c:v>24324.793108044058</c:v>
                </c:pt>
                <c:pt idx="5">
                  <c:v>14854.686420506434</c:v>
                </c:pt>
                <c:pt idx="6">
                  <c:v>19751.169509082247</c:v>
                </c:pt>
                <c:pt idx="7">
                  <c:v>18496.382785465266</c:v>
                </c:pt>
                <c:pt idx="8">
                  <c:v>24940.648651457883</c:v>
                </c:pt>
                <c:pt idx="9">
                  <c:v>15617.058655384644</c:v>
                </c:pt>
                <c:pt idx="10">
                  <c:v>13297.495633397903</c:v>
                </c:pt>
                <c:pt idx="11">
                  <c:v>16272.398076705198</c:v>
                </c:pt>
                <c:pt idx="12">
                  <c:v>31462.516673356462</c:v>
                </c:pt>
                <c:pt idx="13">
                  <c:v>23329.87233725119</c:v>
                </c:pt>
                <c:pt idx="14">
                  <c:v>27962.73750697081</c:v>
                </c:pt>
                <c:pt idx="15">
                  <c:v>18180.01674024562</c:v>
                </c:pt>
                <c:pt idx="16">
                  <c:v>14164.78022089978</c:v>
                </c:pt>
                <c:pt idx="17">
                  <c:v>11937.738274241523</c:v>
                </c:pt>
                <c:pt idx="18">
                  <c:v>14260.286990009623</c:v>
                </c:pt>
                <c:pt idx="19">
                  <c:v>27667.797601825612</c:v>
                </c:pt>
                <c:pt idx="20">
                  <c:v>28498.750226524342</c:v>
                </c:pt>
                <c:pt idx="21">
                  <c:v>17443.909178088896</c:v>
                </c:pt>
                <c:pt idx="22">
                  <c:v>25954.939957675626</c:v>
                </c:pt>
                <c:pt idx="23">
                  <c:v>18247.93501038964</c:v>
                </c:pt>
                <c:pt idx="24">
                  <c:v>30225.44174421234</c:v>
                </c:pt>
                <c:pt idx="25">
                  <c:v>18127.457748242534</c:v>
                </c:pt>
                <c:pt idx="26">
                  <c:v>13847.110215898174</c:v>
                </c:pt>
                <c:pt idx="27">
                  <c:v>20583.45894338543</c:v>
                </c:pt>
                <c:pt idx="28">
                  <c:v>26777.113805168654</c:v>
                </c:pt>
                <c:pt idx="29">
                  <c:v>15365.355793876934</c:v>
                </c:pt>
                <c:pt idx="30">
                  <c:v>19881.581360382523</c:v>
                </c:pt>
                <c:pt idx="31">
                  <c:v>18820.026656194008</c:v>
                </c:pt>
                <c:pt idx="32">
                  <c:v>22427.070297028655</c:v>
                </c:pt>
                <c:pt idx="33">
                  <c:v>29310.692166165787</c:v>
                </c:pt>
                <c:pt idx="34">
                  <c:v>30118.277986267563</c:v>
                </c:pt>
                <c:pt idx="35">
                  <c:v>26133.408852702705</c:v>
                </c:pt>
                <c:pt idx="36">
                  <c:v>9853.164984251362</c:v>
                </c:pt>
                <c:pt idx="37">
                  <c:v>12967.736553008916</c:v>
                </c:pt>
                <c:pt idx="38">
                  <c:v>20395.310597102172</c:v>
                </c:pt>
                <c:pt idx="39">
                  <c:v>22255.31419857153</c:v>
                </c:pt>
                <c:pt idx="40">
                  <c:v>21070.71892401491</c:v>
                </c:pt>
                <c:pt idx="41">
                  <c:v>17442.8216436476</c:v>
                </c:pt>
                <c:pt idx="42">
                  <c:v>28381.965886753376</c:v>
                </c:pt>
                <c:pt idx="43">
                  <c:v>16101.999459625704</c:v>
                </c:pt>
                <c:pt idx="44">
                  <c:v>20942.46498022863</c:v>
                </c:pt>
                <c:pt idx="45">
                  <c:v>36105.41764730606</c:v>
                </c:pt>
                <c:pt idx="46">
                  <c:v>23711.319614847424</c:v>
                </c:pt>
                <c:pt idx="47">
                  <c:v>16220.544624135435</c:v>
                </c:pt>
                <c:pt idx="48">
                  <c:v>20057.361075820627</c:v>
                </c:pt>
                <c:pt idx="49">
                  <c:v>22535.980810963225</c:v>
                </c:pt>
                <c:pt idx="50">
                  <c:v>19102.58239895513</c:v>
                </c:pt>
                <c:pt idx="51">
                  <c:v>24993.522904957943</c:v>
                </c:pt>
                <c:pt idx="52">
                  <c:v>16432.407601792984</c:v>
                </c:pt>
                <c:pt idx="53">
                  <c:v>4407.8800507480755</c:v>
                </c:pt>
                <c:pt idx="54">
                  <c:v>17638.062349716365</c:v>
                </c:pt>
                <c:pt idx="55">
                  <c:v>21009.22048216991</c:v>
                </c:pt>
                <c:pt idx="56">
                  <c:v>25405.74137600029</c:v>
                </c:pt>
                <c:pt idx="57">
                  <c:v>15547.109212954729</c:v>
                </c:pt>
                <c:pt idx="58">
                  <c:v>12489.23663473036</c:v>
                </c:pt>
                <c:pt idx="59">
                  <c:v>22766.553481473016</c:v>
                </c:pt>
                <c:pt idx="60">
                  <c:v>27209.994759526624</c:v>
                </c:pt>
                <c:pt idx="61">
                  <c:v>13737.647332705552</c:v>
                </c:pt>
                <c:pt idx="62">
                  <c:v>22395.143934443346</c:v>
                </c:pt>
                <c:pt idx="63">
                  <c:v>7710.421661892565</c:v>
                </c:pt>
                <c:pt idx="64">
                  <c:v>12497.367152549463</c:v>
                </c:pt>
                <c:pt idx="65">
                  <c:v>13304.274934005545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9820.109964830359</c:v>
                </c:pt>
                <c:pt idx="1">
                  <c:v>8270.272731872687</c:v>
                </c:pt>
                <c:pt idx="2">
                  <c:v>10783.717103900974</c:v>
                </c:pt>
                <c:pt idx="3">
                  <c:v>4623.409912879766</c:v>
                </c:pt>
                <c:pt idx="4">
                  <c:v>2932.2055300752763</c:v>
                </c:pt>
                <c:pt idx="5">
                  <c:v>5183.904068005205</c:v>
                </c:pt>
                <c:pt idx="6">
                  <c:v>2947.8401067202562</c:v>
                </c:pt>
                <c:pt idx="7">
                  <c:v>12177.615664154227</c:v>
                </c:pt>
                <c:pt idx="8">
                  <c:v>2553.887277729177</c:v>
                </c:pt>
                <c:pt idx="9">
                  <c:v>584.3227706951143</c:v>
                </c:pt>
                <c:pt idx="10">
                  <c:v>2673.7729485954474</c:v>
                </c:pt>
                <c:pt idx="11">
                  <c:v>2144.8425975436726</c:v>
                </c:pt>
                <c:pt idx="12">
                  <c:v>4205.769465599959</c:v>
                </c:pt>
                <c:pt idx="13">
                  <c:v>8782.832483318292</c:v>
                </c:pt>
                <c:pt idx="14">
                  <c:v>5924.738648386407</c:v>
                </c:pt>
                <c:pt idx="15">
                  <c:v>12391.643524397106</c:v>
                </c:pt>
                <c:pt idx="16">
                  <c:v>671.4570686134324</c:v>
                </c:pt>
                <c:pt idx="17">
                  <c:v>8600.29367592925</c:v>
                </c:pt>
                <c:pt idx="18">
                  <c:v>3763.750047148187</c:v>
                </c:pt>
                <c:pt idx="19">
                  <c:v>14054.236010777575</c:v>
                </c:pt>
                <c:pt idx="20">
                  <c:v>11281.505147596676</c:v>
                </c:pt>
                <c:pt idx="21">
                  <c:v>8203.458949697473</c:v>
                </c:pt>
                <c:pt idx="22">
                  <c:v>14815.81795189594</c:v>
                </c:pt>
                <c:pt idx="23">
                  <c:v>3419.8675866384538</c:v>
                </c:pt>
                <c:pt idx="24">
                  <c:v>15573.247266305243</c:v>
                </c:pt>
                <c:pt idx="25">
                  <c:v>14146.471394621285</c:v>
                </c:pt>
                <c:pt idx="26">
                  <c:v>11640.305454464376</c:v>
                </c:pt>
                <c:pt idx="27">
                  <c:v>886.3162872561064</c:v>
                </c:pt>
                <c:pt idx="28">
                  <c:v>7235.633671896611</c:v>
                </c:pt>
                <c:pt idx="29">
                  <c:v>6225.071702881192</c:v>
                </c:pt>
                <c:pt idx="30">
                  <c:v>10742.42954528017</c:v>
                </c:pt>
                <c:pt idx="31">
                  <c:v>7069.143295379829</c:v>
                </c:pt>
                <c:pt idx="32">
                  <c:v>5423.264836283607</c:v>
                </c:pt>
                <c:pt idx="33">
                  <c:v>7945.254894777347</c:v>
                </c:pt>
                <c:pt idx="34">
                  <c:v>11674.370580963225</c:v>
                </c:pt>
                <c:pt idx="35">
                  <c:v>6827.458351758868</c:v>
                </c:pt>
                <c:pt idx="36">
                  <c:v>10616.697192872203</c:v>
                </c:pt>
                <c:pt idx="37">
                  <c:v>7671.418176832798</c:v>
                </c:pt>
                <c:pt idx="38">
                  <c:v>6007.428037374684</c:v>
                </c:pt>
                <c:pt idx="39">
                  <c:v>8426.985369809852</c:v>
                </c:pt>
                <c:pt idx="40">
                  <c:v>1058.9162009092984</c:v>
                </c:pt>
                <c:pt idx="41">
                  <c:v>11934.03633608394</c:v>
                </c:pt>
                <c:pt idx="42">
                  <c:v>15015.220552982046</c:v>
                </c:pt>
                <c:pt idx="43">
                  <c:v>6039.540686894192</c:v>
                </c:pt>
                <c:pt idx="44">
                  <c:v>12229.237233495922</c:v>
                </c:pt>
                <c:pt idx="45">
                  <c:v>13085.727918602672</c:v>
                </c:pt>
                <c:pt idx="46">
                  <c:v>1991.281900177994</c:v>
                </c:pt>
                <c:pt idx="47">
                  <c:v>9426.130276799711</c:v>
                </c:pt>
                <c:pt idx="48">
                  <c:v>7010.9512233598025</c:v>
                </c:pt>
                <c:pt idx="49">
                  <c:v>4192.748464751625</c:v>
                </c:pt>
                <c:pt idx="50">
                  <c:v>15655.033138346947</c:v>
                </c:pt>
                <c:pt idx="51">
                  <c:v>3842.436505598693</c:v>
                </c:pt>
                <c:pt idx="52">
                  <c:v>10255.707821671405</c:v>
                </c:pt>
                <c:pt idx="53">
                  <c:v>12075.956986175781</c:v>
                </c:pt>
                <c:pt idx="54">
                  <c:v>13242.473897513808</c:v>
                </c:pt>
                <c:pt idx="55">
                  <c:v>3699.106400797984</c:v>
                </c:pt>
                <c:pt idx="56">
                  <c:v>14689.547372556315</c:v>
                </c:pt>
                <c:pt idx="57">
                  <c:v>1034.0412822482003</c:v>
                </c:pt>
                <c:pt idx="58">
                  <c:v>2566.76917316505</c:v>
                </c:pt>
                <c:pt idx="59">
                  <c:v>21996.30547146788</c:v>
                </c:pt>
                <c:pt idx="60">
                  <c:v>8670.644903052294</c:v>
                </c:pt>
                <c:pt idx="61">
                  <c:v>6153.958803535854</c:v>
                </c:pt>
                <c:pt idx="62">
                  <c:v>13267.072898218947</c:v>
                </c:pt>
                <c:pt idx="63">
                  <c:v>10074.791051749911</c:v>
                </c:pt>
                <c:pt idx="64">
                  <c:v>6322.036410779805</c:v>
                </c:pt>
                <c:pt idx="65">
                  <c:v>10059.069621397528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-9589.424217155241</c:v>
                </c:pt>
                <c:pt idx="1">
                  <c:v>-4055.546503051124</c:v>
                </c:pt>
                <c:pt idx="2">
                  <c:v>-5499.733837131354</c:v>
                </c:pt>
                <c:pt idx="3">
                  <c:v>-7629.314615927773</c:v>
                </c:pt>
                <c:pt idx="4">
                  <c:v>-9416.462340318662</c:v>
                </c:pt>
                <c:pt idx="5">
                  <c:v>-4835.3236125791655</c:v>
                </c:pt>
                <c:pt idx="6">
                  <c:v>-4845.943490028506</c:v>
                </c:pt>
                <c:pt idx="7">
                  <c:v>-5119.180955679077</c:v>
                </c:pt>
                <c:pt idx="8">
                  <c:v>-7836.079999536935</c:v>
                </c:pt>
                <c:pt idx="9">
                  <c:v>-5994.767286596267</c:v>
                </c:pt>
                <c:pt idx="10">
                  <c:v>-7409.369740754106</c:v>
                </c:pt>
                <c:pt idx="11">
                  <c:v>-3062.2444946397554</c:v>
                </c:pt>
                <c:pt idx="12">
                  <c:v>-9861.591582990925</c:v>
                </c:pt>
                <c:pt idx="13">
                  <c:v>-6730.278604164404</c:v>
                </c:pt>
                <c:pt idx="14">
                  <c:v>-7436.817534838159</c:v>
                </c:pt>
                <c:pt idx="15">
                  <c:v>-6805.010762464197</c:v>
                </c:pt>
                <c:pt idx="16">
                  <c:v>-7843.380838662816</c:v>
                </c:pt>
                <c:pt idx="17">
                  <c:v>-5116.693582484762</c:v>
                </c:pt>
                <c:pt idx="18">
                  <c:v>-4870.3622937703085</c:v>
                </c:pt>
                <c:pt idx="19">
                  <c:v>-6208.86984234502</c:v>
                </c:pt>
                <c:pt idx="20">
                  <c:v>-1836.9449179523779</c:v>
                </c:pt>
                <c:pt idx="21">
                  <c:v>-6157.2556743391315</c:v>
                </c:pt>
                <c:pt idx="22">
                  <c:v>-6116.834891353299</c:v>
                </c:pt>
                <c:pt idx="23">
                  <c:v>-1077.8906178875673</c:v>
                </c:pt>
                <c:pt idx="24">
                  <c:v>-6426.887791429445</c:v>
                </c:pt>
                <c:pt idx="25">
                  <c:v>-3918.3820855287577</c:v>
                </c:pt>
                <c:pt idx="26">
                  <c:v>-9413.897465578828</c:v>
                </c:pt>
                <c:pt idx="27">
                  <c:v>-1460.110732381377</c:v>
                </c:pt>
                <c:pt idx="28">
                  <c:v>-4698.27446554939</c:v>
                </c:pt>
                <c:pt idx="29">
                  <c:v>-9923.25772870301</c:v>
                </c:pt>
                <c:pt idx="30">
                  <c:v>-5077.183959289849</c:v>
                </c:pt>
                <c:pt idx="31">
                  <c:v>-8905.97059084012</c:v>
                </c:pt>
                <c:pt idx="32">
                  <c:v>-6509.9978366249625</c:v>
                </c:pt>
                <c:pt idx="33">
                  <c:v>-9200.81052422676</c:v>
                </c:pt>
                <c:pt idx="34">
                  <c:v>-9712.184888985339</c:v>
                </c:pt>
                <c:pt idx="35">
                  <c:v>-7321.59280378622</c:v>
                </c:pt>
                <c:pt idx="36">
                  <c:v>-8024.0546000967715</c:v>
                </c:pt>
                <c:pt idx="37">
                  <c:v>-4152.312009843813</c:v>
                </c:pt>
                <c:pt idx="38">
                  <c:v>-3533.281645075507</c:v>
                </c:pt>
                <c:pt idx="39">
                  <c:v>-4648.16739144361</c:v>
                </c:pt>
                <c:pt idx="40">
                  <c:v>-8308.890330051461</c:v>
                </c:pt>
                <c:pt idx="41">
                  <c:v>-9615.455661842594</c:v>
                </c:pt>
                <c:pt idx="42">
                  <c:v>-13936.980241894267</c:v>
                </c:pt>
                <c:pt idx="43">
                  <c:v>-9918.445755303188</c:v>
                </c:pt>
                <c:pt idx="44">
                  <c:v>-7600.793484891355</c:v>
                </c:pt>
                <c:pt idx="45">
                  <c:v>-8758.887339496949</c:v>
                </c:pt>
                <c:pt idx="46">
                  <c:v>-7545.341621375758</c:v>
                </c:pt>
                <c:pt idx="47">
                  <c:v>-7006.973514769954</c:v>
                </c:pt>
                <c:pt idx="48">
                  <c:v>-5692.311796087182</c:v>
                </c:pt>
                <c:pt idx="49">
                  <c:v>-8372.406748853065</c:v>
                </c:pt>
                <c:pt idx="50">
                  <c:v>-11301.7379213835</c:v>
                </c:pt>
                <c:pt idx="51">
                  <c:v>-13904.863855287944</c:v>
                </c:pt>
                <c:pt idx="52">
                  <c:v>-2826.604559934304</c:v>
                </c:pt>
                <c:pt idx="53">
                  <c:v>-2335.172692188511</c:v>
                </c:pt>
                <c:pt idx="54">
                  <c:v>-12377.322352823383</c:v>
                </c:pt>
                <c:pt idx="55">
                  <c:v>-5273.986289672005</c:v>
                </c:pt>
                <c:pt idx="56">
                  <c:v>-3905.8889860070344</c:v>
                </c:pt>
                <c:pt idx="57">
                  <c:v>-8911.527050490982</c:v>
                </c:pt>
                <c:pt idx="58">
                  <c:v>-8264.69400205886</c:v>
                </c:pt>
                <c:pt idx="59">
                  <c:v>-15591.445737012687</c:v>
                </c:pt>
                <c:pt idx="60">
                  <c:v>-11598.903134753966</c:v>
                </c:pt>
                <c:pt idx="61">
                  <c:v>-9261.425289477405</c:v>
                </c:pt>
                <c:pt idx="62">
                  <c:v>-8368.067549681098</c:v>
                </c:pt>
                <c:pt idx="63">
                  <c:v>-13318.163685568215</c:v>
                </c:pt>
                <c:pt idx="64">
                  <c:v>-3466.3768357498006</c:v>
                </c:pt>
                <c:pt idx="65">
                  <c:v>-9111.847607880361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3412.060729285607</c:v>
                </c:pt>
                <c:pt idx="1">
                  <c:v>4122.898944767975</c:v>
                </c:pt>
                <c:pt idx="2">
                  <c:v>6482.370211049978</c:v>
                </c:pt>
                <c:pt idx="3">
                  <c:v>7855.083246493049</c:v>
                </c:pt>
                <c:pt idx="4">
                  <c:v>4157.224233244231</c:v>
                </c:pt>
                <c:pt idx="5">
                  <c:v>6658.85223466622</c:v>
                </c:pt>
                <c:pt idx="6">
                  <c:v>1957.1800205292511</c:v>
                </c:pt>
                <c:pt idx="7">
                  <c:v>5583.814286748034</c:v>
                </c:pt>
                <c:pt idx="8">
                  <c:v>3272.4682926035644</c:v>
                </c:pt>
                <c:pt idx="9">
                  <c:v>5063.137014657532</c:v>
                </c:pt>
                <c:pt idx="10">
                  <c:v>8101.780179242835</c:v>
                </c:pt>
                <c:pt idx="11">
                  <c:v>5606.031484600179</c:v>
                </c:pt>
                <c:pt idx="12">
                  <c:v>7226.888571378367</c:v>
                </c:pt>
                <c:pt idx="13">
                  <c:v>4329.043755064122</c:v>
                </c:pt>
                <c:pt idx="14">
                  <c:v>6915.280320765724</c:v>
                </c:pt>
                <c:pt idx="15">
                  <c:v>5549.419074683434</c:v>
                </c:pt>
                <c:pt idx="16">
                  <c:v>6046.479370485503</c:v>
                </c:pt>
                <c:pt idx="17">
                  <c:v>3166.580386043545</c:v>
                </c:pt>
                <c:pt idx="18">
                  <c:v>3228.147635506575</c:v>
                </c:pt>
                <c:pt idx="19">
                  <c:v>1876.3002031883311</c:v>
                </c:pt>
                <c:pt idx="20">
                  <c:v>3314.4162804350412</c:v>
                </c:pt>
                <c:pt idx="21">
                  <c:v>5951.122891909454</c:v>
                </c:pt>
                <c:pt idx="22">
                  <c:v>11051.721631130587</c:v>
                </c:pt>
                <c:pt idx="23">
                  <c:v>4112.9484561871695</c:v>
                </c:pt>
                <c:pt idx="24">
                  <c:v>2458.8081325428234</c:v>
                </c:pt>
                <c:pt idx="25">
                  <c:v>3343.9074580299775</c:v>
                </c:pt>
                <c:pt idx="26">
                  <c:v>10732.898147936132</c:v>
                </c:pt>
                <c:pt idx="27">
                  <c:v>3843.7243306707264</c:v>
                </c:pt>
                <c:pt idx="28">
                  <c:v>4803.681393126238</c:v>
                </c:pt>
                <c:pt idx="29">
                  <c:v>7805.555896526602</c:v>
                </c:pt>
                <c:pt idx="30">
                  <c:v>6034.570127172153</c:v>
                </c:pt>
                <c:pt idx="31">
                  <c:v>4222.252708344811</c:v>
                </c:pt>
                <c:pt idx="32">
                  <c:v>6030.164348495218</c:v>
                </c:pt>
                <c:pt idx="33">
                  <c:v>6946.669113119591</c:v>
                </c:pt>
                <c:pt idx="34">
                  <c:v>4964.845230818273</c:v>
                </c:pt>
                <c:pt idx="35">
                  <c:v>5986.136216644437</c:v>
                </c:pt>
                <c:pt idx="36">
                  <c:v>10088.10916829024</c:v>
                </c:pt>
                <c:pt idx="37">
                  <c:v>2436.122957902537</c:v>
                </c:pt>
                <c:pt idx="38">
                  <c:v>9719.539765287353</c:v>
                </c:pt>
                <c:pt idx="39">
                  <c:v>3667.779988599291</c:v>
                </c:pt>
                <c:pt idx="40">
                  <c:v>7035.798502512757</c:v>
                </c:pt>
                <c:pt idx="41">
                  <c:v>7822.016898258333</c:v>
                </c:pt>
                <c:pt idx="42">
                  <c:v>5817.682412717083</c:v>
                </c:pt>
                <c:pt idx="43">
                  <c:v>8946.62947896683</c:v>
                </c:pt>
                <c:pt idx="44">
                  <c:v>12056.913170954133</c:v>
                </c:pt>
                <c:pt idx="45">
                  <c:v>7998.117460394074</c:v>
                </c:pt>
                <c:pt idx="46">
                  <c:v>4002.6699645378003</c:v>
                </c:pt>
                <c:pt idx="47">
                  <c:v>8967.04219709035</c:v>
                </c:pt>
                <c:pt idx="48">
                  <c:v>4741.330857693546</c:v>
                </c:pt>
                <c:pt idx="49">
                  <c:v>7643.833441548958</c:v>
                </c:pt>
                <c:pt idx="50">
                  <c:v>7587.946651199892</c:v>
                </c:pt>
                <c:pt idx="51">
                  <c:v>8636.870320094833</c:v>
                </c:pt>
                <c:pt idx="52">
                  <c:v>7960.284326765818</c:v>
                </c:pt>
                <c:pt idx="53">
                  <c:v>8664.718319017955</c:v>
                </c:pt>
                <c:pt idx="54">
                  <c:v>6779.995384018746</c:v>
                </c:pt>
                <c:pt idx="55">
                  <c:v>6922.60764198352</c:v>
                </c:pt>
                <c:pt idx="56">
                  <c:v>5868.472385019677</c:v>
                </c:pt>
                <c:pt idx="57">
                  <c:v>6373.139925135983</c:v>
                </c:pt>
                <c:pt idx="58">
                  <c:v>8664.028024079103</c:v>
                </c:pt>
                <c:pt idx="59">
                  <c:v>14123.147435508547</c:v>
                </c:pt>
                <c:pt idx="60">
                  <c:v>12370.610880438928</c:v>
                </c:pt>
                <c:pt idx="61">
                  <c:v>6473.219069756139</c:v>
                </c:pt>
                <c:pt idx="62">
                  <c:v>6729.16740892105</c:v>
                </c:pt>
                <c:pt idx="63">
                  <c:v>2595.525180776564</c:v>
                </c:pt>
                <c:pt idx="64">
                  <c:v>5182.293659695444</c:v>
                </c:pt>
                <c:pt idx="65">
                  <c:v>6671.594332196296</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3368.4305595493984</c:v>
                </c:pt>
                <c:pt idx="1">
                  <c:v>1351.7325751323322</c:v>
                </c:pt>
                <c:pt idx="2">
                  <c:v>1879.8131585342524</c:v>
                </c:pt>
                <c:pt idx="3">
                  <c:v>1464.2240960564106</c:v>
                </c:pt>
                <c:pt idx="4">
                  <c:v>1362.4949608706856</c:v>
                </c:pt>
                <c:pt idx="5">
                  <c:v>2244.4849976620044</c:v>
                </c:pt>
                <c:pt idx="6">
                  <c:v>1101.7642581077619</c:v>
                </c:pt>
                <c:pt idx="7">
                  <c:v>1941.1683886812698</c:v>
                </c:pt>
                <c:pt idx="8">
                  <c:v>2159.8631584660243</c:v>
                </c:pt>
                <c:pt idx="9">
                  <c:v>1821.0346658034246</c:v>
                </c:pt>
                <c:pt idx="10">
                  <c:v>3131.834597582698</c:v>
                </c:pt>
                <c:pt idx="11">
                  <c:v>1972.6574057288294</c:v>
                </c:pt>
                <c:pt idx="12">
                  <c:v>1156.8943678441135</c:v>
                </c:pt>
                <c:pt idx="13">
                  <c:v>2956.777625048313</c:v>
                </c:pt>
                <c:pt idx="14">
                  <c:v>2110.736422239025</c:v>
                </c:pt>
                <c:pt idx="15">
                  <c:v>2308.864168122694</c:v>
                </c:pt>
                <c:pt idx="16">
                  <c:v>1490.7977508672436</c:v>
                </c:pt>
                <c:pt idx="17">
                  <c:v>1394.5338364753702</c:v>
                </c:pt>
                <c:pt idx="18">
                  <c:v>418.1413055350832</c:v>
                </c:pt>
                <c:pt idx="19">
                  <c:v>670.3647123667879</c:v>
                </c:pt>
                <c:pt idx="20">
                  <c:v>2800.5047337157557</c:v>
                </c:pt>
                <c:pt idx="21">
                  <c:v>4101.664625341264</c:v>
                </c:pt>
                <c:pt idx="22">
                  <c:v>2898.365002697744</c:v>
                </c:pt>
                <c:pt idx="23">
                  <c:v>1830.7650723056263</c:v>
                </c:pt>
                <c:pt idx="24">
                  <c:v>3633.860147830066</c:v>
                </c:pt>
                <c:pt idx="25">
                  <c:v>943.1139250147386</c:v>
                </c:pt>
                <c:pt idx="26">
                  <c:v>1710.7773549039787</c:v>
                </c:pt>
                <c:pt idx="27">
                  <c:v>2131.4170983654794</c:v>
                </c:pt>
                <c:pt idx="28">
                  <c:v>2539.3706763185637</c:v>
                </c:pt>
                <c:pt idx="29">
                  <c:v>1546.3143181269243</c:v>
                </c:pt>
                <c:pt idx="30">
                  <c:v>2785.010453719809</c:v>
                </c:pt>
                <c:pt idx="31">
                  <c:v>1928.7972365106968</c:v>
                </c:pt>
                <c:pt idx="32">
                  <c:v>1061.0786354939362</c:v>
                </c:pt>
                <c:pt idx="33">
                  <c:v>2089.098486798509</c:v>
                </c:pt>
                <c:pt idx="34">
                  <c:v>2546.6897417880864</c:v>
                </c:pt>
                <c:pt idx="35">
                  <c:v>1515.858204989501</c:v>
                </c:pt>
                <c:pt idx="36">
                  <c:v>3521.672951965937</c:v>
                </c:pt>
                <c:pt idx="37">
                  <c:v>2560.0493607606636</c:v>
                </c:pt>
                <c:pt idx="38">
                  <c:v>4431.239235298574</c:v>
                </c:pt>
                <c:pt idx="39">
                  <c:v>1834.9866153915907</c:v>
                </c:pt>
                <c:pt idx="40">
                  <c:v>3911.769403206025</c:v>
                </c:pt>
                <c:pt idx="41">
                  <c:v>1893.4014265078488</c:v>
                </c:pt>
                <c:pt idx="42">
                  <c:v>1257.559070891852</c:v>
                </c:pt>
                <c:pt idx="43">
                  <c:v>3421.5779917861582</c:v>
                </c:pt>
                <c:pt idx="44">
                  <c:v>1381.4203764060596</c:v>
                </c:pt>
                <c:pt idx="45">
                  <c:v>1672.1517431238892</c:v>
                </c:pt>
                <c:pt idx="46">
                  <c:v>1238.9915912215965</c:v>
                </c:pt>
                <c:pt idx="47">
                  <c:v>927.5832813365143</c:v>
                </c:pt>
                <c:pt idx="48">
                  <c:v>2441.8414307257735</c:v>
                </c:pt>
                <c:pt idx="49">
                  <c:v>2280.120139856387</c:v>
                </c:pt>
                <c:pt idx="50">
                  <c:v>1882.544259345475</c:v>
                </c:pt>
                <c:pt idx="51">
                  <c:v>1004.7014090245228</c:v>
                </c:pt>
                <c:pt idx="52">
                  <c:v>1063.6969936776486</c:v>
                </c:pt>
                <c:pt idx="53">
                  <c:v>3475.960404622409</c:v>
                </c:pt>
                <c:pt idx="54">
                  <c:v>2735.4951244427357</c:v>
                </c:pt>
                <c:pt idx="55">
                  <c:v>2723.3661002045515</c:v>
                </c:pt>
                <c:pt idx="56">
                  <c:v>3073.4787613577823</c:v>
                </c:pt>
                <c:pt idx="57">
                  <c:v>2816.8534773027327</c:v>
                </c:pt>
                <c:pt idx="58">
                  <c:v>4116.000446354281</c:v>
                </c:pt>
                <c:pt idx="59">
                  <c:v>4261.877477980937</c:v>
                </c:pt>
                <c:pt idx="60">
                  <c:v>2319.7903713705173</c:v>
                </c:pt>
                <c:pt idx="61">
                  <c:v>1545.716258083402</c:v>
                </c:pt>
                <c:pt idx="62">
                  <c:v>2239.2977739778357</c:v>
                </c:pt>
                <c:pt idx="63">
                  <c:v>1038.825114029199</c:v>
                </c:pt>
                <c:pt idx="64">
                  <c:v>898.480968225556</c:v>
                </c:pt>
                <c:pt idx="65">
                  <c:v>804.9535223475509</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945640.9735531614</c:v>
                </c:pt>
                <c:pt idx="1">
                  <c:v>1058663.3855867705</c:v>
                </c:pt>
                <c:pt idx="2">
                  <c:v>1433261.7881735696</c:v>
                </c:pt>
                <c:pt idx="3">
                  <c:v>1277875.2522861913</c:v>
                </c:pt>
                <c:pt idx="4">
                  <c:v>1034742.881875356</c:v>
                </c:pt>
                <c:pt idx="5">
                  <c:v>879207.7432523726</c:v>
                </c:pt>
                <c:pt idx="6">
                  <c:v>416143.53515739704</c:v>
                </c:pt>
                <c:pt idx="7">
                  <c:v>287757.7760637254</c:v>
                </c:pt>
                <c:pt idx="8">
                  <c:v>138362.40083266652</c:v>
                </c:pt>
                <c:pt idx="9">
                  <c:v>198842.9225474248</c:v>
                </c:pt>
                <c:pt idx="10">
                  <c:v>475960.67557781603</c:v>
                </c:pt>
                <c:pt idx="11">
                  <c:v>593853.9706725134</c:v>
                </c:pt>
                <c:pt idx="12">
                  <c:v>1027556.0461192491</c:v>
                </c:pt>
                <c:pt idx="13">
                  <c:v>1073700.7075630685</c:v>
                </c:pt>
                <c:pt idx="14">
                  <c:v>1570581.1407711739</c:v>
                </c:pt>
                <c:pt idx="15">
                  <c:v>1226110.9534239012</c:v>
                </c:pt>
                <c:pt idx="16">
                  <c:v>1377265.1018150393</c:v>
                </c:pt>
                <c:pt idx="17">
                  <c:v>741148.713816217</c:v>
                </c:pt>
                <c:pt idx="18">
                  <c:v>511764.0236361513</c:v>
                </c:pt>
                <c:pt idx="19">
                  <c:v>311296.2674832449</c:v>
                </c:pt>
                <c:pt idx="20">
                  <c:v>144949.86624847603</c:v>
                </c:pt>
                <c:pt idx="21">
                  <c:v>231099.23385791533</c:v>
                </c:pt>
                <c:pt idx="22">
                  <c:v>517616.87506640865</c:v>
                </c:pt>
                <c:pt idx="23">
                  <c:v>638775.361963471</c:v>
                </c:pt>
                <c:pt idx="24">
                  <c:v>1271941.8797088175</c:v>
                </c:pt>
                <c:pt idx="25">
                  <c:v>1174016.3147428164</c:v>
                </c:pt>
                <c:pt idx="26">
                  <c:v>1314494.7342784137</c:v>
                </c:pt>
                <c:pt idx="27">
                  <c:v>1186951.6953377724</c:v>
                </c:pt>
                <c:pt idx="28">
                  <c:v>1337306.274282057</c:v>
                </c:pt>
                <c:pt idx="29">
                  <c:v>810394.031648445</c:v>
                </c:pt>
                <c:pt idx="30">
                  <c:v>519488.53448948765</c:v>
                </c:pt>
                <c:pt idx="31">
                  <c:v>388961.9312311715</c:v>
                </c:pt>
                <c:pt idx="32">
                  <c:v>184069.05056786496</c:v>
                </c:pt>
                <c:pt idx="33">
                  <c:v>301587.34140955645</c:v>
                </c:pt>
                <c:pt idx="34">
                  <c:v>490705.7783777126</c:v>
                </c:pt>
                <c:pt idx="35">
                  <c:v>747537.2124857161</c:v>
                </c:pt>
                <c:pt idx="36">
                  <c:v>1384858.5924792415</c:v>
                </c:pt>
                <c:pt idx="37">
                  <c:v>1198861.599940648</c:v>
                </c:pt>
                <c:pt idx="38">
                  <c:v>1404922.3142878704</c:v>
                </c:pt>
                <c:pt idx="39">
                  <c:v>1173499.43881908</c:v>
                </c:pt>
                <c:pt idx="40">
                  <c:v>1341704.7526343472</c:v>
                </c:pt>
                <c:pt idx="41">
                  <c:v>797481.0515295562</c:v>
                </c:pt>
                <c:pt idx="42">
                  <c:v>635499.7962691892</c:v>
                </c:pt>
                <c:pt idx="43">
                  <c:v>287482.71475525474</c:v>
                </c:pt>
                <c:pt idx="44">
                  <c:v>166871.7295325124</c:v>
                </c:pt>
                <c:pt idx="45">
                  <c:v>302642.9339043407</c:v>
                </c:pt>
                <c:pt idx="46">
                  <c:v>460754.4745130704</c:v>
                </c:pt>
                <c:pt idx="47">
                  <c:v>641288.8495689697</c:v>
                </c:pt>
                <c:pt idx="48">
                  <c:v>1298008.1914056125</c:v>
                </c:pt>
                <c:pt idx="49">
                  <c:v>1202825.0649964148</c:v>
                </c:pt>
                <c:pt idx="50">
                  <c:v>1272507.1233220578</c:v>
                </c:pt>
                <c:pt idx="51">
                  <c:v>1480384.3157693034</c:v>
                </c:pt>
                <c:pt idx="52">
                  <c:v>1104105.606256194</c:v>
                </c:pt>
                <c:pt idx="53">
                  <c:v>819884.5316898071</c:v>
                </c:pt>
                <c:pt idx="54">
                  <c:v>608286.1135748841</c:v>
                </c:pt>
                <c:pt idx="55">
                  <c:v>248658.26018454114</c:v>
                </c:pt>
                <c:pt idx="56">
                  <c:v>185879.5843938823</c:v>
                </c:pt>
                <c:pt idx="57">
                  <c:v>229643.33636163847</c:v>
                </c:pt>
                <c:pt idx="58">
                  <c:v>420760.16239738534</c:v>
                </c:pt>
                <c:pt idx="59">
                  <c:v>969222.2560382764</c:v>
                </c:pt>
                <c:pt idx="60">
                  <c:v>1298141.9531063528</c:v>
                </c:pt>
                <c:pt idx="61">
                  <c:v>1270535.9306117562</c:v>
                </c:pt>
                <c:pt idx="62">
                  <c:v>1759929.0753480368</c:v>
                </c:pt>
                <c:pt idx="63">
                  <c:v>1280675.9394968145</c:v>
                </c:pt>
                <c:pt idx="64">
                  <c:v>1088225.8951034006</c:v>
                </c:pt>
                <c:pt idx="65">
                  <c:v>704399.1643687941</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54.39574657735853</c:v>
                </c:pt>
                <c:pt idx="2">
                  <c:v>69.46221540157718</c:v>
                </c:pt>
                <c:pt idx="3">
                  <c:v>77.97010434916871</c:v>
                </c:pt>
                <c:pt idx="4">
                  <c:v>86.36607646903664</c:v>
                </c:pt>
                <c:pt idx="5">
                  <c:v>89.18942177445585</c:v>
                </c:pt>
                <c:pt idx="6">
                  <c:v>91.3791914333781</c:v>
                </c:pt>
                <c:pt idx="7">
                  <c:v>92.99375179844466</c:v>
                </c:pt>
                <c:pt idx="8">
                  <c:v>94.6004305573163</c:v>
                </c:pt>
                <c:pt idx="9">
                  <c:v>96.13343438230909</c:v>
                </c:pt>
                <c:pt idx="10">
                  <c:v>97.39356309485616</c:v>
                </c:pt>
                <c:pt idx="11">
                  <c:v>98.40519179275559</c:v>
                </c:pt>
                <c:pt idx="12">
                  <c:v>98.88748301732525</c:v>
                </c:pt>
                <c:pt idx="13">
                  <c:v>99.27707454995765</c:v>
                </c:pt>
                <c:pt idx="14">
                  <c:v>99.61757359071495</c:v>
                </c:pt>
                <c:pt idx="15">
                  <c:v>99.80248433716011</c:v>
                </c:pt>
                <c:pt idx="16">
                  <c:v>99.97130723462564</c:v>
                </c:pt>
                <c:pt idx="17">
                  <c:v>100.11518099287935</c:v>
                </c:pt>
                <c:pt idx="18">
                  <c:v>100.2151228274053</c:v>
                </c:pt>
                <c:pt idx="19">
                  <c:v>100.1512102514626</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95B577"/>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54.4%</a:t>
                    </a:r>
                  </a:p>
                </c:rich>
              </c:tx>
              <c:dLblPos val="inEnd"/>
              <c:showLegendKey val="0"/>
              <c:showVal val="1"/>
              <c:showCatName val="0"/>
              <c:showSerName val="0"/>
              <c:showPercent val="0"/>
              <c:showBubbleSize val="0"/>
            </c:dLbl>
            <c:dLbl>
              <c:idx val="1"/>
              <c:tx>
                <c:rich>
                  <a:bodyPr/>
                  <a:lstStyle/>
                  <a:p>
                    <a:r>
                      <a:t>15.07%</a:t>
                    </a:r>
                  </a:p>
                </c:rich>
              </c:tx>
              <c:dLblPos val="inEnd"/>
              <c:showLegendKey val="0"/>
              <c:showVal val="1"/>
              <c:showCatName val="0"/>
              <c:showSerName val="0"/>
              <c:showPercent val="0"/>
              <c:showBubbleSize val="0"/>
            </c:dLbl>
            <c:dLbl>
              <c:idx val="2"/>
              <c:tx>
                <c:rich>
                  <a:bodyPr/>
                  <a:lstStyle/>
                  <a:p>
                    <a:r>
                      <a:t>8.51%</a:t>
                    </a:r>
                  </a:p>
                </c:rich>
              </c:tx>
              <c:dLblPos val="inEnd"/>
              <c:showLegendKey val="0"/>
              <c:showVal val="1"/>
              <c:showCatName val="0"/>
              <c:showSerName val="0"/>
              <c:showPercent val="0"/>
              <c:showBubbleSize val="0"/>
            </c:dLbl>
            <c:dLbl>
              <c:idx val="3"/>
              <c:tx>
                <c:rich>
                  <a:bodyPr/>
                  <a:lstStyle/>
                  <a:p>
                    <a:r>
                      <a:t>8.4%</a:t>
                    </a:r>
                  </a:p>
                </c:rich>
              </c:tx>
              <c:dLblPos val="inEnd"/>
              <c:showLegendKey val="0"/>
              <c:showVal val="1"/>
              <c:showCatName val="0"/>
              <c:showSerName val="0"/>
              <c:showPercent val="0"/>
              <c:showBubbleSize val="0"/>
            </c:dLbl>
            <c:dLbl>
              <c:idx val="4"/>
              <c:tx>
                <c:rich>
                  <a:bodyPr/>
                  <a:lstStyle/>
                  <a:p>
                    <a:r>
                      <a:t>2.82%</a:t>
                    </a:r>
                  </a:p>
                </c:rich>
              </c:tx>
              <c:dLblPos val="inEnd"/>
              <c:showLegendKey val="0"/>
              <c:showVal val="1"/>
              <c:showCatName val="0"/>
              <c:showSerName val="0"/>
              <c:showPercent val="0"/>
              <c:showBubbleSize val="0"/>
            </c:dLbl>
            <c:dLbl>
              <c:idx val="5"/>
              <c:tx>
                <c:rich>
                  <a:bodyPr/>
                  <a:lstStyle/>
                  <a:p>
                    <a:r>
                      <a:t>2.19%</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1.61%</a:t>
                    </a:r>
                  </a:p>
                </c:rich>
              </c:tx>
              <c:dLblPos val="inEnd"/>
              <c:showLegendKey val="0"/>
              <c:showVal val="1"/>
              <c:showCatName val="0"/>
              <c:showSerName val="0"/>
              <c:showPercent val="0"/>
              <c:showBubbleSize val="0"/>
            </c:dLbl>
            <c:dLbl>
              <c:idx val="8"/>
              <c:tx>
                <c:rich>
                  <a:bodyPr/>
                  <a:lstStyle/>
                  <a:p>
                    <a:r>
                      <a:t>1.53%</a:t>
                    </a:r>
                  </a:p>
                </c:rich>
              </c:tx>
              <c:dLblPos val="inEnd"/>
              <c:showLegendKey val="0"/>
              <c:showVal val="1"/>
              <c:showCatName val="0"/>
              <c:showSerName val="0"/>
              <c:showPercent val="0"/>
              <c:showBubbleSize val="0"/>
            </c:dLbl>
            <c:dLbl>
              <c:idx val="9"/>
              <c:tx>
                <c:rich>
                  <a:bodyPr/>
                  <a:lstStyle/>
                  <a:p>
                    <a:r>
                      <a:t>1.26%</a:t>
                    </a:r>
                  </a:p>
                </c:rich>
              </c:tx>
              <c:dLblPos val="inEnd"/>
              <c:showLegendKey val="0"/>
              <c:showVal val="1"/>
              <c:showCatName val="0"/>
              <c:showSerName val="0"/>
              <c:showPercent val="0"/>
              <c:showBubbleSize val="0"/>
            </c:dLbl>
            <c:dLbl>
              <c:idx val="10"/>
              <c:tx>
                <c:rich>
                  <a:bodyPr/>
                  <a:lstStyle/>
                  <a:p>
                    <a:r>
                      <a:t>1.01%</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0.39%</a:t>
                    </a:r>
                  </a:p>
                </c:rich>
              </c:tx>
              <c:dLblPos val="inEnd"/>
              <c:showLegendKey val="0"/>
              <c:showVal val="1"/>
              <c:showCatName val="0"/>
              <c:showSerName val="0"/>
              <c:showPercent val="0"/>
              <c:showBubbleSize val="0"/>
            </c:dLbl>
            <c:dLbl>
              <c:idx val="13"/>
              <c:tx>
                <c:rich>
                  <a:bodyPr/>
                  <a:lstStyle/>
                  <a:p>
                    <a:r>
                      <a:t>0.34%</a:t>
                    </a:r>
                  </a:p>
                </c:rich>
              </c:tx>
              <c:dLblPos val="inEnd"/>
              <c:showLegendKey val="0"/>
              <c:showVal val="1"/>
              <c:showCatName val="0"/>
              <c:showSerName val="0"/>
              <c:showPercent val="0"/>
              <c:showBubbleSize val="0"/>
            </c:dLbl>
            <c:dLbl>
              <c:idx val="14"/>
              <c:tx>
                <c:rich>
                  <a:bodyPr/>
                  <a:lstStyle/>
                  <a:p>
                    <a:r>
                      <a:t>0.18%</a:t>
                    </a:r>
                  </a:p>
                </c:rich>
              </c:tx>
              <c:dLblPos val="inEnd"/>
              <c:showLegendKey val="0"/>
              <c:showVal val="1"/>
              <c:showCatName val="0"/>
              <c:showSerName val="0"/>
              <c:showPercent val="0"/>
              <c:showBubbleSize val="0"/>
            </c:dLbl>
            <c:dLbl>
              <c:idx val="15"/>
              <c:tx>
                <c:rich>
                  <a:bodyPr/>
                  <a:lstStyle/>
                  <a:p>
                    <a:r>
                      <a:t>0.17%</a:t>
                    </a:r>
                  </a:p>
                </c:rich>
              </c:tx>
              <c:dLblPos val="inEnd"/>
              <c:showLegendKey val="0"/>
              <c:showVal val="1"/>
              <c:showCatName val="0"/>
              <c:showSerName val="0"/>
              <c:showPercent val="0"/>
              <c:showBubbleSize val="0"/>
            </c:dLbl>
            <c:dLbl>
              <c:idx val="16"/>
              <c:tx>
                <c:rich>
                  <a:bodyPr/>
                  <a:lstStyle/>
                  <a:p>
                    <a:r>
                      <a:t>0.14%</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-0.11%</a:t>
                    </a:r>
                  </a:p>
                </c:rich>
              </c:tx>
              <c:dLblPos val="inEnd"/>
              <c:showLegendKey val="0"/>
              <c:showVal val="1"/>
              <c:showCatName val="0"/>
              <c:showSerName val="0"/>
              <c:showPercent val="0"/>
              <c:showBubbleSize val="0"/>
            </c:dLbl>
            <c:dLbl>
              <c:idx val="20"/>
              <c:tx>
                <c:rich>
                  <a:bodyPr/>
                  <a:lstStyle/>
                  <a:p>
                    <a:r>
                      <a:t>-0.15%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54.39574657735853</c:v>
                </c:pt>
                <c:pt idx="1">
                  <c:v>15.066468824218655</c:v>
                </c:pt>
                <c:pt idx="2">
                  <c:v>8.507888947591525</c:v>
                </c:pt>
                <c:pt idx="3">
                  <c:v>8.395972119867928</c:v>
                </c:pt>
                <c:pt idx="4">
                  <c:v>2.82334530541921</c:v>
                </c:pt>
                <c:pt idx="5">
                  <c:v>2.189769658922242</c:v>
                </c:pt>
                <c:pt idx="6">
                  <c:v>1.6145603650665616</c:v>
                </c:pt>
                <c:pt idx="7">
                  <c:v>1.6066787588716436</c:v>
                </c:pt>
                <c:pt idx="8">
                  <c:v>1.5330038249927946</c:v>
                </c:pt>
                <c:pt idx="9">
                  <c:v>1.260128712547075</c:v>
                </c:pt>
                <c:pt idx="10">
                  <c:v>1.011628697899413</c:v>
                </c:pt>
                <c:pt idx="11">
                  <c:v>0.4822912245696806</c:v>
                </c:pt>
                <c:pt idx="12">
                  <c:v>0.38959153263239227</c:v>
                </c:pt>
                <c:pt idx="13">
                  <c:v>0.3404990407573084</c:v>
                </c:pt>
                <c:pt idx="14">
                  <c:v>0.18491074644515088</c:v>
                </c:pt>
                <c:pt idx="15">
                  <c:v>0.16882289746552634</c:v>
                </c:pt>
                <c:pt idx="16">
                  <c:v>0.14387375825372595</c:v>
                </c:pt>
                <c:pt idx="17">
                  <c:v>0.09994183452594795</c:v>
                </c:pt>
                <c:pt idx="18">
                  <c:v>0.04880587048090183</c:v>
                </c:pt>
                <c:pt idx="19">
                  <c:v>0.11271844642362007</c:v>
                </c:pt>
                <c:pt idx="20">
                  <c:v>0.15121025146258218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775465.0</c:v>
                </c:pt>
                <c:pt idx="1">
                  <c:v>756023.0</c:v>
                </c:pt>
                <c:pt idx="2">
                  <c:v>849446.0</c:v>
                </c:pt>
                <c:pt idx="3">
                  <c:v>890561.0</c:v>
                </c:pt>
                <c:pt idx="4">
                  <c:v>756393.0</c:v>
                </c:pt>
                <c:pt idx="5">
                  <c:v>951521.0</c:v>
                </c:pt>
                <c:pt idx="6">
                  <c:v>693528.0</c:v>
                </c:pt>
                <c:pt idx="7">
                  <c:v>1000433.0</c:v>
                </c:pt>
                <c:pt idx="8">
                  <c:v>845923.0</c:v>
                </c:pt>
                <c:pt idx="9">
                  <c:v>929300.0</c:v>
                </c:pt>
                <c:pt idx="10">
                  <c:v>1096015.0</c:v>
                </c:pt>
                <c:pt idx="11">
                  <c:v>708208.0</c:v>
                </c:pt>
                <c:pt idx="12">
                  <c:v>973153.0</c:v>
                </c:pt>
                <c:pt idx="13">
                  <c:v>696099.0</c:v>
                </c:pt>
                <c:pt idx="14">
                  <c:v>1052738.0</c:v>
                </c:pt>
                <c:pt idx="15">
                  <c:v>846964.0</c:v>
                </c:pt>
                <c:pt idx="16">
                  <c:v>1123500.0</c:v>
                </c:pt>
                <c:pt idx="17">
                  <c:v>744281.0</c:v>
                </c:pt>
                <c:pt idx="18">
                  <c:v>933329.0</c:v>
                </c:pt>
                <c:pt idx="19">
                  <c:v>1060918.0</c:v>
                </c:pt>
                <c:pt idx="20">
                  <c:v>863867.0</c:v>
                </c:pt>
                <c:pt idx="21">
                  <c:v>1136117.0</c:v>
                </c:pt>
                <c:pt idx="22">
                  <c:v>1382845.0</c:v>
                </c:pt>
                <c:pt idx="23">
                  <c:v>871409.0</c:v>
                </c:pt>
                <c:pt idx="24">
                  <c:v>1040931.0</c:v>
                </c:pt>
                <c:pt idx="25">
                  <c:v>1015205.0</c:v>
                </c:pt>
                <c:pt idx="26">
                  <c:v>958902.0</c:v>
                </c:pt>
                <c:pt idx="27">
                  <c:v>777677.0</c:v>
                </c:pt>
                <c:pt idx="28">
                  <c:v>982890.0</c:v>
                </c:pt>
                <c:pt idx="29">
                  <c:v>1097205.0</c:v>
                </c:pt>
                <c:pt idx="30">
                  <c:v>1002741.0</c:v>
                </c:pt>
                <c:pt idx="31">
                  <c:v>1409176.0</c:v>
                </c:pt>
                <c:pt idx="32">
                  <c:v>1152016.0</c:v>
                </c:pt>
                <c:pt idx="33">
                  <c:v>1340501.0</c:v>
                </c:pt>
                <c:pt idx="34">
                  <c:v>1306479.0</c:v>
                </c:pt>
                <c:pt idx="35">
                  <c:v>1040916.0</c:v>
                </c:pt>
                <c:pt idx="36">
                  <c:v>1245773.0</c:v>
                </c:pt>
                <c:pt idx="37">
                  <c:v>944105.0</c:v>
                </c:pt>
                <c:pt idx="38">
                  <c:v>1063031.0</c:v>
                </c:pt>
                <c:pt idx="39">
                  <c:v>824469.0</c:v>
                </c:pt>
                <c:pt idx="40">
                  <c:v>1026432.0</c:v>
                </c:pt>
                <c:pt idx="41">
                  <c:v>903720.0</c:v>
                </c:pt>
                <c:pt idx="42">
                  <c:v>1311627.0</c:v>
                </c:pt>
                <c:pt idx="43">
                  <c:v>1271948.0</c:v>
                </c:pt>
                <c:pt idx="44">
                  <c:v>1035418.0</c:v>
                </c:pt>
                <c:pt idx="45">
                  <c:v>1322069.0</c:v>
                </c:pt>
                <c:pt idx="46">
                  <c:v>1070925.0</c:v>
                </c:pt>
                <c:pt idx="47">
                  <c:v>799002.0</c:v>
                </c:pt>
                <c:pt idx="48">
                  <c:v>1052971.0</c:v>
                </c:pt>
                <c:pt idx="49">
                  <c:v>833396.0</c:v>
                </c:pt>
                <c:pt idx="50">
                  <c:v>878259.0</c:v>
                </c:pt>
                <c:pt idx="51">
                  <c:v>937141.0</c:v>
                </c:pt>
                <c:pt idx="52">
                  <c:v>943712.0</c:v>
                </c:pt>
                <c:pt idx="53">
                  <c:v>1086730.0</c:v>
                </c:pt>
                <c:pt idx="54">
                  <c:v>1164408.0</c:v>
                </c:pt>
                <c:pt idx="55">
                  <c:v>974049.0</c:v>
                </c:pt>
                <c:pt idx="56">
                  <c:v>1136163.0</c:v>
                </c:pt>
                <c:pt idx="57">
                  <c:v>935649.0</c:v>
                </c:pt>
                <c:pt idx="58">
                  <c:v>974392.0</c:v>
                </c:pt>
                <c:pt idx="59">
                  <c:v>1030530.0</c:v>
                </c:pt>
                <c:pt idx="60">
                  <c:v>245486.0</c:v>
                </c:pt>
                <c:pt idx="61">
                  <c:v>1219997.0</c:v>
                </c:pt>
                <c:pt idx="62">
                  <c:v>1129647.0</c:v>
                </c:pt>
                <c:pt idx="63">
                  <c:v>1340660.0</c:v>
                </c:pt>
                <c:pt idx="64">
                  <c:v>926857.0</c:v>
                </c:pt>
                <c:pt idx="65">
                  <c:v>791226.0</c:v>
                </c:pt>
                <c:pt idx="66">
                  <c:v>731749.0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737668.1319873681</c:v>
                </c:pt>
                <c:pt idx="1">
                  <c:v>743061.4742779315</c:v>
                </c:pt>
                <c:pt idx="2">
                  <c:v>874395.0771343079</c:v>
                </c:pt>
                <c:pt idx="3">
                  <c:v>853567.71376357</c:v>
                </c:pt>
                <c:pt idx="4">
                  <c:v>732648.768970576</c:v>
                </c:pt>
                <c:pt idx="5">
                  <c:v>938490.168269946</c:v>
                </c:pt>
                <c:pt idx="6">
                  <c:v>698347.3387794364</c:v>
                </c:pt>
                <c:pt idx="7">
                  <c:v>971249.3665959728</c:v>
                </c:pt>
                <c:pt idx="8">
                  <c:v>851561.5619106143</c:v>
                </c:pt>
                <c:pt idx="9">
                  <c:v>941897.6516620447</c:v>
                </c:pt>
                <c:pt idx="10">
                  <c:v>1113626.6141831605</c:v>
                </c:pt>
                <c:pt idx="11">
                  <c:v>734590.7803682452</c:v>
                </c:pt>
                <c:pt idx="12">
                  <c:v>936884.1561132544</c:v>
                </c:pt>
                <c:pt idx="13">
                  <c:v>710199.5440566282</c:v>
                </c:pt>
                <c:pt idx="14">
                  <c:v>1028556.5790588037</c:v>
                </c:pt>
                <c:pt idx="15">
                  <c:v>828091.7507660717</c:v>
                </c:pt>
                <c:pt idx="16">
                  <c:v>1083798.970978043</c:v>
                </c:pt>
                <c:pt idx="17">
                  <c:v>776836.5657949459</c:v>
                </c:pt>
                <c:pt idx="18">
                  <c:v>975873.681579702</c:v>
                </c:pt>
                <c:pt idx="19">
                  <c:v>1061324.796520184</c:v>
                </c:pt>
                <c:pt idx="20">
                  <c:v>888151.063028331</c:v>
                </c:pt>
                <c:pt idx="21">
                  <c:v>1149184.3513957313</c:v>
                </c:pt>
                <c:pt idx="22">
                  <c:v>1363058.8743128437</c:v>
                </c:pt>
                <c:pt idx="23">
                  <c:v>881741.742668216</c:v>
                </c:pt>
                <c:pt idx="24">
                  <c:v>1034766.2346866027</c:v>
                </c:pt>
                <c:pt idx="25">
                  <c:v>986013.3069233468</c:v>
                </c:pt>
                <c:pt idx="26">
                  <c:v>909728.8181157664</c:v>
                </c:pt>
                <c:pt idx="27">
                  <c:v>810156.2278120897</c:v>
                </c:pt>
                <c:pt idx="28">
                  <c:v>961554.8509340842</c:v>
                </c:pt>
                <c:pt idx="29">
                  <c:v>1062507.4608073402</c:v>
                </c:pt>
                <c:pt idx="30">
                  <c:v>1017523.1266515327</c:v>
                </c:pt>
                <c:pt idx="31">
                  <c:v>1466507.4842473292</c:v>
                </c:pt>
                <c:pt idx="32">
                  <c:v>1160089.7428835598</c:v>
                </c:pt>
                <c:pt idx="33">
                  <c:v>1361282.932769894</c:v>
                </c:pt>
                <c:pt idx="34">
                  <c:v>1255879.8538686985</c:v>
                </c:pt>
                <c:pt idx="35">
                  <c:v>1067198.567112317</c:v>
                </c:pt>
                <c:pt idx="36">
                  <c:v>1126817.6074944232</c:v>
                </c:pt>
                <c:pt idx="37">
                  <c:v>949612.7749989999</c:v>
                </c:pt>
                <c:pt idx="38">
                  <c:v>1054154.6440475204</c:v>
                </c:pt>
                <c:pt idx="39">
                  <c:v>857709.3560073869</c:v>
                </c:pt>
                <c:pt idx="40">
                  <c:v>1026546.7488786387</c:v>
                </c:pt>
                <c:pt idx="41">
                  <c:v>942078.9771175957</c:v>
                </c:pt>
                <c:pt idx="42">
                  <c:v>1301853.2294921638</c:v>
                </c:pt>
                <c:pt idx="43">
                  <c:v>1260865.0401789695</c:v>
                </c:pt>
                <c:pt idx="44">
                  <c:v>1047172.7483283202</c:v>
                </c:pt>
                <c:pt idx="45">
                  <c:v>1308935.9946207115</c:v>
                </c:pt>
                <c:pt idx="46">
                  <c:v>1049047.0095824269</c:v>
                </c:pt>
                <c:pt idx="47">
                  <c:v>799931.5608783264</c:v>
                </c:pt>
                <c:pt idx="48">
                  <c:v>1141038.4007827104</c:v>
                </c:pt>
                <c:pt idx="49">
                  <c:v>854965.379988014</c:v>
                </c:pt>
                <c:pt idx="50">
                  <c:v>861621.0501984414</c:v>
                </c:pt>
                <c:pt idx="51">
                  <c:v>961320.6062634516</c:v>
                </c:pt>
                <c:pt idx="52">
                  <c:v>944913.7945292077</c:v>
                </c:pt>
                <c:pt idx="53">
                  <c:v>1075751.7264052816</c:v>
                </c:pt>
                <c:pt idx="54">
                  <c:v>1189602.993732729</c:v>
                </c:pt>
                <c:pt idx="55">
                  <c:v>988184.0455270997</c:v>
                </c:pt>
                <c:pt idx="56">
                  <c:v>1144855.0282102637</c:v>
                </c:pt>
                <c:pt idx="57">
                  <c:v>966415.6416693063</c:v>
                </c:pt>
                <c:pt idx="58">
                  <c:v>992041.3109596792</c:v>
                </c:pt>
                <c:pt idx="59">
                  <c:v>1045828.5322916905</c:v>
                </c:pt>
                <c:pt idx="60">
                  <c:v>241090.7161525211</c:v>
                </c:pt>
                <c:pt idx="61">
                  <c:v>1180789.6034997292</c:v>
                </c:pt>
                <c:pt idx="62">
                  <c:v>1149581.235398631</c:v>
                </c:pt>
                <c:pt idx="63">
                  <c:v>1323963.7096958992</c:v>
                </c:pt>
                <c:pt idx="64">
                  <c:v>907644.7330058146</c:v>
                </c:pt>
                <c:pt idx="65">
                  <c:v>838511.8863950048</c:v>
                </c:pt>
                <c:pt idx="66">
                  <c:v>749031.6313240478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759809.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135059459.82</c:v>
                </c:pt>
                <c:pt idx="1">
                  <c:v>118238049.36</c:v>
                </c:pt>
                <c:pt idx="2">
                  <c:v>126219054.4</c:v>
                </c:pt>
                <c:pt idx="3">
                  <c:v>128033840.55</c:v>
                </c:pt>
                <c:pt idx="4">
                  <c:v>110336339.4</c:v>
                </c:pt>
                <c:pt idx="5">
                  <c:v>153877507.64</c:v>
                </c:pt>
                <c:pt idx="6">
                  <c:v>125415666.97999999</c:v>
                </c:pt>
                <c:pt idx="7">
                  <c:v>197950999.81</c:v>
                </c:pt>
                <c:pt idx="8">
                  <c:v>181226218.4</c:v>
                </c:pt>
                <c:pt idx="9">
                  <c:v>202586570.4</c:v>
                </c:pt>
                <c:pt idx="10">
                  <c:v>232286829.19</c:v>
                </c:pt>
                <c:pt idx="11">
                  <c:v>138919804.56</c:v>
                </c:pt>
                <c:pt idx="12">
                  <c:v>173078822.9</c:v>
                </c:pt>
                <c:pt idx="13">
                  <c:v>112337624.0</c:v>
                </c:pt>
                <c:pt idx="14">
                  <c:v>152056442.56</c:v>
                </c:pt>
                <c:pt idx="15">
                  <c:v>117681615.0</c:v>
                </c:pt>
                <c:pt idx="16">
                  <c:v>164635161.19</c:v>
                </c:pt>
                <c:pt idx="17">
                  <c:v>121669078.91</c:v>
                </c:pt>
                <c:pt idx="18">
                  <c:v>167470837.55</c:v>
                </c:pt>
                <c:pt idx="19">
                  <c:v>211635024.7</c:v>
                </c:pt>
                <c:pt idx="20">
                  <c:v>185134302.98</c:v>
                </c:pt>
                <c:pt idx="21">
                  <c:v>251564989.64</c:v>
                </c:pt>
                <c:pt idx="22">
                  <c:v>298005795.95</c:v>
                </c:pt>
                <c:pt idx="23">
                  <c:v>173134557.42000002</c:v>
                </c:pt>
                <c:pt idx="24">
                  <c:v>182035242.09</c:v>
                </c:pt>
                <c:pt idx="25">
                  <c:v>157477053.54000002</c:v>
                </c:pt>
                <c:pt idx="26">
                  <c:v>143029203.51</c:v>
                </c:pt>
                <c:pt idx="27">
                  <c:v>108033801.3</c:v>
                </c:pt>
                <c:pt idx="28">
                  <c:v>147447735.7</c:v>
                </c:pt>
                <c:pt idx="29">
                  <c:v>175620107.17</c:v>
                </c:pt>
                <c:pt idx="30">
                  <c:v>180684579.19</c:v>
                </c:pt>
                <c:pt idx="31">
                  <c:v>282272031.98</c:v>
                </c:pt>
                <c:pt idx="32">
                  <c:v>248179179.36</c:v>
                </c:pt>
                <c:pt idx="33">
                  <c:v>289297546.4</c:v>
                </c:pt>
                <c:pt idx="34">
                  <c:v>279907771.33</c:v>
                </c:pt>
                <c:pt idx="35">
                  <c:v>205482956.24</c:v>
                </c:pt>
                <c:pt idx="36">
                  <c:v>220977778.72</c:v>
                </c:pt>
                <c:pt idx="37">
                  <c:v>148686380.17</c:v>
                </c:pt>
                <c:pt idx="38">
                  <c:v>157729127.87</c:v>
                </c:pt>
                <c:pt idx="39">
                  <c:v>116227353.32</c:v>
                </c:pt>
                <c:pt idx="40">
                  <c:v>154529551.14</c:v>
                </c:pt>
                <c:pt idx="41">
                  <c:v>148233506.97</c:v>
                </c:pt>
                <c:pt idx="42">
                  <c:v>243507128.46</c:v>
                </c:pt>
                <c:pt idx="43">
                  <c:v>252258649.74</c:v>
                </c:pt>
                <c:pt idx="44">
                  <c:v>225335235.71</c:v>
                </c:pt>
                <c:pt idx="45">
                  <c:v>291992241.65</c:v>
                </c:pt>
                <c:pt idx="46">
                  <c:v>227583924.1</c:v>
                </c:pt>
                <c:pt idx="47">
                  <c:v>163637501.18</c:v>
                </c:pt>
                <c:pt idx="48">
                  <c:v>184507550.29000002</c:v>
                </c:pt>
                <c:pt idx="49">
                  <c:v>133624000.52000001</c:v>
                </c:pt>
                <c:pt idx="50">
                  <c:v>122719803.49999999</c:v>
                </c:pt>
                <c:pt idx="51">
                  <c:v>131335362.4</c:v>
                </c:pt>
                <c:pt idx="52">
                  <c:v>142520775.57</c:v>
                </c:pt>
                <c:pt idx="53">
                  <c:v>176540055.67000002</c:v>
                </c:pt>
                <c:pt idx="54">
                  <c:v>213194625.06</c:v>
                </c:pt>
                <c:pt idx="55">
                  <c:v>197972464.44</c:v>
                </c:pt>
                <c:pt idx="56">
                  <c:v>248915353.21</c:v>
                </c:pt>
                <c:pt idx="57">
                  <c:v>205582740.63</c:v>
                </c:pt>
                <c:pt idx="58">
                  <c:v>206733433.14000002</c:v>
                </c:pt>
                <c:pt idx="59">
                  <c:v>202604845.47</c:v>
                </c:pt>
                <c:pt idx="60">
                  <c:v>44899389.4</c:v>
                </c:pt>
                <c:pt idx="61">
                  <c:v>209804458.22</c:v>
                </c:pt>
                <c:pt idx="62">
                  <c:v>171178007.3</c:v>
                </c:pt>
                <c:pt idx="63">
                  <c:v>192633485.29</c:v>
                </c:pt>
                <c:pt idx="64">
                  <c:v>137488916.41</c:v>
                </c:pt>
                <c:pt idx="65">
                  <c:v>114439506.96</c:v>
                </c:pt>
                <c:pt idx="66">
                  <c:v>118405930.41999999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128649413.57745712</c:v>
                </c:pt>
                <c:pt idx="1">
                  <c:v>116411572.01094046</c:v>
                </c:pt>
                <c:pt idx="2">
                  <c:v>129854324.3067483</c:v>
                </c:pt>
                <c:pt idx="3">
                  <c:v>122831929.37158898</c:v>
                </c:pt>
                <c:pt idx="4">
                  <c:v>106858739.59798579</c:v>
                </c:pt>
                <c:pt idx="5">
                  <c:v>151893175.6552865</c:v>
                </c:pt>
                <c:pt idx="6">
                  <c:v>126197444.74729508</c:v>
                </c:pt>
                <c:pt idx="7">
                  <c:v>192188075.07278988</c:v>
                </c:pt>
                <c:pt idx="8">
                  <c:v>182552561.8208105</c:v>
                </c:pt>
                <c:pt idx="9">
                  <c:v>205164333.66629314</c:v>
                </c:pt>
                <c:pt idx="10">
                  <c:v>235983346.28802094</c:v>
                </c:pt>
                <c:pt idx="11">
                  <c:v>144221226.62304628</c:v>
                </c:pt>
                <c:pt idx="12">
                  <c:v>166614613.50472286</c:v>
                </c:pt>
                <c:pt idx="13">
                  <c:v>114421507.83394888</c:v>
                </c:pt>
                <c:pt idx="14">
                  <c:v>148317511.38100654</c:v>
                </c:pt>
                <c:pt idx="15">
                  <c:v>115010898.40616444</c:v>
                </c:pt>
                <c:pt idx="16">
                  <c:v>158879107.1543783</c:v>
                </c:pt>
                <c:pt idx="17">
                  <c:v>126964320.22289287</c:v>
                </c:pt>
                <c:pt idx="18">
                  <c:v>175038067.72904462</c:v>
                </c:pt>
                <c:pt idx="19">
                  <c:v>211864617.95508218</c:v>
                </c:pt>
                <c:pt idx="20">
                  <c:v>190595956.56269193</c:v>
                </c:pt>
                <c:pt idx="21">
                  <c:v>254328945.01010108</c:v>
                </c:pt>
                <c:pt idx="22">
                  <c:v>293811688.8449335</c:v>
                </c:pt>
                <c:pt idx="23">
                  <c:v>175220288.05756912</c:v>
                </c:pt>
                <c:pt idx="24">
                  <c:v>180492315.44250607</c:v>
                </c:pt>
                <c:pt idx="25">
                  <c:v>153054895.42504978</c:v>
                </c:pt>
                <c:pt idx="26">
                  <c:v>135792572.47509423</c:v>
                </c:pt>
                <c:pt idx="27">
                  <c:v>112593655.35888477</c:v>
                </c:pt>
                <c:pt idx="28">
                  <c:v>144268730.96809024</c:v>
                </c:pt>
                <c:pt idx="29">
                  <c:v>170036005.8622944</c:v>
                </c:pt>
                <c:pt idx="30">
                  <c:v>182982566.67835525</c:v>
                </c:pt>
                <c:pt idx="31">
                  <c:v>294137916.29597914</c:v>
                </c:pt>
                <c:pt idx="32">
                  <c:v>249898277.18395007</c:v>
                </c:pt>
                <c:pt idx="33">
                  <c:v>293729131.06497717</c:v>
                </c:pt>
                <c:pt idx="34">
                  <c:v>269098269.52789104</c:v>
                </c:pt>
                <c:pt idx="35">
                  <c:v>210886634.11742702</c:v>
                </c:pt>
                <c:pt idx="36">
                  <c:v>199944606.20118758</c:v>
                </c:pt>
                <c:pt idx="37">
                  <c:v>149697932.2128321</c:v>
                </c:pt>
                <c:pt idx="38">
                  <c:v>156532693.11426377</c:v>
                </c:pt>
                <c:pt idx="39">
                  <c:v>121058960.71246874</c:v>
                </c:pt>
                <c:pt idx="40">
                  <c:v>154621216.39181125</c:v>
                </c:pt>
                <c:pt idx="41">
                  <c:v>154536850.56031582</c:v>
                </c:pt>
                <c:pt idx="42">
                  <c:v>242443134.26108274</c:v>
                </c:pt>
                <c:pt idx="43">
                  <c:v>250455689.8449594</c:v>
                </c:pt>
                <c:pt idx="44">
                  <c:v>227971660.1710027</c:v>
                </c:pt>
                <c:pt idx="45">
                  <c:v>288925070.11208457</c:v>
                </c:pt>
                <c:pt idx="46">
                  <c:v>222715689.83293223</c:v>
                </c:pt>
                <c:pt idx="47">
                  <c:v>163823958.00977796</c:v>
                </c:pt>
                <c:pt idx="48">
                  <c:v>200110670.6061225</c:v>
                </c:pt>
                <c:pt idx="49">
                  <c:v>137126931.6582135</c:v>
                </c:pt>
                <c:pt idx="50">
                  <c:v>120242251.67359172</c:v>
                </c:pt>
                <c:pt idx="51">
                  <c:v>134826645.3499481</c:v>
                </c:pt>
                <c:pt idx="52">
                  <c:v>142587839.5327424</c:v>
                </c:pt>
                <c:pt idx="53">
                  <c:v>175278203.3294067</c:v>
                </c:pt>
                <c:pt idx="54">
                  <c:v>217991087.55000165</c:v>
                </c:pt>
                <c:pt idx="55">
                  <c:v>200518819.56688315</c:v>
                </c:pt>
                <c:pt idx="56">
                  <c:v>250729945.61782926</c:v>
                </c:pt>
                <c:pt idx="57">
                  <c:v>212387454.21936953</c:v>
                </c:pt>
                <c:pt idx="58">
                  <c:v>210585962.99432465</c:v>
                </c:pt>
                <c:pt idx="59">
                  <c:v>205657747.08880717</c:v>
                </c:pt>
                <c:pt idx="60">
                  <c:v>44095491.98429611</c:v>
                </c:pt>
                <c:pt idx="61">
                  <c:v>203040697.61256966</c:v>
                </c:pt>
                <c:pt idx="62">
                  <c:v>174193261.08540753</c:v>
                </c:pt>
                <c:pt idx="63">
                  <c:v>190597899.0195377</c:v>
                </c:pt>
                <c:pt idx="64">
                  <c:v>134639486.0323845</c:v>
                </c:pt>
                <c:pt idx="65">
                  <c:v>121258251.5923433</c:v>
                </c:pt>
                <c:pt idx="66">
                  <c:v>121313480.06365272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5760695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Cairo: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423397.93132522167</c:v>
                </c:pt>
                <c:pt idx="1">
                  <c:v>423397.93132522167</c:v>
                </c:pt>
                <c:pt idx="2">
                  <c:v>529247.414156527</c:v>
                </c:pt>
                <c:pt idx="3">
                  <c:v>423397.93132522167</c:v>
                </c:pt>
                <c:pt idx="4">
                  <c:v>423397.93132522167</c:v>
                </c:pt>
                <c:pt idx="5">
                  <c:v>529247.414156527</c:v>
                </c:pt>
                <c:pt idx="6">
                  <c:v>423397.93132522167</c:v>
                </c:pt>
                <c:pt idx="7">
                  <c:v>529247.414156527</c:v>
                </c:pt>
                <c:pt idx="8">
                  <c:v>423397.93132522167</c:v>
                </c:pt>
                <c:pt idx="9">
                  <c:v>423397.93132522167</c:v>
                </c:pt>
                <c:pt idx="10">
                  <c:v>529247.414156527</c:v>
                </c:pt>
                <c:pt idx="11">
                  <c:v>423397.93132522167</c:v>
                </c:pt>
                <c:pt idx="12">
                  <c:v>423397.93132522167</c:v>
                </c:pt>
                <c:pt idx="13">
                  <c:v>423397.93132522167</c:v>
                </c:pt>
                <c:pt idx="14">
                  <c:v>529247.414156527</c:v>
                </c:pt>
                <c:pt idx="15">
                  <c:v>423397.93132522167</c:v>
                </c:pt>
                <c:pt idx="16">
                  <c:v>529247.414156527</c:v>
                </c:pt>
                <c:pt idx="17">
                  <c:v>423397.93132522167</c:v>
                </c:pt>
                <c:pt idx="18">
                  <c:v>423397.93132522167</c:v>
                </c:pt>
                <c:pt idx="19">
                  <c:v>529247.414156527</c:v>
                </c:pt>
                <c:pt idx="20">
                  <c:v>423397.93132522167</c:v>
                </c:pt>
                <c:pt idx="21">
                  <c:v>423397.93132522167</c:v>
                </c:pt>
                <c:pt idx="22">
                  <c:v>529247.414156527</c:v>
                </c:pt>
                <c:pt idx="23">
                  <c:v>423397.93132522167</c:v>
                </c:pt>
                <c:pt idx="24">
                  <c:v>529247.414156527</c:v>
                </c:pt>
                <c:pt idx="25">
                  <c:v>423397.93132522167</c:v>
                </c:pt>
                <c:pt idx="26">
                  <c:v>423397.93132522167</c:v>
                </c:pt>
                <c:pt idx="27">
                  <c:v>423397.93132522167</c:v>
                </c:pt>
                <c:pt idx="28">
                  <c:v>529247.414156527</c:v>
                </c:pt>
                <c:pt idx="29">
                  <c:v>423397.93132522167</c:v>
                </c:pt>
                <c:pt idx="30">
                  <c:v>423397.93132522167</c:v>
                </c:pt>
                <c:pt idx="31">
                  <c:v>529247.414156527</c:v>
                </c:pt>
                <c:pt idx="32">
                  <c:v>423397.93132522167</c:v>
                </c:pt>
                <c:pt idx="33">
                  <c:v>529247.414156527</c:v>
                </c:pt>
                <c:pt idx="34">
                  <c:v>423397.93132522167</c:v>
                </c:pt>
                <c:pt idx="35">
                  <c:v>423397.93132522167</c:v>
                </c:pt>
                <c:pt idx="36">
                  <c:v>529247.414156527</c:v>
                </c:pt>
                <c:pt idx="37">
                  <c:v>423397.93132522167</c:v>
                </c:pt>
                <c:pt idx="38">
                  <c:v>423397.93132522167</c:v>
                </c:pt>
                <c:pt idx="39">
                  <c:v>423397.93132522167</c:v>
                </c:pt>
                <c:pt idx="40">
                  <c:v>529247.414156527</c:v>
                </c:pt>
                <c:pt idx="41">
                  <c:v>423397.93132522167</c:v>
                </c:pt>
                <c:pt idx="42">
                  <c:v>529247.414156527</c:v>
                </c:pt>
                <c:pt idx="43">
                  <c:v>423397.93132522167</c:v>
                </c:pt>
                <c:pt idx="44">
                  <c:v>423397.93132522167</c:v>
                </c:pt>
                <c:pt idx="45">
                  <c:v>529247.414156527</c:v>
                </c:pt>
                <c:pt idx="46">
                  <c:v>423397.93132522167</c:v>
                </c:pt>
                <c:pt idx="47">
                  <c:v>423397.93132522167</c:v>
                </c:pt>
                <c:pt idx="48">
                  <c:v>529247.414156527</c:v>
                </c:pt>
                <c:pt idx="49">
                  <c:v>423397.93132522167</c:v>
                </c:pt>
                <c:pt idx="50">
                  <c:v>423397.93132522167</c:v>
                </c:pt>
                <c:pt idx="51">
                  <c:v>529247.414156527</c:v>
                </c:pt>
                <c:pt idx="52">
                  <c:v>423397.93132522167</c:v>
                </c:pt>
                <c:pt idx="53">
                  <c:v>423397.93132522167</c:v>
                </c:pt>
                <c:pt idx="54">
                  <c:v>529247.414156527</c:v>
                </c:pt>
                <c:pt idx="55">
                  <c:v>423397.93132522167</c:v>
                </c:pt>
                <c:pt idx="56">
                  <c:v>529247.414156527</c:v>
                </c:pt>
                <c:pt idx="57">
                  <c:v>423397.93132522167</c:v>
                </c:pt>
                <c:pt idx="58">
                  <c:v>423397.93132522167</c:v>
                </c:pt>
                <c:pt idx="59">
                  <c:v>529247.414156527</c:v>
                </c:pt>
                <c:pt idx="60">
                  <c:v>423397.93132522167</c:v>
                </c:pt>
                <c:pt idx="61">
                  <c:v>423397.93132522167</c:v>
                </c:pt>
                <c:pt idx="62">
                  <c:v>529247.414156527</c:v>
                </c:pt>
                <c:pt idx="63">
                  <c:v>423397.93132522167</c:v>
                </c:pt>
                <c:pt idx="64">
                  <c:v>423397.93132522167</c:v>
                </c:pt>
                <c:pt idx="65">
                  <c:v>423397.93132522167</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28383.264143425837</c:v>
                </c:pt>
                <c:pt idx="1">
                  <c:v>18348.814674050318</c:v>
                </c:pt>
                <c:pt idx="2">
                  <c:v>418.2674677587006</c:v>
                </c:pt>
                <c:pt idx="3">
                  <c:v>32553.65592621587</c:v>
                </c:pt>
                <c:pt idx="4">
                  <c:v>7195.736863544166</c:v>
                </c:pt>
                <c:pt idx="5">
                  <c:v>76.54056974156065</c:v>
                </c:pt>
                <c:pt idx="6">
                  <c:v>25207.150475652066</c:v>
                </c:pt>
                <c:pt idx="7">
                  <c:v>4013.4643788921285</c:v>
                </c:pt>
                <c:pt idx="8">
                  <c:v>2867.761608613314</c:v>
                </c:pt>
                <c:pt idx="9">
                  <c:v>8059.547799447764</c:v>
                </c:pt>
                <c:pt idx="10">
                  <c:v>16356.854875663466</c:v>
                </c:pt>
                <c:pt idx="11">
                  <c:v>10188.781042687158</c:v>
                </c:pt>
                <c:pt idx="12">
                  <c:v>37011.16581628607</c:v>
                </c:pt>
                <c:pt idx="13">
                  <c:v>2785.8499174749445</c:v>
                </c:pt>
                <c:pt idx="14">
                  <c:v>13490.943269856549</c:v>
                </c:pt>
                <c:pt idx="15">
                  <c:v>13483.976702816304</c:v>
                </c:pt>
                <c:pt idx="16">
                  <c:v>35004.25611290979</c:v>
                </c:pt>
                <c:pt idx="17">
                  <c:v>493.41617830149426</c:v>
                </c:pt>
                <c:pt idx="18">
                  <c:v>9.406149114164016</c:v>
                </c:pt>
                <c:pt idx="19">
                  <c:v>14857.38547002262</c:v>
                </c:pt>
                <c:pt idx="20">
                  <c:v>10124.764675933704</c:v>
                </c:pt>
                <c:pt idx="21">
                  <c:v>27983.947064542524</c:v>
                </c:pt>
                <c:pt idx="22">
                  <c:v>29137.452656249952</c:v>
                </c:pt>
                <c:pt idx="23">
                  <c:v>27726.728608143178</c:v>
                </c:pt>
                <c:pt idx="24">
                  <c:v>9502.0977044598</c:v>
                </c:pt>
                <c:pt idx="25">
                  <c:v>776.4650537078373</c:v>
                </c:pt>
                <c:pt idx="26">
                  <c:v>7408.002213151508</c:v>
                </c:pt>
                <c:pt idx="27">
                  <c:v>301.6416777654393</c:v>
                </c:pt>
                <c:pt idx="28">
                  <c:v>5313.195124541937</c:v>
                </c:pt>
                <c:pt idx="29">
                  <c:v>17284.637903752817</c:v>
                </c:pt>
                <c:pt idx="30">
                  <c:v>21945.01753324562</c:v>
                </c:pt>
                <c:pt idx="31">
                  <c:v>20932.414208726015</c:v>
                </c:pt>
                <c:pt idx="32">
                  <c:v>14562.960893498126</c:v>
                </c:pt>
                <c:pt idx="33">
                  <c:v>11379.289355717474</c:v>
                </c:pt>
                <c:pt idx="34">
                  <c:v>540.0758706672544</c:v>
                </c:pt>
                <c:pt idx="35">
                  <c:v>18727.84992362767</c:v>
                </c:pt>
                <c:pt idx="36">
                  <c:v>45356.65840424442</c:v>
                </c:pt>
                <c:pt idx="37">
                  <c:v>32162.75926357318</c:v>
                </c:pt>
                <c:pt idx="38">
                  <c:v>43682.12297453382</c:v>
                </c:pt>
                <c:pt idx="39">
                  <c:v>27888.169087352544</c:v>
                </c:pt>
                <c:pt idx="40">
                  <c:v>21507.5360240716</c:v>
                </c:pt>
                <c:pt idx="41">
                  <c:v>6876.680219718558</c:v>
                </c:pt>
                <c:pt idx="42">
                  <c:v>35410.37318360992</c:v>
                </c:pt>
                <c:pt idx="43">
                  <c:v>22310.54058427391</c:v>
                </c:pt>
                <c:pt idx="44">
                  <c:v>560.1370257806069</c:v>
                </c:pt>
                <c:pt idx="45">
                  <c:v>6886.252560166236</c:v>
                </c:pt>
                <c:pt idx="46">
                  <c:v>17878.073669437494</c:v>
                </c:pt>
                <c:pt idx="47">
                  <c:v>1035.2452716368584</c:v>
                </c:pt>
                <c:pt idx="48">
                  <c:v>18058.626375866705</c:v>
                </c:pt>
                <c:pt idx="49">
                  <c:v>15668.078938139679</c:v>
                </c:pt>
                <c:pt idx="50">
                  <c:v>14687.361352666414</c:v>
                </c:pt>
                <c:pt idx="51">
                  <c:v>26751.244172093513</c:v>
                </c:pt>
                <c:pt idx="52">
                  <c:v>34057.408980584856</c:v>
                </c:pt>
                <c:pt idx="53">
                  <c:v>18891.106585886173</c:v>
                </c:pt>
                <c:pt idx="54">
                  <c:v>265.7590054090846</c:v>
                </c:pt>
                <c:pt idx="55">
                  <c:v>13025.331364402991</c:v>
                </c:pt>
                <c:pt idx="56">
                  <c:v>28239.323775252073</c:v>
                </c:pt>
                <c:pt idx="57">
                  <c:v>38949.55535608705</c:v>
                </c:pt>
                <c:pt idx="58">
                  <c:v>34460.13934932654</c:v>
                </c:pt>
                <c:pt idx="59">
                  <c:v>19100.835427443737</c:v>
                </c:pt>
                <c:pt idx="60">
                  <c:v>38035.33852826568</c:v>
                </c:pt>
                <c:pt idx="61">
                  <c:v>3052.091900081791</c:v>
                </c:pt>
                <c:pt idx="62">
                  <c:v>321.283162827025</c:v>
                </c:pt>
                <c:pt idx="63">
                  <c:v>36215.99225883646</c:v>
                </c:pt>
                <c:pt idx="64">
                  <c:v>10631.550938066324</c:v>
                </c:pt>
                <c:pt idx="65">
                  <c:v>364.9973657535735</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71281.5351773295</c:v>
                </c:pt>
                <c:pt idx="1">
                  <c:v>73380.515719061</c:v>
                </c:pt>
                <c:pt idx="2">
                  <c:v>65668.7002220011</c:v>
                </c:pt>
                <c:pt idx="3">
                  <c:v>169279.60639127545</c:v>
                </c:pt>
                <c:pt idx="4">
                  <c:v>91405.0687862857</c:v>
                </c:pt>
                <c:pt idx="5">
                  <c:v>44843.73443224637</c:v>
                </c:pt>
                <c:pt idx="6">
                  <c:v>16080.91897195561</c:v>
                </c:pt>
                <c:pt idx="7">
                  <c:v>9062.702414125337</c:v>
                </c:pt>
                <c:pt idx="8">
                  <c:v>9133.134507650264</c:v>
                </c:pt>
                <c:pt idx="9">
                  <c:v>99074.89109099211</c:v>
                </c:pt>
                <c:pt idx="10">
                  <c:v>138041.6998452332</c:v>
                </c:pt>
                <c:pt idx="11">
                  <c:v>45804.93721659072</c:v>
                </c:pt>
                <c:pt idx="12">
                  <c:v>30166.09123149755</c:v>
                </c:pt>
                <c:pt idx="13">
                  <c:v>8874.961697109935</c:v>
                </c:pt>
                <c:pt idx="14">
                  <c:v>99037.09548450797</c:v>
                </c:pt>
                <c:pt idx="15">
                  <c:v>122744.1334174024</c:v>
                </c:pt>
                <c:pt idx="16">
                  <c:v>80752.09850012745</c:v>
                </c:pt>
                <c:pt idx="17">
                  <c:v>119399.33078467939</c:v>
                </c:pt>
                <c:pt idx="18">
                  <c:v>232943.01962837914</c:v>
                </c:pt>
                <c:pt idx="19">
                  <c:v>113308.86731070605</c:v>
                </c:pt>
                <c:pt idx="20">
                  <c:v>114990.516036833</c:v>
                </c:pt>
                <c:pt idx="21">
                  <c:v>161058.64993306744</c:v>
                </c:pt>
                <c:pt idx="22">
                  <c:v>246908.95025424016</c:v>
                </c:pt>
                <c:pt idx="23">
                  <c:v>76310.74029991032</c:v>
                </c:pt>
                <c:pt idx="24">
                  <c:v>113644.45989444408</c:v>
                </c:pt>
                <c:pt idx="25">
                  <c:v>213710.98919369135</c:v>
                </c:pt>
                <c:pt idx="26">
                  <c:v>210766.1941532274</c:v>
                </c:pt>
                <c:pt idx="27">
                  <c:v>134723.58695836813</c:v>
                </c:pt>
                <c:pt idx="28">
                  <c:v>108856.67712779238</c:v>
                </c:pt>
                <c:pt idx="29">
                  <c:v>189203.949879613</c:v>
                </c:pt>
                <c:pt idx="30">
                  <c:v>184779.17584335088</c:v>
                </c:pt>
                <c:pt idx="31">
                  <c:v>386033.1652762074</c:v>
                </c:pt>
                <c:pt idx="32">
                  <c:v>284255.75871580874</c:v>
                </c:pt>
                <c:pt idx="33">
                  <c:v>315319.02593583846</c:v>
                </c:pt>
                <c:pt idx="34">
                  <c:v>384332.2615207328</c:v>
                </c:pt>
                <c:pt idx="35">
                  <c:v>168496.0036936617</c:v>
                </c:pt>
                <c:pt idx="36">
                  <c:v>97202.68034079167</c:v>
                </c:pt>
                <c:pt idx="37">
                  <c:v>246192.63728765727</c:v>
                </c:pt>
                <c:pt idx="38">
                  <c:v>232689.99015436176</c:v>
                </c:pt>
                <c:pt idx="39">
                  <c:v>100984.53934359924</c:v>
                </c:pt>
                <c:pt idx="40">
                  <c:v>174592.16400510268</c:v>
                </c:pt>
                <c:pt idx="41">
                  <c:v>176963.61104560614</c:v>
                </c:pt>
                <c:pt idx="42">
                  <c:v>233518.56918031216</c:v>
                </c:pt>
                <c:pt idx="43">
                  <c:v>367891.0341098242</c:v>
                </c:pt>
                <c:pt idx="44">
                  <c:v>208577.9321598919</c:v>
                </c:pt>
                <c:pt idx="45">
                  <c:v>209177.01929987568</c:v>
                </c:pt>
                <c:pt idx="46">
                  <c:v>201340.20882567856</c:v>
                </c:pt>
                <c:pt idx="47">
                  <c:v>102181.47100693859</c:v>
                </c:pt>
                <c:pt idx="48">
                  <c:v>267924.33523423236</c:v>
                </c:pt>
                <c:pt idx="49">
                  <c:v>109802.09689467515</c:v>
                </c:pt>
                <c:pt idx="50">
                  <c:v>121769.09739120558</c:v>
                </c:pt>
                <c:pt idx="51">
                  <c:v>104616.71295237563</c:v>
                </c:pt>
                <c:pt idx="52">
                  <c:v>193878.59824354877</c:v>
                </c:pt>
                <c:pt idx="53">
                  <c:v>229379.60171858425</c:v>
                </c:pt>
                <c:pt idx="54">
                  <c:v>239132.5623476634</c:v>
                </c:pt>
                <c:pt idx="55">
                  <c:v>184568.4155558011</c:v>
                </c:pt>
                <c:pt idx="56">
                  <c:v>112866.9177455602</c:v>
                </c:pt>
                <c:pt idx="57">
                  <c:v>33721.04552883392</c:v>
                </c:pt>
                <c:pt idx="58">
                  <c:v>32617.7329257984</c:v>
                </c:pt>
                <c:pt idx="59">
                  <c:v>138268.1358018026</c:v>
                </c:pt>
                <c:pt idx="60">
                  <c:v>205578.37913598842</c:v>
                </c:pt>
                <c:pt idx="61">
                  <c:v>264857.7158021222</c:v>
                </c:pt>
                <c:pt idx="62">
                  <c:v>326813.1200505706</c:v>
                </c:pt>
                <c:pt idx="63">
                  <c:v>92204.53267406288</c:v>
                </c:pt>
                <c:pt idx="64">
                  <c:v>46494.54411280753</c:v>
                </c:pt>
                <c:pt idx="65">
                  <c:v>22192.229700993634</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25382.563943929075</c:v>
                </c:pt>
                <c:pt idx="1">
                  <c:v>18152.82122730274</c:v>
                </c:pt>
                <c:pt idx="2">
                  <c:v>27246.328353790504</c:v>
                </c:pt>
                <c:pt idx="3">
                  <c:v>30911.72778189109</c:v>
                </c:pt>
                <c:pt idx="4">
                  <c:v>49917.538856155734</c:v>
                </c:pt>
                <c:pt idx="5">
                  <c:v>9014.89793184073</c:v>
                </c:pt>
                <c:pt idx="6">
                  <c:v>383.7352907437892</c:v>
                </c:pt>
                <c:pt idx="7">
                  <c:v>29764.80209080418</c:v>
                </c:pt>
                <c:pt idx="8">
                  <c:v>34561.619348707216</c:v>
                </c:pt>
                <c:pt idx="9">
                  <c:v>36165.3895830647</c:v>
                </c:pt>
                <c:pt idx="10">
                  <c:v>1269.4961661598597</c:v>
                </c:pt>
                <c:pt idx="11">
                  <c:v>14215.501193356098</c:v>
                </c:pt>
                <c:pt idx="12">
                  <c:v>27674.027129919978</c:v>
                </c:pt>
                <c:pt idx="13">
                  <c:v>15687.604435471561</c:v>
                </c:pt>
                <c:pt idx="14">
                  <c:v>47752.35806835664</c:v>
                </c:pt>
                <c:pt idx="15">
                  <c:v>60213.57240913599</c:v>
                </c:pt>
                <c:pt idx="16">
                  <c:v>45897.79220744806</c:v>
                </c:pt>
                <c:pt idx="17">
                  <c:v>31300.63361329061</c:v>
                </c:pt>
                <c:pt idx="18">
                  <c:v>10462.973431846582</c:v>
                </c:pt>
                <c:pt idx="19">
                  <c:v>4472.4177692542635</c:v>
                </c:pt>
                <c:pt idx="20">
                  <c:v>15484.440291927727</c:v>
                </c:pt>
                <c:pt idx="21">
                  <c:v>50191.490875926946</c:v>
                </c:pt>
                <c:pt idx="22">
                  <c:v>3208.869029624873</c:v>
                </c:pt>
                <c:pt idx="23">
                  <c:v>30185.690662937857</c:v>
                </c:pt>
                <c:pt idx="24">
                  <c:v>35166.97753441049</c:v>
                </c:pt>
                <c:pt idx="25">
                  <c:v>48085.82605885127</c:v>
                </c:pt>
                <c:pt idx="26">
                  <c:v>24002.63889612403</c:v>
                </c:pt>
                <c:pt idx="27">
                  <c:v>30103.630410198515</c:v>
                </c:pt>
                <c:pt idx="28">
                  <c:v>20689.215491308736</c:v>
                </c:pt>
                <c:pt idx="29">
                  <c:v>1873.9682715877389</c:v>
                </c:pt>
                <c:pt idx="30">
                  <c:v>6786.945950408227</c:v>
                </c:pt>
                <c:pt idx="31">
                  <c:v>19958.296319006273</c:v>
                </c:pt>
                <c:pt idx="32">
                  <c:v>12893.20977704732</c:v>
                </c:pt>
                <c:pt idx="33">
                  <c:v>52385.62787473465</c:v>
                </c:pt>
                <c:pt idx="34">
                  <c:v>16557.74023942272</c:v>
                </c:pt>
                <c:pt idx="35">
                  <c:v>30220.7649827848</c:v>
                </c:pt>
                <c:pt idx="36">
                  <c:v>39423.787136069506</c:v>
                </c:pt>
                <c:pt idx="37">
                  <c:v>36907.538005545844</c:v>
                </c:pt>
                <c:pt idx="38">
                  <c:v>41235.16933921423</c:v>
                </c:pt>
                <c:pt idx="39">
                  <c:v>42008.51482617919</c:v>
                </c:pt>
                <c:pt idx="40">
                  <c:v>23242.760322210008</c:v>
                </c:pt>
                <c:pt idx="41">
                  <c:v>10491.442893980855</c:v>
                </c:pt>
                <c:pt idx="42">
                  <c:v>43958.26535341094</c:v>
                </c:pt>
                <c:pt idx="43">
                  <c:v>30734.51715001555</c:v>
                </c:pt>
                <c:pt idx="44">
                  <c:v>14007.95658826249</c:v>
                </c:pt>
                <c:pt idx="45">
                  <c:v>52629.95468106459</c:v>
                </c:pt>
                <c:pt idx="46">
                  <c:v>25960.068280759093</c:v>
                </c:pt>
                <c:pt idx="47">
                  <c:v>828.381741117179</c:v>
                </c:pt>
                <c:pt idx="48">
                  <c:v>22133.97770015615</c:v>
                </c:pt>
                <c:pt idx="49">
                  <c:v>34590.861629063205</c:v>
                </c:pt>
                <c:pt idx="50">
                  <c:v>15554.63501243708</c:v>
                </c:pt>
                <c:pt idx="51">
                  <c:v>67377.51979350418</c:v>
                </c:pt>
                <c:pt idx="52">
                  <c:v>27237.71565065176</c:v>
                </c:pt>
                <c:pt idx="53">
                  <c:v>22276.03182465187</c:v>
                </c:pt>
                <c:pt idx="54">
                  <c:v>25660.06977472489</c:v>
                </c:pt>
                <c:pt idx="55">
                  <c:v>40.68783218537809</c:v>
                </c:pt>
                <c:pt idx="56">
                  <c:v>1159.0477659972812</c:v>
                </c:pt>
                <c:pt idx="57">
                  <c:v>11520.557038531995</c:v>
                </c:pt>
                <c:pt idx="58">
                  <c:v>49913.450173470905</c:v>
                </c:pt>
                <c:pt idx="59">
                  <c:v>58517.705560937946</c:v>
                </c:pt>
                <c:pt idx="60">
                  <c:v>57819.34780229826</c:v>
                </c:pt>
                <c:pt idx="61">
                  <c:v>38588.10444959273</c:v>
                </c:pt>
                <c:pt idx="62">
                  <c:v>18391.09136931551</c:v>
                </c:pt>
                <c:pt idx="63">
                  <c:v>53309.068093222726</c:v>
                </c:pt>
                <c:pt idx="64">
                  <c:v>18574.192725831097</c:v>
                </c:pt>
                <c:pt idx="65">
                  <c:v>1263.1728012470628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7434.2279837309925</c:v>
                </c:pt>
                <c:pt idx="1">
                  <c:v>17898.74559357571</c:v>
                </c:pt>
                <c:pt idx="2">
                  <c:v>10690.696964916222</c:v>
                </c:pt>
                <c:pt idx="3">
                  <c:v>6785.146801246842</c:v>
                </c:pt>
                <c:pt idx="4">
                  <c:v>125.9709220262822</c:v>
                </c:pt>
                <c:pt idx="5">
                  <c:v>12004.25449055993</c:v>
                </c:pt>
                <c:pt idx="6">
                  <c:v>4984.495267486501</c:v>
                </c:pt>
                <c:pt idx="7">
                  <c:v>147.85851689102645</c:v>
                </c:pt>
                <c:pt idx="8">
                  <c:v>21411.500754015284</c:v>
                </c:pt>
                <c:pt idx="9">
                  <c:v>482.10332826308706</c:v>
                </c:pt>
                <c:pt idx="10">
                  <c:v>9096.276249011313</c:v>
                </c:pt>
                <c:pt idx="11">
                  <c:v>6917.267359699144</c:v>
                </c:pt>
                <c:pt idx="12">
                  <c:v>21415.913751075648</c:v>
                </c:pt>
                <c:pt idx="13">
                  <c:v>368.33357716916953</c:v>
                </c:pt>
                <c:pt idx="14">
                  <c:v>2140.5639087225422</c:v>
                </c:pt>
                <c:pt idx="15">
                  <c:v>12821.6473978399</c:v>
                </c:pt>
                <c:pt idx="16">
                  <c:v>30411.465707758318</c:v>
                </c:pt>
                <c:pt idx="17">
                  <c:v>15170.029880332233</c:v>
                </c:pt>
                <c:pt idx="18">
                  <c:v>14433.658204607607</c:v>
                </c:pt>
                <c:pt idx="19">
                  <c:v>2051.078336771164</c:v>
                </c:pt>
                <c:pt idx="20">
                  <c:v>11754.17553496726</c:v>
                </c:pt>
                <c:pt idx="21">
                  <c:v>5390.859986171935</c:v>
                </c:pt>
                <c:pt idx="22">
                  <c:v>16633.387671884306</c:v>
                </c:pt>
                <c:pt idx="23">
                  <c:v>200.24914171746875</c:v>
                </c:pt>
                <c:pt idx="24">
                  <c:v>178.61628602964004</c:v>
                </c:pt>
                <c:pt idx="25">
                  <c:v>702.1462900013842</c:v>
                </c:pt>
                <c:pt idx="26">
                  <c:v>11687.453146534972</c:v>
                </c:pt>
                <c:pt idx="27">
                  <c:v>6638.635884058203</c:v>
                </c:pt>
                <c:pt idx="28">
                  <c:v>443.4847399243396</c:v>
                </c:pt>
                <c:pt idx="29">
                  <c:v>26421.187592723512</c:v>
                </c:pt>
                <c:pt idx="30">
                  <c:v>15980.338789141912</c:v>
                </c:pt>
                <c:pt idx="31">
                  <c:v>14040.111621856076</c:v>
                </c:pt>
                <c:pt idx="32">
                  <c:v>2390.7725453117428</c:v>
                </c:pt>
                <c:pt idx="33">
                  <c:v>2449.862015805432</c:v>
                </c:pt>
                <c:pt idx="34">
                  <c:v>111.84302662957693</c:v>
                </c:pt>
                <c:pt idx="35">
                  <c:v>22206.60796923704</c:v>
                </c:pt>
                <c:pt idx="36">
                  <c:v>18541.0268842689</c:v>
                </c:pt>
                <c:pt idx="37">
                  <c:v>9629.84330806488</c:v>
                </c:pt>
                <c:pt idx="38">
                  <c:v>10639.508798527713</c:v>
                </c:pt>
                <c:pt idx="39">
                  <c:v>12913.052992312498</c:v>
                </c:pt>
                <c:pt idx="40">
                  <c:v>117.18518463313644</c:v>
                </c:pt>
                <c:pt idx="41">
                  <c:v>269.9090400118095</c:v>
                </c:pt>
                <c:pt idx="42">
                  <c:v>9105.632074802292</c:v>
                </c:pt>
                <c:pt idx="43">
                  <c:v>19505.723817954236</c:v>
                </c:pt>
                <c:pt idx="44">
                  <c:v>92.33841366486637</c:v>
                </c:pt>
                <c:pt idx="45">
                  <c:v>24704.505606440638</c:v>
                </c:pt>
                <c:pt idx="46">
                  <c:v>5479.137224583748</c:v>
                </c:pt>
                <c:pt idx="47">
                  <c:v>14007.034251874871</c:v>
                </c:pt>
                <c:pt idx="48">
                  <c:v>13617.400408718884</c:v>
                </c:pt>
                <c:pt idx="49">
                  <c:v>4926.875237042489</c:v>
                </c:pt>
                <c:pt idx="50">
                  <c:v>167.52382303385508</c:v>
                </c:pt>
                <c:pt idx="51">
                  <c:v>7570.467058978923</c:v>
                </c:pt>
                <c:pt idx="52">
                  <c:v>22740.230921651982</c:v>
                </c:pt>
                <c:pt idx="53">
                  <c:v>108.89645033508877</c:v>
                </c:pt>
                <c:pt idx="54">
                  <c:v>10803.548952860316</c:v>
                </c:pt>
                <c:pt idx="55">
                  <c:v>14152.805193755607</c:v>
                </c:pt>
                <c:pt idx="56">
                  <c:v>8937.124704697195</c:v>
                </c:pt>
                <c:pt idx="57">
                  <c:v>68.14551744589146</c:v>
                </c:pt>
                <c:pt idx="58">
                  <c:v>313.40058227059484</c:v>
                </c:pt>
                <c:pt idx="59">
                  <c:v>14202.256943097118</c:v>
                </c:pt>
                <c:pt idx="60">
                  <c:v>24302.16132815446</c:v>
                </c:pt>
                <c:pt idx="61">
                  <c:v>22548.708580286624</c:v>
                </c:pt>
                <c:pt idx="62">
                  <c:v>29240.46878551143</c:v>
                </c:pt>
                <c:pt idx="63">
                  <c:v>8846.856392646792</c:v>
                </c:pt>
                <c:pt idx="64">
                  <c:v>7529.045386817349</c:v>
                </c:pt>
                <c:pt idx="65">
                  <c:v>18900.05329402233</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854.8545462371158</c:v>
                </c:pt>
                <c:pt idx="1">
                  <c:v>12011.60527291513</c:v>
                </c:pt>
                <c:pt idx="2">
                  <c:v>7067.041623963277</c:v>
                </c:pt>
                <c:pt idx="3">
                  <c:v>22.680546286203793</c:v>
                </c:pt>
                <c:pt idx="4">
                  <c:v>22846.272317935684</c:v>
                </c:pt>
                <c:pt idx="5">
                  <c:v>16178.492340058627</c:v>
                </c:pt>
                <c:pt idx="6">
                  <c:v>6747.280576614035</c:v>
                </c:pt>
                <c:pt idx="7">
                  <c:v>593.8506213464754</c:v>
                </c:pt>
                <c:pt idx="8">
                  <c:v>35444.89107041448</c:v>
                </c:pt>
                <c:pt idx="9">
                  <c:v>17604.91243312251</c:v>
                </c:pt>
                <c:pt idx="10">
                  <c:v>14045.577845569558</c:v>
                </c:pt>
                <c:pt idx="11">
                  <c:v>104.01393930054263</c:v>
                </c:pt>
                <c:pt idx="12">
                  <c:v>19412.091279249875</c:v>
                </c:pt>
                <c:pt idx="13">
                  <c:v>7803.971178334534</c:v>
                </c:pt>
                <c:pt idx="14">
                  <c:v>34556.50614341048</c:v>
                </c:pt>
                <c:pt idx="15">
                  <c:v>21963.19137086879</c:v>
                </c:pt>
                <c:pt idx="16">
                  <c:v>36274.11246155614</c:v>
                </c:pt>
                <c:pt idx="17">
                  <c:v>594.118352361531</c:v>
                </c:pt>
                <c:pt idx="18">
                  <c:v>17829.823995831277</c:v>
                </c:pt>
                <c:pt idx="19">
                  <c:v>19913.89526376901</c:v>
                </c:pt>
                <c:pt idx="20">
                  <c:v>623.9262281148989</c:v>
                </c:pt>
                <c:pt idx="21">
                  <c:v>14744.381053072644</c:v>
                </c:pt>
                <c:pt idx="22">
                  <c:v>16563.367473480117</c:v>
                </c:pt>
                <c:pt idx="23">
                  <c:v>3909.8372713092103</c:v>
                </c:pt>
                <c:pt idx="24">
                  <c:v>10556.207239628491</c:v>
                </c:pt>
                <c:pt idx="25">
                  <c:v>65.69663102601797</c:v>
                </c:pt>
                <c:pt idx="26">
                  <c:v>293.0531391423309</c:v>
                </c:pt>
                <c:pt idx="27">
                  <c:v>14799.253414148312</c:v>
                </c:pt>
                <c:pt idx="28">
                  <c:v>15309.400977576926</c:v>
                </c:pt>
                <c:pt idx="29">
                  <c:v>2894.477565079654</c:v>
                </c:pt>
                <c:pt idx="30">
                  <c:v>7412.205845125934</c:v>
                </c:pt>
                <c:pt idx="31">
                  <c:v>21949.01016722474</c:v>
                </c:pt>
                <c:pt idx="32">
                  <c:v>18385.008490018266</c:v>
                </c:pt>
                <c:pt idx="33">
                  <c:v>10498.082063238044</c:v>
                </c:pt>
                <c:pt idx="34">
                  <c:v>9744.341555501784</c:v>
                </c:pt>
                <c:pt idx="35">
                  <c:v>17275.069908763675</c:v>
                </c:pt>
                <c:pt idx="36">
                  <c:v>18952.53116693264</c:v>
                </c:pt>
                <c:pt idx="37">
                  <c:v>50.58965519607161</c:v>
                </c:pt>
                <c:pt idx="38">
                  <c:v>37150.87027634788</c:v>
                </c:pt>
                <c:pt idx="39">
                  <c:v>9603.336764377535</c:v>
                </c:pt>
                <c:pt idx="40">
                  <c:v>20400.59593322261</c:v>
                </c:pt>
                <c:pt idx="41">
                  <c:v>14708.545102835727</c:v>
                </c:pt>
                <c:pt idx="42">
                  <c:v>30414.578777207764</c:v>
                </c:pt>
                <c:pt idx="43">
                  <c:v>1695.024678004365</c:v>
                </c:pt>
                <c:pt idx="44">
                  <c:v>9240.633648040715</c:v>
                </c:pt>
                <c:pt idx="45">
                  <c:v>21854.554454937825</c:v>
                </c:pt>
                <c:pt idx="46">
                  <c:v>16221.316470860666</c:v>
                </c:pt>
                <c:pt idx="47">
                  <c:v>553.5949045603498</c:v>
                </c:pt>
                <c:pt idx="48">
                  <c:v>29115.33739308054</c:v>
                </c:pt>
                <c:pt idx="49">
                  <c:v>9554.392209605308</c:v>
                </c:pt>
                <c:pt idx="50">
                  <c:v>21087.789719864246</c:v>
                </c:pt>
                <c:pt idx="51">
                  <c:v>26981.693531977813</c:v>
                </c:pt>
                <c:pt idx="52">
                  <c:v>39563.357500003134</c:v>
                </c:pt>
                <c:pt idx="53">
                  <c:v>30704.966465457273</c:v>
                </c:pt>
                <c:pt idx="54">
                  <c:v>17144.84200103221</c:v>
                </c:pt>
                <c:pt idx="55">
                  <c:v>26578.143535874904</c:v>
                </c:pt>
                <c:pt idx="56">
                  <c:v>12990.403540202562</c:v>
                </c:pt>
                <c:pt idx="57">
                  <c:v>554.9104480746247</c:v>
                </c:pt>
                <c:pt idx="58">
                  <c:v>678.9303574974601</c:v>
                </c:pt>
                <c:pt idx="59">
                  <c:v>0.08651879940166073</c:v>
                </c:pt>
                <c:pt idx="60">
                  <c:v>9292.076169324951</c:v>
                </c:pt>
                <c:pt idx="61">
                  <c:v>19149.78001848804</c:v>
                </c:pt>
                <c:pt idx="62">
                  <c:v>24344.307984853636</c:v>
                </c:pt>
                <c:pt idx="63">
                  <c:v>723.0754110420069</c:v>
                </c:pt>
                <c:pt idx="64">
                  <c:v>28498.664610464788</c:v>
                </c:pt>
                <c:pt idx="65">
                  <c:v>24283.446513480478</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2707.5824662955874</c:v>
                </c:pt>
                <c:pt idx="1">
                  <c:v>4093.2214042386754</c:v>
                </c:pt>
                <c:pt idx="2">
                  <c:v>12374.98512828835</c:v>
                </c:pt>
                <c:pt idx="3">
                  <c:v>34763.4756452723</c:v>
                </c:pt>
                <c:pt idx="4">
                  <c:v>4061.366444063581</c:v>
                </c:pt>
                <c:pt idx="5">
                  <c:v>35885.02069357656</c:v>
                </c:pt>
                <c:pt idx="6">
                  <c:v>3413.006915951859</c:v>
                </c:pt>
                <c:pt idx="7">
                  <c:v>64554.16020944555</c:v>
                </c:pt>
                <c:pt idx="8">
                  <c:v>28848.193963892005</c:v>
                </c:pt>
                <c:pt idx="9">
                  <c:v>34518.89912786912</c:v>
                </c:pt>
                <c:pt idx="10">
                  <c:v>51984.969702616334</c:v>
                </c:pt>
                <c:pt idx="11">
                  <c:v>23692.495192794053</c:v>
                </c:pt>
                <c:pt idx="12">
                  <c:v>85127.68745849805</c:v>
                </c:pt>
                <c:pt idx="13">
                  <c:v>7453.44284250559</c:v>
                </c:pt>
                <c:pt idx="14">
                  <c:v>3359.981925366319</c:v>
                </c:pt>
                <c:pt idx="15">
                  <c:v>13729.605740259765</c:v>
                </c:pt>
                <c:pt idx="16">
                  <c:v>58290.91231789678</c:v>
                </c:pt>
                <c:pt idx="17">
                  <c:v>24458.251392352453</c:v>
                </c:pt>
                <c:pt idx="18">
                  <c:v>32699.96159338792</c:v>
                </c:pt>
                <c:pt idx="19">
                  <c:v>38542.029394831145</c:v>
                </c:pt>
                <c:pt idx="20">
                  <c:v>24689.718539407913</c:v>
                </c:pt>
                <c:pt idx="21">
                  <c:v>30464.21711424587</c:v>
                </c:pt>
                <c:pt idx="22">
                  <c:v>20820.474857300196</c:v>
                </c:pt>
                <c:pt idx="23">
                  <c:v>3620.4928831671136</c:v>
                </c:pt>
                <c:pt idx="24">
                  <c:v>47805.26111112625</c:v>
                </c:pt>
                <c:pt idx="25">
                  <c:v>32776.42824208517</c:v>
                </c:pt>
                <c:pt idx="26">
                  <c:v>37417.52045915694</c:v>
                </c:pt>
                <c:pt idx="27">
                  <c:v>3398.8048388858733</c:v>
                </c:pt>
                <c:pt idx="28">
                  <c:v>30604.415354229484</c:v>
                </c:pt>
                <c:pt idx="29">
                  <c:v>69287.99232238342</c:v>
                </c:pt>
                <c:pt idx="30">
                  <c:v>17289.21786251615</c:v>
                </c:pt>
                <c:pt idx="31">
                  <c:v>53695.28198542928</c:v>
                </c:pt>
                <c:pt idx="32">
                  <c:v>61286.37534235013</c:v>
                </c:pt>
                <c:pt idx="33">
                  <c:v>61985.116901425085</c:v>
                </c:pt>
                <c:pt idx="34">
                  <c:v>44877.42494609667</c:v>
                </c:pt>
                <c:pt idx="35">
                  <c:v>61951.30649145892</c:v>
                </c:pt>
                <c:pt idx="36">
                  <c:v>20018.194537744155</c:v>
                </c:pt>
                <c:pt idx="37">
                  <c:v>2172.2601951775814</c:v>
                </c:pt>
                <c:pt idx="38">
                  <c:v>4915.767954434868</c:v>
                </c:pt>
                <c:pt idx="39">
                  <c:v>17753.542163166618</c:v>
                </c:pt>
                <c:pt idx="40">
                  <c:v>34632.611357180256</c:v>
                </c:pt>
                <c:pt idx="41">
                  <c:v>38376.6584935091</c:v>
                </c:pt>
                <c:pt idx="42">
                  <c:v>62511.83896277429</c:v>
                </c:pt>
                <c:pt idx="43">
                  <c:v>54626.20190913878</c:v>
                </c:pt>
                <c:pt idx="44">
                  <c:v>12976.236978540772</c:v>
                </c:pt>
                <c:pt idx="45">
                  <c:v>60805.174290882474</c:v>
                </c:pt>
                <c:pt idx="46">
                  <c:v>66336.13062765331</c:v>
                </c:pt>
                <c:pt idx="47">
                  <c:v>4323.698397756141</c:v>
                </c:pt>
                <c:pt idx="48">
                  <c:v>2345.1393229648193</c:v>
                </c:pt>
                <c:pt idx="49">
                  <c:v>2776.772111707714</c:v>
                </c:pt>
                <c:pt idx="50">
                  <c:v>56264.616806543185</c:v>
                </c:pt>
                <c:pt idx="51">
                  <c:v>10739.564086485741</c:v>
                </c:pt>
                <c:pt idx="52">
                  <c:v>1199.2656161857258</c:v>
                </c:pt>
                <c:pt idx="53">
                  <c:v>93239.43851939456</c:v>
                </c:pt>
                <c:pt idx="54">
                  <c:v>50742.566084016784</c:v>
                </c:pt>
                <c:pt idx="55">
                  <c:v>31237.597331052475</c:v>
                </c:pt>
                <c:pt idx="56">
                  <c:v>29869.796411810006</c:v>
                </c:pt>
                <c:pt idx="57">
                  <c:v>85444.78031990257</c:v>
                </c:pt>
                <c:pt idx="58">
                  <c:v>18209.83105827296</c:v>
                </c:pt>
                <c:pt idx="59">
                  <c:v>72117.49863924898</c:v>
                </c:pt>
                <c:pt idx="60">
                  <c:v>88412.41013442044</c:v>
                </c:pt>
                <c:pt idx="61">
                  <c:v>96497.31326552256</c:v>
                </c:pt>
                <c:pt idx="62">
                  <c:v>118178.19001430186</c:v>
                </c:pt>
                <c:pt idx="63">
                  <c:v>45857.41287124027</c:v>
                </c:pt>
                <c:pt idx="64">
                  <c:v>87578.07024115005</c:v>
                </c:pt>
                <c:pt idx="65">
                  <c:v>21938.00494446136</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5877.30788885593</c:v>
                </c:pt>
                <c:pt idx="1">
                  <c:v>4704.925596657822</c:v>
                </c:pt>
                <c:pt idx="2">
                  <c:v>46358.55277608525</c:v>
                </c:pt>
                <c:pt idx="3">
                  <c:v>23238.803484952852</c:v>
                </c:pt>
                <c:pt idx="4">
                  <c:v>5960.19179078856</c:v>
                </c:pt>
                <c:pt idx="5">
                  <c:v>62783.556572147616</c:v>
                </c:pt>
                <c:pt idx="6">
                  <c:v>19966.676063644707</c:v>
                </c:pt>
                <c:pt idx="7">
                  <c:v>38995.497181863306</c:v>
                </c:pt>
                <c:pt idx="8">
                  <c:v>6200.364993257754</c:v>
                </c:pt>
                <c:pt idx="9">
                  <c:v>57781.69550215338</c:v>
                </c:pt>
                <c:pt idx="10">
                  <c:v>66935.87476612683</c:v>
                </c:pt>
                <c:pt idx="11">
                  <c:v>18389.493352147972</c:v>
                </c:pt>
                <c:pt idx="12">
                  <c:v>6853.330896051779</c:v>
                </c:pt>
                <c:pt idx="13">
                  <c:v>47260.26014906222</c:v>
                </c:pt>
                <c:pt idx="14">
                  <c:v>37351.55851162931</c:v>
                </c:pt>
                <c:pt idx="15">
                  <c:v>6029.860150801252</c:v>
                </c:pt>
                <c:pt idx="16">
                  <c:v>65390.04439809321</c:v>
                </c:pt>
                <c:pt idx="17">
                  <c:v>5127.15794176344</c:v>
                </c:pt>
                <c:pt idx="18">
                  <c:v>25945.17537414899</c:v>
                </c:pt>
                <c:pt idx="19">
                  <c:v>36340.207997388214</c:v>
                </c:pt>
                <c:pt idx="20">
                  <c:v>7671.814056233379</c:v>
                </c:pt>
                <c:pt idx="21">
                  <c:v>47539.71988880343</c:v>
                </c:pt>
                <c:pt idx="22">
                  <c:v>57262.47144294864</c:v>
                </c:pt>
                <c:pt idx="23">
                  <c:v>27843.549756227796</c:v>
                </c:pt>
                <c:pt idx="24">
                  <c:v>7765.095953091991</c:v>
                </c:pt>
                <c:pt idx="25">
                  <c:v>8044.20145884618</c:v>
                </c:pt>
                <c:pt idx="26">
                  <c:v>6814.801552975787</c:v>
                </c:pt>
                <c:pt idx="27">
                  <c:v>38997.42886351563</c:v>
                </c:pt>
                <c:pt idx="28">
                  <c:v>8415.77735120379</c:v>
                </c:pt>
                <c:pt idx="29">
                  <c:v>83012.51406847952</c:v>
                </c:pt>
                <c:pt idx="30">
                  <c:v>53342.942495395764</c:v>
                </c:pt>
                <c:pt idx="31">
                  <c:v>30911.882760763143</c:v>
                </c:pt>
                <c:pt idx="32">
                  <c:v>17269.92379857159</c:v>
                </c:pt>
                <c:pt idx="33">
                  <c:v>6892.891842640348</c:v>
                </c:pt>
                <c:pt idx="34">
                  <c:v>42824.99529576159</c:v>
                </c:pt>
                <c:pt idx="35">
                  <c:v>75725.02845702578</c:v>
                </c:pt>
                <c:pt idx="36">
                  <c:v>75515.1187481684</c:v>
                </c:pt>
                <c:pt idx="37">
                  <c:v>47130.540739517164</c:v>
                </c:pt>
                <c:pt idx="38">
                  <c:v>107309.31064999563</c:v>
                </c:pt>
                <c:pt idx="39">
                  <c:v>89888.06304782716</c:v>
                </c:pt>
                <c:pt idx="40">
                  <c:v>31744.04102955475</c:v>
                </c:pt>
                <c:pt idx="41">
                  <c:v>41778.909650092275</c:v>
                </c:pt>
                <c:pt idx="42">
                  <c:v>16871.700466438782</c:v>
                </c:pt>
                <c:pt idx="43">
                  <c:v>32272.850150425777</c:v>
                </c:pt>
                <c:pt idx="44">
                  <c:v>73315.82067766858</c:v>
                </c:pt>
                <c:pt idx="45">
                  <c:v>15242.35896789543</c:v>
                </c:pt>
                <c:pt idx="46">
                  <c:v>6881.348162102777</c:v>
                </c:pt>
                <c:pt idx="47">
                  <c:v>6051.859787256319</c:v>
                </c:pt>
                <c:pt idx="48">
                  <c:v>26338.84044373436</c:v>
                </c:pt>
                <c:pt idx="49">
                  <c:v>85470.47424193536</c:v>
                </c:pt>
                <c:pt idx="50">
                  <c:v>20719.39388542188</c:v>
                </c:pt>
                <c:pt idx="51">
                  <c:v>7292.070449371633</c:v>
                </c:pt>
                <c:pt idx="52">
                  <c:v>7489.67394862709</c:v>
                </c:pt>
                <c:pt idx="53">
                  <c:v>36804.56973934613</c:v>
                </c:pt>
                <c:pt idx="54">
                  <c:v>10380.818050540725</c:v>
                </c:pt>
                <c:pt idx="55">
                  <c:v>6072.627373338142</c:v>
                </c:pt>
                <c:pt idx="56">
                  <c:v>8875.69476163156</c:v>
                </c:pt>
                <c:pt idx="57">
                  <c:v>51647.17030496932</c:v>
                </c:pt>
                <c:pt idx="58">
                  <c:v>54811.34150553855</c:v>
                </c:pt>
                <c:pt idx="59">
                  <c:v>27154.77751673517</c:v>
                </c:pt>
                <c:pt idx="60">
                  <c:v>7732.334475333306</c:v>
                </c:pt>
                <c:pt idx="61">
                  <c:v>59506.884366475526</c:v>
                </c:pt>
                <c:pt idx="62">
                  <c:v>20697.684777834642</c:v>
                </c:pt>
                <c:pt idx="63">
                  <c:v>38398.299873507756</c:v>
                </c:pt>
                <c:pt idx="64">
                  <c:v>47020.81221332418</c:v>
                </c:pt>
                <c:pt idx="65">
                  <c:v>50339.469017994146</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11478.237905891312</c:v>
                </c:pt>
                <c:pt idx="1">
                  <c:v>35196.297587477544</c:v>
                </c:pt>
                <c:pt idx="2">
                  <c:v>40869.360449050255</c:v>
                </c:pt>
                <c:pt idx="3">
                  <c:v>13338.70534862193</c:v>
                </c:pt>
                <c:pt idx="4">
                  <c:v>5714.552812700025</c:v>
                </c:pt>
                <c:pt idx="5">
                  <c:v>38829.03629392168</c:v>
                </c:pt>
                <c:pt idx="6">
                  <c:v>38675.79253395588</c:v>
                </c:pt>
                <c:pt idx="7">
                  <c:v>40372.694067642165</c:v>
                </c:pt>
                <c:pt idx="8">
                  <c:v>60632.105499923215</c:v>
                </c:pt>
                <c:pt idx="9">
                  <c:v>35649.7981871312</c:v>
                </c:pt>
                <c:pt idx="10">
                  <c:v>28232.319142231565</c:v>
                </c:pt>
                <c:pt idx="11">
                  <c:v>22953.102556593647</c:v>
                </c:pt>
                <c:pt idx="12">
                  <c:v>74917.70356612134</c:v>
                </c:pt>
                <c:pt idx="13">
                  <c:v>46694.436576371416</c:v>
                </c:pt>
                <c:pt idx="14">
                  <c:v>91163.64915302469</c:v>
                </c:pt>
                <c:pt idx="15">
                  <c:v>23663.049384966245</c:v>
                </c:pt>
                <c:pt idx="16">
                  <c:v>47650.76191095027</c:v>
                </c:pt>
                <c:pt idx="17">
                  <c:v>37364.95721176268</c:v>
                </c:pt>
                <c:pt idx="18">
                  <c:v>35874.62323813399</c:v>
                </c:pt>
                <c:pt idx="19">
                  <c:v>36129.200985342904</c:v>
                </c:pt>
                <c:pt idx="20">
                  <c:v>48321.91107354275</c:v>
                </c:pt>
                <c:pt idx="21">
                  <c:v>79625.74572624183</c:v>
                </c:pt>
                <c:pt idx="22">
                  <c:v>67737.81133593636</c:v>
                </c:pt>
                <c:pt idx="23">
                  <c:v>42980.06609644761</c:v>
                </c:pt>
                <c:pt idx="24">
                  <c:v>64385.23805991543</c:v>
                </c:pt>
                <c:pt idx="25">
                  <c:v>77980.80993606475</c:v>
                </c:pt>
                <c:pt idx="26">
                  <c:v>53681.664484438705</c:v>
                </c:pt>
                <c:pt idx="27">
                  <c:v>38668.88141110406</c:v>
                </c:pt>
                <c:pt idx="28">
                  <c:v>57629.22388650371</c:v>
                </c:pt>
                <c:pt idx="29">
                  <c:v>77576.11038076162</c:v>
                </c:pt>
                <c:pt idx="30">
                  <c:v>61809.47495383964</c:v>
                </c:pt>
                <c:pt idx="31">
                  <c:v>44384.02791129798</c:v>
                </c:pt>
                <c:pt idx="32">
                  <c:v>35310.20852214923</c:v>
                </c:pt>
                <c:pt idx="33">
                  <c:v>13905.539695163501</c:v>
                </c:pt>
                <c:pt idx="34">
                  <c:v>22393.87802435685</c:v>
                </c:pt>
                <c:pt idx="35">
                  <c:v>16502.67049025162</c:v>
                </c:pt>
                <c:pt idx="36">
                  <c:v>12928.711082380312</c:v>
                </c:pt>
                <c:pt idx="37">
                  <c:v>7144.403475613555</c:v>
                </c:pt>
                <c:pt idx="38">
                  <c:v>31767.12164575611</c:v>
                </c:pt>
                <c:pt idx="39">
                  <c:v>12140.289964770527</c:v>
                </c:pt>
                <c:pt idx="40">
                  <c:v>11929.83373693937</c:v>
                </c:pt>
                <c:pt idx="41">
                  <c:v>45804.5162831137</c:v>
                </c:pt>
                <c:pt idx="42">
                  <c:v>63444.66836914543</c:v>
                </c:pt>
                <c:pt idx="43">
                  <c:v>36482.17219760071</c:v>
                </c:pt>
                <c:pt idx="44">
                  <c:v>21754.79852515505</c:v>
                </c:pt>
                <c:pt idx="45">
                  <c:v>35223.77600088987</c:v>
                </c:pt>
                <c:pt idx="46">
                  <c:v>22511.455771385776</c:v>
                </c:pt>
                <c:pt idx="47">
                  <c:v>36683.95125036849</c:v>
                </c:pt>
                <c:pt idx="48">
                  <c:v>39541.026377474984</c:v>
                </c:pt>
                <c:pt idx="49">
                  <c:v>30412.229503113325</c:v>
                </c:pt>
                <c:pt idx="50">
                  <c:v>26885.441397102222</c:v>
                </c:pt>
                <c:pt idx="51">
                  <c:v>36040.78955161333</c:v>
                </c:pt>
                <c:pt idx="52">
                  <c:v>61958.94695505447</c:v>
                </c:pt>
                <c:pt idx="53">
                  <c:v>47180.46657129747</c:v>
                </c:pt>
                <c:pt idx="54">
                  <c:v>41205.52659561152</c:v>
                </c:pt>
                <c:pt idx="55">
                  <c:v>31505.786120231856</c:v>
                </c:pt>
                <c:pt idx="56">
                  <c:v>68713.93560583759</c:v>
                </c:pt>
                <c:pt idx="57">
                  <c:v>42923.20065815728</c:v>
                </c:pt>
                <c:pt idx="58">
                  <c:v>79169.34971276406</c:v>
                </c:pt>
                <c:pt idx="59">
                  <c:v>84191.02396891023</c:v>
                </c:pt>
                <c:pt idx="60">
                  <c:v>73494.29501062473</c:v>
                </c:pt>
                <c:pt idx="61">
                  <c:v>52545.27284845606</c:v>
                </c:pt>
                <c:pt idx="62">
                  <c:v>52033.73884733718</c:v>
                </c:pt>
                <c:pt idx="63">
                  <c:v>50904.267038346865</c:v>
                </c:pt>
                <c:pt idx="64">
                  <c:v>43680.254768788865</c:v>
                </c:pt>
                <c:pt idx="65">
                  <c:v>21296.81349146667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7215.495307277222</c:v>
                </c:pt>
                <c:pt idx="1">
                  <c:v>4112.050114370627</c:v>
                </c:pt>
                <c:pt idx="2">
                  <c:v>3789.778367084228</c:v>
                </c:pt>
                <c:pt idx="3">
                  <c:v>3070.312426786186</c:v>
                </c:pt>
                <c:pt idx="4">
                  <c:v>8717.454270483906</c:v>
                </c:pt>
                <c:pt idx="5">
                  <c:v>3559.5930124605015</c:v>
                </c:pt>
                <c:pt idx="6">
                  <c:v>5750.320405563878</c:v>
                </c:pt>
                <c:pt idx="7">
                  <c:v>4595.410715461716</c:v>
                </c:pt>
                <c:pt idx="8">
                  <c:v>218.0255792377326</c:v>
                </c:pt>
                <c:pt idx="9">
                  <c:v>2703.8233136570625</c:v>
                </c:pt>
                <c:pt idx="10">
                  <c:v>1600.0381746940375</c:v>
                </c:pt>
                <c:pt idx="11">
                  <c:v>853.7221273479339</c:v>
                </c:pt>
                <c:pt idx="12">
                  <c:v>5726.815143996957</c:v>
                </c:pt>
                <c:pt idx="13">
                  <c:v>4149.838286683609</c:v>
                </c:pt>
                <c:pt idx="14">
                  <c:v>8829.833213149328</c:v>
                </c:pt>
                <c:pt idx="15">
                  <c:v>8712.437885611433</c:v>
                </c:pt>
                <c:pt idx="16">
                  <c:v>7658.219324260101</c:v>
                </c:pt>
                <c:pt idx="17">
                  <c:v>7279.6810755560855</c:v>
                </c:pt>
                <c:pt idx="18">
                  <c:v>8221.550908048463</c:v>
                </c:pt>
                <c:pt idx="19">
                  <c:v>6099.627835159194</c:v>
                </c:pt>
                <c:pt idx="20">
                  <c:v>5650.5599941003375</c:v>
                </c:pt>
                <c:pt idx="21">
                  <c:v>7748.943119252603</c:v>
                </c:pt>
                <c:pt idx="22">
                  <c:v>14726.848705439856</c:v>
                </c:pt>
                <c:pt idx="23">
                  <c:v>12084.990000457292</c:v>
                </c:pt>
                <c:pt idx="24">
                  <c:v>591.7497606655335</c:v>
                </c:pt>
                <c:pt idx="25">
                  <c:v>9218.330277596635</c:v>
                </c:pt>
                <c:pt idx="26">
                  <c:v>3073.591031530057</c:v>
                </c:pt>
                <c:pt idx="27">
                  <c:v>122.93495736629063</c:v>
                </c:pt>
                <c:pt idx="28">
                  <c:v>8001.269527814256</c:v>
                </c:pt>
                <c:pt idx="29">
                  <c:v>6468.3737614285</c:v>
                </c:pt>
                <c:pt idx="30">
                  <c:v>2714.254018050982</c:v>
                </c:pt>
                <c:pt idx="31">
                  <c:v>8383.302225931966</c:v>
                </c:pt>
                <c:pt idx="32">
                  <c:v>3603.302452535163</c:v>
                </c:pt>
                <c:pt idx="33">
                  <c:v>119.07308086911873</c:v>
                </c:pt>
                <c:pt idx="34">
                  <c:v>17353.88054596813</c:v>
                </c:pt>
                <c:pt idx="35">
                  <c:v>4236.0151508104955</c:v>
                </c:pt>
                <c:pt idx="36">
                  <c:v>12225.968907717901</c:v>
                </c:pt>
                <c:pt idx="37">
                  <c:v>4630.6137753855055</c:v>
                </c:pt>
                <c:pt idx="38">
                  <c:v>1411.866161059165</c:v>
                </c:pt>
                <c:pt idx="39">
                  <c:v>1297.0009758014571</c:v>
                </c:pt>
                <c:pt idx="40">
                  <c:v>2201.696613250027</c:v>
                </c:pt>
                <c:pt idx="41">
                  <c:v>1.1065339133515826</c:v>
                </c:pt>
                <c:pt idx="42">
                  <c:v>137.83570104364492</c:v>
                </c:pt>
                <c:pt idx="43">
                  <c:v>16856.476342836846</c:v>
                </c:pt>
                <c:pt idx="44">
                  <c:v>876.0715109300984</c:v>
                </c:pt>
                <c:pt idx="45">
                  <c:v>8181.932541280436</c:v>
                </c:pt>
                <c:pt idx="46">
                  <c:v>4346.772587675451</c:v>
                </c:pt>
                <c:pt idx="47">
                  <c:v>1411.4026881920015</c:v>
                </c:pt>
                <c:pt idx="48">
                  <c:v>3580.422750633053</c:v>
                </c:pt>
                <c:pt idx="49">
                  <c:v>1431.5627451224339</c:v>
                </c:pt>
                <c:pt idx="50">
                  <c:v>4729.301974097843</c:v>
                </c:pt>
                <c:pt idx="51">
                  <c:v>119.25956151506519</c:v>
                </c:pt>
                <c:pt idx="52">
                  <c:v>4203.40409978403</c:v>
                </c:pt>
                <c:pt idx="53">
                  <c:v>2250.541754472389</c:v>
                </c:pt>
                <c:pt idx="54">
                  <c:v>6807.698508261975</c:v>
                </c:pt>
                <c:pt idx="55">
                  <c:v>57.548205138140766</c:v>
                </c:pt>
                <c:pt idx="56">
                  <c:v>4811.1454221077465</c:v>
                </c:pt>
                <c:pt idx="57">
                  <c:v>35.22422632945379</c:v>
                </c:pt>
                <c:pt idx="58">
                  <c:v>2564.460890067494</c:v>
                </c:pt>
                <c:pt idx="59">
                  <c:v>7464.725839815046</c:v>
                </c:pt>
                <c:pt idx="60">
                  <c:v>4097.511883826079</c:v>
                </c:pt>
                <c:pt idx="61">
                  <c:v>7360.21991787405</c:v>
                </c:pt>
                <c:pt idx="62">
                  <c:v>2369.2424726327945</c:v>
                </c:pt>
                <c:pt idx="63">
                  <c:v>3147.616456382509</c:v>
                </c:pt>
                <c:pt idx="64">
                  <c:v>321.39752163868997</c:v>
                </c:pt>
                <c:pt idx="65">
                  <c:v>6592.515518930068</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81.0531647906644</c:v>
                </c:pt>
                <c:pt idx="1">
                  <c:v>4670.128040599339</c:v>
                </c:pt>
                <c:pt idx="2">
                  <c:v>1181.422353449239</c:v>
                </c:pt>
                <c:pt idx="3">
                  <c:v>128.8475327183373</c:v>
                </c:pt>
                <c:pt idx="4">
                  <c:v>1626.6477344477444</c:v>
                </c:pt>
                <c:pt idx="5">
                  <c:v>3783.2896192349663</c:v>
                </c:pt>
                <c:pt idx="6">
                  <c:v>3271.6157270018266</c:v>
                </c:pt>
                <c:pt idx="7">
                  <c:v>6857.994257249704</c:v>
                </c:pt>
                <c:pt idx="8">
                  <c:v>300.5082641838338</c:v>
                </c:pt>
                <c:pt idx="9">
                  <c:v>165.45009355978942</c:v>
                </c:pt>
                <c:pt idx="10">
                  <c:v>1690.8411488652728</c:v>
                </c:pt>
                <c:pt idx="11">
                  <c:v>901.9067206255409</c:v>
                </c:pt>
                <c:pt idx="12">
                  <c:v>5171.994591319038</c:v>
                </c:pt>
                <c:pt idx="13">
                  <c:v>249.9579833588122</c:v>
                </c:pt>
                <c:pt idx="14">
                  <c:v>272.4915019657499</c:v>
                </c:pt>
                <c:pt idx="15">
                  <c:v>120.43981609793425</c:v>
                </c:pt>
                <c:pt idx="16">
                  <c:v>2474.376331337546</c:v>
                </c:pt>
                <c:pt idx="17">
                  <c:v>46.08555620157401</c:v>
                </c:pt>
                <c:pt idx="18">
                  <c:v>3186.6892076020554</c:v>
                </c:pt>
                <c:pt idx="19">
                  <c:v>191.0331828271124</c:v>
                </c:pt>
                <c:pt idx="20">
                  <c:v>691.6510295344874</c:v>
                </c:pt>
                <c:pt idx="21">
                  <c:v>5871.226410079398</c:v>
                </c:pt>
                <c:pt idx="22">
                  <c:v>5472.360619193054</c:v>
                </c:pt>
                <c:pt idx="23">
                  <c:v>166.4944943767646</c:v>
                </c:pt>
                <c:pt idx="24">
                  <c:v>171.15523057572648</c:v>
                </c:pt>
                <c:pt idx="25">
                  <c:v>6041.960917886259</c:v>
                </c:pt>
                <c:pt idx="26">
                  <c:v>953.8180528411386</c:v>
                </c:pt>
                <c:pt idx="27">
                  <c:v>2797.6165970265847</c:v>
                </c:pt>
                <c:pt idx="28">
                  <c:v>3574.2224968348883</c:v>
                </c:pt>
                <c:pt idx="29">
                  <c:v>2276.243865271966</c:v>
                </c:pt>
                <c:pt idx="30">
                  <c:v>2040.228110561869</c:v>
                </c:pt>
                <c:pt idx="31">
                  <c:v>21.109699393086956</c:v>
                </c:pt>
                <c:pt idx="32">
                  <c:v>82.86218346758122</c:v>
                </c:pt>
                <c:pt idx="33">
                  <c:v>168.90533817210084</c:v>
                </c:pt>
                <c:pt idx="34">
                  <c:v>202.53950916583833</c:v>
                </c:pt>
                <c:pt idx="35">
                  <c:v>4938.737099057584</c:v>
                </c:pt>
                <c:pt idx="36">
                  <c:v>2793.976689742794</c:v>
                </c:pt>
                <c:pt idx="37">
                  <c:v>71.74774161302838</c:v>
                </c:pt>
                <c:pt idx="38">
                  <c:v>39.5582617862029</c:v>
                </c:pt>
                <c:pt idx="39">
                  <c:v>3843.948890912461</c:v>
                </c:pt>
                <c:pt idx="40">
                  <c:v>298.42112559128356</c:v>
                </c:pt>
                <c:pt idx="41">
                  <c:v>3.8194749656084515</c:v>
                </c:pt>
                <c:pt idx="42">
                  <c:v>5804.971588051891</c:v>
                </c:pt>
                <c:pt idx="43">
                  <c:v>1330.9965755816634</c:v>
                </c:pt>
                <c:pt idx="44">
                  <c:v>38.717014614247745</c:v>
                </c:pt>
                <c:pt idx="45">
                  <c:v>1755.2351476066106</c:v>
                </c:pt>
                <c:pt idx="46">
                  <c:v>170.1760139783513</c:v>
                </c:pt>
                <c:pt idx="47">
                  <c:v>74.2812898101332</c:v>
                </c:pt>
                <c:pt idx="48">
                  <c:v>241.44225723271916</c:v>
                </c:pt>
                <c:pt idx="49">
                  <c:v>988.5045188042454</c:v>
                </c:pt>
                <c:pt idx="50">
                  <c:v>1143.7713969875142</c:v>
                </c:pt>
                <c:pt idx="51">
                  <c:v>4066.9089960718193</c:v>
                </c:pt>
                <c:pt idx="52">
                  <c:v>3019.911107472314</c:v>
                </c:pt>
                <c:pt idx="53">
                  <c:v>263.0157431585245</c:v>
                </c:pt>
                <c:pt idx="54">
                  <c:v>52.19560847313893</c:v>
                </c:pt>
                <c:pt idx="55">
                  <c:v>3509.234041812622</c:v>
                </c:pt>
                <c:pt idx="56">
                  <c:v>2463.913245101663</c:v>
                </c:pt>
                <c:pt idx="57">
                  <c:v>293.9537189086489</c:v>
                </c:pt>
                <c:pt idx="58">
                  <c:v>135.47369410131662</c:v>
                </c:pt>
                <c:pt idx="59">
                  <c:v>3374.5046217508548</c:v>
                </c:pt>
                <c:pt idx="60">
                  <c:v>1776.9177973193491</c:v>
                </c:pt>
                <c:pt idx="61">
                  <c:v>5909.519591959752</c:v>
                </c:pt>
                <c:pt idx="62">
                  <c:v>7993.663528561747</c:v>
                </c:pt>
                <c:pt idx="63">
                  <c:v>295.38479077661947</c:v>
                </c:pt>
                <c:pt idx="64">
                  <c:v>52.81090090838861</c:v>
                </c:pt>
                <c:pt idx="65">
                  <c:v>4567.360744711363</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-1225.969806299462</c:v>
                </c:pt>
                <c:pt idx="1">
                  <c:v>-1406.6027197646426</c:v>
                </c:pt>
                <c:pt idx="2">
                  <c:v>3584.0531663077572</c:v>
                </c:pt>
                <c:pt idx="3">
                  <c:v>1430.1214974713203</c:v>
                </c:pt>
                <c:pt idx="4">
                  <c:v>1430.0809628208622</c:v>
                </c:pt>
                <c:pt idx="5">
                  <c:v>-8470.068112359939</c:v>
                </c:pt>
                <c:pt idx="6">
                  <c:v>2261.7865481642248</c:v>
                </c:pt>
                <c:pt idx="7">
                  <c:v>-4506.3229362135335</c:v>
                </c:pt>
                <c:pt idx="8">
                  <c:v>886.1726533282135</c:v>
                </c:pt>
                <c:pt idx="9">
                  <c:v>-3295.1428808860246</c:v>
                </c:pt>
                <c:pt idx="10">
                  <c:v>-7627.894087038844</c:v>
                </c:pt>
                <c:pt idx="11">
                  <c:v>-2673.4508878085708</c:v>
                </c:pt>
                <c:pt idx="12">
                  <c:v>5066.552205035731</c:v>
                </c:pt>
                <c:pt idx="13">
                  <c:v>-3966.4832184001407</c:v>
                </c:pt>
                <c:pt idx="14">
                  <c:v>2337.9705699564197</c:v>
                </c:pt>
                <c:pt idx="15">
                  <c:v>1763.581356570091</c:v>
                </c:pt>
                <c:pt idx="16">
                  <c:v>2425.188148321916</c:v>
                </c:pt>
                <c:pt idx="17">
                  <c:v>-11838.91808879723</c:v>
                </c:pt>
                <c:pt idx="18">
                  <c:v>-426.63849912144497</c:v>
                </c:pt>
                <c:pt idx="19">
                  <c:v>666.7918160389153</c:v>
                </c:pt>
                <c:pt idx="20">
                  <c:v>-434.99445237379314</c:v>
                </c:pt>
                <c:pt idx="21">
                  <c:v>15403.963845951108</c:v>
                </c:pt>
                <c:pt idx="22">
                  <c:v>-16365.159549160791</c:v>
                </c:pt>
                <c:pt idx="23">
                  <c:v>-3906.3858445896794</c:v>
                </c:pt>
                <c:pt idx="24">
                  <c:v>-9356.558457618185</c:v>
                </c:pt>
                <c:pt idx="25">
                  <c:v>-6550.704632716131</c:v>
                </c:pt>
                <c:pt idx="26">
                  <c:v>-14207.414059535142</c:v>
                </c:pt>
                <c:pt idx="27">
                  <c:v>933.248485094435</c:v>
                </c:pt>
                <c:pt idx="28">
                  <c:v>-213.04581909245007</c:v>
                </c:pt>
                <c:pt idx="29">
                  <c:v>-12306.471515786445</c:v>
                </c:pt>
                <c:pt idx="30">
                  <c:v>2078.145502736057</c:v>
                </c:pt>
                <c:pt idx="31">
                  <c:v>2696.689381278313</c:v>
                </c:pt>
                <c:pt idx="32">
                  <c:v>-7348.297466489825</c:v>
                </c:pt>
                <c:pt idx="33">
                  <c:v>2523.276729446731</c:v>
                </c:pt>
                <c:pt idx="34">
                  <c:v>1903.626937978659</c:v>
                </c:pt>
                <c:pt idx="35">
                  <c:v>7712.326115544037</c:v>
                </c:pt>
                <c:pt idx="36">
                  <c:v>-10756.041129509797</c:v>
                </c:pt>
                <c:pt idx="37">
                  <c:v>-1828.5682921871248</c:v>
                </c:pt>
                <c:pt idx="38">
                  <c:v>-3818.3274105328173</c:v>
                </c:pt>
                <c:pt idx="39">
                  <c:v>3764.749787719228</c:v>
                </c:pt>
                <c:pt idx="40">
                  <c:v>-7189.558487884872</c:v>
                </c:pt>
                <c:pt idx="41">
                  <c:v>9132.98271243802</c:v>
                </c:pt>
                <c:pt idx="42">
                  <c:v>-4567.332633247142</c:v>
                </c:pt>
                <c:pt idx="43">
                  <c:v>-21075.158393809284</c:v>
                </c:pt>
                <c:pt idx="44">
                  <c:v>-1402.8888958667767</c:v>
                </c:pt>
                <c:pt idx="45">
                  <c:v>-7105.613190617982</c:v>
                </c:pt>
                <c:pt idx="46">
                  <c:v>-3213.687078122916</c:v>
                </c:pt>
                <c:pt idx="47">
                  <c:v>-136.764503456149</c:v>
                </c:pt>
                <c:pt idx="48">
                  <c:v>-16346.104553185289</c:v>
                </c:pt>
                <c:pt idx="49">
                  <c:v>-14434.440914066585</c:v>
                </c:pt>
                <c:pt idx="50">
                  <c:v>16013.653360817383</c:v>
                </c:pt>
                <c:pt idx="51">
                  <c:v>-6867.610778889903</c:v>
                </c:pt>
                <c:pt idx="52">
                  <c:v>-14486.393581802757</c:v>
                </c:pt>
                <c:pt idx="53">
                  <c:v>-3140.006413157016</c:v>
                </c:pt>
                <c:pt idx="54">
                  <c:v>4823.437932026618</c:v>
                </c:pt>
                <c:pt idx="55">
                  <c:v>10049.14970723313</c:v>
                </c:pt>
                <c:pt idx="56">
                  <c:v>2312.161907091445</c:v>
                </c:pt>
                <c:pt idx="57">
                  <c:v>6981.8240717380795</c:v>
                </c:pt>
                <c:pt idx="58">
                  <c:v>14069.372774753854</c:v>
                </c:pt>
                <c:pt idx="59">
                  <c:v>3162.6505379497544</c:v>
                </c:pt>
                <c:pt idx="60">
                  <c:v>9965.236735924325</c:v>
                </c:pt>
                <c:pt idx="61">
                  <c:v>-6142.566502863655</c:v>
                </c:pt>
                <c:pt idx="62">
                  <c:v>17794.127047680475</c:v>
                </c:pt>
                <c:pt idx="63">
                  <c:v>11132.084819136831</c:v>
                </c:pt>
                <c:pt idx="64">
                  <c:v>-10679.59688172451</c:v>
                </c:pt>
                <c:pt idx="65">
                  <c:v>11.283772071081671</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2045.2244325578376</c:v>
                </c:pt>
                <c:pt idx="1">
                  <c:v>1761.212876581501</c:v>
                </c:pt>
                <c:pt idx="2">
                  <c:v>4896.79071608895</c:v>
                </c:pt>
                <c:pt idx="3">
                  <c:v>521.9681034690669</c:v>
                </c:pt>
                <c:pt idx="4">
                  <c:v>4110.484834408334</c:v>
                </c:pt>
                <c:pt idx="5">
                  <c:v>6421.128783701232</c:v>
                </c:pt>
                <c:pt idx="6">
                  <c:v>502.9711372006352</c:v>
                </c:pt>
                <c:pt idx="7">
                  <c:v>2972.2339652909545</c:v>
                </c:pt>
                <c:pt idx="8">
                  <c:v>391.892657614376</c:v>
                </c:pt>
                <c:pt idx="9">
                  <c:v>2088.0706560372137</c:v>
                </c:pt>
                <c:pt idx="10">
                  <c:v>79.44457136540994</c:v>
                </c:pt>
                <c:pt idx="11">
                  <c:v>168.4607287728383</c:v>
                </c:pt>
                <c:pt idx="12">
                  <c:v>2407.034008321999</c:v>
                </c:pt>
                <c:pt idx="13">
                  <c:v>5217.510535213416</c:v>
                </c:pt>
                <c:pt idx="14">
                  <c:v>1882.00906349548</c:v>
                </c:pt>
                <c:pt idx="15">
                  <c:v>238.8312912905415</c:v>
                </c:pt>
                <c:pt idx="16">
                  <c:v>3215.7772699409616</c:v>
                </c:pt>
                <c:pt idx="17">
                  <c:v>5005.358500046572</c:v>
                </c:pt>
                <c:pt idx="18">
                  <c:v>7661.871072200824</c:v>
                </c:pt>
                <c:pt idx="19">
                  <c:v>6668.506151757315</c:v>
                </c:pt>
                <c:pt idx="20">
                  <c:v>5642.5869260158115</c:v>
                </c:pt>
                <c:pt idx="21">
                  <c:v>4823.259580169776</c:v>
                </c:pt>
                <c:pt idx="22">
                  <c:v>3319.2300917332022</c:v>
                </c:pt>
                <c:pt idx="23">
                  <c:v>333.89674759220685</c:v>
                </c:pt>
                <c:pt idx="24">
                  <c:v>1108.41735403146</c:v>
                </c:pt>
                <c:pt idx="25">
                  <c:v>3447.2034785064616</c:v>
                </c:pt>
                <c:pt idx="26">
                  <c:v>6911.407454196345</c:v>
                </c:pt>
                <c:pt idx="27">
                  <c:v>3108.3166091426788</c:v>
                </c:pt>
                <c:pt idx="28">
                  <c:v>2138.8046601460014</c:v>
                </c:pt>
                <c:pt idx="29">
                  <c:v>2841.549091828031</c:v>
                </c:pt>
                <c:pt idx="30">
                  <c:v>2896.894146113603</c:v>
                </c:pt>
                <c:pt idx="31">
                  <c:v>6442.477606567562</c:v>
                </c:pt>
                <c:pt idx="32">
                  <c:v>1865.2923009742628</c:v>
                </c:pt>
                <c:pt idx="33">
                  <c:v>2036.9875526437372</c:v>
                </c:pt>
                <c:pt idx="34">
                  <c:v>2440.192232423695</c:v>
                </c:pt>
                <c:pt idx="35">
                  <c:v>2343.475066870766</c:v>
                </c:pt>
                <c:pt idx="36">
                  <c:v>209.71280077025918</c:v>
                </c:pt>
                <c:pt idx="37">
                  <c:v>3051.2050418983135</c:v>
                </c:pt>
                <c:pt idx="38">
                  <c:v>394.55337427826066</c:v>
                </c:pt>
                <c:pt idx="39">
                  <c:v>2404.0580405402166</c:v>
                </c:pt>
                <c:pt idx="40">
                  <c:v>2570.381672260132</c:v>
                </c:pt>
                <c:pt idx="41">
                  <c:v>4884.962970470858</c:v>
                </c:pt>
                <c:pt idx="42">
                  <c:v>26.45499459932168</c:v>
                </c:pt>
                <c:pt idx="43">
                  <c:v>1171.080113959115</c:v>
                </c:pt>
                <c:pt idx="44">
                  <c:v>667.133107520434</c:v>
                </c:pt>
                <c:pt idx="45">
                  <c:v>42.87623515128932</c:v>
                </c:pt>
                <c:pt idx="46">
                  <c:v>7148.368577763531</c:v>
                </c:pt>
                <c:pt idx="47">
                  <c:v>6941.559448485854</c:v>
                </c:pt>
                <c:pt idx="48">
                  <c:v>2422.2220561030636</c:v>
                </c:pt>
                <c:pt idx="49">
                  <c:v>760.3813661603596</c:v>
                </c:pt>
                <c:pt idx="50">
                  <c:v>2962.2536659940006</c:v>
                </c:pt>
                <c:pt idx="51">
                  <c:v>2097.0249110383397</c:v>
                </c:pt>
                <c:pt idx="52">
                  <c:v>7792.176030405893</c:v>
                </c:pt>
                <c:pt idx="53">
                  <c:v>8377.022756609462</c:v>
                </c:pt>
                <c:pt idx="54">
                  <c:v>5759.688300929116</c:v>
                </c:pt>
                <c:pt idx="55">
                  <c:v>2494.1658201873124</c:v>
                </c:pt>
                <c:pt idx="56">
                  <c:v>12288.363704346946</c:v>
                </c:pt>
                <c:pt idx="57">
                  <c:v>5970.811363616151</c:v>
                </c:pt>
                <c:pt idx="58">
                  <c:v>8825.225489740187</c:v>
                </c:pt>
                <c:pt idx="59">
                  <c:v>11829.315470977925</c:v>
                </c:pt>
                <c:pt idx="60">
                  <c:v>5305.0338997450735</c:v>
                </c:pt>
                <c:pt idx="61">
                  <c:v>2817.7076952958214</c:v>
                </c:pt>
                <c:pt idx="62">
                  <c:v>3140.0019820034086</c:v>
                </c:pt>
                <c:pt idx="63">
                  <c:v>736.9093470995036</c:v>
                </c:pt>
                <c:pt idx="64">
                  <c:v>8515.333543480734</c:v>
                </c:pt>
                <c:pt idx="65">
                  <c:v>741.5535115525406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12204.719480279306</c:v>
                </c:pt>
                <c:pt idx="1">
                  <c:v>12441.531793061238</c:v>
                </c:pt>
                <c:pt idx="2">
                  <c:v>19021.300181783106</c:v>
                </c:pt>
                <c:pt idx="3">
                  <c:v>11972.106653604356</c:v>
                </c:pt>
                <c:pt idx="4">
                  <c:v>9566.374891387768</c:v>
                </c:pt>
                <c:pt idx="5">
                  <c:v>40012.81791698049</c:v>
                </c:pt>
                <c:pt idx="6">
                  <c:v>16545.813130906878</c:v>
                </c:pt>
                <c:pt idx="7">
                  <c:v>25332.706208977885</c:v>
                </c:pt>
                <c:pt idx="8">
                  <c:v>23384.44009504329</c:v>
                </c:pt>
                <c:pt idx="9">
                  <c:v>10234.773697010209</c:v>
                </c:pt>
                <c:pt idx="10">
                  <c:v>6783.714498940244</c:v>
                </c:pt>
                <c:pt idx="11">
                  <c:v>14110.975667088489</c:v>
                </c:pt>
                <c:pt idx="12">
                  <c:v>20376.363171132747</c:v>
                </c:pt>
                <c:pt idx="13">
                  <c:v>34045.469777237195</c:v>
                </c:pt>
                <c:pt idx="14">
                  <c:v>21350.18521681454</c:v>
                </c:pt>
                <c:pt idx="15">
                  <c:v>9883.041373940845</c:v>
                </c:pt>
                <c:pt idx="16">
                  <c:v>5889.457786808643</c:v>
                </c:pt>
                <c:pt idx="17">
                  <c:v>3647.698104598785</c:v>
                </c:pt>
                <c:pt idx="18">
                  <c:v>3871.778983945371</c:v>
                </c:pt>
                <c:pt idx="19">
                  <c:v>20091.796796887673</c:v>
                </c:pt>
                <c:pt idx="20">
                  <c:v>8255.497734423352</c:v>
                </c:pt>
                <c:pt idx="21">
                  <c:v>18023.243219229644</c:v>
                </c:pt>
                <c:pt idx="22">
                  <c:v>60050.6495968059</c:v>
                </c:pt>
                <c:pt idx="23">
                  <c:v>52143.12796770244</c:v>
                </c:pt>
                <c:pt idx="24">
                  <c:v>27601.755121080943</c:v>
                </c:pt>
                <c:pt idx="25">
                  <c:v>30199.146818756028</c:v>
                </c:pt>
                <c:pt idx="26">
                  <c:v>19302.599678614082</c:v>
                </c:pt>
                <c:pt idx="27">
                  <c:v>20921.818983858193</c:v>
                </c:pt>
                <c:pt idx="28">
                  <c:v>18616.271055130666</c:v>
                </c:pt>
                <c:pt idx="29">
                  <c:v>18601.41331215354</c:v>
                </c:pt>
                <c:pt idx="30">
                  <c:v>22435.653023453182</c:v>
                </c:pt>
                <c:pt idx="31">
                  <c:v>51839.77858662804</c:v>
                </c:pt>
                <c:pt idx="32">
                  <c:v>31099.719402094226</c:v>
                </c:pt>
                <c:pt idx="33">
                  <c:v>35162.0590619843</c:v>
                </c:pt>
                <c:pt idx="34">
                  <c:v>11913.466023749603</c:v>
                </c:pt>
                <c:pt idx="35">
                  <c:v>7243.386467208751</c:v>
                </c:pt>
                <c:pt idx="36">
                  <c:v>8420.649526602308</c:v>
                </c:pt>
                <c:pt idx="37">
                  <c:v>3931.8001395041742</c:v>
                </c:pt>
                <c:pt idx="38">
                  <c:v>1800.8721069671724</c:v>
                </c:pt>
                <c:pt idx="39">
                  <c:v>19010.040684622647</c:v>
                </c:pt>
                <c:pt idx="40">
                  <c:v>38331.78620633746</c:v>
                </c:pt>
                <c:pt idx="41">
                  <c:v>27926.536746339498</c:v>
                </c:pt>
                <c:pt idx="42">
                  <c:v>22097.52683643312</c:v>
                </c:pt>
                <c:pt idx="43">
                  <c:v>16372.458261200576</c:v>
                </c:pt>
                <c:pt idx="44">
                  <c:v>32445.773475203696</c:v>
                </c:pt>
                <c:pt idx="45">
                  <c:v>20972.00530521217</c:v>
                </c:pt>
                <c:pt idx="46">
                  <c:v>8191.020301987408</c:v>
                </c:pt>
                <c:pt idx="47">
                  <c:v>4691.473406934084</c:v>
                </c:pt>
                <c:pt idx="48">
                  <c:v>3522.395652860583</c:v>
                </c:pt>
                <c:pt idx="49">
                  <c:v>15977.02518339598</c:v>
                </c:pt>
                <c:pt idx="50">
                  <c:v>13695.151904835857</c:v>
                </c:pt>
                <c:pt idx="51">
                  <c:v>8006.950692576758</c:v>
                </c:pt>
                <c:pt idx="52">
                  <c:v>3723.779160323782</c:v>
                </c:pt>
                <c:pt idx="53">
                  <c:v>3597.07187522259</c:v>
                </c:pt>
                <c:pt idx="54">
                  <c:v>10399.978661327566</c:v>
                </c:pt>
                <c:pt idx="55">
                  <c:v>14250.682482077387</c:v>
                </c:pt>
                <c:pt idx="56">
                  <c:v>10847.18776876726</c:v>
                </c:pt>
                <c:pt idx="57">
                  <c:v>19831.775845234733</c:v>
                </c:pt>
                <c:pt idx="58">
                  <c:v>27211.151286696517</c:v>
                </c:pt>
                <c:pt idx="59">
                  <c:v>29069.258548415222</c:v>
                </c:pt>
                <c:pt idx="60">
                  <c:v>25085.397061347976</c:v>
                </c:pt>
                <c:pt idx="61">
                  <c:v>11279.400588988872</c:v>
                </c:pt>
                <c:pt idx="62">
                  <c:v>21371.224238996983</c:v>
                </c:pt>
                <c:pt idx="63">
                  <c:v>12417.121335944768</c:v>
                </c:pt>
                <c:pt idx="64">
                  <c:v>8672.398797498616</c:v>
                </c:pt>
                <c:pt idx="65">
                  <c:v>4560.234279676454</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643.495456083519</c:v>
                </c:pt>
                <c:pt idx="1">
                  <c:v>3218.2509622121174</c:v>
                </c:pt>
                <c:pt idx="2">
                  <c:v>935.8689429136921</c:v>
                </c:pt>
                <c:pt idx="3">
                  <c:v>518.9005200047026</c:v>
                </c:pt>
                <c:pt idx="4">
                  <c:v>356.6012230993716</c:v>
                </c:pt>
                <c:pt idx="5">
                  <c:v>458.28123303510046</c:v>
                </c:pt>
                <c:pt idx="6">
                  <c:v>1506.8741417364886</c:v>
                </c:pt>
                <c:pt idx="7">
                  <c:v>1952.2243160760709</c:v>
                </c:pt>
                <c:pt idx="8">
                  <c:v>375.0355324486104</c:v>
                </c:pt>
                <c:pt idx="9">
                  <c:v>43.46197062195956</c:v>
                </c:pt>
                <c:pt idx="10">
                  <c:v>5196.046251670121</c:v>
                </c:pt>
                <c:pt idx="11">
                  <c:v>4249.322183085496</c:v>
                </c:pt>
                <c:pt idx="12">
                  <c:v>5593.918558078115</c:v>
                </c:pt>
                <c:pt idx="13">
                  <c:v>6327.340956208702</c:v>
                </c:pt>
                <c:pt idx="14">
                  <c:v>3544.2431674967593</c:v>
                </c:pt>
                <c:pt idx="15">
                  <c:v>5202.309180667972</c:v>
                </c:pt>
                <c:pt idx="16">
                  <c:v>365.1438409020745</c:v>
                </c:pt>
                <c:pt idx="17">
                  <c:v>607.8596002406543</c:v>
                </c:pt>
                <c:pt idx="18">
                  <c:v>3783.8679489978595</c:v>
                </c:pt>
                <c:pt idx="19">
                  <c:v>2656.773915660973</c:v>
                </c:pt>
                <c:pt idx="20">
                  <c:v>6891.84338699446</c:v>
                </c:pt>
                <c:pt idx="21">
                  <c:v>2752.8309472484234</c:v>
                </c:pt>
                <c:pt idx="22">
                  <c:v>6451.299406842127</c:v>
                </c:pt>
                <c:pt idx="23">
                  <c:v>2591.8181749616865</c:v>
                </c:pt>
                <c:pt idx="24">
                  <c:v>2711.6861779313035</c:v>
                </c:pt>
                <c:pt idx="25">
                  <c:v>106.65234759000548</c:v>
                </c:pt>
                <c:pt idx="26">
                  <c:v>3133.272566267713</c:v>
                </c:pt>
                <c:pt idx="27">
                  <c:v>1413.5904743427338</c:v>
                </c:pt>
                <c:pt idx="28">
                  <c:v>6197.306495271447</c:v>
                </c:pt>
                <c:pt idx="29">
                  <c:v>2289.689630980215</c:v>
                </c:pt>
                <c:pt idx="30">
                  <c:v>6970.194337267623</c:v>
                </c:pt>
                <c:pt idx="31">
                  <c:v>2164.6983817637806</c:v>
                </c:pt>
                <c:pt idx="32">
                  <c:v>2057.781841808362</c:v>
                </c:pt>
                <c:pt idx="33">
                  <c:v>9762.119836126267</c:v>
                </c:pt>
                <c:pt idx="34">
                  <c:v>2353.8214633800267</c:v>
                </c:pt>
                <c:pt idx="35">
                  <c:v>3782.5089557938527</c:v>
                </c:pt>
                <c:pt idx="36">
                  <c:v>7723.0969506717365</c:v>
                </c:pt>
                <c:pt idx="37">
                  <c:v>3808.9402793744157</c:v>
                </c:pt>
                <c:pt idx="38">
                  <c:v>5829.789693617209</c:v>
                </c:pt>
                <c:pt idx="39">
                  <c:v>6075.373929930431</c:v>
                </c:pt>
                <c:pt idx="40">
                  <c:v>3836.8982699905673</c:v>
                </c:pt>
                <c:pt idx="41">
                  <c:v>1773.8209151524359</c:v>
                </c:pt>
                <c:pt idx="42">
                  <c:v>7254.664488541178</c:v>
                </c:pt>
                <c:pt idx="43">
                  <c:v>3502.120153605317</c:v>
                </c:pt>
                <c:pt idx="44">
                  <c:v>8661.39760603851</c:v>
                </c:pt>
                <c:pt idx="45">
                  <c:v>4096.282690740533</c:v>
                </c:pt>
                <c:pt idx="46">
                  <c:v>2005.193899258759</c:v>
                </c:pt>
                <c:pt idx="47">
                  <c:v>1732.2748283161982</c:v>
                </c:pt>
                <c:pt idx="48">
                  <c:v>4755.426743055801</c:v>
                </c:pt>
                <c:pt idx="49">
                  <c:v>3190.8139781330283</c:v>
                </c:pt>
                <c:pt idx="50">
                  <c:v>447.66829967368835</c:v>
                </c:pt>
                <c:pt idx="51">
                  <c:v>3814.675045815835</c:v>
                </c:pt>
                <c:pt idx="52">
                  <c:v>5169.162510831073</c:v>
                </c:pt>
                <c:pt idx="53">
                  <c:v>3507.837729376951</c:v>
                </c:pt>
                <c:pt idx="54">
                  <c:v>6278.201143658461</c:v>
                </c:pt>
                <c:pt idx="55">
                  <c:v>4382.4204563135245</c:v>
                </c:pt>
                <c:pt idx="56">
                  <c:v>5934.991379766551</c:v>
                </c:pt>
                <c:pt idx="57">
                  <c:v>293.2175940687937</c:v>
                </c:pt>
                <c:pt idx="58">
                  <c:v>1014.3969018501235</c:v>
                </c:pt>
                <c:pt idx="59">
                  <c:v>4591.3512284095095</c:v>
                </c:pt>
                <c:pt idx="60">
                  <c:v>5169.821135581061</c:v>
                </c:pt>
                <c:pt idx="61">
                  <c:v>1668.0709479016307</c:v>
                </c:pt>
                <c:pt idx="62">
                  <c:v>6176.27096479977</c:v>
                </c:pt>
                <c:pt idx="63">
                  <c:v>2772.7728550124607</c:v>
                </c:pt>
                <c:pt idx="64">
                  <c:v>28.229085450794315</c:v>
                </c:pt>
                <c:pt idx="65">
                  <c:v>1564.8057745308402</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242.03796648684065</c:v>
                </c:pt>
                <c:pt idx="1">
                  <c:v>1587.7600174527608</c:v>
                </c:pt>
                <c:pt idx="2">
                  <c:v>3194.8126358475424</c:v>
                </c:pt>
                <c:pt idx="3">
                  <c:v>327.316275242699</c:v>
                </c:pt>
                <c:pt idx="4">
                  <c:v>2811.8225076359113</c:v>
                </c:pt>
                <c:pt idx="5">
                  <c:v>2904.891158174136</c:v>
                </c:pt>
                <c:pt idx="6">
                  <c:v>2078.624511216931</c:v>
                </c:pt>
                <c:pt idx="7">
                  <c:v>1083.1479201056836</c:v>
                </c:pt>
                <c:pt idx="8">
                  <c:v>2075.369707514698</c:v>
                </c:pt>
                <c:pt idx="9">
                  <c:v>30.52912980283825</c:v>
                </c:pt>
                <c:pt idx="10">
                  <c:v>2090.176223146767</c:v>
                </c:pt>
                <c:pt idx="11">
                  <c:v>1610.002953068645</c:v>
                </c:pt>
                <c:pt idx="12">
                  <c:v>2038.8557766137574</c:v>
                </c:pt>
                <c:pt idx="13">
                  <c:v>1465.7335091868572</c:v>
                </c:pt>
                <c:pt idx="14">
                  <c:v>2028.8911790503928</c:v>
                </c:pt>
                <c:pt idx="15">
                  <c:v>1551.7143194262576</c:v>
                </c:pt>
                <c:pt idx="16">
                  <c:v>107.226449819261</c:v>
                </c:pt>
                <c:pt idx="17">
                  <c:v>1471.0230402235961</c:v>
                </c:pt>
                <c:pt idx="18">
                  <c:v>1159.9992170254684</c:v>
                </c:pt>
                <c:pt idx="19">
                  <c:v>135.6763611753038</c:v>
                </c:pt>
                <c:pt idx="20">
                  <c:v>372.3086233006545</c:v>
                </c:pt>
                <c:pt idx="21">
                  <c:v>2299.159823811494</c:v>
                </c:pt>
                <c:pt idx="22">
                  <c:v>3410.900171624083</c:v>
                </c:pt>
                <c:pt idx="23">
                  <c:v>428.137734901493</c:v>
                </c:pt>
                <c:pt idx="24">
                  <c:v>2595.455044292994</c:v>
                </c:pt>
                <c:pt idx="25">
                  <c:v>4076.9610279666276</c:v>
                </c:pt>
                <c:pt idx="26">
                  <c:v>3737.5598413025346</c:v>
                </c:pt>
                <c:pt idx="27">
                  <c:v>134.35208085571915</c:v>
                </c:pt>
                <c:pt idx="28">
                  <c:v>2593.157575838599</c:v>
                </c:pt>
                <c:pt idx="29">
                  <c:v>53.362584088494096</c:v>
                </c:pt>
                <c:pt idx="30">
                  <c:v>142.8248339337773</c:v>
                </c:pt>
                <c:pt idx="31">
                  <c:v>112.57798283828258</c:v>
                </c:pt>
                <c:pt idx="32">
                  <c:v>2694.305762434987</c:v>
                </c:pt>
                <c:pt idx="33">
                  <c:v>1632.737783230534</c:v>
                </c:pt>
                <c:pt idx="34">
                  <c:v>262.4964067903254</c:v>
                </c:pt>
                <c:pt idx="35">
                  <c:v>321.665888246125</c:v>
                </c:pt>
                <c:pt idx="36">
                  <c:v>3836.230599765414</c:v>
                </c:pt>
                <c:pt idx="37">
                  <c:v>1962.4475761831222</c:v>
                </c:pt>
                <c:pt idx="38">
                  <c:v>302.0102205393411</c:v>
                </c:pt>
                <c:pt idx="39">
                  <c:v>8.000773304442451e-06</c:v>
                </c:pt>
                <c:pt idx="40">
                  <c:v>288.24679185423145</c:v>
                </c:pt>
                <c:pt idx="41">
                  <c:v>2385.570203050564</c:v>
                </c:pt>
                <c:pt idx="42">
                  <c:v>2133.437689165651</c:v>
                </c:pt>
                <c:pt idx="43">
                  <c:v>182.06250638063807</c:v>
                </c:pt>
                <c:pt idx="44">
                  <c:v>2529.3430802892062</c:v>
                </c:pt>
                <c:pt idx="45">
                  <c:v>3410.894929679915</c:v>
                </c:pt>
                <c:pt idx="46">
                  <c:v>289.51471503215805</c:v>
                </c:pt>
                <c:pt idx="47">
                  <c:v>52.91695197352158</c:v>
                </c:pt>
                <c:pt idx="48">
                  <c:v>512.0416711280131</c:v>
                </c:pt>
                <c:pt idx="49">
                  <c:v>2984.5589686720264</c:v>
                </c:pt>
                <c:pt idx="50">
                  <c:v>4365.874899998703</c:v>
                </c:pt>
                <c:pt idx="51">
                  <c:v>3334.9054069524964</c:v>
                </c:pt>
                <c:pt idx="52">
                  <c:v>103.5361063941813</c:v>
                </c:pt>
                <c:pt idx="53">
                  <c:v>8.585666216150211e-10</c:v>
                </c:pt>
                <c:pt idx="54">
                  <c:v>167.29816399471176</c:v>
                </c:pt>
                <c:pt idx="55">
                  <c:v>953.5644584317791</c:v>
                </c:pt>
                <c:pt idx="56">
                  <c:v>5128.967943111685</c:v>
                </c:pt>
                <c:pt idx="57">
                  <c:v>357.6345258670369</c:v>
                </c:pt>
                <c:pt idx="58">
                  <c:v>2235.437847971457</c:v>
                </c:pt>
                <c:pt idx="59">
                  <c:v>5524.565407544766</c:v>
                </c:pt>
                <c:pt idx="60">
                  <c:v>1834.6164872778738</c:v>
                </c:pt>
                <c:pt idx="61">
                  <c:v>289.8982755377409</c:v>
                </c:pt>
                <c:pt idx="62">
                  <c:v>128.20209423661603</c:v>
                </c:pt>
                <c:pt idx="63">
                  <c:v>1551.0968117629138</c:v>
                </c:pt>
                <c:pt idx="64">
                  <c:v>162.2781819653258</c:v>
                </c:pt>
                <c:pt idx="65">
                  <c:v>2534.0127690717036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-2171.925359547433</c:v>
                </c:pt>
                <c:pt idx="1">
                  <c:v>-67.6024650775769</c:v>
                </c:pt>
                <c:pt idx="2">
                  <c:v>-63.98606894787875</c:v>
                </c:pt>
                <c:pt idx="3">
                  <c:v>-449.52086869504177</c:v>
                </c:pt>
                <c:pt idx="4">
                  <c:v>-1615.2996359801837</c:v>
                </c:pt>
                <c:pt idx="5">
                  <c:v>-65.37447814004297</c:v>
                </c:pt>
                <c:pt idx="6">
                  <c:v>-1816.8490535965047</c:v>
                </c:pt>
                <c:pt idx="7">
                  <c:v>-2142.5022205721716</c:v>
                </c:pt>
                <c:pt idx="8">
                  <c:v>-511.724338673234</c:v>
                </c:pt>
                <c:pt idx="9">
                  <c:v>-559.3134528307892</c:v>
                </c:pt>
                <c:pt idx="10">
                  <c:v>-29.322118739831406</c:v>
                </c:pt>
                <c:pt idx="11">
                  <c:v>-479.1794611446304</c:v>
                </c:pt>
                <c:pt idx="12">
                  <c:v>-995.2591344211431</c:v>
                </c:pt>
                <c:pt idx="13">
                  <c:v>-2820.3106546114695</c:v>
                </c:pt>
                <c:pt idx="14">
                  <c:v>-1196.2650598612972</c:v>
                </c:pt>
                <c:pt idx="15">
                  <c:v>-384.35291250113875</c:v>
                </c:pt>
                <c:pt idx="16">
                  <c:v>-1600.480710754558</c:v>
                </c:pt>
                <c:pt idx="17">
                  <c:v>-971.1002208545306</c:v>
                </c:pt>
                <c:pt idx="18">
                  <c:v>-956.6770957359013</c:v>
                </c:pt>
                <c:pt idx="19">
                  <c:v>-3128.324453246937</c:v>
                </c:pt>
                <c:pt idx="20">
                  <c:v>-1155.7358108129947</c:v>
                </c:pt>
                <c:pt idx="21">
                  <c:v>-1178.340644542206</c:v>
                </c:pt>
                <c:pt idx="22">
                  <c:v>-750.8056196432871</c:v>
                </c:pt>
                <c:pt idx="23">
                  <c:v>-622.6028618967135</c:v>
                </c:pt>
                <c:pt idx="24">
                  <c:v>-881.0662918265695</c:v>
                </c:pt>
                <c:pt idx="25">
                  <c:v>-65.10846008170931</c:v>
                </c:pt>
                <c:pt idx="26">
                  <c:v>-3446.4963079437603</c:v>
                </c:pt>
                <c:pt idx="27">
                  <c:v>-183.19384145910618</c:v>
                </c:pt>
                <c:pt idx="28">
                  <c:v>-157.23039176755915</c:v>
                </c:pt>
                <c:pt idx="29">
                  <c:v>-0.08012978707728709</c:v>
                </c:pt>
                <c:pt idx="30">
                  <c:v>-73.83680026803287</c:v>
                </c:pt>
                <c:pt idx="31">
                  <c:v>-2598.8815490609036</c:v>
                </c:pt>
                <c:pt idx="32">
                  <c:v>-410.8860511084187</c:v>
                </c:pt>
                <c:pt idx="33">
                  <c:v>-2483.4270908234234</c:v>
                </c:pt>
                <c:pt idx="34">
                  <c:v>-1235.4804077427264</c:v>
                </c:pt>
                <c:pt idx="35">
                  <c:v>-1312.2025850215289</c:v>
                </c:pt>
                <c:pt idx="36">
                  <c:v>-44.8252626861248</c:v>
                </c:pt>
                <c:pt idx="37">
                  <c:v>-11.329679586408698</c:v>
                </c:pt>
                <c:pt idx="38">
                  <c:v>-53.51916562239188</c:v>
                </c:pt>
                <c:pt idx="39">
                  <c:v>-121.44922878948063</c:v>
                </c:pt>
                <c:pt idx="40">
                  <c:v>-1495.3092448248592</c:v>
                </c:pt>
                <c:pt idx="41">
                  <c:v>-612.5297231099667</c:v>
                </c:pt>
                <c:pt idx="42">
                  <c:v>-2447.0119223447277</c:v>
                </c:pt>
                <c:pt idx="43">
                  <c:v>-1623.6654668682577</c:v>
                </c:pt>
                <c:pt idx="44">
                  <c:v>-3201.916134732137</c:v>
                </c:pt>
                <c:pt idx="45">
                  <c:v>-916.7890945856572</c:v>
                </c:pt>
                <c:pt idx="46">
                  <c:v>-1825.5809926386592</c:v>
                </c:pt>
                <c:pt idx="47">
                  <c:v>-1081.7523065823334</c:v>
                </c:pt>
                <c:pt idx="48">
                  <c:v>-433.7027771475889</c:v>
                </c:pt>
                <c:pt idx="49">
                  <c:v>-1071.9751772843708</c:v>
                </c:pt>
                <c:pt idx="50">
                  <c:v>-3106.66000553894</c:v>
                </c:pt>
                <c:pt idx="51">
                  <c:v>-194.53848253687522</c:v>
                </c:pt>
                <c:pt idx="52">
                  <c:v>-1592.6668214663855</c:v>
                </c:pt>
                <c:pt idx="53">
                  <c:v>-130.7289679227214</c:v>
                </c:pt>
                <c:pt idx="54">
                  <c:v>-3015.9439237202632</c:v>
                </c:pt>
                <c:pt idx="55">
                  <c:v>-1184.9562931663704</c:v>
                </c:pt>
                <c:pt idx="56">
                  <c:v>-2479.439376598113</c:v>
                </c:pt>
                <c:pt idx="57">
                  <c:v>-901.1963838037066</c:v>
                </c:pt>
                <c:pt idx="58">
                  <c:v>-1180.9963932323128</c:v>
                </c:pt>
                <c:pt idx="59">
                  <c:v>-1154.5143826326887</c:v>
                </c:pt>
                <c:pt idx="60">
                  <c:v>-3201.2124671923375</c:v>
                </c:pt>
                <c:pt idx="61">
                  <c:v>-1929.005134901076</c:v>
                </c:pt>
                <c:pt idx="62">
                  <c:v>-3286.1776103710786</c:v>
                </c:pt>
                <c:pt idx="63">
                  <c:v>-2336.8889145540643</c:v>
                </c:pt>
                <c:pt idx="64">
                  <c:v>-1057.7494809685631</c:v>
                </c:pt>
                <c:pt idx="65">
                  <c:v>-1747.0955212606111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199.96091074461032</c:v>
                </c:pt>
                <c:pt idx="1">
                  <c:v>173.33437024347526</c:v>
                </c:pt>
                <c:pt idx="2">
                  <c:v>452.93439041310796</c:v>
                </c:pt>
                <c:pt idx="3">
                  <c:v>1223.0577269697922</c:v>
                </c:pt>
                <c:pt idx="4">
                  <c:v>1522.1936437052877</c:v>
                </c:pt>
                <c:pt idx="5">
                  <c:v>2408.3704506006516</c:v>
                </c:pt>
                <c:pt idx="6">
                  <c:v>1291.1313182053918</c:v>
                </c:pt>
                <c:pt idx="7">
                  <c:v>3289.4087639553823</c:v>
                </c:pt>
                <c:pt idx="8">
                  <c:v>747.3014802966779</c:v>
                </c:pt>
                <c:pt idx="9">
                  <c:v>2013.4973869099222</c:v>
                </c:pt>
                <c:pt idx="10">
                  <c:v>1320.3766335659705</c:v>
                </c:pt>
                <c:pt idx="11">
                  <c:v>2260.5352170501856</c:v>
                </c:pt>
                <c:pt idx="12">
                  <c:v>1347.022086288904</c:v>
                </c:pt>
                <c:pt idx="13">
                  <c:v>234.6800358383323</c:v>
                </c:pt>
                <c:pt idx="14">
                  <c:v>1484.3376111933567</c:v>
                </c:pt>
                <c:pt idx="15">
                  <c:v>1634.7597991210673</c:v>
                </c:pt>
                <c:pt idx="16">
                  <c:v>2008.6016280656474</c:v>
                </c:pt>
                <c:pt idx="17">
                  <c:v>1206.7512032777927</c:v>
                </c:pt>
                <c:pt idx="18">
                  <c:v>406.2670154348434</c:v>
                </c:pt>
                <c:pt idx="19">
                  <c:v>488.5272981518817</c:v>
                </c:pt>
                <c:pt idx="20">
                  <c:v>210.701865291513</c:v>
                </c:pt>
                <c:pt idx="21">
                  <c:v>67.12656038002055</c:v>
                </c:pt>
                <c:pt idx="22">
                  <c:v>3326.7352303165776</c:v>
                </c:pt>
                <c:pt idx="23">
                  <c:v>1945.6241135080886</c:v>
                </c:pt>
                <c:pt idx="24">
                  <c:v>1752.7329508487462</c:v>
                </c:pt>
                <c:pt idx="25">
                  <c:v>1286.4091060343185</c:v>
                </c:pt>
                <c:pt idx="26">
                  <c:v>2543.2719112086284</c:v>
                </c:pt>
                <c:pt idx="27">
                  <c:v>1318.5587570931489</c:v>
                </c:pt>
                <c:pt idx="28">
                  <c:v>676.4423637049019</c:v>
                </c:pt>
                <c:pt idx="29">
                  <c:v>71.36376077273147</c:v>
                </c:pt>
                <c:pt idx="30">
                  <c:v>118.21022036667655</c:v>
                </c:pt>
                <c:pt idx="31">
                  <c:v>378.14764370899854</c:v>
                </c:pt>
                <c:pt idx="32">
                  <c:v>2545.8912741647227</c:v>
                </c:pt>
                <c:pt idx="33">
                  <c:v>1866.3206550430327</c:v>
                </c:pt>
                <c:pt idx="34">
                  <c:v>239.79032066741615</c:v>
                </c:pt>
                <c:pt idx="35">
                  <c:v>270.9078763266476</c:v>
                </c:pt>
                <c:pt idx="36">
                  <c:v>1439.9170404518036</c:v>
                </c:pt>
                <c:pt idx="37">
                  <c:v>352.77396851035013</c:v>
                </c:pt>
                <c:pt idx="38">
                  <c:v>596.162540681506</c:v>
                </c:pt>
                <c:pt idx="39">
                  <c:v>1293.3712358871885</c:v>
                </c:pt>
                <c:pt idx="40">
                  <c:v>1932.2854464779157</c:v>
                </c:pt>
                <c:pt idx="41">
                  <c:v>729.2639386000214</c:v>
                </c:pt>
                <c:pt idx="42">
                  <c:v>235.37569305715462</c:v>
                </c:pt>
                <c:pt idx="43">
                  <c:v>2382.4884582836303</c:v>
                </c:pt>
                <c:pt idx="44">
                  <c:v>2725.771211946793</c:v>
                </c:pt>
                <c:pt idx="45">
                  <c:v>2190.06351242684</c:v>
                </c:pt>
                <c:pt idx="46">
                  <c:v>271.9642292391262</c:v>
                </c:pt>
                <c:pt idx="47">
                  <c:v>590.8898446626914</c:v>
                </c:pt>
                <c:pt idx="48">
                  <c:v>2630.6465019090856</c:v>
                </c:pt>
                <c:pt idx="49">
                  <c:v>4129.458287446364</c:v>
                </c:pt>
                <c:pt idx="50">
                  <c:v>3702.415966532514</c:v>
                </c:pt>
                <c:pt idx="51">
                  <c:v>3059.455404495475</c:v>
                </c:pt>
                <c:pt idx="52">
                  <c:v>1285.03183682774</c:v>
                </c:pt>
                <c:pt idx="53">
                  <c:v>1376.5414015125457</c:v>
                </c:pt>
                <c:pt idx="54">
                  <c:v>768.1203484872325</c:v>
                </c:pt>
                <c:pt idx="55">
                  <c:v>243.47396380484736</c:v>
                </c:pt>
                <c:pt idx="56">
                  <c:v>707.8211810850511</c:v>
                </c:pt>
                <c:pt idx="57">
                  <c:v>368.376050236121</c:v>
                </c:pt>
                <c:pt idx="58">
                  <c:v>2444.13717354318</c:v>
                </c:pt>
                <c:pt idx="59">
                  <c:v>1407.7436969413038</c:v>
                </c:pt>
                <c:pt idx="60">
                  <c:v>3021.092130250274</c:v>
                </c:pt>
                <c:pt idx="61">
                  <c:v>589.6636855614196</c:v>
                </c:pt>
                <c:pt idx="62">
                  <c:v>3848.422829310812</c:v>
                </c:pt>
                <c:pt idx="63">
                  <c:v>560.8069110392006</c:v>
                </c:pt>
                <c:pt idx="64">
                  <c:v>606.6051422493713</c:v>
                </c:pt>
                <c:pt idx="65">
                  <c:v>1736.2794844097903</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779.7081753710123</c:v>
                </c:pt>
                <c:pt idx="1">
                  <c:v>811.7415289189921</c:v>
                </c:pt>
                <c:pt idx="2">
                  <c:v>104.7868945066873</c:v>
                </c:pt>
                <c:pt idx="3">
                  <c:v>65.32357051116294</c:v>
                </c:pt>
                <c:pt idx="4">
                  <c:v>67.87235454598431</c:v>
                </c:pt>
                <c:pt idx="5">
                  <c:v>63.6695374626066</c:v>
                </c:pt>
                <c:pt idx="6">
                  <c:v>58.15518422215131</c:v>
                </c:pt>
                <c:pt idx="7">
                  <c:v>77.34871365865405</c:v>
                </c:pt>
                <c:pt idx="8">
                  <c:v>214.748534996737</c:v>
                </c:pt>
                <c:pt idx="9">
                  <c:v>396.36631938574806</c:v>
                </c:pt>
                <c:pt idx="10">
                  <c:v>197.53277565014338</c:v>
                </c:pt>
                <c:pt idx="11">
                  <c:v>245.54624111720085</c:v>
                </c:pt>
                <c:pt idx="12">
                  <c:v>66.98523041010515</c:v>
                </c:pt>
                <c:pt idx="13">
                  <c:v>704.2588231576887</c:v>
                </c:pt>
                <c:pt idx="14">
                  <c:v>364.8207485704117</c:v>
                </c:pt>
                <c:pt idx="15">
                  <c:v>683.8167147260117</c:v>
                </c:pt>
                <c:pt idx="16">
                  <c:v>602.761428166943</c:v>
                </c:pt>
                <c:pt idx="17">
                  <c:v>61.43984294472189</c:v>
                </c:pt>
                <c:pt idx="18">
                  <c:v>53.06377939906233</c:v>
                </c:pt>
                <c:pt idx="19">
                  <c:v>263.85228017686796</c:v>
                </c:pt>
                <c:pt idx="20">
                  <c:v>316.84511251529784</c:v>
                </c:pt>
                <c:pt idx="21">
                  <c:v>783.5705019995461</c:v>
                </c:pt>
                <c:pt idx="22">
                  <c:v>524.9885457764515</c:v>
                </c:pt>
                <c:pt idx="23">
                  <c:v>85.31368040119351</c:v>
                </c:pt>
                <c:pt idx="24">
                  <c:v>97.55710747241973</c:v>
                </c:pt>
                <c:pt idx="25">
                  <c:v>76.79871720295118</c:v>
                </c:pt>
                <c:pt idx="26">
                  <c:v>80.77248932689423</c:v>
                </c:pt>
                <c:pt idx="27">
                  <c:v>783.8679297667584</c:v>
                </c:pt>
                <c:pt idx="28">
                  <c:v>242.77213669378563</c:v>
                </c:pt>
                <c:pt idx="29">
                  <c:v>77.95666966309383</c:v>
                </c:pt>
                <c:pt idx="30">
                  <c:v>773.4605182255831</c:v>
                </c:pt>
                <c:pt idx="31">
                  <c:v>189.30073290584602</c:v>
                </c:pt>
                <c:pt idx="32">
                  <c:v>63.07897216912362</c:v>
                </c:pt>
                <c:pt idx="33">
                  <c:v>559.407058519544</c:v>
                </c:pt>
                <c:pt idx="34">
                  <c:v>992.3190437788558</c:v>
                </c:pt>
                <c:pt idx="35">
                  <c:v>71.04543842247674</c:v>
                </c:pt>
                <c:pt idx="36">
                  <c:v>1118.1385551970543</c:v>
                </c:pt>
                <c:pt idx="37">
                  <c:v>110.07007712523162</c:v>
                </c:pt>
                <c:pt idx="38">
                  <c:v>922.570745294707</c:v>
                </c:pt>
                <c:pt idx="39">
                  <c:v>956.889832323632</c:v>
                </c:pt>
                <c:pt idx="40">
                  <c:v>270.61605091772196</c:v>
                </c:pt>
                <c:pt idx="41">
                  <c:v>75.76272590072223</c:v>
                </c:pt>
                <c:pt idx="42">
                  <c:v>94.07990068493305</c:v>
                </c:pt>
                <c:pt idx="43">
                  <c:v>82.87036027643143</c:v>
                </c:pt>
                <c:pt idx="44">
                  <c:v>726.0595879668613</c:v>
                </c:pt>
                <c:pt idx="45">
                  <c:v>780.3290487766137</c:v>
                </c:pt>
                <c:pt idx="46">
                  <c:v>95.07113560787968</c:v>
                </c:pt>
                <c:pt idx="47">
                  <c:v>421.24094746252024</c:v>
                </c:pt>
                <c:pt idx="48">
                  <c:v>940.8694982906102</c:v>
                </c:pt>
                <c:pt idx="49">
                  <c:v>514.8485626605698</c:v>
                </c:pt>
                <c:pt idx="50">
                  <c:v>92.93761559842049</c:v>
                </c:pt>
                <c:pt idx="51">
                  <c:v>102.95653110331348</c:v>
                </c:pt>
                <c:pt idx="52">
                  <c:v>646.486641458168</c:v>
                </c:pt>
                <c:pt idx="53">
                  <c:v>1444.8038524293333</c:v>
                </c:pt>
                <c:pt idx="54">
                  <c:v>972.6148099002824</c:v>
                </c:pt>
                <c:pt idx="55">
                  <c:v>87.7047874616767</c:v>
                </c:pt>
                <c:pt idx="56">
                  <c:v>101.9503758101533</c:v>
                </c:pt>
                <c:pt idx="57">
                  <c:v>73.05427926464498</c:v>
                </c:pt>
                <c:pt idx="58">
                  <c:v>458.7863774869701</c:v>
                </c:pt>
                <c:pt idx="59">
                  <c:v>177.71886015713315</c:v>
                </c:pt>
                <c:pt idx="60">
                  <c:v>596.3125897641503</c:v>
                </c:pt>
                <c:pt idx="61">
                  <c:v>493.38163900607566</c:v>
                </c:pt>
                <c:pt idx="62">
                  <c:v>95.5377012997569</c:v>
                </c:pt>
                <c:pt idx="63">
                  <c:v>561.5607252938742</c:v>
                </c:pt>
                <c:pt idx="64">
                  <c:v>544.1478520265116</c:v>
                </c:pt>
                <c:pt idx="65">
                  <c:v>427.80920096862343</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54921.24770894728</c:v>
                </c:pt>
                <c:pt idx="1">
                  <c:v>30423.685720394067</c:v>
                </c:pt>
                <c:pt idx="2">
                  <c:v>10100.557253933406</c:v>
                </c:pt>
                <c:pt idx="3">
                  <c:v>9389.043017779057</c:v>
                </c:pt>
                <c:pt idx="4">
                  <c:v>8670.174649030141</c:v>
                </c:pt>
                <c:pt idx="5">
                  <c:v>40921.26694848369</c:v>
                </c:pt>
                <c:pt idx="6">
                  <c:v>56198.151587572625</c:v>
                </c:pt>
                <c:pt idx="7">
                  <c:v>111524.76276503343</c:v>
                </c:pt>
                <c:pt idx="8">
                  <c:v>117902.07235021105</c:v>
                </c:pt>
                <c:pt idx="9">
                  <c:v>135865.5495506277</c:v>
                </c:pt>
                <c:pt idx="10">
                  <c:v>149752.48121053053</c:v>
                </c:pt>
                <c:pt idx="11">
                  <c:v>79088.28043440716</c:v>
                </c:pt>
                <c:pt idx="12">
                  <c:v>69950.9267583086</c:v>
                </c:pt>
                <c:pt idx="13">
                  <c:v>28846.090980190776</c:v>
                </c:pt>
                <c:pt idx="14">
                  <c:v>11962.232714891516</c:v>
                </c:pt>
                <c:pt idx="15">
                  <c:v>8580.431921897725</c:v>
                </c:pt>
                <c:pt idx="16">
                  <c:v>16141.75604825425</c:v>
                </c:pt>
                <c:pt idx="17">
                  <c:v>36464.3498115841</c:v>
                </c:pt>
                <c:pt idx="18">
                  <c:v>78736.08649689621</c:v>
                </c:pt>
                <c:pt idx="19">
                  <c:v>122060.35948583581</c:v>
                </c:pt>
                <c:pt idx="20">
                  <c:v>123314.05947476112</c:v>
                </c:pt>
                <c:pt idx="21">
                  <c:v>164264.16718861027</c:v>
                </c:pt>
                <c:pt idx="22">
                  <c:v>184257.51701228542</c:v>
                </c:pt>
                <c:pt idx="23">
                  <c:v>95409.43510221381</c:v>
                </c:pt>
                <c:pt idx="24">
                  <c:v>74176.53801976389</c:v>
                </c:pt>
                <c:pt idx="25">
                  <c:v>32531.721257924124</c:v>
                </c:pt>
                <c:pt idx="26">
                  <c:v>7832.0563413693435</c:v>
                </c:pt>
                <c:pt idx="27">
                  <c:v>8744.93117810669</c:v>
                </c:pt>
                <c:pt idx="28">
                  <c:v>14925.582402847469</c:v>
                </c:pt>
                <c:pt idx="29">
                  <c:v>48554.618449006084</c:v>
                </c:pt>
                <c:pt idx="30">
                  <c:v>92438.55907123983</c:v>
                </c:pt>
                <c:pt idx="31">
                  <c:v>170615.92996888058</c:v>
                </c:pt>
                <c:pt idx="32">
                  <c:v>160281.25124215503</c:v>
                </c:pt>
                <c:pt idx="33">
                  <c:v>194743.43543889583</c:v>
                </c:pt>
                <c:pt idx="34">
                  <c:v>165220.64828320057</c:v>
                </c:pt>
                <c:pt idx="35">
                  <c:v>113820.50996361696</c:v>
                </c:pt>
                <c:pt idx="36">
                  <c:v>89930.44022887218</c:v>
                </c:pt>
                <c:pt idx="37">
                  <c:v>30732.493214937494</c:v>
                </c:pt>
                <c:pt idx="38">
                  <c:v>9153.16418831094</c:v>
                </c:pt>
                <c:pt idx="39">
                  <c:v>666.8403989650833</c:v>
                </c:pt>
                <c:pt idx="40">
                  <c:v>15411.43356898072</c:v>
                </c:pt>
                <c:pt idx="41">
                  <c:v>43897.43474008813</c:v>
                </c:pt>
                <c:pt idx="42">
                  <c:v>121504.48723472384</c:v>
                </c:pt>
                <c:pt idx="43">
                  <c:v>150982.38451015562</c:v>
                </c:pt>
                <c:pt idx="44">
                  <c:v>144513.12189670737</c:v>
                </c:pt>
                <c:pt idx="45">
                  <c:v>188416.911503725</c:v>
                </c:pt>
                <c:pt idx="46">
                  <c:v>139023.43876823268</c:v>
                </c:pt>
                <c:pt idx="47">
                  <c:v>86031.30973801888</c:v>
                </c:pt>
                <c:pt idx="48">
                  <c:v>89080.57569000438</c:v>
                </c:pt>
                <c:pt idx="49">
                  <c:v>28253.38713549934</c:v>
                </c:pt>
                <c:pt idx="50">
                  <c:v>7651.512581204751</c:v>
                </c:pt>
                <c:pt idx="51">
                  <c:v>1690.0458308976104</c:v>
                </c:pt>
                <c:pt idx="52">
                  <c:v>16937.79691563081</c:v>
                </c:pt>
                <c:pt idx="53">
                  <c:v>49112.29718691837</c:v>
                </c:pt>
                <c:pt idx="54">
                  <c:v>100756.93572080012</c:v>
                </c:pt>
                <c:pt idx="55">
                  <c:v>116213.9639952275</c:v>
                </c:pt>
                <c:pt idx="56">
                  <c:v>159423.3857137389</c:v>
                </c:pt>
                <c:pt idx="57">
                  <c:v>137993.03403401672</c:v>
                </c:pt>
                <c:pt idx="58">
                  <c:v>129467.89356212833</c:v>
                </c:pt>
                <c:pt idx="59">
                  <c:v>133850.50104922854</c:v>
                </c:pt>
                <c:pt idx="60">
                  <c:v>77105.13058378489</c:v>
                </c:pt>
                <c:pt idx="61">
                  <c:v>38044.340955524334</c:v>
                </c:pt>
                <c:pt idx="62">
                  <c:v>9906.047770398585</c:v>
                </c:pt>
                <c:pt idx="63">
                  <c:v>1608.0412668806352</c:v>
                </c:pt>
                <c:pt idx="64">
                  <c:v>14408.290072160336</c:v>
                </c:pt>
                <c:pt idx="65">
                  <c:v>34421.17416787075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45.214299102219044</c:v>
                </c:pt>
                <c:pt idx="2">
                  <c:v>59.467991084994146</c:v>
                </c:pt>
                <c:pt idx="3">
                  <c:v>70.66401706309617</c:v>
                </c:pt>
                <c:pt idx="4">
                  <c:v>78.48526406914154</c:v>
                </c:pt>
                <c:pt idx="5">
                  <c:v>83.23820850551812</c:v>
                </c:pt>
                <c:pt idx="6">
                  <c:v>86.8987536266589</c:v>
                </c:pt>
                <c:pt idx="7">
                  <c:v>89.66364485569946</c:v>
                </c:pt>
                <c:pt idx="8">
                  <c:v>92.37151316492513</c:v>
                </c:pt>
                <c:pt idx="9">
                  <c:v>94.48436458797384</c:v>
                </c:pt>
                <c:pt idx="10">
                  <c:v>96.21680556677684</c:v>
                </c:pt>
                <c:pt idx="11">
                  <c:v>97.50740190984786</c:v>
                </c:pt>
                <c:pt idx="12">
                  <c:v>98.29408463553537</c:v>
                </c:pt>
                <c:pt idx="13">
                  <c:v>98.87097688165454</c:v>
                </c:pt>
                <c:pt idx="14">
                  <c:v>99.22060179563545</c:v>
                </c:pt>
                <c:pt idx="15">
                  <c:v>99.52731063809038</c:v>
                </c:pt>
                <c:pt idx="16">
                  <c:v>99.73418646368977</c:v>
                </c:pt>
                <c:pt idx="17">
                  <c:v>99.91248983985123</c:v>
                </c:pt>
                <c:pt idx="18">
                  <c:v>100.07007698718301</c:v>
                </c:pt>
                <c:pt idx="19">
                  <c:v>100.11532924358937</c:v>
                </c:pt>
                <c:pt idx="20">
                  <c:v>99.99999999999997</c:v>
                </c:pt>
              </c:numCache>
            </c:numRef>
          </c:val>
        </c:ser>
        <c:ser>
          <c:idx val="1"/>
          <c:order val="1"/>
          <c:tx>
            <c:strRef>
              <c:f>Sheet1!$C$1</c:f>
              <c:strCache>
                <c:ptCount val="1"/>
                <c:pt idx="0">
                  <c:v>value</c:v>
                </c:pt>
              </c:strCache>
            </c:strRef>
          </c:tx>
          <c:dPt>
            <c:idx val="0"/>
            <c:spPr>
              <a:solidFill>
                <a:srgbClr val="D60000"/>
              </a:solidFill>
            </c:spPr>
          </c:dPt>
          <c:dPt>
            <c:idx val="1"/>
            <c:spPr>
              <a:solidFill>
                <a:srgbClr val="018700"/>
              </a:solidFill>
            </c:spPr>
          </c:dPt>
          <c:dPt>
            <c:idx val="2"/>
            <c:spPr>
              <a:solidFill>
                <a:srgbClr val="573B00"/>
              </a:solidFill>
            </c:spPr>
          </c:dPt>
          <c:dPt>
            <c:idx val="3"/>
            <c:spPr>
              <a:solidFill>
                <a:srgbClr val="FDF49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8C3BFF"/>
              </a:solidFill>
            </c:spPr>
          </c:dPt>
          <c:dPt>
            <c:idx val="9"/>
            <c:spPr>
              <a:solidFill>
                <a:srgbClr val="FF7ED1"/>
              </a:solidFill>
            </c:spPr>
          </c:dPt>
          <c:dPt>
            <c:idx val="10"/>
            <c:spPr>
              <a:solidFill>
                <a:srgbClr val="95B577"/>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45.21%</a:t>
                    </a:r>
                  </a:p>
                </c:rich>
              </c:tx>
              <c:dLblPos val="inEnd"/>
              <c:showLegendKey val="0"/>
              <c:showVal val="1"/>
              <c:showCatName val="0"/>
              <c:showSerName val="0"/>
              <c:showPercent val="0"/>
              <c:showBubbleSize val="0"/>
            </c:dLbl>
            <c:dLbl>
              <c:idx val="1"/>
              <c:tx>
                <c:rich>
                  <a:bodyPr/>
                  <a:lstStyle/>
                  <a:p>
                    <a:r>
                      <a:t>14.25%</a:t>
                    </a:r>
                  </a:p>
                </c:rich>
              </c:tx>
              <c:dLblPos val="inEnd"/>
              <c:showLegendKey val="0"/>
              <c:showVal val="1"/>
              <c:showCatName val="0"/>
              <c:showSerName val="0"/>
              <c:showPercent val="0"/>
              <c:showBubbleSize val="0"/>
            </c:dLbl>
            <c:dLbl>
              <c:idx val="2"/>
              <c:tx>
                <c:rich>
                  <a:bodyPr/>
                  <a:lstStyle/>
                  <a:p>
                    <a:r>
                      <a:t>11.2%</a:t>
                    </a:r>
                  </a:p>
                </c:rich>
              </c:tx>
              <c:dLblPos val="inEnd"/>
              <c:showLegendKey val="0"/>
              <c:showVal val="1"/>
              <c:showCatName val="0"/>
              <c:showSerName val="0"/>
              <c:showPercent val="0"/>
              <c:showBubbleSize val="0"/>
            </c:dLbl>
            <c:dLbl>
              <c:idx val="3"/>
              <c:tx>
                <c:rich>
                  <a:bodyPr/>
                  <a:lstStyle/>
                  <a:p>
                    <a:r>
                      <a:t>7.82%</a:t>
                    </a:r>
                  </a:p>
                </c:rich>
              </c:tx>
              <c:dLblPos val="inEnd"/>
              <c:showLegendKey val="0"/>
              <c:showVal val="1"/>
              <c:showCatName val="0"/>
              <c:showSerName val="0"/>
              <c:showPercent val="0"/>
              <c:showBubbleSize val="0"/>
            </c:dLbl>
            <c:dLbl>
              <c:idx val="4"/>
              <c:tx>
                <c:rich>
                  <a:bodyPr/>
                  <a:lstStyle/>
                  <a:p>
                    <a:r>
                      <a:t>4.75%</a:t>
                    </a:r>
                  </a:p>
                </c:rich>
              </c:tx>
              <c:dLblPos val="inEnd"/>
              <c:showLegendKey val="0"/>
              <c:showVal val="1"/>
              <c:showCatName val="0"/>
              <c:showSerName val="0"/>
              <c:showPercent val="0"/>
              <c:showBubbleSize val="0"/>
            </c:dLbl>
            <c:dLbl>
              <c:idx val="5"/>
              <c:tx>
                <c:rich>
                  <a:bodyPr/>
                  <a:lstStyle/>
                  <a:p>
                    <a:r>
                      <a:t>3.66%</a:t>
                    </a:r>
                  </a:p>
                </c:rich>
              </c:tx>
              <c:dLblPos val="inEnd"/>
              <c:showLegendKey val="0"/>
              <c:showVal val="1"/>
              <c:showCatName val="0"/>
              <c:showSerName val="0"/>
              <c:showPercent val="0"/>
              <c:showBubbleSize val="0"/>
            </c:dLbl>
            <c:dLbl>
              <c:idx val="6"/>
              <c:tx>
                <c:rich>
                  <a:bodyPr/>
                  <a:lstStyle/>
                  <a:p>
                    <a:r>
                      <a:t>2.76%</a:t>
                    </a:r>
                  </a:p>
                </c:rich>
              </c:tx>
              <c:dLblPos val="inEnd"/>
              <c:showLegendKey val="0"/>
              <c:showVal val="1"/>
              <c:showCatName val="0"/>
              <c:showSerName val="0"/>
              <c:showPercent val="0"/>
              <c:showBubbleSize val="0"/>
            </c:dLbl>
            <c:dLbl>
              <c:idx val="7"/>
              <c:tx>
                <c:rich>
                  <a:bodyPr/>
                  <a:lstStyle/>
                  <a:p>
                    <a:r>
                      <a:t>2.71%</a:t>
                    </a:r>
                  </a:p>
                </c:rich>
              </c:tx>
              <c:dLblPos val="inEnd"/>
              <c:showLegendKey val="0"/>
              <c:showVal val="1"/>
              <c:showCatName val="0"/>
              <c:showSerName val="0"/>
              <c:showPercent val="0"/>
              <c:showBubbleSize val="0"/>
            </c:dLbl>
            <c:dLbl>
              <c:idx val="8"/>
              <c:tx>
                <c:rich>
                  <a:bodyPr/>
                  <a:lstStyle/>
                  <a:p>
                    <a:r>
                      <a:t>2.11%</a:t>
                    </a:r>
                  </a:p>
                </c:rich>
              </c:tx>
              <c:dLblPos val="inEnd"/>
              <c:showLegendKey val="0"/>
              <c:showVal val="1"/>
              <c:showCatName val="0"/>
              <c:showSerName val="0"/>
              <c:showPercent val="0"/>
              <c:showBubbleSize val="0"/>
            </c:dLbl>
            <c:dLbl>
              <c:idx val="9"/>
              <c:tx>
                <c:rich>
                  <a:bodyPr/>
                  <a:lstStyle/>
                  <a:p>
                    <a:r>
                      <a:t>1.73%</a:t>
                    </a:r>
                  </a:p>
                </c:rich>
              </c:tx>
              <c:dLblPos val="inEnd"/>
              <c:showLegendKey val="0"/>
              <c:showVal val="1"/>
              <c:showCatName val="0"/>
              <c:showSerName val="0"/>
              <c:showPercent val="0"/>
              <c:showBubbleSize val="0"/>
            </c:dLbl>
            <c:dLbl>
              <c:idx val="10"/>
              <c:tx>
                <c:rich>
                  <a:bodyPr/>
                  <a:lstStyle/>
                  <a:p>
                    <a:r>
                      <a:t>1.29%</a:t>
                    </a:r>
                  </a:p>
                </c:rich>
              </c:tx>
              <c:dLblPos val="inEnd"/>
              <c:showLegendKey val="0"/>
              <c:showVal val="1"/>
              <c:showCatName val="0"/>
              <c:showSerName val="0"/>
              <c:showPercent val="0"/>
              <c:showBubbleSize val="0"/>
            </c:dLbl>
            <c:dLbl>
              <c:idx val="11"/>
              <c:tx>
                <c:rich>
                  <a:bodyPr/>
                  <a:lstStyle/>
                  <a:p>
                    <a:r>
                      <a:t>0.79%</a:t>
                    </a:r>
                  </a:p>
                </c:rich>
              </c:tx>
              <c:dLblPos val="inEnd"/>
              <c:showLegendKey val="0"/>
              <c:showVal val="1"/>
              <c:showCatName val="0"/>
              <c:showSerName val="0"/>
              <c:showPercent val="0"/>
              <c:showBubbleSize val="0"/>
            </c:dLbl>
            <c:dLbl>
              <c:idx val="12"/>
              <c:tx>
                <c:rich>
                  <a:bodyPr/>
                  <a:lstStyle/>
                  <a:p>
                    <a:r>
                      <a:t>0.58%</a:t>
                    </a:r>
                  </a:p>
                </c:rich>
              </c:tx>
              <c:dLblPos val="inEnd"/>
              <c:showLegendKey val="0"/>
              <c:showVal val="1"/>
              <c:showCatName val="0"/>
              <c:showSerName val="0"/>
              <c:showPercent val="0"/>
              <c:showBubbleSize val="0"/>
            </c:dLbl>
            <c:dLbl>
              <c:idx val="13"/>
              <c:tx>
                <c:rich>
                  <a:bodyPr/>
                  <a:lstStyle/>
                  <a:p>
                    <a:r>
                      <a:t>0.35%</a:t>
                    </a:r>
                  </a:p>
                </c:rich>
              </c:tx>
              <c:dLblPos val="inEnd"/>
              <c:showLegendKey val="0"/>
              <c:showVal val="1"/>
              <c:showCatName val="0"/>
              <c:showSerName val="0"/>
              <c:showPercent val="0"/>
              <c:showBubbleSize val="0"/>
            </c:dLbl>
            <c:dLbl>
              <c:idx val="14"/>
              <c:tx>
                <c:rich>
                  <a:bodyPr/>
                  <a:lstStyle/>
                  <a:p>
                    <a:r>
                      <a:t>0.31%</a:t>
                    </a:r>
                  </a:p>
                </c:rich>
              </c:tx>
              <c:dLblPos val="inEnd"/>
              <c:showLegendKey val="0"/>
              <c:showVal val="1"/>
              <c:showCatName val="0"/>
              <c:showSerName val="0"/>
              <c:showPercent val="0"/>
              <c:showBubbleSize val="0"/>
            </c:dLbl>
            <c:dLbl>
              <c:idx val="15"/>
              <c:tx>
                <c:rich>
                  <a:bodyPr/>
                  <a:lstStyle/>
                  <a:p>
                    <a:r>
                      <a:t>0.21%</a:t>
                    </a:r>
                  </a:p>
                </c:rich>
              </c:tx>
              <c:dLblPos val="inEnd"/>
              <c:showLegendKey val="0"/>
              <c:showVal val="1"/>
              <c:showCatName val="0"/>
              <c:showSerName val="0"/>
              <c:showPercent val="0"/>
              <c:showBubbleSize val="0"/>
            </c:dLbl>
            <c:dLbl>
              <c:idx val="16"/>
              <c:tx>
                <c:rich>
                  <a:bodyPr/>
                  <a:lstStyle/>
                  <a:p>
                    <a:r>
                      <a:t>0.18%</a:t>
                    </a:r>
                  </a:p>
                </c:rich>
              </c:tx>
              <c:dLblPos val="inEnd"/>
              <c:showLegendKey val="0"/>
              <c:showVal val="1"/>
              <c:showCatName val="0"/>
              <c:showSerName val="0"/>
              <c:showPercent val="0"/>
              <c:showBubbleSize val="0"/>
            </c:dLbl>
            <c:dLbl>
              <c:idx val="17"/>
              <c:tx>
                <c:rich>
                  <a:bodyPr/>
                  <a:lstStyle/>
                  <a:p>
                    <a:r>
                      <a:t>0.16%</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0.02%</a:t>
                    </a:r>
                  </a:p>
                </c:rich>
              </c:tx>
              <c:dLblPos val="inEnd"/>
              <c:showLegendKey val="0"/>
              <c:showVal val="1"/>
              <c:showCatName val="0"/>
              <c:showSerName val="0"/>
              <c:showPercent val="0"/>
              <c:showBubbleSize val="0"/>
            </c:dLbl>
            <c:dLbl>
              <c:idx val="20"/>
              <c:tx>
                <c:rich>
                  <a:bodyPr/>
                  <a:lstStyle/>
                  <a:p>
                    <a:r>
                      <a:t>-0.13%</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45.214299102219044</c:v>
                </c:pt>
                <c:pt idx="1">
                  <c:v>14.253691982775111</c:v>
                </c:pt>
                <c:pt idx="2">
                  <c:v>11.196025978102021</c:v>
                </c:pt>
                <c:pt idx="3">
                  <c:v>7.821247006045355</c:v>
                </c:pt>
                <c:pt idx="4">
                  <c:v>4.7529444363765965</c:v>
                </c:pt>
                <c:pt idx="5">
                  <c:v>3.6605451211407845</c:v>
                </c:pt>
                <c:pt idx="6">
                  <c:v>2.7648912290405687</c:v>
                </c:pt>
                <c:pt idx="7">
                  <c:v>2.7078683092256677</c:v>
                </c:pt>
                <c:pt idx="8">
                  <c:v>2.1128514230487143</c:v>
                </c:pt>
                <c:pt idx="9">
                  <c:v>1.732440978803006</c:v>
                </c:pt>
                <c:pt idx="10">
                  <c:v>1.2905963430710101</c:v>
                </c:pt>
                <c:pt idx="11">
                  <c:v>0.7866827256875298</c:v>
                </c:pt>
                <c:pt idx="12">
                  <c:v>0.5768922461191743</c:v>
                </c:pt>
                <c:pt idx="13">
                  <c:v>0.3496249139808847</c:v>
                </c:pt>
                <c:pt idx="14">
                  <c:v>0.3067088424549431</c:v>
                </c:pt>
                <c:pt idx="15">
                  <c:v>0.2068758255993849</c:v>
                </c:pt>
                <c:pt idx="16">
                  <c:v>0.1783033761614662</c:v>
                </c:pt>
                <c:pt idx="17">
                  <c:v>0.15758714733176607</c:v>
                </c:pt>
                <c:pt idx="18">
                  <c:v>0.04525225640635858</c:v>
                </c:pt>
                <c:pt idx="19">
                  <c:v>0.017228867912226272</c:v>
                </c:pt>
                <c:pt idx="20">
                  <c:v>0.1325581115016198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1641900.0</c:v>
                </c:pt>
                <c:pt idx="1">
                  <c:v>1590068.0</c:v>
                </c:pt>
                <c:pt idx="2">
                  <c:v>2107811.0</c:v>
                </c:pt>
                <c:pt idx="3">
                  <c:v>1878851.0</c:v>
                </c:pt>
                <c:pt idx="4">
                  <c:v>1699877.0</c:v>
                </c:pt>
                <c:pt idx="5">
                  <c:v>1799350.0</c:v>
                </c:pt>
                <c:pt idx="6">
                  <c:v>1329192.0</c:v>
                </c:pt>
                <c:pt idx="7">
                  <c:v>1593876.0</c:v>
                </c:pt>
                <c:pt idx="8">
                  <c:v>1220114.0</c:v>
                </c:pt>
                <c:pt idx="9">
                  <c:v>1264856.0</c:v>
                </c:pt>
                <c:pt idx="10">
                  <c:v>1531948.0</c:v>
                </c:pt>
                <c:pt idx="11">
                  <c:v>1309483.0</c:v>
                </c:pt>
                <c:pt idx="12">
                  <c:v>1590364.0</c:v>
                </c:pt>
                <c:pt idx="13">
                  <c:v>1712267.0</c:v>
                </c:pt>
                <c:pt idx="14">
                  <c:v>2120574.0</c:v>
                </c:pt>
                <c:pt idx="15">
                  <c:v>1739485.0</c:v>
                </c:pt>
                <c:pt idx="16">
                  <c:v>1988869.0</c:v>
                </c:pt>
                <c:pt idx="17">
                  <c:v>1680556.0</c:v>
                </c:pt>
                <c:pt idx="18">
                  <c:v>1604966.0</c:v>
                </c:pt>
                <c:pt idx="19">
                  <c:v>1756501.0</c:v>
                </c:pt>
                <c:pt idx="20">
                  <c:v>1269947.0</c:v>
                </c:pt>
                <c:pt idx="21">
                  <c:v>1341904.0</c:v>
                </c:pt>
                <c:pt idx="22">
                  <c:v>1684857.0</c:v>
                </c:pt>
                <c:pt idx="23">
                  <c:v>1305254.0</c:v>
                </c:pt>
                <c:pt idx="24">
                  <c:v>2123917.0</c:v>
                </c:pt>
                <c:pt idx="25">
                  <c:v>1678522.0</c:v>
                </c:pt>
                <c:pt idx="26">
                  <c:v>1720314.0</c:v>
                </c:pt>
                <c:pt idx="27">
                  <c:v>1790346.0</c:v>
                </c:pt>
                <c:pt idx="28">
                  <c:v>2246425.0</c:v>
                </c:pt>
                <c:pt idx="29">
                  <c:v>1701745.0</c:v>
                </c:pt>
                <c:pt idx="30">
                  <c:v>1491041.0</c:v>
                </c:pt>
                <c:pt idx="31">
                  <c:v>1954319.0</c:v>
                </c:pt>
                <c:pt idx="32">
                  <c:v>1380173.0</c:v>
                </c:pt>
                <c:pt idx="33">
                  <c:v>1816476.0</c:v>
                </c:pt>
                <c:pt idx="34">
                  <c:v>1412219.0</c:v>
                </c:pt>
                <c:pt idx="35">
                  <c:v>1372860.0</c:v>
                </c:pt>
                <c:pt idx="36">
                  <c:v>2157110.0</c:v>
                </c:pt>
                <c:pt idx="37">
                  <c:v>1685232.0</c:v>
                </c:pt>
                <c:pt idx="38">
                  <c:v>2027719.0</c:v>
                </c:pt>
                <c:pt idx="39">
                  <c:v>1719727.0</c:v>
                </c:pt>
                <c:pt idx="40">
                  <c:v>2078425.0</c:v>
                </c:pt>
                <c:pt idx="41">
                  <c:v>1708246.0</c:v>
                </c:pt>
                <c:pt idx="42">
                  <c:v>1988202.0</c:v>
                </c:pt>
                <c:pt idx="43">
                  <c:v>1484746.0</c:v>
                </c:pt>
                <c:pt idx="44">
                  <c:v>1292383.0</c:v>
                </c:pt>
                <c:pt idx="45">
                  <c:v>1720393.0</c:v>
                </c:pt>
                <c:pt idx="46">
                  <c:v>1464081.0</c:v>
                </c:pt>
                <c:pt idx="47">
                  <c:v>1466940.0</c:v>
                </c:pt>
                <c:pt idx="48">
                  <c:v>2167846.0</c:v>
                </c:pt>
                <c:pt idx="49">
                  <c:v>1841088.0</c:v>
                </c:pt>
                <c:pt idx="50">
                  <c:v>1847963.0</c:v>
                </c:pt>
                <c:pt idx="51">
                  <c:v>2255864.0</c:v>
                </c:pt>
                <c:pt idx="52">
                  <c:v>1781689.0</c:v>
                </c:pt>
                <c:pt idx="53">
                  <c:v>1710141.0</c:v>
                </c:pt>
                <c:pt idx="54">
                  <c:v>1956228.0</c:v>
                </c:pt>
                <c:pt idx="55">
                  <c:v>1393567.0</c:v>
                </c:pt>
                <c:pt idx="56">
                  <c:v>1480986.0</c:v>
                </c:pt>
                <c:pt idx="57">
                  <c:v>1319010.0</c:v>
                </c:pt>
                <c:pt idx="58">
                  <c:v>1214453.0</c:v>
                </c:pt>
                <c:pt idx="59">
                  <c:v>1537162.0</c:v>
                </c:pt>
                <c:pt idx="60">
                  <c:v>403366.0</c:v>
                </c:pt>
                <c:pt idx="61">
                  <c:v>1847202.0</c:v>
                </c:pt>
                <c:pt idx="62">
                  <c:v>1750435.0</c:v>
                </c:pt>
                <c:pt idx="63">
                  <c:v>2301675.0</c:v>
                </c:pt>
                <c:pt idx="64">
                  <c:v>1781563.0</c:v>
                </c:pt>
                <c:pt idx="65">
                  <c:v>1833876.0</c:v>
                </c:pt>
                <c:pt idx="66">
                  <c:v>1615004.0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1574504.2663389395</c:v>
                </c:pt>
                <c:pt idx="1">
                  <c:v>1605741.8402674221</c:v>
                </c:pt>
                <c:pt idx="2">
                  <c:v>2094351.7057591616</c:v>
                </c:pt>
                <c:pt idx="3">
                  <c:v>1838865.926262633</c:v>
                </c:pt>
                <c:pt idx="4">
                  <c:v>1703505.3354536607</c:v>
                </c:pt>
                <c:pt idx="5">
                  <c:v>1852948.6812668773</c:v>
                </c:pt>
                <c:pt idx="6">
                  <c:v>1339585.8068203155</c:v>
                </c:pt>
                <c:pt idx="7">
                  <c:v>1615026.379286297</c:v>
                </c:pt>
                <c:pt idx="8">
                  <c:v>1188455.3297860944</c:v>
                </c:pt>
                <c:pt idx="9">
                  <c:v>1279960.2090383882</c:v>
                </c:pt>
                <c:pt idx="10">
                  <c:v>1581321.8488609656</c:v>
                </c:pt>
                <c:pt idx="11">
                  <c:v>1324179.4938943482</c:v>
                </c:pt>
                <c:pt idx="12">
                  <c:v>1643614.1318214373</c:v>
                </c:pt>
                <c:pt idx="13">
                  <c:v>1637914.0975982808</c:v>
                </c:pt>
                <c:pt idx="14">
                  <c:v>2175675.2980638864</c:v>
                </c:pt>
                <c:pt idx="15">
                  <c:v>1776510.5701372125</c:v>
                </c:pt>
                <c:pt idx="16">
                  <c:v>2179150.1922586616</c:v>
                </c:pt>
                <c:pt idx="17">
                  <c:v>1628405.5209598788</c:v>
                </c:pt>
                <c:pt idx="18">
                  <c:v>1590791.3532393056</c:v>
                </c:pt>
                <c:pt idx="19">
                  <c:v>1700052.4065873707</c:v>
                </c:pt>
                <c:pt idx="20">
                  <c:v>1267067.7099730412</c:v>
                </c:pt>
                <c:pt idx="21">
                  <c:v>1278037.6423054761</c:v>
                </c:pt>
                <c:pt idx="22">
                  <c:v>1706334.1293423423</c:v>
                </c:pt>
                <c:pt idx="23">
                  <c:v>1346987.2097046708</c:v>
                </c:pt>
                <c:pt idx="24">
                  <c:v>2046973.5702080482</c:v>
                </c:pt>
                <c:pt idx="25">
                  <c:v>1738835.7342646488</c:v>
                </c:pt>
                <c:pt idx="26">
                  <c:v>1806752.378318042</c:v>
                </c:pt>
                <c:pt idx="27">
                  <c:v>1745653.6751385299</c:v>
                </c:pt>
                <c:pt idx="28">
                  <c:v>2289011.460005995</c:v>
                </c:pt>
                <c:pt idx="29">
                  <c:v>1776073.0893012662</c:v>
                </c:pt>
                <c:pt idx="30">
                  <c:v>1520517.5302839335</c:v>
                </c:pt>
                <c:pt idx="31">
                  <c:v>1923663.5333988902</c:v>
                </c:pt>
                <c:pt idx="32">
                  <c:v>1360950.564158942</c:v>
                </c:pt>
                <c:pt idx="33">
                  <c:v>1704343.9675060543</c:v>
                </c:pt>
                <c:pt idx="34">
                  <c:v>1426966.8948513018</c:v>
                </c:pt>
                <c:pt idx="35">
                  <c:v>1489918.679712762</c:v>
                </c:pt>
                <c:pt idx="36">
                  <c:v>2144778.624299677</c:v>
                </c:pt>
                <c:pt idx="37">
                  <c:v>1736232.3071395056</c:v>
                </c:pt>
                <c:pt idx="38">
                  <c:v>2017156.8906387235</c:v>
                </c:pt>
                <c:pt idx="39">
                  <c:v>1703942.4822007562</c:v>
                </c:pt>
                <c:pt idx="40">
                  <c:v>2085309.926543786</c:v>
                </c:pt>
                <c:pt idx="41">
                  <c:v>1737788.2290079216</c:v>
                </c:pt>
                <c:pt idx="42">
                  <c:v>1940279.1080732387</c:v>
                </c:pt>
                <c:pt idx="43">
                  <c:v>1456756.1158937756</c:v>
                </c:pt>
                <c:pt idx="44">
                  <c:v>1303206.846985768</c:v>
                </c:pt>
                <c:pt idx="45">
                  <c:v>1721214.9932361837</c:v>
                </c:pt>
                <c:pt idx="46">
                  <c:v>1381889.4564507676</c:v>
                </c:pt>
                <c:pt idx="47">
                  <c:v>1399587.8511409713</c:v>
                </c:pt>
                <c:pt idx="48">
                  <c:v>2080935.5598691516</c:v>
                </c:pt>
                <c:pt idx="49">
                  <c:v>1735631.0764584462</c:v>
                </c:pt>
                <c:pt idx="50">
                  <c:v>1808460.7078000798</c:v>
                </c:pt>
                <c:pt idx="51">
                  <c:v>2272527.070977517</c:v>
                </c:pt>
                <c:pt idx="52">
                  <c:v>1821121.6605566929</c:v>
                </c:pt>
                <c:pt idx="53">
                  <c:v>1656440.8494850444</c:v>
                </c:pt>
                <c:pt idx="54">
                  <c:v>1919473.9886786332</c:v>
                </c:pt>
                <c:pt idx="55">
                  <c:v>1386268.946322161</c:v>
                </c:pt>
                <c:pt idx="56">
                  <c:v>1567300.0323641845</c:v>
                </c:pt>
                <c:pt idx="57">
                  <c:v>1298078.4321900008</c:v>
                </c:pt>
                <c:pt idx="58">
                  <c:v>1308397.0375710214</c:v>
                </c:pt>
                <c:pt idx="59">
                  <c:v>1569326.1921646048</c:v>
                </c:pt>
                <c:pt idx="60">
                  <c:v>401691.1194890934</c:v>
                </c:pt>
                <c:pt idx="61">
                  <c:v>1907963.512335069</c:v>
                </c:pt>
                <c:pt idx="62">
                  <c:v>1811103.1629315394</c:v>
                </c:pt>
                <c:pt idx="63">
                  <c:v>2379047.841256597</c:v>
                </c:pt>
                <c:pt idx="64">
                  <c:v>1789679.8140215403</c:v>
                </c:pt>
                <c:pt idx="65">
                  <c:v>1816861.4914339131</c:v>
                </c:pt>
                <c:pt idx="66">
                  <c:v>1568040.0809408084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854857.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369737856.56</c:v>
                </c:pt>
                <c:pt idx="1">
                  <c:v>388914718.51</c:v>
                </c:pt>
                <c:pt idx="2">
                  <c:v>542160554.8100001</c:v>
                </c:pt>
                <c:pt idx="3">
                  <c:v>487770728.34</c:v>
                </c:pt>
                <c:pt idx="4">
                  <c:v>428972159.77</c:v>
                </c:pt>
                <c:pt idx="5">
                  <c:v>420181744.23</c:v>
                </c:pt>
                <c:pt idx="6">
                  <c:v>283355619.15999997</c:v>
                </c:pt>
                <c:pt idx="7">
                  <c:v>309233946.25</c:v>
                </c:pt>
                <c:pt idx="8">
                  <c:v>230966104.98</c:v>
                </c:pt>
                <c:pt idx="9">
                  <c:v>229906367.44</c:v>
                </c:pt>
                <c:pt idx="10">
                  <c:v>291445922.84</c:v>
                </c:pt>
                <c:pt idx="11">
                  <c:v>275108633.84000003</c:v>
                </c:pt>
                <c:pt idx="12">
                  <c:v>358225957.61</c:v>
                </c:pt>
                <c:pt idx="13">
                  <c:v>416064040.84000003</c:v>
                </c:pt>
                <c:pt idx="14">
                  <c:v>536437184.52</c:v>
                </c:pt>
                <c:pt idx="15">
                  <c:v>450004858.56</c:v>
                </c:pt>
                <c:pt idx="16">
                  <c:v>499030194.53</c:v>
                </c:pt>
                <c:pt idx="17">
                  <c:v>393031153.55</c:v>
                </c:pt>
                <c:pt idx="18">
                  <c:v>337115102.3</c:v>
                </c:pt>
                <c:pt idx="19">
                  <c:v>343638581.14</c:v>
                </c:pt>
                <c:pt idx="20">
                  <c:v>230512429.07</c:v>
                </c:pt>
                <c:pt idx="21">
                  <c:v>246481740.23000002</c:v>
                </c:pt>
                <c:pt idx="22">
                  <c:v>321200823.42</c:v>
                </c:pt>
                <c:pt idx="23">
                  <c:v>279228754.36</c:v>
                </c:pt>
                <c:pt idx="24">
                  <c:v>486251285.59000003</c:v>
                </c:pt>
                <c:pt idx="25">
                  <c:v>420705369.76</c:v>
                </c:pt>
                <c:pt idx="26">
                  <c:v>441929483.08</c:v>
                </c:pt>
                <c:pt idx="27">
                  <c:v>455492178.82</c:v>
                </c:pt>
                <c:pt idx="28">
                  <c:v>561213764.76</c:v>
                </c:pt>
                <c:pt idx="29">
                  <c:v>387202417.52</c:v>
                </c:pt>
                <c:pt idx="30">
                  <c:v>318280962.37</c:v>
                </c:pt>
                <c:pt idx="31">
                  <c:v>380264333.5</c:v>
                </c:pt>
                <c:pt idx="32">
                  <c:v>247029977.37</c:v>
                </c:pt>
                <c:pt idx="33">
                  <c:v>326472030.4</c:v>
                </c:pt>
                <c:pt idx="34">
                  <c:v>269333344.20000005</c:v>
                </c:pt>
                <c:pt idx="35">
                  <c:v>290363525.39</c:v>
                </c:pt>
                <c:pt idx="36">
                  <c:v>493922111.96999997</c:v>
                </c:pt>
                <c:pt idx="37">
                  <c:v>420602577.65000004</c:v>
                </c:pt>
                <c:pt idx="38">
                  <c:v>519721728.60999995</c:v>
                </c:pt>
                <c:pt idx="39">
                  <c:v>443502509.17</c:v>
                </c:pt>
                <c:pt idx="40">
                  <c:v>520182849.05</c:v>
                </c:pt>
                <c:pt idx="41">
                  <c:v>390841527.53</c:v>
                </c:pt>
                <c:pt idx="42">
                  <c:v>424428141.52</c:v>
                </c:pt>
                <c:pt idx="43">
                  <c:v>285213679.56</c:v>
                </c:pt>
                <c:pt idx="44">
                  <c:v>236537290.77</c:v>
                </c:pt>
                <c:pt idx="45">
                  <c:v>309970618.16999996</c:v>
                </c:pt>
                <c:pt idx="46">
                  <c:v>277920292.89</c:v>
                </c:pt>
                <c:pt idx="47">
                  <c:v>309861965.25</c:v>
                </c:pt>
                <c:pt idx="48">
                  <c:v>497211312.58000004</c:v>
                </c:pt>
                <c:pt idx="49">
                  <c:v>452242129.18</c:v>
                </c:pt>
                <c:pt idx="50">
                  <c:v>472727436.26</c:v>
                </c:pt>
                <c:pt idx="51">
                  <c:v>585735292.86</c:v>
                </c:pt>
                <c:pt idx="52">
                  <c:v>439776096.96</c:v>
                </c:pt>
                <c:pt idx="53">
                  <c:v>398487668.98</c:v>
                </c:pt>
                <c:pt idx="54">
                  <c:v>408195059.23999995</c:v>
                </c:pt>
                <c:pt idx="55">
                  <c:v>265424184.48</c:v>
                </c:pt>
                <c:pt idx="56">
                  <c:v>269830440.05</c:v>
                </c:pt>
                <c:pt idx="57">
                  <c:v>237676445.17000002</c:v>
                </c:pt>
                <c:pt idx="58">
                  <c:v>233088449.07</c:v>
                </c:pt>
                <c:pt idx="59">
                  <c:v>321019908.46999997</c:v>
                </c:pt>
                <c:pt idx="60">
                  <c:v>91818202.58</c:v>
                </c:pt>
                <c:pt idx="61">
                  <c:v>432289467.96</c:v>
                </c:pt>
                <c:pt idx="62">
                  <c:v>437626086.9</c:v>
                </c:pt>
                <c:pt idx="63">
                  <c:v>589659290.06</c:v>
                </c:pt>
                <c:pt idx="64">
                  <c:v>457643510.13</c:v>
                </c:pt>
                <c:pt idx="65">
                  <c:v>461163868.75</c:v>
                </c:pt>
                <c:pt idx="66">
                  <c:v>371938303.29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355157267.7877962</c:v>
                </c:pt>
                <c:pt idx="1">
                  <c:v>392818225.8794521</c:v>
                </c:pt>
                <c:pt idx="2">
                  <c:v>538544866.295084</c:v>
                </c:pt>
                <c:pt idx="3">
                  <c:v>477630549.1671194</c:v>
                </c:pt>
                <c:pt idx="4">
                  <c:v>429991673.12763304</c:v>
                </c:pt>
                <c:pt idx="5">
                  <c:v>432138130.7141504</c:v>
                </c:pt>
                <c:pt idx="6">
                  <c:v>286714960.3173286</c:v>
                </c:pt>
                <c:pt idx="7">
                  <c:v>313994588.64506626</c:v>
                </c:pt>
                <c:pt idx="8">
                  <c:v>224761906.79827744</c:v>
                </c:pt>
                <c:pt idx="9">
                  <c:v>232572853.54005224</c:v>
                </c:pt>
                <c:pt idx="10">
                  <c:v>300656761.6957554</c:v>
                </c:pt>
                <c:pt idx="11">
                  <c:v>278292820.13562965</c:v>
                </c:pt>
                <c:pt idx="12">
                  <c:v>370618559.6638351</c:v>
                </c:pt>
                <c:pt idx="13">
                  <c:v>398014734.741317</c:v>
                </c:pt>
                <c:pt idx="14">
                  <c:v>550734035.9080724</c:v>
                </c:pt>
                <c:pt idx="15">
                  <c:v>459751315.39137876</c:v>
                </c:pt>
                <c:pt idx="16">
                  <c:v>546404293.9719856</c:v>
                </c:pt>
                <c:pt idx="17">
                  <c:v>381390769.8072419</c:v>
                </c:pt>
                <c:pt idx="18">
                  <c:v>334007381.1411731</c:v>
                </c:pt>
                <c:pt idx="19">
                  <c:v>332447081.1246631</c:v>
                </c:pt>
                <c:pt idx="20">
                  <c:v>230255641.95500726</c:v>
                </c:pt>
                <c:pt idx="21">
                  <c:v>234630870.8325458</c:v>
                </c:pt>
                <c:pt idx="22">
                  <c:v>325721239.51598954</c:v>
                </c:pt>
                <c:pt idx="23">
                  <c:v>288243449.59156054</c:v>
                </c:pt>
                <c:pt idx="24">
                  <c:v>468162059.5252118</c:v>
                </c:pt>
                <c:pt idx="25">
                  <c:v>435698533.99558026</c:v>
                </c:pt>
                <c:pt idx="26">
                  <c:v>464452132.95437294</c:v>
                </c:pt>
                <c:pt idx="27">
                  <c:v>444082144.11197466</c:v>
                </c:pt>
                <c:pt idx="28">
                  <c:v>571797206.0589639</c:v>
                </c:pt>
                <c:pt idx="29">
                  <c:v>404102072.2060508</c:v>
                </c:pt>
                <c:pt idx="30">
                  <c:v>324121626.2751048</c:v>
                </c:pt>
                <c:pt idx="31">
                  <c:v>374300296.87746036</c:v>
                </c:pt>
                <c:pt idx="32">
                  <c:v>243577302.52661705</c:v>
                </c:pt>
                <c:pt idx="33">
                  <c:v>306924743.52156574</c:v>
                </c:pt>
                <c:pt idx="34">
                  <c:v>272484301.64550006</c:v>
                </c:pt>
                <c:pt idx="35">
                  <c:v>315095803.9722519</c:v>
                </c:pt>
                <c:pt idx="36">
                  <c:v>490769312.91873163</c:v>
                </c:pt>
                <c:pt idx="37">
                  <c:v>433538361.92711115</c:v>
                </c:pt>
                <c:pt idx="38">
                  <c:v>517032354.1868876</c:v>
                </c:pt>
                <c:pt idx="39">
                  <c:v>440211451.1128852</c:v>
                </c:pt>
                <c:pt idx="40">
                  <c:v>522640361.8745344</c:v>
                </c:pt>
                <c:pt idx="41">
                  <c:v>397965415.18420017</c:v>
                </c:pt>
                <c:pt idx="42">
                  <c:v>415003437.29606533</c:v>
                </c:pt>
                <c:pt idx="43">
                  <c:v>280062260.29939556</c:v>
                </c:pt>
                <c:pt idx="44">
                  <c:v>238499348.22436434</c:v>
                </c:pt>
                <c:pt idx="45">
                  <c:v>310151122.236042</c:v>
                </c:pt>
                <c:pt idx="46">
                  <c:v>261629287.0845243</c:v>
                </c:pt>
                <c:pt idx="47">
                  <c:v>295358365.3830598</c:v>
                </c:pt>
                <c:pt idx="48">
                  <c:v>476974860.09249306</c:v>
                </c:pt>
                <c:pt idx="49">
                  <c:v>425905976.7640157</c:v>
                </c:pt>
                <c:pt idx="50">
                  <c:v>462554530.1153922</c:v>
                </c:pt>
                <c:pt idx="51">
                  <c:v>590120321.8623416</c:v>
                </c:pt>
                <c:pt idx="52">
                  <c:v>449645922.3642463</c:v>
                </c:pt>
                <c:pt idx="53">
                  <c:v>385656640.3276998</c:v>
                </c:pt>
                <c:pt idx="54">
                  <c:v>400660027.2743366</c:v>
                </c:pt>
                <c:pt idx="55">
                  <c:v>264208832.89748907</c:v>
                </c:pt>
                <c:pt idx="56">
                  <c:v>285617217.819422</c:v>
                </c:pt>
                <c:pt idx="57">
                  <c:v>234221384.75842917</c:v>
                </c:pt>
                <c:pt idx="58">
                  <c:v>250646592.02193373</c:v>
                </c:pt>
                <c:pt idx="59">
                  <c:v>327537256.3897004</c:v>
                </c:pt>
                <c:pt idx="60">
                  <c:v>91436949.52930233</c:v>
                </c:pt>
                <c:pt idx="61">
                  <c:v>446580681.24519324</c:v>
                </c:pt>
                <c:pt idx="62">
                  <c:v>453304506.34533304</c:v>
                </c:pt>
                <c:pt idx="63">
                  <c:v>609337876.4569093</c:v>
                </c:pt>
                <c:pt idx="64">
                  <c:v>459296079.97438055</c:v>
                </c:pt>
                <c:pt idx="65">
                  <c:v>456865777.40582484</c:v>
                </c:pt>
                <c:pt idx="66">
                  <c:v>361122830.2367934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1205452.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Moscow: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962252.7748182719</c:v>
                </c:pt>
                <c:pt idx="1">
                  <c:v>962252.7748182719</c:v>
                </c:pt>
                <c:pt idx="2">
                  <c:v>1202815.9685228397</c:v>
                </c:pt>
                <c:pt idx="3">
                  <c:v>962252.7748182719</c:v>
                </c:pt>
                <c:pt idx="4">
                  <c:v>962252.7748182719</c:v>
                </c:pt>
                <c:pt idx="5">
                  <c:v>1202815.9685228397</c:v>
                </c:pt>
                <c:pt idx="6">
                  <c:v>962252.7748182719</c:v>
                </c:pt>
                <c:pt idx="7">
                  <c:v>1202815.9685228397</c:v>
                </c:pt>
                <c:pt idx="8">
                  <c:v>962252.7748182719</c:v>
                </c:pt>
                <c:pt idx="9">
                  <c:v>962252.7748182719</c:v>
                </c:pt>
                <c:pt idx="10">
                  <c:v>1202815.9685228397</c:v>
                </c:pt>
                <c:pt idx="11">
                  <c:v>962252.7748182719</c:v>
                </c:pt>
                <c:pt idx="12">
                  <c:v>962252.7748182719</c:v>
                </c:pt>
                <c:pt idx="13">
                  <c:v>962252.7748182719</c:v>
                </c:pt>
                <c:pt idx="14">
                  <c:v>1202815.9685228397</c:v>
                </c:pt>
                <c:pt idx="15">
                  <c:v>962252.7748182719</c:v>
                </c:pt>
                <c:pt idx="16">
                  <c:v>1202815.9685228397</c:v>
                </c:pt>
                <c:pt idx="17">
                  <c:v>962252.7748182719</c:v>
                </c:pt>
                <c:pt idx="18">
                  <c:v>962252.7748182719</c:v>
                </c:pt>
                <c:pt idx="19">
                  <c:v>1202815.9685228397</c:v>
                </c:pt>
                <c:pt idx="20">
                  <c:v>962252.7748182719</c:v>
                </c:pt>
                <c:pt idx="21">
                  <c:v>962252.7748182719</c:v>
                </c:pt>
                <c:pt idx="22">
                  <c:v>1202815.9685228397</c:v>
                </c:pt>
                <c:pt idx="23">
                  <c:v>962252.7748182719</c:v>
                </c:pt>
                <c:pt idx="24">
                  <c:v>1202815.9685228397</c:v>
                </c:pt>
                <c:pt idx="25">
                  <c:v>962252.7748182719</c:v>
                </c:pt>
                <c:pt idx="26">
                  <c:v>962252.7748182719</c:v>
                </c:pt>
                <c:pt idx="27">
                  <c:v>962252.7748182719</c:v>
                </c:pt>
                <c:pt idx="28">
                  <c:v>1202815.9685228397</c:v>
                </c:pt>
                <c:pt idx="29">
                  <c:v>962252.7748182719</c:v>
                </c:pt>
                <c:pt idx="30">
                  <c:v>962252.7748182719</c:v>
                </c:pt>
                <c:pt idx="31">
                  <c:v>1202815.9685228397</c:v>
                </c:pt>
                <c:pt idx="32">
                  <c:v>962252.7748182719</c:v>
                </c:pt>
                <c:pt idx="33">
                  <c:v>1202815.9685228397</c:v>
                </c:pt>
                <c:pt idx="34">
                  <c:v>962252.7748182719</c:v>
                </c:pt>
                <c:pt idx="35">
                  <c:v>962252.7748182719</c:v>
                </c:pt>
                <c:pt idx="36">
                  <c:v>1202815.9685228397</c:v>
                </c:pt>
                <c:pt idx="37">
                  <c:v>962252.7748182719</c:v>
                </c:pt>
                <c:pt idx="38">
                  <c:v>962252.7748182719</c:v>
                </c:pt>
                <c:pt idx="39">
                  <c:v>962252.7748182719</c:v>
                </c:pt>
                <c:pt idx="40">
                  <c:v>1202815.9685228397</c:v>
                </c:pt>
                <c:pt idx="41">
                  <c:v>962252.7748182719</c:v>
                </c:pt>
                <c:pt idx="42">
                  <c:v>1202815.9685228397</c:v>
                </c:pt>
                <c:pt idx="43">
                  <c:v>962252.7748182719</c:v>
                </c:pt>
                <c:pt idx="44">
                  <c:v>962252.7748182719</c:v>
                </c:pt>
                <c:pt idx="45">
                  <c:v>1202815.9685228397</c:v>
                </c:pt>
                <c:pt idx="46">
                  <c:v>962252.7748182719</c:v>
                </c:pt>
                <c:pt idx="47">
                  <c:v>962252.7748182719</c:v>
                </c:pt>
                <c:pt idx="48">
                  <c:v>1202815.9685228397</c:v>
                </c:pt>
                <c:pt idx="49">
                  <c:v>962252.7748182719</c:v>
                </c:pt>
                <c:pt idx="50">
                  <c:v>962252.7748182719</c:v>
                </c:pt>
                <c:pt idx="51">
                  <c:v>1202815.9685228397</c:v>
                </c:pt>
                <c:pt idx="52">
                  <c:v>962252.7748182719</c:v>
                </c:pt>
                <c:pt idx="53">
                  <c:v>962252.7748182719</c:v>
                </c:pt>
                <c:pt idx="54">
                  <c:v>1202815.9685228397</c:v>
                </c:pt>
                <c:pt idx="55">
                  <c:v>962252.7748182719</c:v>
                </c:pt>
                <c:pt idx="56">
                  <c:v>1202815.9685228397</c:v>
                </c:pt>
                <c:pt idx="57">
                  <c:v>962252.7748182719</c:v>
                </c:pt>
                <c:pt idx="58">
                  <c:v>962252.7748182719</c:v>
                </c:pt>
                <c:pt idx="59">
                  <c:v>1202815.9685228397</c:v>
                </c:pt>
                <c:pt idx="60">
                  <c:v>962252.7748182719</c:v>
                </c:pt>
                <c:pt idx="61">
                  <c:v>962252.7748182719</c:v>
                </c:pt>
                <c:pt idx="62">
                  <c:v>1202815.9685228397</c:v>
                </c:pt>
                <c:pt idx="63">
                  <c:v>962252.7748182719</c:v>
                </c:pt>
                <c:pt idx="64">
                  <c:v>962252.7748182719</c:v>
                </c:pt>
                <c:pt idx="65">
                  <c:v>962252.7748182719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12967.381977495932</c:v>
                </c:pt>
                <c:pt idx="1">
                  <c:v>8870.16659808675</c:v>
                </c:pt>
                <c:pt idx="2">
                  <c:v>235.1051226801323</c:v>
                </c:pt>
                <c:pt idx="3">
                  <c:v>19463.11095105445</c:v>
                </c:pt>
                <c:pt idx="4">
                  <c:v>4375.88199438042</c:v>
                </c:pt>
                <c:pt idx="5">
                  <c:v>43.129749604498635</c:v>
                </c:pt>
                <c:pt idx="6">
                  <c:v>15856.141603179496</c:v>
                </c:pt>
                <c:pt idx="7">
                  <c:v>3237.9217091573064</c:v>
                </c:pt>
                <c:pt idx="8">
                  <c:v>2461.142310525642</c:v>
                </c:pt>
                <c:pt idx="9">
                  <c:v>5817.688834386454</c:v>
                </c:pt>
                <c:pt idx="10">
                  <c:v>12820.103324193879</c:v>
                </c:pt>
                <c:pt idx="11">
                  <c:v>5377.038653966299</c:v>
                </c:pt>
                <c:pt idx="12">
                  <c:v>15385.723238915869</c:v>
                </c:pt>
                <c:pt idx="13">
                  <c:v>1793.3629118136992</c:v>
                </c:pt>
                <c:pt idx="14">
                  <c:v>5945.190002543224</c:v>
                </c:pt>
                <c:pt idx="15">
                  <c:v>5798.340610865893</c:v>
                </c:pt>
                <c:pt idx="16">
                  <c:v>18630.13388666948</c:v>
                </c:pt>
                <c:pt idx="17">
                  <c:v>402.18798937519784</c:v>
                </c:pt>
                <c:pt idx="18">
                  <c:v>3.711558033328067</c:v>
                </c:pt>
                <c:pt idx="19">
                  <c:v>12600.091480403844</c:v>
                </c:pt>
                <c:pt idx="20">
                  <c:v>5122.080999026026</c:v>
                </c:pt>
                <c:pt idx="21">
                  <c:v>9606.153156285665</c:v>
                </c:pt>
                <c:pt idx="22">
                  <c:v>15864.936189671978</c:v>
                </c:pt>
                <c:pt idx="23">
                  <c:v>11007.235348743126</c:v>
                </c:pt>
                <c:pt idx="24">
                  <c:v>6318.199806890581</c:v>
                </c:pt>
                <c:pt idx="25">
                  <c:v>490.3024482440313</c:v>
                </c:pt>
                <c:pt idx="26">
                  <c:v>3465.9551957193885</c:v>
                </c:pt>
                <c:pt idx="27">
                  <c:v>162.04578116079716</c:v>
                </c:pt>
                <c:pt idx="28">
                  <c:v>4436.204706818158</c:v>
                </c:pt>
                <c:pt idx="29">
                  <c:v>7953.31113259091</c:v>
                </c:pt>
                <c:pt idx="30">
                  <c:v>11915.687523035424</c:v>
                </c:pt>
                <c:pt idx="31">
                  <c:v>12116.242199087614</c:v>
                </c:pt>
                <c:pt idx="32">
                  <c:v>7738.827400392896</c:v>
                </c:pt>
                <c:pt idx="33">
                  <c:v>9828.926356944758</c:v>
                </c:pt>
                <c:pt idx="34">
                  <c:v>212.3336337075266</c:v>
                </c:pt>
                <c:pt idx="35">
                  <c:v>9644.374760591149</c:v>
                </c:pt>
                <c:pt idx="36">
                  <c:v>29423.66147190132</c:v>
                </c:pt>
                <c:pt idx="37">
                  <c:v>21253.90995652602</c:v>
                </c:pt>
                <c:pt idx="38">
                  <c:v>33565.74064592005</c:v>
                </c:pt>
                <c:pt idx="39">
                  <c:v>14912.998231091968</c:v>
                </c:pt>
                <c:pt idx="40">
                  <c:v>9211.081629524848</c:v>
                </c:pt>
                <c:pt idx="41">
                  <c:v>4391.990551437184</c:v>
                </c:pt>
                <c:pt idx="42">
                  <c:v>20664.737616062834</c:v>
                </c:pt>
                <c:pt idx="43">
                  <c:v>5734.624740447284</c:v>
                </c:pt>
                <c:pt idx="44">
                  <c:v>264.939212748046</c:v>
                </c:pt>
                <c:pt idx="45">
                  <c:v>4172.517683088395</c:v>
                </c:pt>
                <c:pt idx="46">
                  <c:v>9495.748104395076</c:v>
                </c:pt>
                <c:pt idx="47">
                  <c:v>473.96092944948157</c:v>
                </c:pt>
                <c:pt idx="48">
                  <c:v>10408.025910155156</c:v>
                </c:pt>
                <c:pt idx="49">
                  <c:v>8908.120031708333</c:v>
                </c:pt>
                <c:pt idx="50">
                  <c:v>14111.153706813235</c:v>
                </c:pt>
                <c:pt idx="51">
                  <c:v>25811.224041995276</c:v>
                </c:pt>
                <c:pt idx="52">
                  <c:v>18141.187997006655</c:v>
                </c:pt>
                <c:pt idx="53">
                  <c:v>8577.096700981143</c:v>
                </c:pt>
                <c:pt idx="54">
                  <c:v>207.04614814698772</c:v>
                </c:pt>
                <c:pt idx="55">
                  <c:v>8980.593023443349</c:v>
                </c:pt>
                <c:pt idx="56">
                  <c:v>18471.055381801612</c:v>
                </c:pt>
                <c:pt idx="57">
                  <c:v>29258.551947795248</c:v>
                </c:pt>
                <c:pt idx="58">
                  <c:v>16779.173242113437</c:v>
                </c:pt>
                <c:pt idx="59">
                  <c:v>9920.75556989856</c:v>
                </c:pt>
                <c:pt idx="60">
                  <c:v>22598.164708211258</c:v>
                </c:pt>
                <c:pt idx="61">
                  <c:v>1040.5771253143062</c:v>
                </c:pt>
                <c:pt idx="62">
                  <c:v>148.81354574984883</c:v>
                </c:pt>
                <c:pt idx="63">
                  <c:v>21356.282503042734</c:v>
                </c:pt>
                <c:pt idx="64">
                  <c:v>7779.433845267473</c:v>
                </c:pt>
                <c:pt idx="65">
                  <c:v>178.06053308517974</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32566.649002453083</c:v>
                </c:pt>
                <c:pt idx="1">
                  <c:v>41575.193144972734</c:v>
                </c:pt>
                <c:pt idx="2">
                  <c:v>46592.95623578994</c:v>
                </c:pt>
                <c:pt idx="3">
                  <c:v>98018.0453259281</c:v>
                </c:pt>
                <c:pt idx="4">
                  <c:v>48554.59162002918</c:v>
                </c:pt>
                <c:pt idx="5">
                  <c:v>24132.228565307778</c:v>
                </c:pt>
                <c:pt idx="6">
                  <c:v>10102.485749743493</c:v>
                </c:pt>
                <c:pt idx="7">
                  <c:v>6456.221965810837</c:v>
                </c:pt>
                <c:pt idx="8">
                  <c:v>5093.817386389812</c:v>
                </c:pt>
                <c:pt idx="9">
                  <c:v>61174.786529973964</c:v>
                </c:pt>
                <c:pt idx="10">
                  <c:v>77448.97158227758</c:v>
                </c:pt>
                <c:pt idx="11">
                  <c:v>25075.134201403744</c:v>
                </c:pt>
                <c:pt idx="12">
                  <c:v>12082.246034638954</c:v>
                </c:pt>
                <c:pt idx="13">
                  <c:v>8848.248419861799</c:v>
                </c:pt>
                <c:pt idx="14">
                  <c:v>55708.36750219681</c:v>
                </c:pt>
                <c:pt idx="15">
                  <c:v>61415.47990443675</c:v>
                </c:pt>
                <c:pt idx="16">
                  <c:v>35592.70312059926</c:v>
                </c:pt>
                <c:pt idx="17">
                  <c:v>88931.80700484023</c:v>
                </c:pt>
                <c:pt idx="18">
                  <c:v>132911.90041205296</c:v>
                </c:pt>
                <c:pt idx="19">
                  <c:v>83118.5231880169</c:v>
                </c:pt>
                <c:pt idx="20">
                  <c:v>72291.36072137997</c:v>
                </c:pt>
                <c:pt idx="21">
                  <c:v>59807.23597104617</c:v>
                </c:pt>
                <c:pt idx="22">
                  <c:v>137123.11433759838</c:v>
                </c:pt>
                <c:pt idx="23">
                  <c:v>36532.62296980503</c:v>
                </c:pt>
                <c:pt idx="24">
                  <c:v>68491.68530678714</c:v>
                </c:pt>
                <c:pt idx="25">
                  <c:v>94878.3240748086</c:v>
                </c:pt>
                <c:pt idx="26">
                  <c:v>92226.53939224375</c:v>
                </c:pt>
                <c:pt idx="27">
                  <c:v>70096.62964699279</c:v>
                </c:pt>
                <c:pt idx="28">
                  <c:v>95554.03095101492</c:v>
                </c:pt>
                <c:pt idx="29">
                  <c:v>99833.35909679394</c:v>
                </c:pt>
                <c:pt idx="30">
                  <c:v>93224.19819532969</c:v>
                </c:pt>
                <c:pt idx="31">
                  <c:v>263986.43559351185</c:v>
                </c:pt>
                <c:pt idx="32">
                  <c:v>158906.7726544523</c:v>
                </c:pt>
                <c:pt idx="33">
                  <c:v>213816.42509919597</c:v>
                </c:pt>
                <c:pt idx="34">
                  <c:v>169629.847384322</c:v>
                </c:pt>
                <c:pt idx="35">
                  <c:v>88477.13963359069</c:v>
                </c:pt>
                <c:pt idx="36">
                  <c:v>68846.30598303882</c:v>
                </c:pt>
                <c:pt idx="37">
                  <c:v>120213.84838657416</c:v>
                </c:pt>
                <c:pt idx="38">
                  <c:v>143601.81075208573</c:v>
                </c:pt>
                <c:pt idx="39">
                  <c:v>51313.9794054973</c:v>
                </c:pt>
                <c:pt idx="40">
                  <c:v>73181.4932839322</c:v>
                </c:pt>
                <c:pt idx="41">
                  <c:v>132000.49689477542</c:v>
                </c:pt>
                <c:pt idx="42">
                  <c:v>139648.63746498164</c:v>
                </c:pt>
                <c:pt idx="43">
                  <c:v>166526.91333360923</c:v>
                </c:pt>
                <c:pt idx="44">
                  <c:v>102626.0092335752</c:v>
                </c:pt>
                <c:pt idx="45">
                  <c:v>137552.19145350344</c:v>
                </c:pt>
                <c:pt idx="46">
                  <c:v>108707.70022984245</c:v>
                </c:pt>
                <c:pt idx="47">
                  <c:v>54648.928604831744</c:v>
                </c:pt>
                <c:pt idx="48">
                  <c:v>138873.8717285761</c:v>
                </c:pt>
                <c:pt idx="49">
                  <c:v>62149.34834422624</c:v>
                </c:pt>
                <c:pt idx="50">
                  <c:v>79732.97597286868</c:v>
                </c:pt>
                <c:pt idx="51">
                  <c:v>82770.41078038595</c:v>
                </c:pt>
                <c:pt idx="52">
                  <c:v>105393.93851479392</c:v>
                </c:pt>
                <c:pt idx="53">
                  <c:v>106004.79500445981</c:v>
                </c:pt>
                <c:pt idx="54">
                  <c:v>155033.94189307446</c:v>
                </c:pt>
                <c:pt idx="55">
                  <c:v>114473.10814349912</c:v>
                </c:pt>
                <c:pt idx="56">
                  <c:v>68341.17526654946</c:v>
                </c:pt>
                <c:pt idx="57">
                  <c:v>26264.110564824347</c:v>
                </c:pt>
                <c:pt idx="58">
                  <c:v>16997.93866187516</c:v>
                </c:pt>
                <c:pt idx="59">
                  <c:v>96152.02762299468</c:v>
                </c:pt>
                <c:pt idx="60">
                  <c:v>119384.904088964</c:v>
                </c:pt>
                <c:pt idx="61">
                  <c:v>104993.73978612674</c:v>
                </c:pt>
                <c:pt idx="62">
                  <c:v>149308.84702374562</c:v>
                </c:pt>
                <c:pt idx="63">
                  <c:v>53272.53533679674</c:v>
                </c:pt>
                <c:pt idx="64">
                  <c:v>29116.997297554295</c:v>
                </c:pt>
                <c:pt idx="65">
                  <c:v>13945.87284539561</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7623.060864093077</c:v>
                </c:pt>
                <c:pt idx="1">
                  <c:v>12518.035366755314</c:v>
                </c:pt>
                <c:pt idx="2">
                  <c:v>17778.665156584182</c:v>
                </c:pt>
                <c:pt idx="3">
                  <c:v>17699.847766080984</c:v>
                </c:pt>
                <c:pt idx="4">
                  <c:v>26612.66946105768</c:v>
                </c:pt>
                <c:pt idx="5">
                  <c:v>4364.7819173909265</c:v>
                </c:pt>
                <c:pt idx="6">
                  <c:v>180.99318610873328</c:v>
                </c:pt>
                <c:pt idx="7">
                  <c:v>24626.49556156564</c:v>
                </c:pt>
                <c:pt idx="8">
                  <c:v>16310.34715269611</c:v>
                </c:pt>
                <c:pt idx="9">
                  <c:v>18193.28385082546</c:v>
                </c:pt>
                <c:pt idx="10">
                  <c:v>626.7020884099645</c:v>
                </c:pt>
                <c:pt idx="11">
                  <c:v>8191.333666940235</c:v>
                </c:pt>
                <c:pt idx="12">
                  <c:v>12284.898964892545</c:v>
                </c:pt>
                <c:pt idx="13">
                  <c:v>11094.607138812911</c:v>
                </c:pt>
                <c:pt idx="14">
                  <c:v>22105.219135902178</c:v>
                </c:pt>
                <c:pt idx="15">
                  <c:v>31575.15841614597</c:v>
                </c:pt>
                <c:pt idx="16">
                  <c:v>19507.186476816256</c:v>
                </c:pt>
                <c:pt idx="17">
                  <c:v>23372.459385806647</c:v>
                </c:pt>
                <c:pt idx="18">
                  <c:v>3639.8357426397984</c:v>
                </c:pt>
                <c:pt idx="19">
                  <c:v>4215.169395609631</c:v>
                </c:pt>
                <c:pt idx="20">
                  <c:v>13897.071939403317</c:v>
                </c:pt>
                <c:pt idx="21">
                  <c:v>19011.006537998932</c:v>
                </c:pt>
                <c:pt idx="22">
                  <c:v>2196.9952126831745</c:v>
                </c:pt>
                <c:pt idx="23">
                  <c:v>14993.203279850983</c:v>
                </c:pt>
                <c:pt idx="24">
                  <c:v>21916.69244415697</c:v>
                </c:pt>
                <c:pt idx="25">
                  <c:v>20920.710830609583</c:v>
                </c:pt>
                <c:pt idx="26">
                  <c:v>8070.908700820282</c:v>
                </c:pt>
                <c:pt idx="27">
                  <c:v>14637.232533188655</c:v>
                </c:pt>
                <c:pt idx="28">
                  <c:v>18145.741024723968</c:v>
                </c:pt>
                <c:pt idx="29">
                  <c:v>871.2252550011058</c:v>
                </c:pt>
                <c:pt idx="30">
                  <c:v>4451.79567308972</c:v>
                </c:pt>
                <c:pt idx="31">
                  <c:v>18490.63764651711</c:v>
                </c:pt>
                <c:pt idx="32">
                  <c:v>9051.164976486383</c:v>
                </c:pt>
                <c:pt idx="33">
                  <c:v>37648.93140485865</c:v>
                </c:pt>
                <c:pt idx="34">
                  <c:v>6018.611939091779</c:v>
                </c:pt>
                <c:pt idx="35">
                  <c:v>16670.82934011057</c:v>
                </c:pt>
                <c:pt idx="36">
                  <c:v>26270.77198875272</c:v>
                </c:pt>
                <c:pt idx="37">
                  <c:v>18063.399600665547</c:v>
                </c:pt>
                <c:pt idx="38">
                  <c:v>28589.694425327772</c:v>
                </c:pt>
                <c:pt idx="39">
                  <c:v>23783.277995889694</c:v>
                </c:pt>
                <c:pt idx="40">
                  <c:v>10102.197842789592</c:v>
                </c:pt>
                <c:pt idx="41">
                  <c:v>13132.944959141623</c:v>
                </c:pt>
                <c:pt idx="42">
                  <c:v>25711.804691612844</c:v>
                </c:pt>
                <c:pt idx="43">
                  <c:v>13542.664666914943</c:v>
                </c:pt>
                <c:pt idx="44">
                  <c:v>6779.882115460693</c:v>
                </c:pt>
                <c:pt idx="45">
                  <c:v>33066.26093036822</c:v>
                </c:pt>
                <c:pt idx="46">
                  <c:v>14453.236775150386</c:v>
                </c:pt>
                <c:pt idx="47">
                  <c:v>710.1087213037634</c:v>
                </c:pt>
                <c:pt idx="48">
                  <c:v>12955.98939775486</c:v>
                </c:pt>
                <c:pt idx="49">
                  <c:v>19372.661901077576</c:v>
                </c:pt>
                <c:pt idx="50">
                  <c:v>10804.17987079375</c:v>
                </c:pt>
                <c:pt idx="51">
                  <c:v>56156.94558184508</c:v>
                </c:pt>
                <c:pt idx="52">
                  <c:v>12723.835289640696</c:v>
                </c:pt>
                <c:pt idx="53">
                  <c:v>11104.933075088378</c:v>
                </c:pt>
                <c:pt idx="54">
                  <c:v>14360.082075706936</c:v>
                </c:pt>
                <c:pt idx="55">
                  <c:v>28.841006951744575</c:v>
                </c:pt>
                <c:pt idx="56">
                  <c:v>814.9802348780255</c:v>
                </c:pt>
                <c:pt idx="57">
                  <c:v>9507.101449083024</c:v>
                </c:pt>
                <c:pt idx="58">
                  <c:v>23587.742133959062</c:v>
                </c:pt>
                <c:pt idx="59">
                  <c:v>36053.301230212375</c:v>
                </c:pt>
                <c:pt idx="60">
                  <c:v>34132.75882438685</c:v>
                </c:pt>
                <c:pt idx="61">
                  <c:v>13408.282723257293</c:v>
                </c:pt>
                <c:pt idx="62">
                  <c:v>6861.33291991149</c:v>
                </c:pt>
                <c:pt idx="63">
                  <c:v>30466.342929340928</c:v>
                </c:pt>
                <c:pt idx="64">
                  <c:v>11099.923026321876</c:v>
                </c:pt>
                <c:pt idx="65">
                  <c:v>935.0851212104911</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2781.742393457104</c:v>
                </c:pt>
                <c:pt idx="1">
                  <c:v>8026.497847701454</c:v>
                </c:pt>
                <c:pt idx="2">
                  <c:v>8201.969380731742</c:v>
                </c:pt>
                <c:pt idx="3">
                  <c:v>3375.3191140869285</c:v>
                </c:pt>
                <c:pt idx="4">
                  <c:v>83.26790081198325</c:v>
                </c:pt>
                <c:pt idx="5">
                  <c:v>4918.12299509128</c:v>
                </c:pt>
                <c:pt idx="6">
                  <c:v>2745.599498503914</c:v>
                </c:pt>
                <c:pt idx="7">
                  <c:v>141.51695192176336</c:v>
                </c:pt>
                <c:pt idx="8">
                  <c:v>11171.838924016864</c:v>
                </c:pt>
                <c:pt idx="9">
                  <c:v>336.2384298089638</c:v>
                </c:pt>
                <c:pt idx="10">
                  <c:v>4769.8590334991895</c:v>
                </c:pt>
                <c:pt idx="11">
                  <c:v>3294.1120143449575</c:v>
                </c:pt>
                <c:pt idx="12">
                  <c:v>8944.841059396344</c:v>
                </c:pt>
                <c:pt idx="13">
                  <c:v>400.2130940156957</c:v>
                </c:pt>
                <c:pt idx="14">
                  <c:v>1110.2361225706748</c:v>
                </c:pt>
                <c:pt idx="15">
                  <c:v>8622.380720320518</c:v>
                </c:pt>
                <c:pt idx="16">
                  <c:v>11728.710009358116</c:v>
                </c:pt>
                <c:pt idx="17">
                  <c:v>10527.623495044236</c:v>
                </c:pt>
                <c:pt idx="18">
                  <c:v>9502.13679045978</c:v>
                </c:pt>
                <c:pt idx="19">
                  <c:v>1184.043906172576</c:v>
                </c:pt>
                <c:pt idx="20">
                  <c:v>5995.199076336723</c:v>
                </c:pt>
                <c:pt idx="21">
                  <c:v>1860.5458544638138</c:v>
                </c:pt>
                <c:pt idx="22">
                  <c:v>10026.10162852734</c:v>
                </c:pt>
                <c:pt idx="23">
                  <c:v>94.82650473115505</c:v>
                </c:pt>
                <c:pt idx="24">
                  <c:v>209.28785493174766</c:v>
                </c:pt>
                <c:pt idx="25">
                  <c:v>250.21160550231184</c:v>
                </c:pt>
                <c:pt idx="26">
                  <c:v>3723.0969529151735</c:v>
                </c:pt>
                <c:pt idx="27">
                  <c:v>3887.0276248441774</c:v>
                </c:pt>
                <c:pt idx="28">
                  <c:v>370.21420639508267</c:v>
                </c:pt>
                <c:pt idx="29">
                  <c:v>13415.841956438293</c:v>
                </c:pt>
                <c:pt idx="30">
                  <c:v>8687.437855731701</c:v>
                </c:pt>
                <c:pt idx="31">
                  <c:v>13363.071522737568</c:v>
                </c:pt>
                <c:pt idx="32">
                  <c:v>1951.1295931021477</c:v>
                </c:pt>
                <c:pt idx="33">
                  <c:v>2467.6845899288824</c:v>
                </c:pt>
                <c:pt idx="34">
                  <c:v>57.077781841973156</c:v>
                </c:pt>
                <c:pt idx="35">
                  <c:v>11766.638106663911</c:v>
                </c:pt>
                <c:pt idx="36">
                  <c:v>13040.581122220934</c:v>
                </c:pt>
                <c:pt idx="37">
                  <c:v>4072.56066912081</c:v>
                </c:pt>
                <c:pt idx="38">
                  <c:v>13777.417163872331</c:v>
                </c:pt>
                <c:pt idx="39">
                  <c:v>6285.942538814722</c:v>
                </c:pt>
                <c:pt idx="40">
                  <c:v>55.834207235715986</c:v>
                </c:pt>
                <c:pt idx="41">
                  <c:v>144.51896687899654</c:v>
                </c:pt>
                <c:pt idx="42">
                  <c:v>5549.10427180969</c:v>
                </c:pt>
                <c:pt idx="43">
                  <c:v>7096.698521781073</c:v>
                </c:pt>
                <c:pt idx="44">
                  <c:v>38.3854815199098</c:v>
                </c:pt>
                <c:pt idx="45">
                  <c:v>15766.442667023952</c:v>
                </c:pt>
                <c:pt idx="46">
                  <c:v>2600.742248793848</c:v>
                </c:pt>
                <c:pt idx="47">
                  <c:v>5870.689577943678</c:v>
                </c:pt>
                <c:pt idx="48">
                  <c:v>8104.695940141215</c:v>
                </c:pt>
                <c:pt idx="49">
                  <c:v>2242.1043434213097</c:v>
                </c:pt>
                <c:pt idx="50">
                  <c:v>177.33992512742086</c:v>
                </c:pt>
                <c:pt idx="51">
                  <c:v>3323.302826995284</c:v>
                </c:pt>
                <c:pt idx="52">
                  <c:v>13333.642829933618</c:v>
                </c:pt>
                <c:pt idx="53">
                  <c:v>63.01295509665187</c:v>
                </c:pt>
                <c:pt idx="54">
                  <c:v>6646.408075079058</c:v>
                </c:pt>
                <c:pt idx="55">
                  <c:v>6818.376023903134</c:v>
                </c:pt>
                <c:pt idx="56">
                  <c:v>6673.283743427707</c:v>
                </c:pt>
                <c:pt idx="57">
                  <c:v>59.063480643209644</c:v>
                </c:pt>
                <c:pt idx="58">
                  <c:v>114.71278474697186</c:v>
                </c:pt>
                <c:pt idx="59">
                  <c:v>10524.943357389877</c:v>
                </c:pt>
                <c:pt idx="60">
                  <c:v>15726.12116580706</c:v>
                </c:pt>
                <c:pt idx="61">
                  <c:v>9338.070228286144</c:v>
                </c:pt>
                <c:pt idx="62">
                  <c:v>11329.792480752829</c:v>
                </c:pt>
                <c:pt idx="63">
                  <c:v>3333.3028561631263</c:v>
                </c:pt>
                <c:pt idx="64">
                  <c:v>6233.3840569704125</c:v>
                </c:pt>
                <c:pt idx="65">
                  <c:v>8836.909537666494</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294.23116009081616</c:v>
                </c:pt>
                <c:pt idx="1">
                  <c:v>7992.411511228653</c:v>
                </c:pt>
                <c:pt idx="2">
                  <c:v>4826.245796018547</c:v>
                </c:pt>
                <c:pt idx="3">
                  <c:v>10.147411646349015</c:v>
                </c:pt>
                <c:pt idx="4">
                  <c:v>11014.029909242343</c:v>
                </c:pt>
                <c:pt idx="5">
                  <c:v>6906.993727723286</c:v>
                </c:pt>
                <c:pt idx="6">
                  <c:v>4132.094300981044</c:v>
                </c:pt>
                <c:pt idx="7">
                  <c:v>516.6807461609628</c:v>
                </c:pt>
                <c:pt idx="8">
                  <c:v>19275.790762640823</c:v>
                </c:pt>
                <c:pt idx="9">
                  <c:v>8819.277131390434</c:v>
                </c:pt>
                <c:pt idx="10">
                  <c:v>11612.735335833942</c:v>
                </c:pt>
                <c:pt idx="11">
                  <c:v>63.931240117541094</c:v>
                </c:pt>
                <c:pt idx="12">
                  <c:v>7972.212659606663</c:v>
                </c:pt>
                <c:pt idx="13">
                  <c:v>4674.5009649052345</c:v>
                </c:pt>
                <c:pt idx="14">
                  <c:v>15779.943900324874</c:v>
                </c:pt>
                <c:pt idx="15">
                  <c:v>9930.670660115537</c:v>
                </c:pt>
                <c:pt idx="16">
                  <c:v>17473.202084105797</c:v>
                </c:pt>
                <c:pt idx="17">
                  <c:v>441.8639914016756</c:v>
                </c:pt>
                <c:pt idx="18">
                  <c:v>12495.303337170051</c:v>
                </c:pt>
                <c:pt idx="19">
                  <c:v>15482.60103239804</c:v>
                </c:pt>
                <c:pt idx="20">
                  <c:v>335.55263045472515</c:v>
                </c:pt>
                <c:pt idx="21">
                  <c:v>6287.668424417794</c:v>
                </c:pt>
                <c:pt idx="22">
                  <c:v>8901.404468025516</c:v>
                </c:pt>
                <c:pt idx="23">
                  <c:v>3360.7776008556225</c:v>
                </c:pt>
                <c:pt idx="24">
                  <c:v>5147.12283592116</c:v>
                </c:pt>
                <c:pt idx="25">
                  <c:v>32.950189634015885</c:v>
                </c:pt>
                <c:pt idx="26">
                  <c:v>144.7018741307119</c:v>
                </c:pt>
                <c:pt idx="27">
                  <c:v>7563.14604802116</c:v>
                </c:pt>
                <c:pt idx="28">
                  <c:v>15288.547546151502</c:v>
                </c:pt>
                <c:pt idx="29">
                  <c:v>1800.0534312375248</c:v>
                </c:pt>
                <c:pt idx="30">
                  <c:v>3499.1173388147045</c:v>
                </c:pt>
                <c:pt idx="31">
                  <c:v>22327.470977875328</c:v>
                </c:pt>
                <c:pt idx="32">
                  <c:v>13015.292276203993</c:v>
                </c:pt>
                <c:pt idx="33">
                  <c:v>5551.016098421282</c:v>
                </c:pt>
                <c:pt idx="34">
                  <c:v>3778.4094108217137</c:v>
                </c:pt>
                <c:pt idx="35">
                  <c:v>9629.350792643048</c:v>
                </c:pt>
                <c:pt idx="36">
                  <c:v>12768.67321629019</c:v>
                </c:pt>
                <c:pt idx="37">
                  <c:v>34.615258776391215</c:v>
                </c:pt>
                <c:pt idx="38">
                  <c:v>20015.57848110365</c:v>
                </c:pt>
                <c:pt idx="39">
                  <c:v>4504.772075937128</c:v>
                </c:pt>
                <c:pt idx="40">
                  <c:v>9074.956913651944</c:v>
                </c:pt>
                <c:pt idx="41">
                  <c:v>12100.814213892572</c:v>
                </c:pt>
                <c:pt idx="42">
                  <c:v>14416.860146125011</c:v>
                </c:pt>
                <c:pt idx="43">
                  <c:v>533.8960670078566</c:v>
                </c:pt>
                <c:pt idx="44">
                  <c:v>5451.786105176175</c:v>
                </c:pt>
                <c:pt idx="45">
                  <c:v>15792.784185605553</c:v>
                </c:pt>
                <c:pt idx="46">
                  <c:v>8980.070686147765</c:v>
                </c:pt>
                <c:pt idx="47">
                  <c:v>214.87961820358083</c:v>
                </c:pt>
                <c:pt idx="48">
                  <c:v>16682.55648541903</c:v>
                </c:pt>
                <c:pt idx="49">
                  <c:v>4718.353943578301</c:v>
                </c:pt>
                <c:pt idx="50">
                  <c:v>10660.798563738907</c:v>
                </c:pt>
                <c:pt idx="51">
                  <c:v>20195.75513485029</c:v>
                </c:pt>
                <c:pt idx="52">
                  <c:v>20796.253035995393</c:v>
                </c:pt>
                <c:pt idx="53">
                  <c:v>14183.383214901993</c:v>
                </c:pt>
                <c:pt idx="54">
                  <c:v>10353.5508266952</c:v>
                </c:pt>
                <c:pt idx="55">
                  <c:v>14299.683378922316</c:v>
                </c:pt>
                <c:pt idx="56">
                  <c:v>5810.967655639373</c:v>
                </c:pt>
                <c:pt idx="57">
                  <c:v>456.8893661671004</c:v>
                </c:pt>
                <c:pt idx="58">
                  <c:v>353.7358868147218</c:v>
                </c:pt>
                <c:pt idx="59">
                  <c:v>0.04958765993484761</c:v>
                </c:pt>
                <c:pt idx="60">
                  <c:v>4827.138693815256</c:v>
                </c:pt>
                <c:pt idx="61">
                  <c:v>7968.5393088651</c:v>
                </c:pt>
                <c:pt idx="62">
                  <c:v>9964.003660429416</c:v>
                </c:pt>
                <c:pt idx="63">
                  <c:v>383.3354828869389</c:v>
                </c:pt>
                <c:pt idx="64">
                  <c:v>14348.7161618444</c:v>
                </c:pt>
                <c:pt idx="65">
                  <c:v>16173.437732001647</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1191.1746234104494</c:v>
                </c:pt>
                <c:pt idx="1">
                  <c:v>2666.7470516791805</c:v>
                </c:pt>
                <c:pt idx="2">
                  <c:v>8488.692301502688</c:v>
                </c:pt>
                <c:pt idx="3">
                  <c:v>19819.04629351901</c:v>
                </c:pt>
                <c:pt idx="4">
                  <c:v>2211.297483594806</c:v>
                </c:pt>
                <c:pt idx="5">
                  <c:v>20038.185540809365</c:v>
                </c:pt>
                <c:pt idx="6">
                  <c:v>1980.4257127259775</c:v>
                </c:pt>
                <c:pt idx="7">
                  <c:v>47678.440143259075</c:v>
                </c:pt>
                <c:pt idx="8">
                  <c:v>14784.21352429632</c:v>
                </c:pt>
                <c:pt idx="9">
                  <c:v>23329.497060859765</c:v>
                </c:pt>
                <c:pt idx="10">
                  <c:v>29832.961420782336</c:v>
                </c:pt>
                <c:pt idx="11">
                  <c:v>11522.932860749523</c:v>
                </c:pt>
                <c:pt idx="12">
                  <c:v>35641.77038748927</c:v>
                </c:pt>
                <c:pt idx="13">
                  <c:v>8122.141645760507</c:v>
                </c:pt>
                <c:pt idx="14">
                  <c:v>1706.77885768027</c:v>
                </c:pt>
                <c:pt idx="15">
                  <c:v>11699.415589778264</c:v>
                </c:pt>
                <c:pt idx="16">
                  <c:v>26373.265996874674</c:v>
                </c:pt>
                <c:pt idx="17">
                  <c:v>20665.619646202264</c:v>
                </c:pt>
                <c:pt idx="18">
                  <c:v>18061.10708642385</c:v>
                </c:pt>
                <c:pt idx="19">
                  <c:v>29570.91236583187</c:v>
                </c:pt>
                <c:pt idx="20">
                  <c:v>26055.707814574555</c:v>
                </c:pt>
                <c:pt idx="21">
                  <c:v>11770.713610354262</c:v>
                </c:pt>
                <c:pt idx="22">
                  <c:v>12242.28478658743</c:v>
                </c:pt>
                <c:pt idx="23">
                  <c:v>1916.753099427207</c:v>
                </c:pt>
                <c:pt idx="24">
                  <c:v>31190.76853213392</c:v>
                </c:pt>
                <c:pt idx="25">
                  <c:v>13030.096527006537</c:v>
                </c:pt>
                <c:pt idx="26">
                  <c:v>19515.661050262916</c:v>
                </c:pt>
                <c:pt idx="27">
                  <c:v>1797.5855910524642</c:v>
                </c:pt>
                <c:pt idx="28">
                  <c:v>24991.748560520744</c:v>
                </c:pt>
                <c:pt idx="29">
                  <c:v>32313.569606308094</c:v>
                </c:pt>
                <c:pt idx="30">
                  <c:v>10406.50133760356</c:v>
                </c:pt>
                <c:pt idx="31">
                  <c:v>53601.13936959187</c:v>
                </c:pt>
                <c:pt idx="32">
                  <c:v>37380.45910098858</c:v>
                </c:pt>
                <c:pt idx="33">
                  <c:v>47155.57721180972</c:v>
                </c:pt>
                <c:pt idx="34">
                  <c:v>19832.38012285167</c:v>
                </c:pt>
                <c:pt idx="35">
                  <c:v>32539.144907733615</c:v>
                </c:pt>
                <c:pt idx="36">
                  <c:v>13606.425734902494</c:v>
                </c:pt>
                <c:pt idx="37">
                  <c:v>1385.8601556499307</c:v>
                </c:pt>
                <c:pt idx="38">
                  <c:v>4319.893663864788</c:v>
                </c:pt>
                <c:pt idx="39">
                  <c:v>6543.4435450070105</c:v>
                </c:pt>
                <c:pt idx="40">
                  <c:v>15643.048294813381</c:v>
                </c:pt>
                <c:pt idx="41">
                  <c:v>23093.088783397856</c:v>
                </c:pt>
                <c:pt idx="42">
                  <c:v>31248.926947277847</c:v>
                </c:pt>
                <c:pt idx="43">
                  <c:v>29299.312650550673</c:v>
                </c:pt>
                <c:pt idx="44">
                  <c:v>5727.591869658637</c:v>
                </c:pt>
                <c:pt idx="45">
                  <c:v>43087.02004926616</c:v>
                </c:pt>
                <c:pt idx="46">
                  <c:v>33210.49700162264</c:v>
                </c:pt>
                <c:pt idx="47">
                  <c:v>2248.1225720108014</c:v>
                </c:pt>
                <c:pt idx="48">
                  <c:v>1418.1370827625776</c:v>
                </c:pt>
                <c:pt idx="49">
                  <c:v>1576.9166296163844</c:v>
                </c:pt>
                <c:pt idx="50">
                  <c:v>27289.937627293184</c:v>
                </c:pt>
                <c:pt idx="51">
                  <c:v>10997.089220561327</c:v>
                </c:pt>
                <c:pt idx="52">
                  <c:v>617.4086184393327</c:v>
                </c:pt>
                <c:pt idx="53">
                  <c:v>40589.93221441826</c:v>
                </c:pt>
                <c:pt idx="54">
                  <c:v>33386.56212925403</c:v>
                </c:pt>
                <c:pt idx="55">
                  <c:v>20537.23146572576</c:v>
                </c:pt>
                <c:pt idx="56">
                  <c:v>11127.764838154622</c:v>
                </c:pt>
                <c:pt idx="57">
                  <c:v>61016.52470268164</c:v>
                </c:pt>
                <c:pt idx="58">
                  <c:v>9263.529416573021</c:v>
                </c:pt>
                <c:pt idx="59">
                  <c:v>51962.61572324739</c:v>
                </c:pt>
                <c:pt idx="60">
                  <c:v>53965.89813685615</c:v>
                </c:pt>
                <c:pt idx="61">
                  <c:v>36810.36708235978</c:v>
                </c:pt>
                <c:pt idx="62">
                  <c:v>50352.99001581453</c:v>
                </c:pt>
                <c:pt idx="63">
                  <c:v>20887.061651536824</c:v>
                </c:pt>
                <c:pt idx="64">
                  <c:v>50707.97486296227</c:v>
                </c:pt>
                <c:pt idx="65">
                  <c:v>15514.070441187398</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2686.132180972185</c:v>
                </c:pt>
                <c:pt idx="1">
                  <c:v>2969.539773074341</c:v>
                </c:pt>
                <c:pt idx="2">
                  <c:v>34919.93749386916</c:v>
                </c:pt>
                <c:pt idx="3">
                  <c:v>13400.87834232243</c:v>
                </c:pt>
                <c:pt idx="4">
                  <c:v>3092.782024592202</c:v>
                </c:pt>
                <c:pt idx="5">
                  <c:v>28706.2809594036</c:v>
                </c:pt>
                <c:pt idx="6">
                  <c:v>13741.9356011413</c:v>
                </c:pt>
                <c:pt idx="7">
                  <c:v>27685.919278458157</c:v>
                </c:pt>
                <c:pt idx="8">
                  <c:v>3457.7912910166533</c:v>
                </c:pt>
                <c:pt idx="9">
                  <c:v>34339.655285082765</c:v>
                </c:pt>
                <c:pt idx="10">
                  <c:v>33762.39616872982</c:v>
                </c:pt>
                <c:pt idx="11">
                  <c:v>10402.382485956146</c:v>
                </c:pt>
                <c:pt idx="12">
                  <c:v>2826.6501410617548</c:v>
                </c:pt>
                <c:pt idx="13">
                  <c:v>43007.20667163716</c:v>
                </c:pt>
                <c:pt idx="14">
                  <c:v>16409.927577260023</c:v>
                </c:pt>
                <c:pt idx="15">
                  <c:v>3412.383771766939</c:v>
                </c:pt>
                <c:pt idx="16">
                  <c:v>32106.548926766583</c:v>
                </c:pt>
                <c:pt idx="17">
                  <c:v>3851.5572060704535</c:v>
                </c:pt>
                <c:pt idx="18">
                  <c:v>14486.423155772109</c:v>
                </c:pt>
                <c:pt idx="19">
                  <c:v>29866.119675310845</c:v>
                </c:pt>
                <c:pt idx="20">
                  <c:v>7687.802569470844</c:v>
                </c:pt>
                <c:pt idx="21">
                  <c:v>18721.863542393367</c:v>
                </c:pt>
                <c:pt idx="22">
                  <c:v>31182.617783334004</c:v>
                </c:pt>
                <c:pt idx="23">
                  <c:v>12953.710003039798</c:v>
                </c:pt>
                <c:pt idx="24">
                  <c:v>4858.246159681597</c:v>
                </c:pt>
                <c:pt idx="25">
                  <c:v>3651.9031729999815</c:v>
                </c:pt>
                <c:pt idx="26">
                  <c:v>3121.070955642435</c:v>
                </c:pt>
                <c:pt idx="27">
                  <c:v>21180.76704798246</c:v>
                </c:pt>
                <c:pt idx="28">
                  <c:v>7785.225512591459</c:v>
                </c:pt>
                <c:pt idx="29">
                  <c:v>40311.11601542902</c:v>
                </c:pt>
                <c:pt idx="30">
                  <c:v>25561.718493958477</c:v>
                </c:pt>
                <c:pt idx="31">
                  <c:v>26822.27706076153</c:v>
                </c:pt>
                <c:pt idx="32">
                  <c:v>10063.741392708478</c:v>
                </c:pt>
                <c:pt idx="33">
                  <c:v>4948.242256144246</c:v>
                </c:pt>
                <c:pt idx="34">
                  <c:v>16194.874658081422</c:v>
                </c:pt>
                <c:pt idx="35">
                  <c:v>40744.10463907942</c:v>
                </c:pt>
                <c:pt idx="36">
                  <c:v>50506.51398457006</c:v>
                </c:pt>
                <c:pt idx="37">
                  <c:v>18215.557725426377</c:v>
                </c:pt>
                <c:pt idx="38">
                  <c:v>83709.40710073331</c:v>
                </c:pt>
                <c:pt idx="39">
                  <c:v>43872.95076714232</c:v>
                </c:pt>
                <c:pt idx="40">
                  <c:v>14493.817140863248</c:v>
                </c:pt>
                <c:pt idx="41">
                  <c:v>25618.1503434338</c:v>
                </c:pt>
                <c:pt idx="42">
                  <c:v>8351.555419288477</c:v>
                </c:pt>
                <c:pt idx="43">
                  <c:v>15136.115338110078</c:v>
                </c:pt>
                <c:pt idx="44">
                  <c:v>36674.126482870095</c:v>
                </c:pt>
                <c:pt idx="45">
                  <c:v>9535.755391429644</c:v>
                </c:pt>
                <c:pt idx="46">
                  <c:v>3649.8570579644156</c:v>
                </c:pt>
                <c:pt idx="47">
                  <c:v>3656.1236570063884</c:v>
                </c:pt>
                <c:pt idx="48">
                  <c:v>13169.11263617622</c:v>
                </c:pt>
                <c:pt idx="49">
                  <c:v>51250.01111956571</c:v>
                </c:pt>
                <c:pt idx="50">
                  <c:v>16394.306165171005</c:v>
                </c:pt>
                <c:pt idx="51">
                  <c:v>6187.5353367593725</c:v>
                </c:pt>
                <c:pt idx="52">
                  <c:v>4000.3569439399503</c:v>
                </c:pt>
                <c:pt idx="53">
                  <c:v>15681.56375242677</c:v>
                </c:pt>
                <c:pt idx="54">
                  <c:v>6456.526712692092</c:v>
                </c:pt>
                <c:pt idx="55">
                  <c:v>3564.0936904764085</c:v>
                </c:pt>
                <c:pt idx="56">
                  <c:v>5456.03611868933</c:v>
                </c:pt>
                <c:pt idx="57">
                  <c:v>33534.98299375213</c:v>
                </c:pt>
                <c:pt idx="58">
                  <c:v>25699.11902390147</c:v>
                </c:pt>
                <c:pt idx="59">
                  <c:v>16501.36044288664</c:v>
                </c:pt>
                <c:pt idx="60">
                  <c:v>4419.0640069158635</c:v>
                </c:pt>
                <c:pt idx="61">
                  <c:v>22766.046498669355</c:v>
                </c:pt>
                <c:pt idx="62">
                  <c:v>8342.80170010897</c:v>
                </c:pt>
                <c:pt idx="63">
                  <c:v>24128.83296962072</c:v>
                </c:pt>
                <c:pt idx="64">
                  <c:v>24189.3702443668</c:v>
                </c:pt>
                <c:pt idx="65">
                  <c:v>33517.370920511625</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4208.558689702632</c:v>
                </c:pt>
                <c:pt idx="1">
                  <c:v>23646.22630361757</c:v>
                </c:pt>
                <c:pt idx="2">
                  <c:v>28597.259773396967</c:v>
                </c:pt>
                <c:pt idx="3">
                  <c:v>7947.793796566348</c:v>
                </c:pt>
                <c:pt idx="4">
                  <c:v>3062.532827054421</c:v>
                </c:pt>
                <c:pt idx="5">
                  <c:v>18488.666872787027</c:v>
                </c:pt>
                <c:pt idx="6">
                  <c:v>23775.6912431301</c:v>
                </c:pt>
                <c:pt idx="7">
                  <c:v>30620.18786885008</c:v>
                </c:pt>
                <c:pt idx="8">
                  <c:v>34174.64866929694</c:v>
                </c:pt>
                <c:pt idx="9">
                  <c:v>19893.292985654753</c:v>
                </c:pt>
                <c:pt idx="10">
                  <c:v>15950.682168772335</c:v>
                </c:pt>
                <c:pt idx="11">
                  <c:v>12559.943077290183</c:v>
                </c:pt>
                <c:pt idx="12">
                  <c:v>31244.287935824694</c:v>
                </c:pt>
                <c:pt idx="13">
                  <c:v>44487.32766308789</c:v>
                </c:pt>
                <c:pt idx="14">
                  <c:v>41527.383551536914</c:v>
                </c:pt>
                <c:pt idx="15">
                  <c:v>12341.399265290933</c:v>
                </c:pt>
                <c:pt idx="16">
                  <c:v>22034.007658230756</c:v>
                </c:pt>
                <c:pt idx="17">
                  <c:v>28431.50178783902</c:v>
                </c:pt>
                <c:pt idx="18">
                  <c:v>22582.138831867425</c:v>
                </c:pt>
                <c:pt idx="19">
                  <c:v>28390.98247345846</c:v>
                </c:pt>
                <c:pt idx="20">
                  <c:v>32554.861264300016</c:v>
                </c:pt>
                <c:pt idx="21">
                  <c:v>30409.249855967533</c:v>
                </c:pt>
                <c:pt idx="22">
                  <c:v>36917.36542370124</c:v>
                </c:pt>
                <c:pt idx="23">
                  <c:v>20472.612996818752</c:v>
                </c:pt>
                <c:pt idx="24">
                  <c:v>42036.1495048637</c:v>
                </c:pt>
                <c:pt idx="25">
                  <c:v>34881.65560326661</c:v>
                </c:pt>
                <c:pt idx="26">
                  <c:v>25463.59830662055</c:v>
                </c:pt>
                <c:pt idx="27">
                  <c:v>18205.659849856384</c:v>
                </c:pt>
                <c:pt idx="28">
                  <c:v>53244.280975852715</c:v>
                </c:pt>
                <c:pt idx="29">
                  <c:v>38527.673428049195</c:v>
                </c:pt>
                <c:pt idx="30">
                  <c:v>31420.55781679732</c:v>
                </c:pt>
                <c:pt idx="31">
                  <c:v>35443.4421546782</c:v>
                </c:pt>
                <c:pt idx="32">
                  <c:v>20978.82416668944</c:v>
                </c:pt>
                <c:pt idx="33">
                  <c:v>10687.919142382194</c:v>
                </c:pt>
                <c:pt idx="34">
                  <c:v>9721.286122242793</c:v>
                </c:pt>
                <c:pt idx="35">
                  <c:v>8769.471024744264</c:v>
                </c:pt>
                <c:pt idx="36">
                  <c:v>8535.262863726293</c:v>
                </c:pt>
                <c:pt idx="37">
                  <c:v>3746.0889697980365</c:v>
                </c:pt>
                <c:pt idx="38">
                  <c:v>21507.375021594147</c:v>
                </c:pt>
                <c:pt idx="39">
                  <c:v>6004.471180410955</c:v>
                </c:pt>
                <c:pt idx="40">
                  <c:v>5203.442734243495</c:v>
                </c:pt>
                <c:pt idx="41">
                  <c:v>31001.388684728026</c:v>
                </c:pt>
                <c:pt idx="42">
                  <c:v>34060.97914761698</c:v>
                </c:pt>
                <c:pt idx="43">
                  <c:v>14438.04058733548</c:v>
                </c:pt>
                <c:pt idx="44">
                  <c:v>11053.905667728799</c:v>
                </c:pt>
                <c:pt idx="45">
                  <c:v>21178.802286734262</c:v>
                </c:pt>
                <c:pt idx="46">
                  <c:v>11822.431404919218</c:v>
                </c:pt>
                <c:pt idx="47">
                  <c:v>22769.200267662745</c:v>
                </c:pt>
                <c:pt idx="48">
                  <c:v>20657.308713054073</c:v>
                </c:pt>
                <c:pt idx="49">
                  <c:v>18214.168367151084</c:v>
                </c:pt>
                <c:pt idx="50">
                  <c:v>18395.150308582146</c:v>
                </c:pt>
                <c:pt idx="51">
                  <c:v>27756.751843250582</c:v>
                </c:pt>
                <c:pt idx="52">
                  <c:v>32419.792061737047</c:v>
                </c:pt>
                <c:pt idx="53">
                  <c:v>21040.20420226221</c:v>
                </c:pt>
                <c:pt idx="54">
                  <c:v>27902.083124430916</c:v>
                </c:pt>
                <c:pt idx="55">
                  <c:v>19259.104391105477</c:v>
                </c:pt>
                <c:pt idx="56">
                  <c:v>41508.818026753135</c:v>
                </c:pt>
                <c:pt idx="57">
                  <c:v>33323.35865479395</c:v>
                </c:pt>
                <c:pt idx="58">
                  <c:v>38120.807138619304</c:v>
                </c:pt>
                <c:pt idx="59">
                  <c:v>60164.664687467266</c:v>
                </c:pt>
                <c:pt idx="60">
                  <c:v>43035.1993400201</c:v>
                </c:pt>
                <c:pt idx="61">
                  <c:v>20344.419514381367</c:v>
                </c:pt>
                <c:pt idx="62">
                  <c:v>22472.931964443203</c:v>
                </c:pt>
                <c:pt idx="63">
                  <c:v>28046.782490256934</c:v>
                </c:pt>
                <c:pt idx="64">
                  <c:v>26228.52308074511</c:v>
                </c:pt>
                <c:pt idx="65">
                  <c:v>14465.114169034274</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2242.6637335842524</c:v>
                </c:pt>
                <c:pt idx="1">
                  <c:v>2073.6436496557008</c:v>
                </c:pt>
                <c:pt idx="2">
                  <c:v>3435.812549278135</c:v>
                </c:pt>
                <c:pt idx="3">
                  <c:v>2191.0519952560862</c:v>
                </c:pt>
                <c:pt idx="4">
                  <c:v>4846.210204424932</c:v>
                </c:pt>
                <c:pt idx="5">
                  <c:v>1953.107528394787</c:v>
                </c:pt>
                <c:pt idx="6">
                  <c:v>3952.913737200005</c:v>
                </c:pt>
                <c:pt idx="7">
                  <c:v>2891.628083239196</c:v>
                </c:pt>
                <c:pt idx="8">
                  <c:v>122.33883014183426</c:v>
                </c:pt>
                <c:pt idx="9">
                  <c:v>1924.1278631032894</c:v>
                </c:pt>
                <c:pt idx="10">
                  <c:v>821.0542539899867</c:v>
                </c:pt>
                <c:pt idx="11">
                  <c:v>689.1213381678077</c:v>
                </c:pt>
                <c:pt idx="12">
                  <c:v>2342.0978911381435</c:v>
                </c:pt>
                <c:pt idx="13">
                  <c:v>2732.933411177577</c:v>
                </c:pt>
                <c:pt idx="14">
                  <c:v>3389.48672467841</c:v>
                </c:pt>
                <c:pt idx="15">
                  <c:v>5386.177903254601</c:v>
                </c:pt>
                <c:pt idx="16">
                  <c:v>2435.669367031219</c:v>
                </c:pt>
                <c:pt idx="17">
                  <c:v>5381.64123873695</c:v>
                </c:pt>
                <c:pt idx="18">
                  <c:v>6141.865556789635</c:v>
                </c:pt>
                <c:pt idx="19">
                  <c:v>5599.384759473549</c:v>
                </c:pt>
                <c:pt idx="20">
                  <c:v>3605.925580603606</c:v>
                </c:pt>
                <c:pt idx="21">
                  <c:v>2658.1072055546324</c:v>
                </c:pt>
                <c:pt idx="22">
                  <c:v>8320.104512248063</c:v>
                </c:pt>
                <c:pt idx="23">
                  <c:v>5653.385153464298</c:v>
                </c:pt>
                <c:pt idx="24">
                  <c:v>296.3517962580056</c:v>
                </c:pt>
                <c:pt idx="25">
                  <c:v>4057.1932372796196</c:v>
                </c:pt>
                <c:pt idx="26">
                  <c:v>1918.0433046335622</c:v>
                </c:pt>
                <c:pt idx="27">
                  <c:v>59.45721599657477</c:v>
                </c:pt>
                <c:pt idx="28">
                  <c:v>8002.451982987349</c:v>
                </c:pt>
                <c:pt idx="29">
                  <c:v>3654.447191276767</c:v>
                </c:pt>
                <c:pt idx="30">
                  <c:v>1284.5009906392154</c:v>
                </c:pt>
                <c:pt idx="31">
                  <c:v>3968.501767541642</c:v>
                </c:pt>
                <c:pt idx="32">
                  <c:v>1960.6373279872914</c:v>
                </c:pt>
                <c:pt idx="33">
                  <c:v>71.39609231887344</c:v>
                </c:pt>
                <c:pt idx="34">
                  <c:v>7597.415058559753</c:v>
                </c:pt>
                <c:pt idx="35">
                  <c:v>2100.252325380979</c:v>
                </c:pt>
                <c:pt idx="36">
                  <c:v>7573.368414205575</c:v>
                </c:pt>
                <c:pt idx="37">
                  <c:v>1360.1020461889175</c:v>
                </c:pt>
                <c:pt idx="38">
                  <c:v>1046.4731577732778</c:v>
                </c:pt>
                <c:pt idx="39">
                  <c:v>460.62694069281093</c:v>
                </c:pt>
                <c:pt idx="40">
                  <c:v>1006.015737673204</c:v>
                </c:pt>
                <c:pt idx="41">
                  <c:v>1.445757640318666</c:v>
                </c:pt>
                <c:pt idx="42">
                  <c:v>64.04714501768696</c:v>
                </c:pt>
                <c:pt idx="43">
                  <c:v>7273.364983366</c:v>
                </c:pt>
                <c:pt idx="44">
                  <c:v>388.5355652783592</c:v>
                </c:pt>
                <c:pt idx="45">
                  <c:v>4856.60752697011</c:v>
                </c:pt>
                <c:pt idx="46">
                  <c:v>1973.9972051544396</c:v>
                </c:pt>
                <c:pt idx="47">
                  <c:v>1246.3877100087295</c:v>
                </c:pt>
                <c:pt idx="48">
                  <c:v>1853.8983818922904</c:v>
                </c:pt>
                <c:pt idx="49">
                  <c:v>917.2833413061809</c:v>
                </c:pt>
                <c:pt idx="50">
                  <c:v>3358.51458626828</c:v>
                </c:pt>
                <c:pt idx="51">
                  <c:v>131.57090016991773</c:v>
                </c:pt>
                <c:pt idx="52">
                  <c:v>2226.289367398972</c:v>
                </c:pt>
                <c:pt idx="53">
                  <c:v>1039.589260496269</c:v>
                </c:pt>
                <c:pt idx="54">
                  <c:v>3998.2327712129663</c:v>
                </c:pt>
                <c:pt idx="55">
                  <c:v>34.31828444422731</c:v>
                </c:pt>
                <c:pt idx="56">
                  <c:v>3535.616962762186</c:v>
                </c:pt>
                <c:pt idx="57">
                  <c:v>23.16428507316919</c:v>
                </c:pt>
                <c:pt idx="58">
                  <c:v>1123.5567227291529</c:v>
                </c:pt>
                <c:pt idx="59">
                  <c:v>5191.063616200159</c:v>
                </c:pt>
                <c:pt idx="60">
                  <c:v>1680.2784435470103</c:v>
                </c:pt>
                <c:pt idx="61">
                  <c:v>2747.2352953425066</c:v>
                </c:pt>
                <c:pt idx="62">
                  <c:v>907.0189517741602</c:v>
                </c:pt>
                <c:pt idx="63">
                  <c:v>2380.200879164742</c:v>
                </c:pt>
                <c:pt idx="64">
                  <c:v>183.22324958727717</c:v>
                </c:pt>
                <c:pt idx="65">
                  <c:v>5057.830504061999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36.874985456414194</c:v>
                </c:pt>
                <c:pt idx="1">
                  <c:v>3192.03634414177</c:v>
                </c:pt>
                <c:pt idx="2">
                  <c:v>743.7271323544985</c:v>
                </c:pt>
                <c:pt idx="3">
                  <c:v>72.84362162073064</c:v>
                </c:pt>
                <c:pt idx="4">
                  <c:v>627.2604979898412</c:v>
                </c:pt>
                <c:pt idx="5">
                  <c:v>1696.189433907759</c:v>
                </c:pt>
                <c:pt idx="6">
                  <c:v>2153.111169111815</c:v>
                </c:pt>
                <c:pt idx="7">
                  <c:v>4742.620008215683</c:v>
                </c:pt>
                <c:pt idx="8">
                  <c:v>205.32187304458583</c:v>
                </c:pt>
                <c:pt idx="9">
                  <c:v>86.24743165611858</c:v>
                </c:pt>
                <c:pt idx="10">
                  <c:v>956.7426793894836</c:v>
                </c:pt>
                <c:pt idx="11">
                  <c:v>673.3309485564411</c:v>
                </c:pt>
                <c:pt idx="12">
                  <c:v>2132.2603452533895</c:v>
                </c:pt>
                <c:pt idx="13">
                  <c:v>250.65105340242167</c:v>
                </c:pt>
                <c:pt idx="14">
                  <c:v>139.06174867312157</c:v>
                </c:pt>
                <c:pt idx="15">
                  <c:v>91.64212562684295</c:v>
                </c:pt>
                <c:pt idx="16">
                  <c:v>1326.6377747986803</c:v>
                </c:pt>
                <c:pt idx="17">
                  <c:v>33.297738799602605</c:v>
                </c:pt>
                <c:pt idx="18">
                  <c:v>2078.295196162251</c:v>
                </c:pt>
                <c:pt idx="19">
                  <c:v>147.1858501926361</c:v>
                </c:pt>
                <c:pt idx="20">
                  <c:v>365.5912395815665</c:v>
                </c:pt>
                <c:pt idx="21">
                  <c:v>2301.548549106671</c:v>
                </c:pt>
                <c:pt idx="22">
                  <c:v>3017.7513006366844</c:v>
                </c:pt>
                <c:pt idx="23">
                  <c:v>110.60096422494048</c:v>
                </c:pt>
                <c:pt idx="24">
                  <c:v>86.13283482200293</c:v>
                </c:pt>
                <c:pt idx="25">
                  <c:v>2248.4951291659404</c:v>
                </c:pt>
                <c:pt idx="26">
                  <c:v>505.8664412625475</c:v>
                </c:pt>
                <c:pt idx="27">
                  <c:v>1201.2827532676754</c:v>
                </c:pt>
                <c:pt idx="28">
                  <c:v>3357.3515137247473</c:v>
                </c:pt>
                <c:pt idx="29">
                  <c:v>1302.6943815316356</c:v>
                </c:pt>
                <c:pt idx="30">
                  <c:v>912.1587901210464</c:v>
                </c:pt>
                <c:pt idx="31">
                  <c:v>30.010245789874926</c:v>
                </c:pt>
                <c:pt idx="32">
                  <c:v>36.863735000269585</c:v>
                </c:pt>
                <c:pt idx="33">
                  <c:v>107.51297307134931</c:v>
                </c:pt>
                <c:pt idx="34">
                  <c:v>88.04641249170652</c:v>
                </c:pt>
                <c:pt idx="35">
                  <c:v>2648.66123650751</c:v>
                </c:pt>
                <c:pt idx="36">
                  <c:v>1939.9437812195338</c:v>
                </c:pt>
                <c:pt idx="37">
                  <c:v>32.81433744305837</c:v>
                </c:pt>
                <c:pt idx="38">
                  <c:v>33.405463869939965</c:v>
                </c:pt>
                <c:pt idx="39">
                  <c:v>2045.1214979533256</c:v>
                </c:pt>
                <c:pt idx="40">
                  <c:v>135.47378601581534</c:v>
                </c:pt>
                <c:pt idx="41">
                  <c:v>3.9099494534533776</c:v>
                </c:pt>
                <c:pt idx="42">
                  <c:v>3426.242710114059</c:v>
                </c:pt>
                <c:pt idx="43">
                  <c:v>386.37344282594785</c:v>
                </c:pt>
                <c:pt idx="44">
                  <c:v>19.16409698273396</c:v>
                </c:pt>
                <c:pt idx="45">
                  <c:v>947.0763943617397</c:v>
                </c:pt>
                <c:pt idx="46">
                  <c:v>84.59058132275945</c:v>
                </c:pt>
                <c:pt idx="47">
                  <c:v>41.14776603870518</c:v>
                </c:pt>
                <c:pt idx="48">
                  <c:v>135.87470982116437</c:v>
                </c:pt>
                <c:pt idx="49">
                  <c:v>563.8466275330211</c:v>
                </c:pt>
                <c:pt idx="50">
                  <c:v>994.6111635621005</c:v>
                </c:pt>
                <c:pt idx="51">
                  <c:v>3883.3952785460124</c:v>
                </c:pt>
                <c:pt idx="52">
                  <c:v>1729.330814049521</c:v>
                </c:pt>
                <c:pt idx="53">
                  <c:v>120.69772848586521</c:v>
                </c:pt>
                <c:pt idx="54">
                  <c:v>31.47336631599071</c:v>
                </c:pt>
                <c:pt idx="55">
                  <c:v>2024.8218390226762</c:v>
                </c:pt>
                <c:pt idx="56">
                  <c:v>1180.3386837022463</c:v>
                </c:pt>
                <c:pt idx="57">
                  <c:v>248.09281338351713</c:v>
                </c:pt>
                <c:pt idx="58">
                  <c:v>62.52648034481649</c:v>
                </c:pt>
                <c:pt idx="59">
                  <c:v>3062.217675513493</c:v>
                </c:pt>
                <c:pt idx="60">
                  <c:v>936.6728485047294</c:v>
                </c:pt>
                <c:pt idx="61">
                  <c:v>2299.4389097473777</c:v>
                </c:pt>
                <c:pt idx="62">
                  <c:v>3516.7127166042756</c:v>
                </c:pt>
                <c:pt idx="63">
                  <c:v>199.71243132697498</c:v>
                </c:pt>
                <c:pt idx="64">
                  <c:v>41.393818668713536</c:v>
                </c:pt>
                <c:pt idx="65">
                  <c:v>2317.9375988450092</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195.1426902775911</c:v>
                </c:pt>
                <c:pt idx="1">
                  <c:v>-4268.649742117409</c:v>
                </c:pt>
                <c:pt idx="2">
                  <c:v>-13000.789730609658</c:v>
                </c:pt>
                <c:pt idx="3">
                  <c:v>6784.24555033096</c:v>
                </c:pt>
                <c:pt idx="4">
                  <c:v>-9231.719818516798</c:v>
                </c:pt>
                <c:pt idx="5">
                  <c:v>-2849.761812215487</c:v>
                </c:pt>
                <c:pt idx="6">
                  <c:v>6378.708581672809</c:v>
                </c:pt>
                <c:pt idx="7">
                  <c:v>-17498.865697848792</c:v>
                </c:pt>
                <c:pt idx="8">
                  <c:v>-8474.418851358512</c:v>
                </c:pt>
                <c:pt idx="9">
                  <c:v>14032.527896864709</c:v>
                </c:pt>
                <c:pt idx="10">
                  <c:v>-23264.316260751584</c:v>
                </c:pt>
                <c:pt idx="11">
                  <c:v>5006.770196769263</c:v>
                </c:pt>
                <c:pt idx="12">
                  <c:v>-4797.337891122066</c:v>
                </c:pt>
                <c:pt idx="13">
                  <c:v>9470.98719351187</c:v>
                </c:pt>
                <c:pt idx="14">
                  <c:v>-826.7128569102024</c:v>
                </c:pt>
                <c:pt idx="15">
                  <c:v>-5920.879823008705</c:v>
                </c:pt>
                <c:pt idx="16">
                  <c:v>-29877.821871990207</c:v>
                </c:pt>
                <c:pt idx="17">
                  <c:v>5954.5721850240525</c:v>
                </c:pt>
                <c:pt idx="18">
                  <c:v>20317.751763810564</c:v>
                </c:pt>
                <c:pt idx="19">
                  <c:v>-7309.857531407353</c:v>
                </c:pt>
                <c:pt idx="20">
                  <c:v>6659.199675823349</c:v>
                </c:pt>
                <c:pt idx="21">
                  <c:v>1151.0820021676454</c:v>
                </c:pt>
                <c:pt idx="22">
                  <c:v>-19898.52494363535</c:v>
                </c:pt>
                <c:pt idx="23">
                  <c:v>-48.015381964274184</c:v>
                </c:pt>
                <c:pt idx="24">
                  <c:v>627.4326876983305</c:v>
                </c:pt>
                <c:pt idx="25">
                  <c:v>-2729.750903778497</c:v>
                </c:pt>
                <c:pt idx="26">
                  <c:v>-2677.344095007692</c:v>
                </c:pt>
                <c:pt idx="27">
                  <c:v>-693.8160853388482</c:v>
                </c:pt>
                <c:pt idx="28">
                  <c:v>7259.859199898482</c:v>
                </c:pt>
                <c:pt idx="29">
                  <c:v>19802.2994207901</c:v>
                </c:pt>
                <c:pt idx="30">
                  <c:v>3574.5702588909544</c:v>
                </c:pt>
                <c:pt idx="31">
                  <c:v>11195.654054452061</c:v>
                </c:pt>
                <c:pt idx="32">
                  <c:v>-6799.799455213551</c:v>
                </c:pt>
                <c:pt idx="33">
                  <c:v>265.2630337290145</c:v>
                </c:pt>
                <c:pt idx="34">
                  <c:v>10745.591057681007</c:v>
                </c:pt>
                <c:pt idx="35">
                  <c:v>5553.1839759306495</c:v>
                </c:pt>
                <c:pt idx="36">
                  <c:v>15127.124241204605</c:v>
                </c:pt>
                <c:pt idx="37">
                  <c:v>16048.534953214701</c:v>
                </c:pt>
                <c:pt idx="38">
                  <c:v>-7968.927263172192</c:v>
                </c:pt>
                <c:pt idx="39">
                  <c:v>-16080.866932156358</c:v>
                </c:pt>
                <c:pt idx="40">
                  <c:v>-9463.728541371305</c:v>
                </c:pt>
                <c:pt idx="41">
                  <c:v>13177.606850032987</c:v>
                </c:pt>
                <c:pt idx="42">
                  <c:v>-20655.11411335042</c:v>
                </c:pt>
                <c:pt idx="43">
                  <c:v>-17902.88118000359</c:v>
                </c:pt>
                <c:pt idx="44">
                  <c:v>11452.15645907137</c:v>
                </c:pt>
                <c:pt idx="45">
                  <c:v>1999.8608347595564</c:v>
                </c:pt>
                <c:pt idx="46">
                  <c:v>-16462.11864107589</c:v>
                </c:pt>
                <c:pt idx="47">
                  <c:v>-11555.483838534079</c:v>
                </c:pt>
                <c:pt idx="48">
                  <c:v>-25010.038873743575</c:v>
                </c:pt>
                <c:pt idx="49">
                  <c:v>6209.2962960949335</c:v>
                </c:pt>
                <c:pt idx="50">
                  <c:v>1596.6742743870673</c:v>
                </c:pt>
                <c:pt idx="51">
                  <c:v>25242.83290475857</c:v>
                </c:pt>
                <c:pt idx="52">
                  <c:v>-30235.643313114073</c:v>
                </c:pt>
                <c:pt idx="53">
                  <c:v>-10944.134855696266</c:v>
                </c:pt>
                <c:pt idx="54">
                  <c:v>17371.79072167538</c:v>
                </c:pt>
                <c:pt idx="55">
                  <c:v>-2599.8732779055235</c:v>
                </c:pt>
                <c:pt idx="56">
                  <c:v>4132.056890629313</c:v>
                </c:pt>
                <c:pt idx="57">
                  <c:v>-8642.693082750411</c:v>
                </c:pt>
                <c:pt idx="58">
                  <c:v>10790.389381268782</c:v>
                </c:pt>
                <c:pt idx="59">
                  <c:v>-13107.377471207892</c:v>
                </c:pt>
                <c:pt idx="60">
                  <c:v>-14247.975955216465</c:v>
                </c:pt>
                <c:pt idx="61">
                  <c:v>7074.272238966087</c:v>
                </c:pt>
                <c:pt idx="62">
                  <c:v>6864.005624412197</c:v>
                </c:pt>
                <c:pt idx="63">
                  <c:v>-22589.848443821593</c:v>
                </c:pt>
                <c:pt idx="64">
                  <c:v>-2719.446938196227</c:v>
                </c:pt>
                <c:pt idx="65">
                  <c:v>-15453.421820231142</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2666.6669495366355</c:v>
                </c:pt>
                <c:pt idx="1">
                  <c:v>2009.598097082998</c:v>
                </c:pt>
                <c:pt idx="2">
                  <c:v>1976.2888920963112</c:v>
                </c:pt>
                <c:pt idx="3">
                  <c:v>2954.0672896809783</c:v>
                </c:pt>
                <c:pt idx="4">
                  <c:v>3146.984807040853</c:v>
                </c:pt>
                <c:pt idx="5">
                  <c:v>112.78484642998312</c:v>
                </c:pt>
                <c:pt idx="6">
                  <c:v>48.443553328463416</c:v>
                </c:pt>
                <c:pt idx="7">
                  <c:v>109.82951944082957</c:v>
                </c:pt>
                <c:pt idx="8">
                  <c:v>167.18662875779165</c:v>
                </c:pt>
                <c:pt idx="9">
                  <c:v>4183.056926986941</c:v>
                </c:pt>
                <c:pt idx="10">
                  <c:v>5030.790743084966</c:v>
                </c:pt>
                <c:pt idx="11">
                  <c:v>12.332128214637175</c:v>
                </c:pt>
                <c:pt idx="12">
                  <c:v>125.4822471711627</c:v>
                </c:pt>
                <c:pt idx="13">
                  <c:v>1319.2899061956775</c:v>
                </c:pt>
                <c:pt idx="14">
                  <c:v>5818.534576664528</c:v>
                </c:pt>
                <c:pt idx="15">
                  <c:v>12466.171787544248</c:v>
                </c:pt>
                <c:pt idx="16">
                  <c:v>8597.04443961098</c:v>
                </c:pt>
                <c:pt idx="17">
                  <c:v>2344.9421185794663</c:v>
                </c:pt>
                <c:pt idx="18">
                  <c:v>3158.242634726631</c:v>
                </c:pt>
                <c:pt idx="19">
                  <c:v>10968.183219267674</c:v>
                </c:pt>
                <c:pt idx="20">
                  <c:v>1866.4650724392347</c:v>
                </c:pt>
                <c:pt idx="21">
                  <c:v>5202.812690332525</c:v>
                </c:pt>
                <c:pt idx="22">
                  <c:v>13572.90573649986</c:v>
                </c:pt>
                <c:pt idx="23">
                  <c:v>716.8048710251525</c:v>
                </c:pt>
                <c:pt idx="24">
                  <c:v>12912.986739130614</c:v>
                </c:pt>
                <c:pt idx="25">
                  <c:v>7394.740282691256</c:v>
                </c:pt>
                <c:pt idx="26">
                  <c:v>2734.058770252235</c:v>
                </c:pt>
                <c:pt idx="27">
                  <c:v>3121.887361966599</c:v>
                </c:pt>
                <c:pt idx="28">
                  <c:v>6629.378521414024</c:v>
                </c:pt>
                <c:pt idx="29">
                  <c:v>10627.10162583159</c:v>
                </c:pt>
                <c:pt idx="30">
                  <c:v>8253.829651453421</c:v>
                </c:pt>
                <c:pt idx="31">
                  <c:v>260.922293499722</c:v>
                </c:pt>
                <c:pt idx="32">
                  <c:v>5059.7607606207985</c:v>
                </c:pt>
                <c:pt idx="33">
                  <c:v>6435.980665764774</c:v>
                </c:pt>
                <c:pt idx="34">
                  <c:v>8329.484852754154</c:v>
                </c:pt>
                <c:pt idx="35">
                  <c:v>60.15356807350704</c:v>
                </c:pt>
                <c:pt idx="36">
                  <c:v>7336.04323796121</c:v>
                </c:pt>
                <c:pt idx="37">
                  <c:v>2240.032298960313</c:v>
                </c:pt>
                <c:pt idx="38">
                  <c:v>6186.262739972676</c:v>
                </c:pt>
                <c:pt idx="39">
                  <c:v>5149.4703973332</c:v>
                </c:pt>
                <c:pt idx="40">
                  <c:v>4317.673217218035</c:v>
                </c:pt>
                <c:pt idx="41">
                  <c:v>7000.511758074064</c:v>
                </c:pt>
                <c:pt idx="42">
                  <c:v>8655.804086025744</c:v>
                </c:pt>
                <c:pt idx="43">
                  <c:v>950.0148221573158</c:v>
                </c:pt>
                <c:pt idx="44">
                  <c:v>4407.0360443608815</c:v>
                </c:pt>
                <c:pt idx="45">
                  <c:v>537.8896135846384</c:v>
                </c:pt>
                <c:pt idx="46">
                  <c:v>80.79248404104882</c:v>
                </c:pt>
                <c:pt idx="47">
                  <c:v>3219.993640288052</c:v>
                </c:pt>
                <c:pt idx="48">
                  <c:v>9427.0056602089</c:v>
                </c:pt>
                <c:pt idx="49">
                  <c:v>5675.494513988262</c:v>
                </c:pt>
                <c:pt idx="50">
                  <c:v>943.9602563782935</c:v>
                </c:pt>
                <c:pt idx="51">
                  <c:v>7310.796236826796</c:v>
                </c:pt>
                <c:pt idx="52">
                  <c:v>6929.406278727222</c:v>
                </c:pt>
                <c:pt idx="53">
                  <c:v>3429.719659208552</c:v>
                </c:pt>
                <c:pt idx="54">
                  <c:v>252.9488749256994</c:v>
                </c:pt>
                <c:pt idx="55">
                  <c:v>1421.6817616076344</c:v>
                </c:pt>
                <c:pt idx="56">
                  <c:v>2168.942230683969</c:v>
                </c:pt>
                <c:pt idx="57">
                  <c:v>11056.656416429614</c:v>
                </c:pt>
                <c:pt idx="58">
                  <c:v>5009.878074197251</c:v>
                </c:pt>
                <c:pt idx="59">
                  <c:v>14201.836079109706</c:v>
                </c:pt>
                <c:pt idx="60">
                  <c:v>7621.124015089457</c:v>
                </c:pt>
                <c:pt idx="61">
                  <c:v>14397.362173488784</c:v>
                </c:pt>
                <c:pt idx="62">
                  <c:v>5200.5295808620485</c:v>
                </c:pt>
                <c:pt idx="63">
                  <c:v>3577.8244954753804</c:v>
                </c:pt>
                <c:pt idx="64">
                  <c:v>10603.631111386774</c:v>
                </c:pt>
                <c:pt idx="65">
                  <c:v>8304.370834172569</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42718.0865889815</c:v>
                </c:pt>
                <c:pt idx="1">
                  <c:v>23374.0501679114</c:v>
                </c:pt>
                <c:pt idx="2">
                  <c:v>27324.180059162103</c:v>
                </c:pt>
                <c:pt idx="3">
                  <c:v>43024.25799236562</c:v>
                </c:pt>
                <c:pt idx="4">
                  <c:v>52014.82307272731</c:v>
                </c:pt>
                <c:pt idx="5">
                  <c:v>28290.824445111706</c:v>
                </c:pt>
                <c:pt idx="6">
                  <c:v>13997.354351016795</c:v>
                </c:pt>
                <c:pt idx="7">
                  <c:v>57923.94930852119</c:v>
                </c:pt>
                <c:pt idx="8">
                  <c:v>23397.695309991774</c:v>
                </c:pt>
                <c:pt idx="9">
                  <c:v>31115.47040464581</c:v>
                </c:pt>
                <c:pt idx="10">
                  <c:v>26157.789814415148</c:v>
                </c:pt>
                <c:pt idx="11">
                  <c:v>36424.52179574897</c:v>
                </c:pt>
                <c:pt idx="12">
                  <c:v>52208.52845108019</c:v>
                </c:pt>
                <c:pt idx="13">
                  <c:v>42610.50272006266</c:v>
                </c:pt>
                <c:pt idx="14">
                  <c:v>28707.996010181254</c:v>
                </c:pt>
                <c:pt idx="15">
                  <c:v>32467.29105997402</c:v>
                </c:pt>
                <c:pt idx="16">
                  <c:v>39414.82937140213</c:v>
                </c:pt>
                <c:pt idx="17">
                  <c:v>47427.315114575846</c:v>
                </c:pt>
                <c:pt idx="18">
                  <c:v>66432.99429870614</c:v>
                </c:pt>
                <c:pt idx="19">
                  <c:v>40721.89413828346</c:v>
                </c:pt>
                <c:pt idx="20">
                  <c:v>16367.37553558743</c:v>
                </c:pt>
                <c:pt idx="21">
                  <c:v>47210.119229330376</c:v>
                </c:pt>
                <c:pt idx="22">
                  <c:v>31403.92307583365</c:v>
                </c:pt>
                <c:pt idx="23">
                  <c:v>10456.818536515042</c:v>
                </c:pt>
                <c:pt idx="24">
                  <c:v>7060.905473951991</c:v>
                </c:pt>
                <c:pt idx="25">
                  <c:v>27361.32260508662</c:v>
                </c:pt>
                <c:pt idx="26">
                  <c:v>42658.71675259469</c:v>
                </c:pt>
                <c:pt idx="27">
                  <c:v>40329.29681527534</c:v>
                </c:pt>
                <c:pt idx="28">
                  <c:v>48574.56599764027</c:v>
                </c:pt>
                <c:pt idx="29">
                  <c:v>51282.37289471822</c:v>
                </c:pt>
                <c:pt idx="30">
                  <c:v>26966.721893312613</c:v>
                </c:pt>
                <c:pt idx="31">
                  <c:v>15174.07277675914</c:v>
                </c:pt>
                <c:pt idx="32">
                  <c:v>19318.49381352974</c:v>
                </c:pt>
                <c:pt idx="33">
                  <c:v>22016.114462813708</c:v>
                </c:pt>
                <c:pt idx="34">
                  <c:v>7933.277836479241</c:v>
                </c:pt>
                <c:pt idx="35">
                  <c:v>4981.068282154167</c:v>
                </c:pt>
                <c:pt idx="36">
                  <c:v>14618.520403348497</c:v>
                </c:pt>
                <c:pt idx="37">
                  <c:v>10195.117572876547</c:v>
                </c:pt>
                <c:pt idx="38">
                  <c:v>4766.783232317758</c:v>
                </c:pt>
                <c:pt idx="39">
                  <c:v>2282.4643962589353</c:v>
                </c:pt>
                <c:pt idx="40">
                  <c:v>13968.21259966505</c:v>
                </c:pt>
                <c:pt idx="41">
                  <c:v>31933.88502219609</c:v>
                </c:pt>
                <c:pt idx="42">
                  <c:v>54279.336269375715</c:v>
                </c:pt>
                <c:pt idx="43">
                  <c:v>53353.36462595827</c:v>
                </c:pt>
                <c:pt idx="44">
                  <c:v>38953.19704714925</c:v>
                </c:pt>
                <c:pt idx="45">
                  <c:v>66753.40329933</c:v>
                </c:pt>
                <c:pt idx="46">
                  <c:v>46151.09263612529</c:v>
                </c:pt>
                <c:pt idx="47">
                  <c:v>47023.59158412006</c:v>
                </c:pt>
                <c:pt idx="48">
                  <c:v>54479.62881646331</c:v>
                </c:pt>
                <c:pt idx="49">
                  <c:v>20840.063774634065</c:v>
                </c:pt>
                <c:pt idx="50">
                  <c:v>10415.209862741673</c:v>
                </c:pt>
                <c:pt idx="51">
                  <c:v>6335.477485362029</c:v>
                </c:pt>
                <c:pt idx="52">
                  <c:v>18845.904506478222</c:v>
                </c:pt>
                <c:pt idx="53">
                  <c:v>9766.13736316947</c:v>
                </c:pt>
                <c:pt idx="54">
                  <c:v>41636.769499011796</c:v>
                </c:pt>
                <c:pt idx="55">
                  <c:v>32741.108576383624</c:v>
                </c:pt>
                <c:pt idx="56">
                  <c:v>18018.855738430073</c:v>
                </c:pt>
                <c:pt idx="57">
                  <c:v>6647.176834381292</c:v>
                </c:pt>
                <c:pt idx="58">
                  <c:v>8719.469847354285</c:v>
                </c:pt>
                <c:pt idx="59">
                  <c:v>32280.770013263438</c:v>
                </c:pt>
                <c:pt idx="60">
                  <c:v>10217.697972181864</c:v>
                </c:pt>
                <c:pt idx="61">
                  <c:v>9182.316339682675</c:v>
                </c:pt>
                <c:pt idx="62">
                  <c:v>41107.986371543695</c:v>
                </c:pt>
                <c:pt idx="63">
                  <c:v>14377.209307027215</c:v>
                </c:pt>
                <c:pt idx="64">
                  <c:v>46356.04128245292</c:v>
                </c:pt>
                <c:pt idx="65">
                  <c:v>42717.874737576545</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15536.841626969714</c:v>
                </c:pt>
                <c:pt idx="1">
                  <c:v>14565.4220971522</c:v>
                </c:pt>
                <c:pt idx="2">
                  <c:v>8064.293458901742</c:v>
                </c:pt>
                <c:pt idx="3">
                  <c:v>8038.1270952785</c:v>
                </c:pt>
                <c:pt idx="4">
                  <c:v>14888.691114904315</c:v>
                </c:pt>
                <c:pt idx="5">
                  <c:v>3828.7305618598225</c:v>
                </c:pt>
                <c:pt idx="6">
                  <c:v>9966.153608335408</c:v>
                </c:pt>
                <c:pt idx="7">
                  <c:v>3311.3037852428597</c:v>
                </c:pt>
                <c:pt idx="8">
                  <c:v>9241.145448418254</c:v>
                </c:pt>
                <c:pt idx="9">
                  <c:v>9609.308274587947</c:v>
                </c:pt>
                <c:pt idx="10">
                  <c:v>778.7874153933215</c:v>
                </c:pt>
                <c:pt idx="11">
                  <c:v>188.7408358932481</c:v>
                </c:pt>
                <c:pt idx="12">
                  <c:v>14825.591152650813</c:v>
                </c:pt>
                <c:pt idx="13">
                  <c:v>4911.261054260624</c:v>
                </c:pt>
                <c:pt idx="14">
                  <c:v>14082.012265675796</c:v>
                </c:pt>
                <c:pt idx="15">
                  <c:v>379.4150040365469</c:v>
                </c:pt>
                <c:pt idx="16">
                  <c:v>5223.705600460798</c:v>
                </c:pt>
                <c:pt idx="17">
                  <c:v>3118.755418222031</c:v>
                </c:pt>
                <c:pt idx="18">
                  <c:v>6615.342549237599</c:v>
                </c:pt>
                <c:pt idx="19">
                  <c:v>11464.360134961216</c:v>
                </c:pt>
                <c:pt idx="20">
                  <c:v>5681.10679901588</c:v>
                </c:pt>
                <c:pt idx="21">
                  <c:v>5194.386450895992</c:v>
                </c:pt>
                <c:pt idx="22">
                  <c:v>1639.666326056506</c:v>
                </c:pt>
                <c:pt idx="23">
                  <c:v>6066.593347810658</c:v>
                </c:pt>
                <c:pt idx="24">
                  <c:v>13426.396219203954</c:v>
                </c:pt>
                <c:pt idx="25">
                  <c:v>2217.1340271892027</c:v>
                </c:pt>
                <c:pt idx="26">
                  <c:v>6628.73956962365</c:v>
                </c:pt>
                <c:pt idx="27">
                  <c:v>8818.129842101298</c:v>
                </c:pt>
                <c:pt idx="28">
                  <c:v>12511.514222872185</c:v>
                </c:pt>
                <c:pt idx="29">
                  <c:v>5079.1285358106825</c:v>
                </c:pt>
                <c:pt idx="30">
                  <c:v>923.2253323864895</c:v>
                </c:pt>
                <c:pt idx="31">
                  <c:v>1503.0049448258667</c:v>
                </c:pt>
                <c:pt idx="32">
                  <c:v>11208.722000354537</c:v>
                </c:pt>
                <c:pt idx="33">
                  <c:v>13823.29098304726</c:v>
                </c:pt>
                <c:pt idx="34">
                  <c:v>16385.513457953657</c:v>
                </c:pt>
                <c:pt idx="35">
                  <c:v>10764.62494031364</c:v>
                </c:pt>
                <c:pt idx="36">
                  <c:v>499.09727031921494</c:v>
                </c:pt>
                <c:pt idx="37">
                  <c:v>2554.6085739411233</c:v>
                </c:pt>
                <c:pt idx="38">
                  <c:v>4767.78198372029</c:v>
                </c:pt>
                <c:pt idx="39">
                  <c:v>3091.3914048579895</c:v>
                </c:pt>
                <c:pt idx="40">
                  <c:v>13072.703527789132</c:v>
                </c:pt>
                <c:pt idx="41">
                  <c:v>11834.628365035143</c:v>
                </c:pt>
                <c:pt idx="42">
                  <c:v>12267.732000729136</c:v>
                </c:pt>
                <c:pt idx="43">
                  <c:v>6820.664973117238</c:v>
                </c:pt>
                <c:pt idx="44">
                  <c:v>661.2769510704854</c:v>
                </c:pt>
                <c:pt idx="45">
                  <c:v>15390.66896983987</c:v>
                </c:pt>
                <c:pt idx="46">
                  <c:v>5470.454819109423</c:v>
                </c:pt>
                <c:pt idx="47">
                  <c:v>10025.439642482179</c:v>
                </c:pt>
                <c:pt idx="48">
                  <c:v>8891.125275597413</c:v>
                </c:pt>
                <c:pt idx="49">
                  <c:v>14234.242490374258</c:v>
                </c:pt>
                <c:pt idx="50">
                  <c:v>6011.289301027895</c:v>
                </c:pt>
                <c:pt idx="51">
                  <c:v>12666.75635775317</c:v>
                </c:pt>
                <c:pt idx="52">
                  <c:v>5100.973614401269</c:v>
                </c:pt>
                <c:pt idx="53">
                  <c:v>431.4585797360107</c:v>
                </c:pt>
                <c:pt idx="54">
                  <c:v>420.1827528532361</c:v>
                </c:pt>
                <c:pt idx="55">
                  <c:v>6530.258472901318</c:v>
                </c:pt>
                <c:pt idx="56">
                  <c:v>10097.37362023721</c:v>
                </c:pt>
                <c:pt idx="57">
                  <c:v>11366.676496555683</c:v>
                </c:pt>
                <c:pt idx="58">
                  <c:v>595.5428190850181</c:v>
                </c:pt>
                <c:pt idx="59">
                  <c:v>13083.502901141197</c:v>
                </c:pt>
                <c:pt idx="60">
                  <c:v>10256.47597217953</c:v>
                </c:pt>
                <c:pt idx="61">
                  <c:v>693.0844775876967</c:v>
                </c:pt>
                <c:pt idx="62">
                  <c:v>6032.438075138029</c:v>
                </c:pt>
                <c:pt idx="63">
                  <c:v>624.8931810114478</c:v>
                </c:pt>
                <c:pt idx="64">
                  <c:v>303.46517913343746</c:v>
                </c:pt>
                <c:pt idx="65">
                  <c:v>4501.567678428858</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8145.271702599794</c:v>
                </c:pt>
                <c:pt idx="1">
                  <c:v>3643.6415539451955</c:v>
                </c:pt>
                <c:pt idx="2">
                  <c:v>3032.1706313831655</c:v>
                </c:pt>
                <c:pt idx="3">
                  <c:v>0.010391382558111551</c:v>
                </c:pt>
                <c:pt idx="4">
                  <c:v>120.34598609822824</c:v>
                </c:pt>
                <c:pt idx="5">
                  <c:v>175.21852694904635</c:v>
                </c:pt>
                <c:pt idx="6">
                  <c:v>389.67106835030296</c:v>
                </c:pt>
                <c:pt idx="7">
                  <c:v>4485.206222246959</c:v>
                </c:pt>
                <c:pt idx="8">
                  <c:v>61.56292238211609</c:v>
                </c:pt>
                <c:pt idx="9">
                  <c:v>181.03031403477632</c:v>
                </c:pt>
                <c:pt idx="10">
                  <c:v>51.5317656048785</c:v>
                </c:pt>
                <c:pt idx="11">
                  <c:v>363.06342763321857</c:v>
                </c:pt>
                <c:pt idx="12">
                  <c:v>292.8878256997884</c:v>
                </c:pt>
                <c:pt idx="13">
                  <c:v>218.27782270056443</c:v>
                </c:pt>
                <c:pt idx="14">
                  <c:v>2040.8041421569314</c:v>
                </c:pt>
                <c:pt idx="15">
                  <c:v>6578.411465286727</c:v>
                </c:pt>
                <c:pt idx="16">
                  <c:v>267.1105212807424</c:v>
                </c:pt>
                <c:pt idx="17">
                  <c:v>1552.1424157838926</c:v>
                </c:pt>
                <c:pt idx="18">
                  <c:v>2456.6852372683006</c:v>
                </c:pt>
                <c:pt idx="19">
                  <c:v>4476.137200656126</c:v>
                </c:pt>
                <c:pt idx="20">
                  <c:v>6052.6918848117475</c:v>
                </c:pt>
                <c:pt idx="21">
                  <c:v>189.97810680712638</c:v>
                </c:pt>
                <c:pt idx="22">
                  <c:v>8696.657739324879</c:v>
                </c:pt>
                <c:pt idx="23">
                  <c:v>137.19266273592564</c:v>
                </c:pt>
                <c:pt idx="24">
                  <c:v>7341.624659747033</c:v>
                </c:pt>
                <c:pt idx="25">
                  <c:v>5185.3957616307625</c:v>
                </c:pt>
                <c:pt idx="26">
                  <c:v>4273.975314123333</c:v>
                </c:pt>
                <c:pt idx="27">
                  <c:v>125.82615762352408</c:v>
                </c:pt>
                <c:pt idx="28">
                  <c:v>323.1759050269416</c:v>
                </c:pt>
                <c:pt idx="29">
                  <c:v>4094.1056112901783</c:v>
                </c:pt>
                <c:pt idx="30">
                  <c:v>8481.32722023284</c:v>
                </c:pt>
                <c:pt idx="31">
                  <c:v>1889.2552916275263</c:v>
                </c:pt>
                <c:pt idx="32">
                  <c:v>1144.9495344730678</c:v>
                </c:pt>
                <c:pt idx="33">
                  <c:v>3431.751898665774</c:v>
                </c:pt>
                <c:pt idx="34">
                  <c:v>198.94298629349646</c:v>
                </c:pt>
                <c:pt idx="35">
                  <c:v>97.44857456416645</c:v>
                </c:pt>
                <c:pt idx="36">
                  <c:v>522.5072857789775</c:v>
                </c:pt>
                <c:pt idx="37">
                  <c:v>95.18416978988171</c:v>
                </c:pt>
                <c:pt idx="38">
                  <c:v>568.1087578587718</c:v>
                </c:pt>
                <c:pt idx="39">
                  <c:v>3797.554114280481</c:v>
                </c:pt>
                <c:pt idx="40">
                  <c:v>144.00506549249738</c:v>
                </c:pt>
                <c:pt idx="41">
                  <c:v>3614.1931843098428</c:v>
                </c:pt>
                <c:pt idx="42">
                  <c:v>4618.8190287887655</c:v>
                </c:pt>
                <c:pt idx="43">
                  <c:v>2551.6105894079874</c:v>
                </c:pt>
                <c:pt idx="44">
                  <c:v>4262.185401151871</c:v>
                </c:pt>
                <c:pt idx="45">
                  <c:v>489.1683261434553</c:v>
                </c:pt>
                <c:pt idx="46">
                  <c:v>0.03486789343528113</c:v>
                </c:pt>
                <c:pt idx="47">
                  <c:v>2695.0399632518356</c:v>
                </c:pt>
                <c:pt idx="48">
                  <c:v>5238.568359102991</c:v>
                </c:pt>
                <c:pt idx="49">
                  <c:v>291.3590114785387</c:v>
                </c:pt>
                <c:pt idx="50">
                  <c:v>10134.79029289068</c:v>
                </c:pt>
                <c:pt idx="51">
                  <c:v>190.82489558742503</c:v>
                </c:pt>
                <c:pt idx="52">
                  <c:v>5871.390105611574</c:v>
                </c:pt>
                <c:pt idx="53">
                  <c:v>4517.98267160081</c:v>
                </c:pt>
                <c:pt idx="54">
                  <c:v>4605.42921869947</c:v>
                </c:pt>
                <c:pt idx="55">
                  <c:v>2474.467731254009</c:v>
                </c:pt>
                <c:pt idx="56">
                  <c:v>7102.010823763075</c:v>
                </c:pt>
                <c:pt idx="57">
                  <c:v>184.482214902445</c:v>
                </c:pt>
                <c:pt idx="58">
                  <c:v>47.469277397841346</c:v>
                </c:pt>
                <c:pt idx="59">
                  <c:v>8679.824351186375</c:v>
                </c:pt>
                <c:pt idx="60">
                  <c:v>146.81361975816625</c:v>
                </c:pt>
                <c:pt idx="61">
                  <c:v>2905.27363132168</c:v>
                </c:pt>
                <c:pt idx="62">
                  <c:v>8370.112785920961</c:v>
                </c:pt>
                <c:pt idx="63">
                  <c:v>141.60502939274113</c:v>
                </c:pt>
                <c:pt idx="64">
                  <c:v>4241.173939101329</c:v>
                </c:pt>
                <c:pt idx="65">
                  <c:v>4637.014879629207</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-4021.9608460123045</c:v>
                </c:pt>
                <c:pt idx="1">
                  <c:v>-999.9795451928405</c:v>
                </c:pt>
                <c:pt idx="2">
                  <c:v>-2178.64703384167</c:v>
                </c:pt>
                <c:pt idx="3">
                  <c:v>-1538.9627493330495</c:v>
                </c:pt>
                <c:pt idx="4">
                  <c:v>-4084.8104014293704</c:v>
                </c:pt>
                <c:pt idx="5">
                  <c:v>-1174.3139497485827</c:v>
                </c:pt>
                <c:pt idx="6">
                  <c:v>-2959.275150408619</c:v>
                </c:pt>
                <c:pt idx="7">
                  <c:v>-1432.416952068237</c:v>
                </c:pt>
                <c:pt idx="8">
                  <c:v>-3898.1724327725756</c:v>
                </c:pt>
                <c:pt idx="9">
                  <c:v>-2342.2352206634337</c:v>
                </c:pt>
                <c:pt idx="10">
                  <c:v>-1947.5296550627409</c:v>
                </c:pt>
                <c:pt idx="11">
                  <c:v>-830.353444617021</c:v>
                </c:pt>
                <c:pt idx="12">
                  <c:v>-5557.731983372937</c:v>
                </c:pt>
                <c:pt idx="13">
                  <c:v>-1258.4225954477856</c:v>
                </c:pt>
                <c:pt idx="14">
                  <c:v>-4661.475235809268</c:v>
                </c:pt>
                <c:pt idx="15">
                  <c:v>-63.36013318826047</c:v>
                </c:pt>
                <c:pt idx="16">
                  <c:v>-70.87912357179682</c:v>
                </c:pt>
                <c:pt idx="17">
                  <c:v>-1632.779645159887</c:v>
                </c:pt>
                <c:pt idx="18">
                  <c:v>-2673.1935440029847</c:v>
                </c:pt>
                <c:pt idx="19">
                  <c:v>-1057.417696988973</c:v>
                </c:pt>
                <c:pt idx="20">
                  <c:v>-46.95963360114795</c:v>
                </c:pt>
                <c:pt idx="21">
                  <c:v>-2472.503506534218</c:v>
                </c:pt>
                <c:pt idx="22">
                  <c:v>-2909.5160533774156</c:v>
                </c:pt>
                <c:pt idx="23">
                  <c:v>-51.894791630798075</c:v>
                </c:pt>
                <c:pt idx="24">
                  <c:v>-2535.775892687334</c:v>
                </c:pt>
                <c:pt idx="25">
                  <c:v>-146.6784545570045</c:v>
                </c:pt>
                <c:pt idx="26">
                  <c:v>-3061.5592898870273</c:v>
                </c:pt>
                <c:pt idx="27">
                  <c:v>-133.7631624557574</c:v>
                </c:pt>
                <c:pt idx="28">
                  <c:v>-1610.4094493705647</c:v>
                </c:pt>
                <c:pt idx="29">
                  <c:v>-1872.2133996938364</c:v>
                </c:pt>
                <c:pt idx="30">
                  <c:v>-135.14899446452603</c:v>
                </c:pt>
                <c:pt idx="31">
                  <c:v>-1726.0600167141276</c:v>
                </c:pt>
                <c:pt idx="32">
                  <c:v>-2995.4544357759182</c:v>
                </c:pt>
                <c:pt idx="33">
                  <c:v>-3639.4292103343796</c:v>
                </c:pt>
                <c:pt idx="34">
                  <c:v>-6705.45389544525</c:v>
                </c:pt>
                <c:pt idx="35">
                  <c:v>-3676.7722248102364</c:v>
                </c:pt>
                <c:pt idx="36">
                  <c:v>-1916.3985192567106</c:v>
                </c:pt>
                <c:pt idx="37">
                  <c:v>-1573.3010788919823</c:v>
                </c:pt>
                <c:pt idx="38">
                  <c:v>-815.9728481276607</c:v>
                </c:pt>
                <c:pt idx="39">
                  <c:v>-3995.922898399184</c:v>
                </c:pt>
                <c:pt idx="40">
                  <c:v>-2577.3410132936306</c:v>
                </c:pt>
                <c:pt idx="41">
                  <c:v>-3645.8531686715323</c:v>
                </c:pt>
                <c:pt idx="42">
                  <c:v>-5733.682068136781</c:v>
                </c:pt>
                <c:pt idx="43">
                  <c:v>-3343.0349306849785</c:v>
                </c:pt>
                <c:pt idx="44">
                  <c:v>-1811.8514081055937</c:v>
                </c:pt>
                <c:pt idx="45">
                  <c:v>-3248.1384372207444</c:v>
                </c:pt>
                <c:pt idx="46">
                  <c:v>-1999.2286943045349</c:v>
                </c:pt>
                <c:pt idx="47">
                  <c:v>-2419.4274595287516</c:v>
                </c:pt>
                <c:pt idx="48">
                  <c:v>-3548.3688574043163</c:v>
                </c:pt>
                <c:pt idx="49">
                  <c:v>-61.72213358506028</c:v>
                </c:pt>
                <c:pt idx="50">
                  <c:v>-4885.497652778842</c:v>
                </c:pt>
                <c:pt idx="51">
                  <c:v>-7751.36562751509</c:v>
                </c:pt>
                <c:pt idx="52">
                  <c:v>-123.82417809108803</c:v>
                </c:pt>
                <c:pt idx="53">
                  <c:v>-0.06449118075306808</c:v>
                </c:pt>
                <c:pt idx="54">
                  <c:v>-2687.9898983616686</c:v>
                </c:pt>
                <c:pt idx="55">
                  <c:v>-21.93797469299421</c:v>
                </c:pt>
                <c:pt idx="56">
                  <c:v>-115.86296828405759</c:v>
                </c:pt>
                <c:pt idx="57">
                  <c:v>-4628.838981246617</c:v>
                </c:pt>
                <c:pt idx="58">
                  <c:v>-2156.6375566248744</c:v>
                </c:pt>
                <c:pt idx="59">
                  <c:v>-3503.6346479242384</c:v>
                </c:pt>
                <c:pt idx="60">
                  <c:v>-2582.474833966293</c:v>
                </c:pt>
                <c:pt idx="61">
                  <c:v>-1377.805572935427</c:v>
                </c:pt>
                <c:pt idx="62">
                  <c:v>-100.4414076716176</c:v>
                </c:pt>
                <c:pt idx="63">
                  <c:v>-5192.9932667578505</c:v>
                </c:pt>
                <c:pt idx="64">
                  <c:v>-1695.1704372569952</c:v>
                </c:pt>
                <c:pt idx="65">
                  <c:v>-27.519379233594258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782.5599458364478</c:v>
                </c:pt>
                <c:pt idx="1">
                  <c:v>2697.7441203657227</c:v>
                </c:pt>
                <c:pt idx="2">
                  <c:v>4026.802668480324</c:v>
                </c:pt>
                <c:pt idx="3">
                  <c:v>3221.949531075226</c:v>
                </c:pt>
                <c:pt idx="4">
                  <c:v>326.2963484904959</c:v>
                </c:pt>
                <c:pt idx="5">
                  <c:v>211.71541344357067</c:v>
                </c:pt>
                <c:pt idx="6">
                  <c:v>137.5583365150832</c:v>
                </c:pt>
                <c:pt idx="7">
                  <c:v>806.5747485155167</c:v>
                </c:pt>
                <c:pt idx="8">
                  <c:v>1770.876250710982</c:v>
                </c:pt>
                <c:pt idx="9">
                  <c:v>192.23091075556934</c:v>
                </c:pt>
                <c:pt idx="10">
                  <c:v>281.08321688348894</c:v>
                </c:pt>
                <c:pt idx="11">
                  <c:v>1563.310184265994</c:v>
                </c:pt>
                <c:pt idx="12">
                  <c:v>3753.7682417543792</c:v>
                </c:pt>
                <c:pt idx="13">
                  <c:v>1626.1782282060458</c:v>
                </c:pt>
                <c:pt idx="14">
                  <c:v>2506.8148776900352</c:v>
                </c:pt>
                <c:pt idx="15">
                  <c:v>188.51446973670744</c:v>
                </c:pt>
                <c:pt idx="16">
                  <c:v>2714.869403051939</c:v>
                </c:pt>
                <c:pt idx="17">
                  <c:v>144.6751839930204</c:v>
                </c:pt>
                <c:pt idx="18">
                  <c:v>273.809819705411</c:v>
                </c:pt>
                <c:pt idx="19">
                  <c:v>893.3649036315849</c:v>
                </c:pt>
                <c:pt idx="20">
                  <c:v>2878.0834931808286</c:v>
                </c:pt>
                <c:pt idx="21">
                  <c:v>835.3249124033039</c:v>
                </c:pt>
                <c:pt idx="22">
                  <c:v>4499.644550989525</c:v>
                </c:pt>
                <c:pt idx="23">
                  <c:v>846.6778691356276</c:v>
                </c:pt>
                <c:pt idx="24">
                  <c:v>226.2478526719585</c:v>
                </c:pt>
                <c:pt idx="25">
                  <c:v>1904.0575669789418</c:v>
                </c:pt>
                <c:pt idx="26">
                  <c:v>1676.8583334773186</c:v>
                </c:pt>
                <c:pt idx="27">
                  <c:v>429.7963439896127</c:v>
                </c:pt>
                <c:pt idx="28">
                  <c:v>338.98450192260634</c:v>
                </c:pt>
                <c:pt idx="29">
                  <c:v>802.1232724140498</c:v>
                </c:pt>
                <c:pt idx="30">
                  <c:v>1644.0467764704956</c:v>
                </c:pt>
                <c:pt idx="31">
                  <c:v>1164.109812104044</c:v>
                </c:pt>
                <c:pt idx="32">
                  <c:v>1126.1285472078582</c:v>
                </c:pt>
                <c:pt idx="33">
                  <c:v>341.2655195933146</c:v>
                </c:pt>
                <c:pt idx="34">
                  <c:v>230.0691395176602</c:v>
                </c:pt>
                <c:pt idx="35">
                  <c:v>2379.834372209511</c:v>
                </c:pt>
                <c:pt idx="36">
                  <c:v>3520.9507893253176</c:v>
                </c:pt>
                <c:pt idx="37">
                  <c:v>207.0742159072014</c:v>
                </c:pt>
                <c:pt idx="38">
                  <c:v>255.53999027110027</c:v>
                </c:pt>
                <c:pt idx="39">
                  <c:v>143.79157173960957</c:v>
                </c:pt>
                <c:pt idx="40">
                  <c:v>692.2411243914206</c:v>
                </c:pt>
                <c:pt idx="41">
                  <c:v>4288.128059756686</c:v>
                </c:pt>
                <c:pt idx="42">
                  <c:v>3385.156970107768</c:v>
                </c:pt>
                <c:pt idx="43">
                  <c:v>1866.1474108544814</c:v>
                </c:pt>
                <c:pt idx="44">
                  <c:v>4496.052824595711</c:v>
                </c:pt>
                <c:pt idx="45">
                  <c:v>2655.700991098058</c:v>
                </c:pt>
                <c:pt idx="46">
                  <c:v>2933.9578096433715</c:v>
                </c:pt>
                <c:pt idx="47">
                  <c:v>2995.3002470616702</c:v>
                </c:pt>
                <c:pt idx="48">
                  <c:v>700.1673463249064</c:v>
                </c:pt>
                <c:pt idx="49">
                  <c:v>331.92170812353925</c:v>
                </c:pt>
                <c:pt idx="50">
                  <c:v>2779.544727605902</c:v>
                </c:pt>
                <c:pt idx="51">
                  <c:v>1111.8239729817678</c:v>
                </c:pt>
                <c:pt idx="52">
                  <c:v>4376.991363383785</c:v>
                </c:pt>
                <c:pt idx="53">
                  <c:v>1614.6160304865411</c:v>
                </c:pt>
                <c:pt idx="54">
                  <c:v>169.39471584122273</c:v>
                </c:pt>
                <c:pt idx="55">
                  <c:v>2062.1179400333367</c:v>
                </c:pt>
                <c:pt idx="56">
                  <c:v>1577.2208211843135</c:v>
                </c:pt>
                <c:pt idx="57">
                  <c:v>3292.169608857633</c:v>
                </c:pt>
                <c:pt idx="58">
                  <c:v>939.4475737365793</c:v>
                </c:pt>
                <c:pt idx="59">
                  <c:v>4025.359656157116</c:v>
                </c:pt>
                <c:pt idx="60">
                  <c:v>4462.21204840495</c:v>
                </c:pt>
                <c:pt idx="61">
                  <c:v>5484.285525169024</c:v>
                </c:pt>
                <c:pt idx="62">
                  <c:v>772.5632735239413</c:v>
                </c:pt>
                <c:pt idx="63">
                  <c:v>260.45339893494275</c:v>
                </c:pt>
                <c:pt idx="64">
                  <c:v>81.17708941479997</c:v>
                </c:pt>
                <c:pt idx="65">
                  <c:v>165.22644501152615</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1159.7725331906545</c:v>
                </c:pt>
                <c:pt idx="1">
                  <c:v>253.6639657391236</c:v>
                </c:pt>
                <c:pt idx="2">
                  <c:v>1057.6362178662005</c:v>
                </c:pt>
                <c:pt idx="3">
                  <c:v>360.7801375847414</c:v>
                </c:pt>
                <c:pt idx="4">
                  <c:v>941.289384979679</c:v>
                </c:pt>
                <c:pt idx="5">
                  <c:v>1667.9090384096978</c:v>
                </c:pt>
                <c:pt idx="6">
                  <c:v>771.6190733455418</c:v>
                </c:pt>
                <c:pt idx="7">
                  <c:v>341.41686432083173</c:v>
                </c:pt>
                <c:pt idx="8">
                  <c:v>405.59103009892556</c:v>
                </c:pt>
                <c:pt idx="9">
                  <c:v>416.5239773040553</c:v>
                </c:pt>
                <c:pt idx="10">
                  <c:v>1452.150623643868</c:v>
                </c:pt>
                <c:pt idx="11">
                  <c:v>1356.7432923164135</c:v>
                </c:pt>
                <c:pt idx="12">
                  <c:v>360.81347998540775</c:v>
                </c:pt>
                <c:pt idx="13">
                  <c:v>414.8983729457192</c:v>
                </c:pt>
                <c:pt idx="14">
                  <c:v>679.0727189557031</c:v>
                </c:pt>
                <c:pt idx="15">
                  <c:v>395.9466758683369</c:v>
                </c:pt>
                <c:pt idx="16">
                  <c:v>200.81835326416396</c:v>
                </c:pt>
                <c:pt idx="17">
                  <c:v>119.69167140814959</c:v>
                </c:pt>
                <c:pt idx="18">
                  <c:v>98.84493156420149</c:v>
                </c:pt>
                <c:pt idx="19">
                  <c:v>168.03053743725232</c:v>
                </c:pt>
                <c:pt idx="20">
                  <c:v>1745.98442246892</c:v>
                </c:pt>
                <c:pt idx="21">
                  <c:v>1253.5892020312142</c:v>
                </c:pt>
                <c:pt idx="22">
                  <c:v>1023.2888171024636</c:v>
                </c:pt>
                <c:pt idx="23">
                  <c:v>383.0292094790701</c:v>
                </c:pt>
                <c:pt idx="24">
                  <c:v>2174.8484072679835</c:v>
                </c:pt>
                <c:pt idx="25">
                  <c:v>509.5482062842792</c:v>
                </c:pt>
                <c:pt idx="26">
                  <c:v>1072.3070005370603</c:v>
                </c:pt>
                <c:pt idx="27">
                  <c:v>139.20067996350446</c:v>
                </c:pt>
                <c:pt idx="28">
                  <c:v>998.0351590787392</c:v>
                </c:pt>
                <c:pt idx="29">
                  <c:v>708.9720574236102</c:v>
                </c:pt>
                <c:pt idx="30">
                  <c:v>964.7432166459183</c:v>
                </c:pt>
                <c:pt idx="31">
                  <c:v>868.4643715249769</c:v>
                </c:pt>
                <c:pt idx="32">
                  <c:v>148.75159213533448</c:v>
                </c:pt>
                <c:pt idx="33">
                  <c:v>882.5338294459954</c:v>
                </c:pt>
                <c:pt idx="34">
                  <c:v>900.9791880314342</c:v>
                </c:pt>
                <c:pt idx="35">
                  <c:v>1243.4911282467042</c:v>
                </c:pt>
                <c:pt idx="36">
                  <c:v>1465.1141977879106</c:v>
                </c:pt>
                <c:pt idx="37">
                  <c:v>1592.8015624222178</c:v>
                </c:pt>
                <c:pt idx="38">
                  <c:v>1680.6770439388056</c:v>
                </c:pt>
                <c:pt idx="39">
                  <c:v>273.91644243650563</c:v>
                </c:pt>
                <c:pt idx="40">
                  <c:v>1058.9744948600999</c:v>
                </c:pt>
                <c:pt idx="41">
                  <c:v>254.37402071018153</c:v>
                </c:pt>
                <c:pt idx="42">
                  <c:v>720.1535013150558</c:v>
                </c:pt>
                <c:pt idx="43">
                  <c:v>1790.5931508231592</c:v>
                </c:pt>
                <c:pt idx="44">
                  <c:v>383.6148410512042</c:v>
                </c:pt>
                <c:pt idx="45">
                  <c:v>218.19636095491722</c:v>
                </c:pt>
                <c:pt idx="46">
                  <c:v>170.99937667914278</c:v>
                </c:pt>
                <c:pt idx="47">
                  <c:v>176.86634860041045</c:v>
                </c:pt>
                <c:pt idx="48">
                  <c:v>176.2943842611715</c:v>
                </c:pt>
                <c:pt idx="49">
                  <c:v>749.5336327663736</c:v>
                </c:pt>
                <c:pt idx="50">
                  <c:v>847.1924242062904</c:v>
                </c:pt>
                <c:pt idx="51">
                  <c:v>202.16181709151252</c:v>
                </c:pt>
                <c:pt idx="52">
                  <c:v>172.1810725682543</c:v>
                </c:pt>
                <c:pt idx="53">
                  <c:v>1294.9375591321668</c:v>
                </c:pt>
                <c:pt idx="54">
                  <c:v>882.9619533111677</c:v>
                </c:pt>
                <c:pt idx="55">
                  <c:v>1164.8125825571378</c:v>
                </c:pt>
                <c:pt idx="56">
                  <c:v>2119.7940361895</c:v>
                </c:pt>
                <c:pt idx="57">
                  <c:v>1310.5759834399853</c:v>
                </c:pt>
                <c:pt idx="58">
                  <c:v>943.5856682898803</c:v>
                </c:pt>
                <c:pt idx="59">
                  <c:v>2528.8469655804174</c:v>
                </c:pt>
                <c:pt idx="60">
                  <c:v>507.62624674235116</c:v>
                </c:pt>
                <c:pt idx="61">
                  <c:v>175.44361016457503</c:v>
                </c:pt>
                <c:pt idx="62">
                  <c:v>207.23953456650062</c:v>
                </c:pt>
                <c:pt idx="63">
                  <c:v>206.05254229585523</c:v>
                </c:pt>
                <c:pt idx="64">
                  <c:v>141.37214871853334</c:v>
                </c:pt>
                <c:pt idx="65">
                  <c:v>142.8231176393982</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392535.06154881185</c:v>
                </c:pt>
                <c:pt idx="1">
                  <c:v>410531.9715049115</c:v>
                </c:pt>
                <c:pt idx="2">
                  <c:v>620158.01997213</c:v>
                </c:pt>
                <c:pt idx="3">
                  <c:v>540692.0875311901</c:v>
                </c:pt>
                <c:pt idx="4">
                  <c:v>493890.40480164706</c:v>
                </c:pt>
                <c:pt idx="5">
                  <c:v>410992.5636636851</c:v>
                </c:pt>
                <c:pt idx="6">
                  <c:v>198139.65005804627</c:v>
                </c:pt>
                <c:pt idx="7">
                  <c:v>112105.27015903553</c:v>
                </c:pt>
                <c:pt idx="8">
                  <c:v>13393.6216148113</c:v>
                </c:pt>
                <c:pt idx="9">
                  <c:v>6930.007831974615</c:v>
                </c:pt>
                <c:pt idx="10">
                  <c:v>84000.68846766453</c:v>
                </c:pt>
                <c:pt idx="11">
                  <c:v>171401.19490611498</c:v>
                </c:pt>
                <c:pt idx="12">
                  <c:v>395135.36155685363</c:v>
                </c:pt>
                <c:pt idx="13">
                  <c:v>415518.49175925495</c:v>
                </c:pt>
                <c:pt idx="14">
                  <c:v>643094.9294083958</c:v>
                </c:pt>
                <c:pt idx="15">
                  <c:v>525435.4637251783</c:v>
                </c:pt>
                <c:pt idx="16">
                  <c:v>647064.396081409</c:v>
                </c:pt>
                <c:pt idx="17">
                  <c:v>348533.36150520603</c:v>
                </c:pt>
                <c:pt idx="18">
                  <c:v>233376.13345830893</c:v>
                </c:pt>
                <c:pt idx="19">
                  <c:v>116469.04986667397</c:v>
                </c:pt>
                <c:pt idx="20">
                  <c:v>14363.29268751325</c:v>
                </c:pt>
                <c:pt idx="21">
                  <c:v>6857.727815934135</c:v>
                </c:pt>
                <c:pt idx="22">
                  <c:v>88583.32870425507</c:v>
                </c:pt>
                <c:pt idx="23">
                  <c:v>174224.89332882658</c:v>
                </c:pt>
                <c:pt idx="24">
                  <c:v>506426.85373202583</c:v>
                </c:pt>
                <c:pt idx="25">
                  <c:v>460341.9056591485</c:v>
                </c:pt>
                <c:pt idx="26">
                  <c:v>528693.2892231898</c:v>
                </c:pt>
                <c:pt idx="27">
                  <c:v>513443.1174571399</c:v>
                </c:pt>
                <c:pt idx="28">
                  <c:v>651544.0962228382</c:v>
                </c:pt>
                <c:pt idx="29">
                  <c:v>380686.46095163544</c:v>
                </c:pt>
                <c:pt idx="30">
                  <c:v>223982.47702400683</c:v>
                </c:pt>
                <c:pt idx="31">
                  <c:v>135258.1636304228</c:v>
                </c:pt>
                <c:pt idx="32">
                  <c:v>15599.232799948768</c:v>
                </c:pt>
                <c:pt idx="33">
                  <c:v>14558.409090716956</c:v>
                </c:pt>
                <c:pt idx="34">
                  <c:v>84113.3711808052</c:v>
                </c:pt>
                <c:pt idx="35">
                  <c:v>194005.94707735445</c:v>
                </c:pt>
                <c:pt idx="36">
                  <c:v>515543.9681798399</c:v>
                </c:pt>
                <c:pt idx="37">
                  <c:v>456228.64504616987</c:v>
                </c:pt>
                <c:pt idx="38">
                  <c:v>590508.9160947799</c:v>
                </c:pt>
                <c:pt idx="39">
                  <c:v>505359.23277102964</c:v>
                </c:pt>
                <c:pt idx="40">
                  <c:v>600498.1468592042</c:v>
                </c:pt>
                <c:pt idx="41">
                  <c:v>372377.18916773074</c:v>
                </c:pt>
                <c:pt idx="42">
                  <c:v>271686.33891841065</c:v>
                </c:pt>
                <c:pt idx="43">
                  <c:v>86663.92644701741</c:v>
                </c:pt>
                <c:pt idx="44">
                  <c:v>14455.698650677105</c:v>
                </c:pt>
                <c:pt idx="45">
                  <c:v>16305.960213866549</c:v>
                </c:pt>
                <c:pt idx="46">
                  <c:v>81772.7386123414</c:v>
                </c:pt>
                <c:pt idx="47">
                  <c:v>183154.64616272008</c:v>
                </c:pt>
                <c:pt idx="48">
                  <c:v>501695.67037067784</c:v>
                </c:pt>
                <c:pt idx="49">
                  <c:v>459553.7544541487</c:v>
                </c:pt>
                <c:pt idx="50">
                  <c:v>527056.4237803868</c:v>
                </c:pt>
                <c:pt idx="51">
                  <c:v>661714.7160749879</c:v>
                </c:pt>
                <c:pt idx="52">
                  <c:v>529961.0294337014</c:v>
                </c:pt>
                <c:pt idx="53">
                  <c:v>358561.89375521295</c:v>
                </c:pt>
                <c:pt idx="54">
                  <c:v>264380.9637050243</c:v>
                </c:pt>
                <c:pt idx="55">
                  <c:v>83675.59617354226</c:v>
                </c:pt>
                <c:pt idx="56">
                  <c:v>14048.715257734646</c:v>
                </c:pt>
                <c:pt idx="57">
                  <c:v>14656.975776356545</c:v>
                </c:pt>
                <c:pt idx="58">
                  <c:v>77928.41181195666</c:v>
                </c:pt>
                <c:pt idx="59">
                  <c:v>275657.5227379297</c:v>
                </c:pt>
                <c:pt idx="60">
                  <c:v>506653.5664221264</c:v>
                </c:pt>
                <c:pt idx="61">
                  <c:v>479542.63803497364</c:v>
                </c:pt>
                <c:pt idx="62">
                  <c:v>709412.3463888569</c:v>
                </c:pt>
                <c:pt idx="63">
                  <c:v>526226.6627666616</c:v>
                </c:pt>
                <c:pt idx="64">
                  <c:v>523834.85825875093</c:v>
                </c:pt>
                <c:pt idx="65">
                  <c:v>340212.10105966916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61.22184723797253</c:v>
                </c:pt>
                <c:pt idx="2">
                  <c:v>79.31919925061918</c:v>
                </c:pt>
                <c:pt idx="3">
                  <c:v>85.98963312964129</c:v>
                </c:pt>
                <c:pt idx="4">
                  <c:v>91.04199647677159</c:v>
                </c:pt>
                <c:pt idx="5">
                  <c:v>92.76469020040393</c:v>
                </c:pt>
                <c:pt idx="6">
                  <c:v>94.06012931049</c:v>
                </c:pt>
                <c:pt idx="7">
                  <c:v>95.31207841575909</c:v>
                </c:pt>
                <c:pt idx="8">
                  <c:v>96.30830454367653</c:v>
                </c:pt>
                <c:pt idx="9">
                  <c:v>97.25855089626359</c:v>
                </c:pt>
                <c:pt idx="10">
                  <c:v>98.07280621088411</c:v>
                </c:pt>
                <c:pt idx="11">
                  <c:v>98.6418734998472</c:v>
                </c:pt>
                <c:pt idx="12">
                  <c:v>99.07129285146073</c:v>
                </c:pt>
                <c:pt idx="13">
                  <c:v>99.39698889136065</c:v>
                </c:pt>
                <c:pt idx="14">
                  <c:v>99.67587996476561</c:v>
                </c:pt>
                <c:pt idx="15">
                  <c:v>99.91279258270842</c:v>
                </c:pt>
                <c:pt idx="16">
                  <c:v>100.02531293847758</c:v>
                </c:pt>
                <c:pt idx="17">
                  <c:v>100.13566134303676</c:v>
                </c:pt>
                <c:pt idx="18">
                  <c:v>100.20306488327661</c:v>
                </c:pt>
                <c:pt idx="19">
                  <c:v>100.14158377376863</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F03B8"/>
              </a:solidFill>
            </c:spPr>
          </c:dPt>
          <c:dPt>
            <c:idx val="12"/>
            <c:spPr>
              <a:solidFill>
                <a:srgbClr val="BCB6FF"/>
              </a:solidFill>
            </c:spPr>
          </c:dPt>
          <c:dPt>
            <c:idx val="13"/>
            <c:spPr>
              <a:solidFill>
                <a:srgbClr val="97FF00"/>
              </a:solidFill>
            </c:spPr>
          </c:dPt>
          <c:dPt>
            <c:idx val="14"/>
            <c:spPr>
              <a:solidFill>
                <a:srgbClr val="645474"/>
              </a:solidFill>
            </c:spPr>
          </c:dPt>
          <c:dPt>
            <c:idx val="15"/>
            <c:spPr>
              <a:solidFill>
                <a:srgbClr val="0000DD"/>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61.22%</a:t>
                    </a:r>
                  </a:p>
                </c:rich>
              </c:tx>
              <c:dLblPos val="inEnd"/>
              <c:showLegendKey val="0"/>
              <c:showVal val="1"/>
              <c:showCatName val="0"/>
              <c:showSerName val="0"/>
              <c:showPercent val="0"/>
              <c:showBubbleSize val="0"/>
            </c:dLbl>
            <c:dLbl>
              <c:idx val="1"/>
              <c:tx>
                <c:rich>
                  <a:bodyPr/>
                  <a:lstStyle/>
                  <a:p>
                    <a:r>
                      <a:t>18.1%</a:t>
                    </a:r>
                  </a:p>
                </c:rich>
              </c:tx>
              <c:dLblPos val="inEnd"/>
              <c:showLegendKey val="0"/>
              <c:showVal val="1"/>
              <c:showCatName val="0"/>
              <c:showSerName val="0"/>
              <c:showPercent val="0"/>
              <c:showBubbleSize val="0"/>
            </c:dLbl>
            <c:dLbl>
              <c:idx val="2"/>
              <c:tx>
                <c:rich>
                  <a:bodyPr/>
                  <a:lstStyle/>
                  <a:p>
                    <a:r>
                      <a:t>6.67%</a:t>
                    </a:r>
                  </a:p>
                </c:rich>
              </c:tx>
              <c:dLblPos val="inEnd"/>
              <c:showLegendKey val="0"/>
              <c:showVal val="1"/>
              <c:showCatName val="0"/>
              <c:showSerName val="0"/>
              <c:showPercent val="0"/>
              <c:showBubbleSize val="0"/>
            </c:dLbl>
            <c:dLbl>
              <c:idx val="3"/>
              <c:tx>
                <c:rich>
                  <a:bodyPr/>
                  <a:lstStyle/>
                  <a:p>
                    <a:r>
                      <a:t>5.05%</a:t>
                    </a:r>
                  </a:p>
                </c:rich>
              </c:tx>
              <c:dLblPos val="inEnd"/>
              <c:showLegendKey val="0"/>
              <c:showVal val="1"/>
              <c:showCatName val="0"/>
              <c:showSerName val="0"/>
              <c:showPercent val="0"/>
              <c:showBubbleSize val="0"/>
            </c:dLbl>
            <c:dLbl>
              <c:idx val="4"/>
              <c:tx>
                <c:rich>
                  <a:bodyPr/>
                  <a:lstStyle/>
                  <a:p>
                    <a:r>
                      <a:t>1.72%</a:t>
                    </a:r>
                  </a:p>
                </c:rich>
              </c:tx>
              <c:dLblPos val="inEnd"/>
              <c:showLegendKey val="0"/>
              <c:showVal val="1"/>
              <c:showCatName val="0"/>
              <c:showSerName val="0"/>
              <c:showPercent val="0"/>
              <c:showBubbleSize val="0"/>
            </c:dLbl>
            <c:dLbl>
              <c:idx val="5"/>
              <c:tx>
                <c:rich>
                  <a:bodyPr/>
                  <a:lstStyle/>
                  <a:p>
                    <a:r>
                      <a:t>1.3%</a:t>
                    </a:r>
                  </a:p>
                </c:rich>
              </c:tx>
              <c:dLblPos val="inEnd"/>
              <c:showLegendKey val="0"/>
              <c:showVal val="1"/>
              <c:showCatName val="0"/>
              <c:showSerName val="0"/>
              <c:showPercent val="0"/>
              <c:showBubbleSize val="0"/>
            </c:dLbl>
            <c:dLbl>
              <c:idx val="6"/>
              <c:tx>
                <c:rich>
                  <a:bodyPr/>
                  <a:lstStyle/>
                  <a:p>
                    <a:r>
                      <a:t>1.25%</a:t>
                    </a:r>
                  </a:p>
                </c:rich>
              </c:tx>
              <c:dLblPos val="inEnd"/>
              <c:showLegendKey val="0"/>
              <c:showVal val="1"/>
              <c:showCatName val="0"/>
              <c:showSerName val="0"/>
              <c:showPercent val="0"/>
              <c:showBubbleSize val="0"/>
            </c:dLbl>
            <c:dLbl>
              <c:idx val="7"/>
              <c:tx>
                <c:rich>
                  <a:bodyPr/>
                  <a:lstStyle/>
                  <a:p>
                    <a:r>
                      <a:t>1.0%</a:t>
                    </a:r>
                  </a:p>
                </c:rich>
              </c:tx>
              <c:dLblPos val="inEnd"/>
              <c:showLegendKey val="0"/>
              <c:showVal val="1"/>
              <c:showCatName val="0"/>
              <c:showSerName val="0"/>
              <c:showPercent val="0"/>
              <c:showBubbleSize val="0"/>
            </c:dLbl>
            <c:dLbl>
              <c:idx val="8"/>
              <c:tx>
                <c:rich>
                  <a:bodyPr/>
                  <a:lstStyle/>
                  <a:p>
                    <a:r>
                      <a:t>0.95%</a:t>
                    </a:r>
                  </a:p>
                </c:rich>
              </c:tx>
              <c:dLblPos val="inEnd"/>
              <c:showLegendKey val="0"/>
              <c:showVal val="1"/>
              <c:showCatName val="0"/>
              <c:showSerName val="0"/>
              <c:showPercent val="0"/>
              <c:showBubbleSize val="0"/>
            </c:dLbl>
            <c:dLbl>
              <c:idx val="9"/>
              <c:tx>
                <c:rich>
                  <a:bodyPr/>
                  <a:lstStyle/>
                  <a:p>
                    <a:r>
                      <a:t>0.81%</a:t>
                    </a:r>
                  </a:p>
                </c:rich>
              </c:tx>
              <c:dLblPos val="inEnd"/>
              <c:showLegendKey val="0"/>
              <c:showVal val="1"/>
              <c:showCatName val="0"/>
              <c:showSerName val="0"/>
              <c:showPercent val="0"/>
              <c:showBubbleSize val="0"/>
            </c:dLbl>
            <c:dLbl>
              <c:idx val="10"/>
              <c:tx>
                <c:rich>
                  <a:bodyPr/>
                  <a:lstStyle/>
                  <a:p>
                    <a:r>
                      <a:t>0.57%</a:t>
                    </a:r>
                  </a:p>
                </c:rich>
              </c:tx>
              <c:dLblPos val="inEnd"/>
              <c:showLegendKey val="0"/>
              <c:showVal val="1"/>
              <c:showCatName val="0"/>
              <c:showSerName val="0"/>
              <c:showPercent val="0"/>
              <c:showBubbleSize val="0"/>
            </c:dLbl>
            <c:dLbl>
              <c:idx val="11"/>
              <c:tx>
                <c:rich>
                  <a:bodyPr/>
                  <a:lstStyle/>
                  <a:p>
                    <a:r>
                      <a:t>0.43%</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0.28%</a:t>
                    </a:r>
                  </a:p>
                </c:rich>
              </c:tx>
              <c:dLblPos val="inEnd"/>
              <c:showLegendKey val="0"/>
              <c:showVal val="1"/>
              <c:showCatName val="0"/>
              <c:showSerName val="0"/>
              <c:showPercent val="0"/>
              <c:showBubbleSize val="0"/>
            </c:dLbl>
            <c:dLbl>
              <c:idx val="14"/>
              <c:tx>
                <c:rich>
                  <a:bodyPr/>
                  <a:lstStyle/>
                  <a:p>
                    <a:r>
                      <a:t>0.24%</a:t>
                    </a:r>
                  </a:p>
                </c:rich>
              </c:tx>
              <c:dLblPos val="inEnd"/>
              <c:showLegendKey val="0"/>
              <c:showVal val="1"/>
              <c:showCatName val="0"/>
              <c:showSerName val="0"/>
              <c:showPercent val="0"/>
              <c:showBubbleSize val="0"/>
            </c:dLbl>
            <c:dLbl>
              <c:idx val="15"/>
              <c:tx>
                <c:rich>
                  <a:bodyPr/>
                  <a:lstStyle/>
                  <a:p>
                    <a:r>
                      <a:t>0.11%</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0.07%</a:t>
                    </a:r>
                  </a:p>
                </c:rich>
              </c:tx>
              <c:dLblPos val="inEnd"/>
              <c:showLegendKey val="0"/>
              <c:showVal val="1"/>
              <c:showCatName val="0"/>
              <c:showSerName val="0"/>
              <c:showPercent val="0"/>
              <c:showBubbleSize val="0"/>
            </c:dLbl>
            <c:dLbl>
              <c:idx val="18"/>
              <c:tx>
                <c:rich>
                  <a:bodyPr/>
                  <a:lstStyle/>
                  <a:p>
                    <a:r>
                      <a:t>0.06%</a:t>
                    </a:r>
                  </a:p>
                </c:rich>
              </c:tx>
              <c:dLblPos val="inEnd"/>
              <c:showLegendKey val="0"/>
              <c:showVal val="1"/>
              <c:showCatName val="0"/>
              <c:showSerName val="0"/>
              <c:showPercent val="0"/>
              <c:showBubbleSize val="0"/>
            </c:dLbl>
            <c:dLbl>
              <c:idx val="19"/>
              <c:tx>
                <c:rich>
                  <a:bodyPr/>
                  <a:lstStyle/>
                  <a:p>
                    <a:r>
                      <a:t>-0.12%</a:t>
                    </a:r>
                  </a:p>
                </c:rich>
              </c:tx>
              <c:dLblPos val="inEnd"/>
              <c:showLegendKey val="0"/>
              <c:showVal val="1"/>
              <c:showCatName val="0"/>
              <c:showSerName val="0"/>
              <c:showPercent val="0"/>
              <c:showBubbleSize val="0"/>
            </c:dLbl>
            <c:dLbl>
              <c:idx val="20"/>
              <c:tx>
                <c:rich>
                  <a:bodyPr/>
                  <a:lstStyle/>
                  <a:p>
                    <a:r>
                      <a:t>-0.14%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Sheet1!$C$2:$C$22</c:f>
              <c:numCache>
                <c:formatCode>General</c:formatCode>
                <c:ptCount val="21"/>
                <c:pt idx="0">
                  <c:v>61.22184723797254</c:v>
                </c:pt>
                <c:pt idx="1">
                  <c:v>18.097352012646645</c:v>
                </c:pt>
                <c:pt idx="2">
                  <c:v>6.670433879022107</c:v>
                </c:pt>
                <c:pt idx="3">
                  <c:v>5.05236334713029</c:v>
                </c:pt>
                <c:pt idx="4">
                  <c:v>1.7226937236323527</c:v>
                </c:pt>
                <c:pt idx="5">
                  <c:v>1.2954391100860538</c:v>
                </c:pt>
                <c:pt idx="6">
                  <c:v>1.2519491052690928</c:v>
                </c:pt>
                <c:pt idx="7">
                  <c:v>0.9962261279174279</c:v>
                </c:pt>
                <c:pt idx="8">
                  <c:v>0.9502463525870591</c:v>
                </c:pt>
                <c:pt idx="9">
                  <c:v>0.8142553146205248</c:v>
                </c:pt>
                <c:pt idx="10">
                  <c:v>0.5690672889630854</c:v>
                </c:pt>
                <c:pt idx="11">
                  <c:v>0.4294193516135405</c:v>
                </c:pt>
                <c:pt idx="12">
                  <c:v>0.3256960398999252</c:v>
                </c:pt>
                <c:pt idx="13">
                  <c:v>0.27889107340497316</c:v>
                </c:pt>
                <c:pt idx="14">
                  <c:v>0.2369126179428045</c:v>
                </c:pt>
                <c:pt idx="15">
                  <c:v>0.11252035576916938</c:v>
                </c:pt>
                <c:pt idx="16">
                  <c:v>0.11034840455919155</c:v>
                </c:pt>
                <c:pt idx="17">
                  <c:v>0.0674035402398447</c:v>
                </c:pt>
                <c:pt idx="18">
                  <c:v>0.05950775360288966</c:v>
                </c:pt>
                <c:pt idx="19">
                  <c:v>0.12098886311087659</c:v>
                </c:pt>
                <c:pt idx="20">
                  <c:v>0.14158377376861409</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1272178.0</c:v>
                </c:pt>
                <c:pt idx="1">
                  <c:v>1347318.0</c:v>
                </c:pt>
                <c:pt idx="2">
                  <c:v>1538324.0</c:v>
                </c:pt>
                <c:pt idx="3">
                  <c:v>1389225.0</c:v>
                </c:pt>
                <c:pt idx="4">
                  <c:v>1224660.0</c:v>
                </c:pt>
                <c:pt idx="5">
                  <c:v>1279939.0</c:v>
                </c:pt>
                <c:pt idx="6">
                  <c:v>1119349.0</c:v>
                </c:pt>
                <c:pt idx="7">
                  <c:v>1257433.0</c:v>
                </c:pt>
                <c:pt idx="8">
                  <c:v>1067516.0</c:v>
                </c:pt>
                <c:pt idx="9">
                  <c:v>1115484.0</c:v>
                </c:pt>
                <c:pt idx="10">
                  <c:v>1432500.0</c:v>
                </c:pt>
                <c:pt idx="11">
                  <c:v>1159747.0</c:v>
                </c:pt>
                <c:pt idx="12">
                  <c:v>1310243.0</c:v>
                </c:pt>
                <c:pt idx="13">
                  <c:v>1325087.0</c:v>
                </c:pt>
                <c:pt idx="14">
                  <c:v>1715131.0</c:v>
                </c:pt>
                <c:pt idx="15">
                  <c:v>1432960.0</c:v>
                </c:pt>
                <c:pt idx="16">
                  <c:v>1692172.0</c:v>
                </c:pt>
                <c:pt idx="17">
                  <c:v>1211377.0</c:v>
                </c:pt>
                <c:pt idx="18">
                  <c:v>1243530.0</c:v>
                </c:pt>
                <c:pt idx="19">
                  <c:v>1474733.0</c:v>
                </c:pt>
                <c:pt idx="20">
                  <c:v>1155366.0</c:v>
                </c:pt>
                <c:pt idx="21">
                  <c:v>1228096.0</c:v>
                </c:pt>
                <c:pt idx="22">
                  <c:v>1508869.0</c:v>
                </c:pt>
                <c:pt idx="23">
                  <c:v>1238452.0</c:v>
                </c:pt>
                <c:pt idx="24">
                  <c:v>1665105.0</c:v>
                </c:pt>
                <c:pt idx="25">
                  <c:v>1443506.0</c:v>
                </c:pt>
                <c:pt idx="26">
                  <c:v>1561559.0</c:v>
                </c:pt>
                <c:pt idx="27">
                  <c:v>1346568.0</c:v>
                </c:pt>
                <c:pt idx="28">
                  <c:v>1443587.0</c:v>
                </c:pt>
                <c:pt idx="29">
                  <c:v>1256676.0</c:v>
                </c:pt>
                <c:pt idx="30">
                  <c:v>1278433.0</c:v>
                </c:pt>
                <c:pt idx="31">
                  <c:v>1560247.0</c:v>
                </c:pt>
                <c:pt idx="32">
                  <c:v>1152863.0</c:v>
                </c:pt>
                <c:pt idx="33">
                  <c:v>1604068.0</c:v>
                </c:pt>
                <c:pt idx="34">
                  <c:v>1373527.0</c:v>
                </c:pt>
                <c:pt idx="35">
                  <c:v>1559070.0</c:v>
                </c:pt>
                <c:pt idx="36">
                  <c:v>1715232.0</c:v>
                </c:pt>
                <c:pt idx="37">
                  <c:v>1434438.0</c:v>
                </c:pt>
                <c:pt idx="38">
                  <c:v>1529749.0</c:v>
                </c:pt>
                <c:pt idx="39">
                  <c:v>1317597.0</c:v>
                </c:pt>
                <c:pt idx="40">
                  <c:v>1718233.0</c:v>
                </c:pt>
                <c:pt idx="41">
                  <c:v>1285631.0</c:v>
                </c:pt>
                <c:pt idx="42">
                  <c:v>1463974.0</c:v>
                </c:pt>
                <c:pt idx="43">
                  <c:v>1299496.0</c:v>
                </c:pt>
                <c:pt idx="44">
                  <c:v>1297133.0</c:v>
                </c:pt>
                <c:pt idx="45">
                  <c:v>1632248.0</c:v>
                </c:pt>
                <c:pt idx="46">
                  <c:v>1285801.0</c:v>
                </c:pt>
                <c:pt idx="47">
                  <c:v>1217635.0</c:v>
                </c:pt>
                <c:pt idx="48">
                  <c:v>1646462.0</c:v>
                </c:pt>
                <c:pt idx="49">
                  <c:v>1421198.0</c:v>
                </c:pt>
                <c:pt idx="50">
                  <c:v>1265261.0</c:v>
                </c:pt>
                <c:pt idx="51">
                  <c:v>1836569.0</c:v>
                </c:pt>
                <c:pt idx="52">
                  <c:v>1262943.0</c:v>
                </c:pt>
                <c:pt idx="53">
                  <c:v>1322843.0</c:v>
                </c:pt>
                <c:pt idx="54">
                  <c:v>1460557.0</c:v>
                </c:pt>
                <c:pt idx="55">
                  <c:v>1077241.0</c:v>
                </c:pt>
                <c:pt idx="56">
                  <c:v>1354726.0</c:v>
                </c:pt>
                <c:pt idx="57">
                  <c:v>1067183.0</c:v>
                </c:pt>
                <c:pt idx="58">
                  <c:v>1186946.0</c:v>
                </c:pt>
                <c:pt idx="59">
                  <c:v>1415215.0</c:v>
                </c:pt>
                <c:pt idx="60">
                  <c:v>350681.0</c:v>
                </c:pt>
                <c:pt idx="61">
                  <c:v>1544920.0</c:v>
                </c:pt>
                <c:pt idx="62">
                  <c:v>1487448.0</c:v>
                </c:pt>
                <c:pt idx="63">
                  <c:v>1838145.0</c:v>
                </c:pt>
                <c:pt idx="64">
                  <c:v>1442852.0</c:v>
                </c:pt>
                <c:pt idx="65">
                  <c:v>1175943.0</c:v>
                </c:pt>
                <c:pt idx="66">
                  <c:v>1065352.0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1287277.1490905483</c:v>
                </c:pt>
                <c:pt idx="1">
                  <c:v>1281565.3060943307</c:v>
                </c:pt>
                <c:pt idx="2">
                  <c:v>1540722.320274346</c:v>
                </c:pt>
                <c:pt idx="3">
                  <c:v>1415443.3417087365</c:v>
                </c:pt>
                <c:pt idx="4">
                  <c:v>1197522.9061325795</c:v>
                </c:pt>
                <c:pt idx="5">
                  <c:v>1357663.5860652556</c:v>
                </c:pt>
                <c:pt idx="6">
                  <c:v>1033298.3749337262</c:v>
                </c:pt>
                <c:pt idx="7">
                  <c:v>1281946.0665135265</c:v>
                </c:pt>
                <c:pt idx="8">
                  <c:v>1049184.302355201</c:v>
                </c:pt>
                <c:pt idx="9">
                  <c:v>1163727.2480717464</c:v>
                </c:pt>
                <c:pt idx="10">
                  <c:v>1484048.9095886238</c:v>
                </c:pt>
                <c:pt idx="11">
                  <c:v>1183104.4810420075</c:v>
                </c:pt>
                <c:pt idx="12">
                  <c:v>1356181.0856083552</c:v>
                </c:pt>
                <c:pt idx="13">
                  <c:v>1340377.310026318</c:v>
                </c:pt>
                <c:pt idx="14">
                  <c:v>1748514.0531089974</c:v>
                </c:pt>
                <c:pt idx="15">
                  <c:v>1444896.9241152029</c:v>
                </c:pt>
                <c:pt idx="16">
                  <c:v>1691406.6110811485</c:v>
                </c:pt>
                <c:pt idx="17">
                  <c:v>1183005.7583307736</c:v>
                </c:pt>
                <c:pt idx="18">
                  <c:v>1180523.8262227639</c:v>
                </c:pt>
                <c:pt idx="19">
                  <c:v>1439059.7859271888</c:v>
                </c:pt>
                <c:pt idx="20">
                  <c:v>1140182.300031978</c:v>
                </c:pt>
                <c:pt idx="21">
                  <c:v>1244273.142664162</c:v>
                </c:pt>
                <c:pt idx="22">
                  <c:v>1513531.2643761835</c:v>
                </c:pt>
                <c:pt idx="23">
                  <c:v>1253270.4822540055</c:v>
                </c:pt>
                <c:pt idx="24">
                  <c:v>1664498.6379892887</c:v>
                </c:pt>
                <c:pt idx="25">
                  <c:v>1401199.9216439086</c:v>
                </c:pt>
                <c:pt idx="26">
                  <c:v>1485773.3987859054</c:v>
                </c:pt>
                <c:pt idx="27">
                  <c:v>1368129.2075022222</c:v>
                </c:pt>
                <c:pt idx="28">
                  <c:v>1511084.2165143066</c:v>
                </c:pt>
                <c:pt idx="29">
                  <c:v>1240166.3662857898</c:v>
                </c:pt>
                <c:pt idx="30">
                  <c:v>1257145.6669593733</c:v>
                </c:pt>
                <c:pt idx="31">
                  <c:v>1499832.2107157165</c:v>
                </c:pt>
                <c:pt idx="32">
                  <c:v>1209929.5267488284</c:v>
                </c:pt>
                <c:pt idx="33">
                  <c:v>1521975.0427512159</c:v>
                </c:pt>
                <c:pt idx="34">
                  <c:v>1356865.5012145108</c:v>
                </c:pt>
                <c:pt idx="35">
                  <c:v>1471726.2121236944</c:v>
                </c:pt>
                <c:pt idx="36">
                  <c:v>1824122.9592527365</c:v>
                </c:pt>
                <c:pt idx="37">
                  <c:v>1402433.5985521968</c:v>
                </c:pt>
                <c:pt idx="38">
                  <c:v>1508188.3597037946</c:v>
                </c:pt>
                <c:pt idx="39">
                  <c:v>1325558.8348838028</c:v>
                </c:pt>
                <c:pt idx="40">
                  <c:v>1721545.0568684381</c:v>
                </c:pt>
                <c:pt idx="41">
                  <c:v>1233615.6424325057</c:v>
                </c:pt>
                <c:pt idx="42">
                  <c:v>1573386.5092942133</c:v>
                </c:pt>
                <c:pt idx="43">
                  <c:v>1218366.1256692433</c:v>
                </c:pt>
                <c:pt idx="44">
                  <c:v>1161238.8535711756</c:v>
                </c:pt>
                <c:pt idx="45">
                  <c:v>1668996.7783134012</c:v>
                </c:pt>
                <c:pt idx="46">
                  <c:v>1284926.5847470236</c:v>
                </c:pt>
                <c:pt idx="47">
                  <c:v>1229026.008328778</c:v>
                </c:pt>
                <c:pt idx="48">
                  <c:v>1686080.7437373116</c:v>
                </c:pt>
                <c:pt idx="49">
                  <c:v>1351913.3136746539</c:v>
                </c:pt>
                <c:pt idx="50">
                  <c:v>1323669.668944988</c:v>
                </c:pt>
                <c:pt idx="51">
                  <c:v>1746922.7216792717</c:v>
                </c:pt>
                <c:pt idx="52">
                  <c:v>1334069.0816218504</c:v>
                </c:pt>
                <c:pt idx="53">
                  <c:v>1394052.017186485</c:v>
                </c:pt>
                <c:pt idx="54">
                  <c:v>1490028.751695179</c:v>
                </c:pt>
                <c:pt idx="55">
                  <c:v>1122808.533094802</c:v>
                </c:pt>
                <c:pt idx="56">
                  <c:v>1361230.7994445676</c:v>
                </c:pt>
                <c:pt idx="57">
                  <c:v>1118917.9272597167</c:v>
                </c:pt>
                <c:pt idx="58">
                  <c:v>1167490.5294662213</c:v>
                </c:pt>
                <c:pt idx="59">
                  <c:v>1485765.0488516837</c:v>
                </c:pt>
                <c:pt idx="60">
                  <c:v>339284.1618226066</c:v>
                </c:pt>
                <c:pt idx="61">
                  <c:v>1625089.1585471688</c:v>
                </c:pt>
                <c:pt idx="62">
                  <c:v>1527769.0912774417</c:v>
                </c:pt>
                <c:pt idx="63">
                  <c:v>1908495.71870052</c:v>
                </c:pt>
                <c:pt idx="64">
                  <c:v>1511857.2622699842</c:v>
                </c:pt>
                <c:pt idx="65">
                  <c:v>1206523.0578545085</c:v>
                </c:pt>
                <c:pt idx="66">
                  <c:v>1105909.0262765244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9019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395367150.14</c:v>
                </c:pt>
                <c:pt idx="1">
                  <c:v>424526124.32</c:v>
                </c:pt>
                <c:pt idx="2">
                  <c:v>490574866.81</c:v>
                </c:pt>
                <c:pt idx="3">
                  <c:v>429529051.63</c:v>
                </c:pt>
                <c:pt idx="4">
                  <c:v>363101285.29999995</c:v>
                </c:pt>
                <c:pt idx="5">
                  <c:v>349745792.82</c:v>
                </c:pt>
                <c:pt idx="6">
                  <c:v>283216894.19</c:v>
                </c:pt>
                <c:pt idx="7">
                  <c:v>306076192.15999997</c:v>
                </c:pt>
                <c:pt idx="8">
                  <c:v>258260814.46</c:v>
                </c:pt>
                <c:pt idx="9">
                  <c:v>278526223.88</c:v>
                </c:pt>
                <c:pt idx="10">
                  <c:v>383868487.6</c:v>
                </c:pt>
                <c:pt idx="11">
                  <c:v>330430131.36</c:v>
                </c:pt>
                <c:pt idx="12">
                  <c:v>397834089.64</c:v>
                </c:pt>
                <c:pt idx="13">
                  <c:v>421056374.28999996</c:v>
                </c:pt>
                <c:pt idx="14">
                  <c:v>544747486.11</c:v>
                </c:pt>
                <c:pt idx="15">
                  <c:v>443010953.87</c:v>
                </c:pt>
                <c:pt idx="16">
                  <c:v>502420789.27</c:v>
                </c:pt>
                <c:pt idx="17">
                  <c:v>331284690.37</c:v>
                </c:pt>
                <c:pt idx="18">
                  <c:v>318436202.19</c:v>
                </c:pt>
                <c:pt idx="19">
                  <c:v>361869487.33000004</c:v>
                </c:pt>
                <c:pt idx="20">
                  <c:v>284141110.4</c:v>
                </c:pt>
                <c:pt idx="21">
                  <c:v>310673650.74</c:v>
                </c:pt>
                <c:pt idx="22">
                  <c:v>398469483.59</c:v>
                </c:pt>
                <c:pt idx="23">
                  <c:v>353042057.54</c:v>
                </c:pt>
                <c:pt idx="24">
                  <c:v>507514481.90000004</c:v>
                </c:pt>
                <c:pt idx="25">
                  <c:v>452924007.36</c:v>
                </c:pt>
                <c:pt idx="26">
                  <c:v>499457446.69</c:v>
                </c:pt>
                <c:pt idx="27">
                  <c:v>420528339.46000004</c:v>
                </c:pt>
                <c:pt idx="28">
                  <c:v>424466527.99</c:v>
                </c:pt>
                <c:pt idx="29">
                  <c:v>344761058.76</c:v>
                </c:pt>
                <c:pt idx="30">
                  <c:v>317164939.3</c:v>
                </c:pt>
                <c:pt idx="31">
                  <c:v>384975046.14</c:v>
                </c:pt>
                <c:pt idx="32">
                  <c:v>275744819.95</c:v>
                </c:pt>
                <c:pt idx="33">
                  <c:v>402986141.65000004</c:v>
                </c:pt>
                <c:pt idx="34">
                  <c:v>364880477.28999996</c:v>
                </c:pt>
                <c:pt idx="35">
                  <c:v>448808962.65999997</c:v>
                </c:pt>
                <c:pt idx="36">
                  <c:v>527050054.35</c:v>
                </c:pt>
                <c:pt idx="37">
                  <c:v>461652079.19</c:v>
                </c:pt>
                <c:pt idx="38">
                  <c:v>486368856.23</c:v>
                </c:pt>
                <c:pt idx="39">
                  <c:v>417644745.27</c:v>
                </c:pt>
                <c:pt idx="40">
                  <c:v>506005199.75</c:v>
                </c:pt>
                <c:pt idx="41">
                  <c:v>349733762.63</c:v>
                </c:pt>
                <c:pt idx="42">
                  <c:v>369108191.96000004</c:v>
                </c:pt>
                <c:pt idx="43">
                  <c:v>314019759.59999996</c:v>
                </c:pt>
                <c:pt idx="44">
                  <c:v>315006167.22</c:v>
                </c:pt>
                <c:pt idx="45">
                  <c:v>413372324.55</c:v>
                </c:pt>
                <c:pt idx="46">
                  <c:v>346136864.67</c:v>
                </c:pt>
                <c:pt idx="47">
                  <c:v>349010422.71000004</c:v>
                </c:pt>
                <c:pt idx="48">
                  <c:v>505446054.03999996</c:v>
                </c:pt>
                <c:pt idx="49">
                  <c:v>452998115.03</c:v>
                </c:pt>
                <c:pt idx="50">
                  <c:v>403406565.53</c:v>
                </c:pt>
                <c:pt idx="51">
                  <c:v>565929853.2</c:v>
                </c:pt>
                <c:pt idx="52">
                  <c:v>368299057.75</c:v>
                </c:pt>
                <c:pt idx="53">
                  <c:v>362572222.46</c:v>
                </c:pt>
                <c:pt idx="54">
                  <c:v>362698959.99</c:v>
                </c:pt>
                <c:pt idx="55">
                  <c:v>258212680.6</c:v>
                </c:pt>
                <c:pt idx="56">
                  <c:v>326233871.63</c:v>
                </c:pt>
                <c:pt idx="57">
                  <c:v>264943167.26</c:v>
                </c:pt>
                <c:pt idx="58">
                  <c:v>323596012.15</c:v>
                </c:pt>
                <c:pt idx="59">
                  <c:v>404487357.11</c:v>
                </c:pt>
                <c:pt idx="60">
                  <c:v>104653730.83</c:v>
                </c:pt>
                <c:pt idx="61">
                  <c:v>473940111.97</c:v>
                </c:pt>
                <c:pt idx="62">
                  <c:v>468579773.28999996</c:v>
                </c:pt>
                <c:pt idx="63">
                  <c:v>585770389.22</c:v>
                </c:pt>
                <c:pt idx="64">
                  <c:v>448086865.53000003</c:v>
                </c:pt>
                <c:pt idx="65">
                  <c:v>340798055.08</c:v>
                </c:pt>
                <c:pt idx="66">
                  <c:v>286024209.3</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400002217.83110076</c:v>
                </c:pt>
                <c:pt idx="1">
                  <c:v>403884049.0832855</c:v>
                </c:pt>
                <c:pt idx="2">
                  <c:v>491772881.3667642</c:v>
                </c:pt>
                <c:pt idx="3">
                  <c:v>437689482.2194725</c:v>
                </c:pt>
                <c:pt idx="4">
                  <c:v>355127179.87096095</c:v>
                </c:pt>
                <c:pt idx="5">
                  <c:v>371433205.3607713</c:v>
                </c:pt>
                <c:pt idx="6">
                  <c:v>261452814.35236868</c:v>
                </c:pt>
                <c:pt idx="7">
                  <c:v>312033572.72262824</c:v>
                </c:pt>
                <c:pt idx="8">
                  <c:v>253822392.38874978</c:v>
                </c:pt>
                <c:pt idx="9">
                  <c:v>290657991.8287989</c:v>
                </c:pt>
                <c:pt idx="10">
                  <c:v>398286034.76188874</c:v>
                </c:pt>
                <c:pt idx="11">
                  <c:v>337501234.8531524</c:v>
                </c:pt>
                <c:pt idx="12">
                  <c:v>412013059.33415747</c:v>
                </c:pt>
                <c:pt idx="13">
                  <c:v>425667190.5215044</c:v>
                </c:pt>
                <c:pt idx="14">
                  <c:v>555064054.8226955</c:v>
                </c:pt>
                <c:pt idx="15">
                  <c:v>446726989.75371635</c:v>
                </c:pt>
                <c:pt idx="16">
                  <c:v>502676755.1469485</c:v>
                </c:pt>
                <c:pt idx="17">
                  <c:v>323427841.79139185</c:v>
                </c:pt>
                <c:pt idx="18">
                  <c:v>301846297.3815782</c:v>
                </c:pt>
                <c:pt idx="19">
                  <c:v>352841457.9079315</c:v>
                </c:pt>
                <c:pt idx="20">
                  <c:v>280550741.2431673</c:v>
                </c:pt>
                <c:pt idx="21">
                  <c:v>314510648.5757022</c:v>
                </c:pt>
                <c:pt idx="22">
                  <c:v>399179798.6276607</c:v>
                </c:pt>
                <c:pt idx="23">
                  <c:v>357587393.1666259</c:v>
                </c:pt>
                <c:pt idx="24">
                  <c:v>506885384.46132195</c:v>
                </c:pt>
                <c:pt idx="25">
                  <c:v>440189218.4176107</c:v>
                </c:pt>
                <c:pt idx="26">
                  <c:v>475239365.4123438</c:v>
                </c:pt>
                <c:pt idx="27">
                  <c:v>427034576.89879525</c:v>
                </c:pt>
                <c:pt idx="28">
                  <c:v>443898689.7331078</c:v>
                </c:pt>
                <c:pt idx="29">
                  <c:v>340004255.7421315</c:v>
                </c:pt>
                <c:pt idx="30">
                  <c:v>312286885.8300723</c:v>
                </c:pt>
                <c:pt idx="31">
                  <c:v>370170240.00571764</c:v>
                </c:pt>
                <c:pt idx="32">
                  <c:v>289480608.21492326</c:v>
                </c:pt>
                <c:pt idx="33">
                  <c:v>382192939.62972033</c:v>
                </c:pt>
                <c:pt idx="34">
                  <c:v>361363132.2780326</c:v>
                </c:pt>
                <c:pt idx="35">
                  <c:v>423552763.3346932</c:v>
                </c:pt>
                <c:pt idx="36">
                  <c:v>560640712.6673073</c:v>
                </c:pt>
                <c:pt idx="37">
                  <c:v>451678443.12012374</c:v>
                </c:pt>
                <c:pt idx="38">
                  <c:v>479331102.4936911</c:v>
                </c:pt>
                <c:pt idx="39">
                  <c:v>420409964.2505051</c:v>
                </c:pt>
                <c:pt idx="40">
                  <c:v>507158024.90603966</c:v>
                </c:pt>
                <c:pt idx="41">
                  <c:v>335461179.3057792</c:v>
                </c:pt>
                <c:pt idx="42">
                  <c:v>397736996.3339294</c:v>
                </c:pt>
                <c:pt idx="43">
                  <c:v>294049718.18247527</c:v>
                </c:pt>
                <c:pt idx="44">
                  <c:v>282118756.62808627</c:v>
                </c:pt>
                <c:pt idx="45">
                  <c:v>422578410.6257484</c:v>
                </c:pt>
                <c:pt idx="46">
                  <c:v>345557325.410339</c:v>
                </c:pt>
                <c:pt idx="47">
                  <c:v>351979307.513823</c:v>
                </c:pt>
                <c:pt idx="48">
                  <c:v>517235886.04024607</c:v>
                </c:pt>
                <c:pt idx="49">
                  <c:v>430506728.775406</c:v>
                </c:pt>
                <c:pt idx="50">
                  <c:v>421857696.9241517</c:v>
                </c:pt>
                <c:pt idx="51">
                  <c:v>538156789.0962219</c:v>
                </c:pt>
                <c:pt idx="52">
                  <c:v>388943382.0242355</c:v>
                </c:pt>
                <c:pt idx="53">
                  <c:v>382515601.606438</c:v>
                </c:pt>
                <c:pt idx="54">
                  <c:v>370981278.7365471</c:v>
                </c:pt>
                <c:pt idx="55">
                  <c:v>269017412.8164253</c:v>
                </c:pt>
                <c:pt idx="56">
                  <c:v>327985088.4146948</c:v>
                </c:pt>
                <c:pt idx="57">
                  <c:v>277653725.8505536</c:v>
                </c:pt>
                <c:pt idx="58">
                  <c:v>318313501.62697977</c:v>
                </c:pt>
                <c:pt idx="59">
                  <c:v>424903413.5898715</c:v>
                </c:pt>
                <c:pt idx="60">
                  <c:v>101252572.41272049</c:v>
                </c:pt>
                <c:pt idx="61">
                  <c:v>498660310.6167815</c:v>
                </c:pt>
                <c:pt idx="62">
                  <c:v>481334553.4076218</c:v>
                </c:pt>
                <c:pt idx="63">
                  <c:v>608622788.5796325</c:v>
                </c:pt>
                <c:pt idx="64">
                  <c:v>470040520.11891294</c:v>
                </c:pt>
                <c:pt idx="65">
                  <c:v>349987465.54091376</c:v>
                </c:pt>
                <c:pt idx="66">
                  <c:v>296816241.8108859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0347346.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Paris: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754006.491463069</c:v>
                </c:pt>
                <c:pt idx="1">
                  <c:v>754006.491463069</c:v>
                </c:pt>
                <c:pt idx="2">
                  <c:v>942508.1143288362</c:v>
                </c:pt>
                <c:pt idx="3">
                  <c:v>754006.491463069</c:v>
                </c:pt>
                <c:pt idx="4">
                  <c:v>754006.491463069</c:v>
                </c:pt>
                <c:pt idx="5">
                  <c:v>942508.1143288362</c:v>
                </c:pt>
                <c:pt idx="6">
                  <c:v>754006.491463069</c:v>
                </c:pt>
                <c:pt idx="7">
                  <c:v>942508.1143288362</c:v>
                </c:pt>
                <c:pt idx="8">
                  <c:v>754006.491463069</c:v>
                </c:pt>
                <c:pt idx="9">
                  <c:v>754006.491463069</c:v>
                </c:pt>
                <c:pt idx="10">
                  <c:v>942508.1143288362</c:v>
                </c:pt>
                <c:pt idx="11">
                  <c:v>754006.491463069</c:v>
                </c:pt>
                <c:pt idx="12">
                  <c:v>754006.491463069</c:v>
                </c:pt>
                <c:pt idx="13">
                  <c:v>754006.491463069</c:v>
                </c:pt>
                <c:pt idx="14">
                  <c:v>942508.1143288362</c:v>
                </c:pt>
                <c:pt idx="15">
                  <c:v>754006.491463069</c:v>
                </c:pt>
                <c:pt idx="16">
                  <c:v>942508.1143288362</c:v>
                </c:pt>
                <c:pt idx="17">
                  <c:v>754006.491463069</c:v>
                </c:pt>
                <c:pt idx="18">
                  <c:v>754006.491463069</c:v>
                </c:pt>
                <c:pt idx="19">
                  <c:v>942508.1143288362</c:v>
                </c:pt>
                <c:pt idx="20">
                  <c:v>754006.491463069</c:v>
                </c:pt>
                <c:pt idx="21">
                  <c:v>754006.491463069</c:v>
                </c:pt>
                <c:pt idx="22">
                  <c:v>942508.1143288362</c:v>
                </c:pt>
                <c:pt idx="23">
                  <c:v>754006.491463069</c:v>
                </c:pt>
                <c:pt idx="24">
                  <c:v>942508.1143288362</c:v>
                </c:pt>
                <c:pt idx="25">
                  <c:v>754006.491463069</c:v>
                </c:pt>
                <c:pt idx="26">
                  <c:v>754006.491463069</c:v>
                </c:pt>
                <c:pt idx="27">
                  <c:v>754006.491463069</c:v>
                </c:pt>
                <c:pt idx="28">
                  <c:v>942508.1143288362</c:v>
                </c:pt>
                <c:pt idx="29">
                  <c:v>754006.491463069</c:v>
                </c:pt>
                <c:pt idx="30">
                  <c:v>754006.491463069</c:v>
                </c:pt>
                <c:pt idx="31">
                  <c:v>942508.1143288362</c:v>
                </c:pt>
                <c:pt idx="32">
                  <c:v>754006.491463069</c:v>
                </c:pt>
                <c:pt idx="33">
                  <c:v>942508.1143288362</c:v>
                </c:pt>
                <c:pt idx="34">
                  <c:v>754006.491463069</c:v>
                </c:pt>
                <c:pt idx="35">
                  <c:v>754006.491463069</c:v>
                </c:pt>
                <c:pt idx="36">
                  <c:v>942508.1143288362</c:v>
                </c:pt>
                <c:pt idx="37">
                  <c:v>754006.491463069</c:v>
                </c:pt>
                <c:pt idx="38">
                  <c:v>754006.491463069</c:v>
                </c:pt>
                <c:pt idx="39">
                  <c:v>754006.491463069</c:v>
                </c:pt>
                <c:pt idx="40">
                  <c:v>942508.1143288362</c:v>
                </c:pt>
                <c:pt idx="41">
                  <c:v>754006.491463069</c:v>
                </c:pt>
                <c:pt idx="42">
                  <c:v>942508.1143288362</c:v>
                </c:pt>
                <c:pt idx="43">
                  <c:v>754006.491463069</c:v>
                </c:pt>
                <c:pt idx="44">
                  <c:v>754006.491463069</c:v>
                </c:pt>
                <c:pt idx="45">
                  <c:v>942508.1143288362</c:v>
                </c:pt>
                <c:pt idx="46">
                  <c:v>754006.491463069</c:v>
                </c:pt>
                <c:pt idx="47">
                  <c:v>754006.491463069</c:v>
                </c:pt>
                <c:pt idx="48">
                  <c:v>942508.1143288362</c:v>
                </c:pt>
                <c:pt idx="49">
                  <c:v>754006.491463069</c:v>
                </c:pt>
                <c:pt idx="50">
                  <c:v>754006.491463069</c:v>
                </c:pt>
                <c:pt idx="51">
                  <c:v>942508.1143288362</c:v>
                </c:pt>
                <c:pt idx="52">
                  <c:v>754006.491463069</c:v>
                </c:pt>
                <c:pt idx="53">
                  <c:v>754006.491463069</c:v>
                </c:pt>
                <c:pt idx="54">
                  <c:v>942508.1143288362</c:v>
                </c:pt>
                <c:pt idx="55">
                  <c:v>754006.491463069</c:v>
                </c:pt>
                <c:pt idx="56">
                  <c:v>942508.1143288362</c:v>
                </c:pt>
                <c:pt idx="57">
                  <c:v>754006.491463069</c:v>
                </c:pt>
                <c:pt idx="58">
                  <c:v>754006.491463069</c:v>
                </c:pt>
                <c:pt idx="59">
                  <c:v>942508.1143288362</c:v>
                </c:pt>
                <c:pt idx="60">
                  <c:v>754006.491463069</c:v>
                </c:pt>
                <c:pt idx="61">
                  <c:v>754006.491463069</c:v>
                </c:pt>
                <c:pt idx="62">
                  <c:v>942508.1143288362</c:v>
                </c:pt>
                <c:pt idx="63">
                  <c:v>754006.491463069</c:v>
                </c:pt>
                <c:pt idx="64">
                  <c:v>754006.491463069</c:v>
                </c:pt>
                <c:pt idx="65">
                  <c:v>754006.491463069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21514.663151922967</c:v>
                </c:pt>
                <c:pt idx="1">
                  <c:v>9371.072915719305</c:v>
                </c:pt>
                <c:pt idx="2">
                  <c:v>158.77509611900652</c:v>
                </c:pt>
                <c:pt idx="3">
                  <c:v>21932.161303050696</c:v>
                </c:pt>
                <c:pt idx="4">
                  <c:v>4665.955024578538</c:v>
                </c:pt>
                <c:pt idx="5">
                  <c:v>57.890709665774544</c:v>
                </c:pt>
                <c:pt idx="6">
                  <c:v>20375.332791208355</c:v>
                </c:pt>
                <c:pt idx="7">
                  <c:v>3693.9742359371644</c:v>
                </c:pt>
                <c:pt idx="8">
                  <c:v>2243.4062970976825</c:v>
                </c:pt>
                <c:pt idx="9">
                  <c:v>8390.415116025477</c:v>
                </c:pt>
                <c:pt idx="10">
                  <c:v>14721.828267195926</c:v>
                </c:pt>
                <c:pt idx="11">
                  <c:v>7821.462837476148</c:v>
                </c:pt>
                <c:pt idx="12">
                  <c:v>20427.62772518198</c:v>
                </c:pt>
                <c:pt idx="13">
                  <c:v>2080.1078053667275</c:v>
                </c:pt>
                <c:pt idx="14">
                  <c:v>7484.004494499898</c:v>
                </c:pt>
                <c:pt idx="15">
                  <c:v>12322.636304759393</c:v>
                </c:pt>
                <c:pt idx="16">
                  <c:v>25480.199069890292</c:v>
                </c:pt>
                <c:pt idx="17">
                  <c:v>342.3717158286304</c:v>
                </c:pt>
                <c:pt idx="18">
                  <c:v>4.361439965080759</c:v>
                </c:pt>
                <c:pt idx="19">
                  <c:v>14213.709191000631</c:v>
                </c:pt>
                <c:pt idx="20">
                  <c:v>9158.526976645595</c:v>
                </c:pt>
                <c:pt idx="21">
                  <c:v>23280.083366329094</c:v>
                </c:pt>
                <c:pt idx="22">
                  <c:v>15498.642859853202</c:v>
                </c:pt>
                <c:pt idx="23">
                  <c:v>20311.03675352666</c:v>
                </c:pt>
                <c:pt idx="24">
                  <c:v>8236.157298106247</c:v>
                </c:pt>
                <c:pt idx="25">
                  <c:v>482.2497731818458</c:v>
                </c:pt>
                <c:pt idx="26">
                  <c:v>6618.8788685898735</c:v>
                </c:pt>
                <c:pt idx="27">
                  <c:v>225.2303263660972</c:v>
                </c:pt>
                <c:pt idx="28">
                  <c:v>2805.349421620289</c:v>
                </c:pt>
                <c:pt idx="29">
                  <c:v>7658.319249294556</c:v>
                </c:pt>
                <c:pt idx="30">
                  <c:v>19531.53828972739</c:v>
                </c:pt>
                <c:pt idx="31">
                  <c:v>11412.7233900422</c:v>
                </c:pt>
                <c:pt idx="32">
                  <c:v>11727.156375833567</c:v>
                </c:pt>
                <c:pt idx="33">
                  <c:v>8549.633817923119</c:v>
                </c:pt>
                <c:pt idx="34">
                  <c:v>209.92446240628803</c:v>
                </c:pt>
                <c:pt idx="35">
                  <c:v>19307.124235956908</c:v>
                </c:pt>
                <c:pt idx="36">
                  <c:v>35145.4510460834</c:v>
                </c:pt>
                <c:pt idx="37">
                  <c:v>19826.231342283056</c:v>
                </c:pt>
                <c:pt idx="38">
                  <c:v>23701.922667121635</c:v>
                </c:pt>
                <c:pt idx="39">
                  <c:v>14334.64895513253</c:v>
                </c:pt>
                <c:pt idx="40">
                  <c:v>20525.90845133552</c:v>
                </c:pt>
                <c:pt idx="41">
                  <c:v>4902.995648462327</c:v>
                </c:pt>
                <c:pt idx="42">
                  <c:v>25570.888241948654</c:v>
                </c:pt>
                <c:pt idx="43">
                  <c:v>7554.459322915523</c:v>
                </c:pt>
                <c:pt idx="44">
                  <c:v>466.5612578679588</c:v>
                </c:pt>
                <c:pt idx="45">
                  <c:v>10166.091169904355</c:v>
                </c:pt>
                <c:pt idx="46">
                  <c:v>13477.887046965629</c:v>
                </c:pt>
                <c:pt idx="47">
                  <c:v>1157.9637630202171</c:v>
                </c:pt>
                <c:pt idx="48">
                  <c:v>12021.496290378602</c:v>
                </c:pt>
                <c:pt idx="49">
                  <c:v>8904.202008488899</c:v>
                </c:pt>
                <c:pt idx="50">
                  <c:v>6282.917771296408</c:v>
                </c:pt>
                <c:pt idx="51">
                  <c:v>27704.64888838582</c:v>
                </c:pt>
                <c:pt idx="52">
                  <c:v>21433.040261519174</c:v>
                </c:pt>
                <c:pt idx="53">
                  <c:v>10103.607996517541</c:v>
                </c:pt>
                <c:pt idx="54">
                  <c:v>172.21598729319982</c:v>
                </c:pt>
                <c:pt idx="55">
                  <c:v>10376.939290134427</c:v>
                </c:pt>
                <c:pt idx="56">
                  <c:v>23033.85873902917</c:v>
                </c:pt>
                <c:pt idx="57">
                  <c:v>29344.293095255336</c:v>
                </c:pt>
                <c:pt idx="58">
                  <c:v>18715.126723845577</c:v>
                </c:pt>
                <c:pt idx="59">
                  <c:v>19971.526236455775</c:v>
                </c:pt>
                <c:pt idx="60">
                  <c:v>27338.77945760751</c:v>
                </c:pt>
                <c:pt idx="61">
                  <c:v>1636.6750308278467</c:v>
                </c:pt>
                <c:pt idx="62">
                  <c:v>245.4479222670641</c:v>
                </c:pt>
                <c:pt idx="63">
                  <c:v>30305.094683083993</c:v>
                </c:pt>
                <c:pt idx="64">
                  <c:v>4880.007819703927</c:v>
                </c:pt>
                <c:pt idx="65">
                  <c:v>149.02135132388472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55641.188292806895</c:v>
                </c:pt>
                <c:pt idx="1">
                  <c:v>43513.215079406335</c:v>
                </c:pt>
                <c:pt idx="2">
                  <c:v>38852.300784547</c:v>
                </c:pt>
                <c:pt idx="3">
                  <c:v>110765.39971969923</c:v>
                </c:pt>
                <c:pt idx="4">
                  <c:v>50865.375728948005</c:v>
                </c:pt>
                <c:pt idx="5">
                  <c:v>26076.882306321815</c:v>
                </c:pt>
                <c:pt idx="6">
                  <c:v>14162.096487761044</c:v>
                </c:pt>
                <c:pt idx="7">
                  <c:v>6116.190953202302</c:v>
                </c:pt>
                <c:pt idx="8">
                  <c:v>5691.349432341189</c:v>
                </c:pt>
                <c:pt idx="9">
                  <c:v>76501.1035335511</c:v>
                </c:pt>
                <c:pt idx="10">
                  <c:v>97409.17944576897</c:v>
                </c:pt>
                <c:pt idx="11">
                  <c:v>36957.215524132094</c:v>
                </c:pt>
                <c:pt idx="12">
                  <c:v>16687.34980892621</c:v>
                </c:pt>
                <c:pt idx="13">
                  <c:v>10397.69142083179</c:v>
                </c:pt>
                <c:pt idx="14">
                  <c:v>63091.84212972631</c:v>
                </c:pt>
                <c:pt idx="15">
                  <c:v>92968.24694496517</c:v>
                </c:pt>
                <c:pt idx="16">
                  <c:v>53714.978698726896</c:v>
                </c:pt>
                <c:pt idx="17">
                  <c:v>85085.93447449408</c:v>
                </c:pt>
                <c:pt idx="18">
                  <c:v>160014.6138049332</c:v>
                </c:pt>
                <c:pt idx="19">
                  <c:v>133543.38720170048</c:v>
                </c:pt>
                <c:pt idx="20">
                  <c:v>112720.37825570123</c:v>
                </c:pt>
                <c:pt idx="21">
                  <c:v>123655.75091962641</c:v>
                </c:pt>
                <c:pt idx="22">
                  <c:v>133363.65570568581</c:v>
                </c:pt>
                <c:pt idx="23">
                  <c:v>62015.036886797</c:v>
                </c:pt>
                <c:pt idx="24">
                  <c:v>87458.3509652531</c:v>
                </c:pt>
                <c:pt idx="25">
                  <c:v>108373.56635451327</c:v>
                </c:pt>
                <c:pt idx="26">
                  <c:v>138727.59561289637</c:v>
                </c:pt>
                <c:pt idx="27">
                  <c:v>103287.94711497615</c:v>
                </c:pt>
                <c:pt idx="28">
                  <c:v>64525.42940374575</c:v>
                </c:pt>
                <c:pt idx="29">
                  <c:v>95160.82284913858</c:v>
                </c:pt>
                <c:pt idx="30">
                  <c:v>139525.9552962016</c:v>
                </c:pt>
                <c:pt idx="31">
                  <c:v>231554.22615069355</c:v>
                </c:pt>
                <c:pt idx="32">
                  <c:v>208425.50777830667</c:v>
                </c:pt>
                <c:pt idx="33">
                  <c:v>250338.55390063062</c:v>
                </c:pt>
                <c:pt idx="34">
                  <c:v>228224.2071186495</c:v>
                </c:pt>
                <c:pt idx="35">
                  <c:v>143042.0774421911</c:v>
                </c:pt>
                <c:pt idx="36">
                  <c:v>80993.64354911429</c:v>
                </c:pt>
                <c:pt idx="37">
                  <c:v>125667.17472859629</c:v>
                </c:pt>
                <c:pt idx="38">
                  <c:v>144383.65191499388</c:v>
                </c:pt>
                <c:pt idx="39">
                  <c:v>55042.59054943605</c:v>
                </c:pt>
                <c:pt idx="40">
                  <c:v>156848.90219430186</c:v>
                </c:pt>
                <c:pt idx="41">
                  <c:v>126194.8943874009</c:v>
                </c:pt>
                <c:pt idx="42">
                  <c:v>173628.14784941057</c:v>
                </c:pt>
                <c:pt idx="43">
                  <c:v>196918.75436492794</c:v>
                </c:pt>
                <c:pt idx="44">
                  <c:v>170809.25786109074</c:v>
                </c:pt>
                <c:pt idx="45">
                  <c:v>242748.5399216787</c:v>
                </c:pt>
                <c:pt idx="46">
                  <c:v>159036.45281779786</c:v>
                </c:pt>
                <c:pt idx="47">
                  <c:v>87898.48057960065</c:v>
                </c:pt>
                <c:pt idx="48">
                  <c:v>164910.71587975943</c:v>
                </c:pt>
                <c:pt idx="49">
                  <c:v>70157.60154683518</c:v>
                </c:pt>
                <c:pt idx="50">
                  <c:v>67443.18651803961</c:v>
                </c:pt>
                <c:pt idx="51">
                  <c:v>97072.27867323662</c:v>
                </c:pt>
                <c:pt idx="52">
                  <c:v>120375.06209828518</c:v>
                </c:pt>
                <c:pt idx="53">
                  <c:v>157687.96327463153</c:v>
                </c:pt>
                <c:pt idx="54">
                  <c:v>176028.136267125</c:v>
                </c:pt>
                <c:pt idx="55">
                  <c:v>143350.1741512861</c:v>
                </c:pt>
                <c:pt idx="56">
                  <c:v>99725.51989155149</c:v>
                </c:pt>
                <c:pt idx="57">
                  <c:v>27325.476416716505</c:v>
                </c:pt>
                <c:pt idx="58">
                  <c:v>23283.000257833915</c:v>
                </c:pt>
                <c:pt idx="59">
                  <c:v>118576.16522207744</c:v>
                </c:pt>
                <c:pt idx="60">
                  <c:v>150014.19996924401</c:v>
                </c:pt>
                <c:pt idx="61">
                  <c:v>145309.5222270462</c:v>
                </c:pt>
                <c:pt idx="62">
                  <c:v>221268.81601904237</c:v>
                </c:pt>
                <c:pt idx="63">
                  <c:v>71651.1300484228</c:v>
                </c:pt>
                <c:pt idx="64">
                  <c:v>19934.87111549113</c:v>
                </c:pt>
                <c:pt idx="65">
                  <c:v>12811.55195134019</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16146.054603358782</c:v>
                </c:pt>
                <c:pt idx="1">
                  <c:v>13104.436426367623</c:v>
                </c:pt>
                <c:pt idx="2">
                  <c:v>14335.213889063942</c:v>
                </c:pt>
                <c:pt idx="3">
                  <c:v>15093.681558265904</c:v>
                </c:pt>
                <c:pt idx="4">
                  <c:v>27801.835188015495</c:v>
                </c:pt>
                <c:pt idx="5">
                  <c:v>5880.482892120039</c:v>
                </c:pt>
                <c:pt idx="6">
                  <c:v>348.1520623176112</c:v>
                </c:pt>
                <c:pt idx="7">
                  <c:v>18927.350306789274</c:v>
                </c:pt>
                <c:pt idx="8">
                  <c:v>23592.368551695046</c:v>
                </c:pt>
                <c:pt idx="9">
                  <c:v>18428.804891844586</c:v>
                </c:pt>
                <c:pt idx="10">
                  <c:v>907.2935503960987</c:v>
                </c:pt>
                <c:pt idx="11">
                  <c:v>14175.252132790229</c:v>
                </c:pt>
                <c:pt idx="12">
                  <c:v>17732.793561613307</c:v>
                </c:pt>
                <c:pt idx="13">
                  <c:v>12920.857409432445</c:v>
                </c:pt>
                <c:pt idx="14">
                  <c:v>28337.03244247169</c:v>
                </c:pt>
                <c:pt idx="15">
                  <c:v>45185.67151625506</c:v>
                </c:pt>
                <c:pt idx="16">
                  <c:v>30824.89480510483</c:v>
                </c:pt>
                <c:pt idx="17">
                  <c:v>21736.628405352196</c:v>
                </c:pt>
                <c:pt idx="18">
                  <c:v>4824.606432934863</c:v>
                </c:pt>
                <c:pt idx="19">
                  <c:v>6245.467591735292</c:v>
                </c:pt>
                <c:pt idx="20">
                  <c:v>20295.974898077828</c:v>
                </c:pt>
                <c:pt idx="21">
                  <c:v>32294.569360681573</c:v>
                </c:pt>
                <c:pt idx="22">
                  <c:v>1932.1402249876448</c:v>
                </c:pt>
                <c:pt idx="23">
                  <c:v>28627.635285298173</c:v>
                </c:pt>
                <c:pt idx="24">
                  <c:v>32413.20001104654</c:v>
                </c:pt>
                <c:pt idx="25">
                  <c:v>23953.80848067093</c:v>
                </c:pt>
                <c:pt idx="26">
                  <c:v>9345.905995008578</c:v>
                </c:pt>
                <c:pt idx="27">
                  <c:v>21819.617852159045</c:v>
                </c:pt>
                <c:pt idx="28">
                  <c:v>11911.317576758705</c:v>
                </c:pt>
                <c:pt idx="29">
                  <c:v>846.2907023562736</c:v>
                </c:pt>
                <c:pt idx="30">
                  <c:v>5501.178261000437</c:v>
                </c:pt>
                <c:pt idx="31">
                  <c:v>14832.291675705263</c:v>
                </c:pt>
                <c:pt idx="32">
                  <c:v>13009.567746808352</c:v>
                </c:pt>
                <c:pt idx="33">
                  <c:v>37500.26578704325</c:v>
                </c:pt>
                <c:pt idx="34">
                  <c:v>10127.409631158656</c:v>
                </c:pt>
                <c:pt idx="35">
                  <c:v>21789.74771296645</c:v>
                </c:pt>
                <c:pt idx="36">
                  <c:v>34448.95014341519</c:v>
                </c:pt>
                <c:pt idx="37">
                  <c:v>19111.705399937597</c:v>
                </c:pt>
                <c:pt idx="38">
                  <c:v>12323.302899900387</c:v>
                </c:pt>
                <c:pt idx="39">
                  <c:v>18956.36558876031</c:v>
                </c:pt>
                <c:pt idx="40">
                  <c:v>21659.12147371645</c:v>
                </c:pt>
                <c:pt idx="41">
                  <c:v>9189.508869947833</c:v>
                </c:pt>
                <c:pt idx="42">
                  <c:v>31513.4753313924</c:v>
                </c:pt>
                <c:pt idx="43">
                  <c:v>17361.124735893263</c:v>
                </c:pt>
                <c:pt idx="44">
                  <c:v>15677.995421404124</c:v>
                </c:pt>
                <c:pt idx="45">
                  <c:v>52579.88224839031</c:v>
                </c:pt>
                <c:pt idx="46">
                  <c:v>18095.172963127097</c:v>
                </c:pt>
                <c:pt idx="47">
                  <c:v>736.1195219151293</c:v>
                </c:pt>
                <c:pt idx="48">
                  <c:v>17400.6265416522</c:v>
                </c:pt>
                <c:pt idx="49">
                  <c:v>18920.04394845754</c:v>
                </c:pt>
                <c:pt idx="50">
                  <c:v>9201.832285019344</c:v>
                </c:pt>
                <c:pt idx="51">
                  <c:v>61705.43011361483</c:v>
                </c:pt>
                <c:pt idx="52">
                  <c:v>14734.763137856733</c:v>
                </c:pt>
                <c:pt idx="53">
                  <c:v>14490.883254131082</c:v>
                </c:pt>
                <c:pt idx="54">
                  <c:v>19155.607383687206</c:v>
                </c:pt>
                <c:pt idx="55">
                  <c:v>28.059690649660674</c:v>
                </c:pt>
                <c:pt idx="56">
                  <c:v>800.6714715284348</c:v>
                </c:pt>
                <c:pt idx="57">
                  <c:v>9536.101019956932</c:v>
                </c:pt>
                <c:pt idx="58">
                  <c:v>36710.61608347141</c:v>
                </c:pt>
                <c:pt idx="59">
                  <c:v>48416.35914118502</c:v>
                </c:pt>
                <c:pt idx="60">
                  <c:v>41715.5688135931</c:v>
                </c:pt>
                <c:pt idx="61">
                  <c:v>20899.643986130504</c:v>
                </c:pt>
                <c:pt idx="62">
                  <c:v>6907.891724133826</c:v>
                </c:pt>
                <c:pt idx="63">
                  <c:v>42616.764779482444</c:v>
                </c:pt>
                <c:pt idx="64">
                  <c:v>7823.372575430587</c:v>
                </c:pt>
                <c:pt idx="65">
                  <c:v>664.7828220695784</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5493.615310636791</c:v>
                </c:pt>
                <c:pt idx="1">
                  <c:v>8615.284585551071</c:v>
                </c:pt>
                <c:pt idx="2">
                  <c:v>5868.011901897016</c:v>
                </c:pt>
                <c:pt idx="3">
                  <c:v>5464.741505613976</c:v>
                </c:pt>
                <c:pt idx="4">
                  <c:v>85.23375665108644</c:v>
                </c:pt>
                <c:pt idx="5">
                  <c:v>4652.518052605697</c:v>
                </c:pt>
                <c:pt idx="6">
                  <c:v>2546.973057732761</c:v>
                </c:pt>
                <c:pt idx="7">
                  <c:v>120.52011634033683</c:v>
                </c:pt>
                <c:pt idx="8">
                  <c:v>11986.895334522611</c:v>
                </c:pt>
                <c:pt idx="9">
                  <c:v>443.88725114028955</c:v>
                </c:pt>
                <c:pt idx="10">
                  <c:v>5160.202849922493</c:v>
                </c:pt>
                <c:pt idx="11">
                  <c:v>3790.1223831301104</c:v>
                </c:pt>
                <c:pt idx="12">
                  <c:v>11759.335557156031</c:v>
                </c:pt>
                <c:pt idx="13">
                  <c:v>360.53584397870213</c:v>
                </c:pt>
                <c:pt idx="14">
                  <c:v>2040.3659972642106</c:v>
                </c:pt>
                <c:pt idx="15">
                  <c:v>11121.430415231305</c:v>
                </c:pt>
                <c:pt idx="16">
                  <c:v>19264.26741794784</c:v>
                </c:pt>
                <c:pt idx="17">
                  <c:v>10618.979998272549</c:v>
                </c:pt>
                <c:pt idx="18">
                  <c:v>8805.823538764751</c:v>
                </c:pt>
                <c:pt idx="19">
                  <c:v>2778.86618744142</c:v>
                </c:pt>
                <c:pt idx="20">
                  <c:v>12000.757081139123</c:v>
                </c:pt>
                <c:pt idx="21">
                  <c:v>2591.653141231753</c:v>
                </c:pt>
                <c:pt idx="22">
                  <c:v>8783.74060703218</c:v>
                </c:pt>
                <c:pt idx="23">
                  <c:v>146.71681794583466</c:v>
                </c:pt>
                <c:pt idx="24">
                  <c:v>114.49364760979084</c:v>
                </c:pt>
                <c:pt idx="25">
                  <c:v>241.1909059811227</c:v>
                </c:pt>
                <c:pt idx="26">
                  <c:v>4272.605612014827</c:v>
                </c:pt>
                <c:pt idx="27">
                  <c:v>5945.754804123692</c:v>
                </c:pt>
                <c:pt idx="28">
                  <c:v>232.85083556294154</c:v>
                </c:pt>
                <c:pt idx="29">
                  <c:v>12240.740813516866</c:v>
                </c:pt>
                <c:pt idx="30">
                  <c:v>14418.295116815023</c:v>
                </c:pt>
                <c:pt idx="31">
                  <c:v>11377.254931766769</c:v>
                </c:pt>
                <c:pt idx="32">
                  <c:v>2225.9437025663938</c:v>
                </c:pt>
                <c:pt idx="33">
                  <c:v>2061.6772553579576</c:v>
                </c:pt>
                <c:pt idx="34">
                  <c:v>91.06366321106002</c:v>
                </c:pt>
                <c:pt idx="35">
                  <c:v>17597.718777450387</c:v>
                </c:pt>
                <c:pt idx="36">
                  <c:v>16612.315038181445</c:v>
                </c:pt>
                <c:pt idx="37">
                  <c:v>4781.8121294306</c:v>
                </c:pt>
                <c:pt idx="38">
                  <c:v>7700.78936487998</c:v>
                </c:pt>
                <c:pt idx="39">
                  <c:v>7201.160026249639</c:v>
                </c:pt>
                <c:pt idx="40">
                  <c:v>153.80994426995574</c:v>
                </c:pt>
                <c:pt idx="41">
                  <c:v>191.74975423804804</c:v>
                </c:pt>
                <c:pt idx="42">
                  <c:v>5611.201108613857</c:v>
                </c:pt>
                <c:pt idx="43">
                  <c:v>8900.803508767955</c:v>
                </c:pt>
                <c:pt idx="44">
                  <c:v>86.11236505482145</c:v>
                </c:pt>
                <c:pt idx="45">
                  <c:v>25586.26005796592</c:v>
                </c:pt>
                <c:pt idx="46">
                  <c:v>4743.967373717249</c:v>
                </c:pt>
                <c:pt idx="47">
                  <c:v>11050.16356983189</c:v>
                </c:pt>
                <c:pt idx="48">
                  <c:v>10902.132260870558</c:v>
                </c:pt>
                <c:pt idx="49">
                  <c:v>3234.4080200692956</c:v>
                </c:pt>
                <c:pt idx="50">
                  <c:v>66.15214836853991</c:v>
                </c:pt>
                <c:pt idx="51">
                  <c:v>5208.489139605302</c:v>
                </c:pt>
                <c:pt idx="52">
                  <c:v>15390.242406173882</c:v>
                </c:pt>
                <c:pt idx="53">
                  <c:v>95.62176022678452</c:v>
                </c:pt>
                <c:pt idx="54">
                  <c:v>8045.303378802562</c:v>
                </c:pt>
                <c:pt idx="55">
                  <c:v>10944.460555276153</c:v>
                </c:pt>
                <c:pt idx="56">
                  <c:v>10812.075875488486</c:v>
                </c:pt>
                <c:pt idx="57">
                  <c:v>55.72826506480836</c:v>
                </c:pt>
                <c:pt idx="58">
                  <c:v>166.18676952762027</c:v>
                </c:pt>
                <c:pt idx="59">
                  <c:v>11831.174875760738</c:v>
                </c:pt>
                <c:pt idx="60">
                  <c:v>17471.113345384565</c:v>
                </c:pt>
                <c:pt idx="61">
                  <c:v>12451.43795499059</c:v>
                </c:pt>
                <c:pt idx="62">
                  <c:v>13220.374522796848</c:v>
                </c:pt>
                <c:pt idx="63">
                  <c:v>4885.276364829613</c:v>
                </c:pt>
                <c:pt idx="64">
                  <c:v>3673.851889166655</c:v>
                </c:pt>
                <c:pt idx="65">
                  <c:v>8784.895611252829</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659.6825803945991</c:v>
                </c:pt>
                <c:pt idx="1">
                  <c:v>7615.848008174809</c:v>
                </c:pt>
                <c:pt idx="2">
                  <c:v>2970.640456712527</c:v>
                </c:pt>
                <c:pt idx="3">
                  <c:v>12.655332035252304</c:v>
                </c:pt>
                <c:pt idx="4">
                  <c:v>11493.521988803626</c:v>
                </c:pt>
                <c:pt idx="5">
                  <c:v>9123.980497670476</c:v>
                </c:pt>
                <c:pt idx="6">
                  <c:v>5330.921931355282</c:v>
                </c:pt>
                <c:pt idx="7">
                  <c:v>648.1817040866149</c:v>
                </c:pt>
                <c:pt idx="8">
                  <c:v>21759.56821945044</c:v>
                </c:pt>
                <c:pt idx="9">
                  <c:v>7729.968489512461</c:v>
                </c:pt>
                <c:pt idx="10">
                  <c:v>12895.778082706955</c:v>
                </c:pt>
                <c:pt idx="11">
                  <c:v>101.59525920145254</c:v>
                </c:pt>
                <c:pt idx="12">
                  <c:v>11286.386902219429</c:v>
                </c:pt>
                <c:pt idx="13">
                  <c:v>5480.245952816815</c:v>
                </c:pt>
                <c:pt idx="14">
                  <c:v>23222.61577514998</c:v>
                </c:pt>
                <c:pt idx="15">
                  <c:v>17151.643953746523</c:v>
                </c:pt>
                <c:pt idx="16">
                  <c:v>25314.63095188074</c:v>
                </c:pt>
                <c:pt idx="17">
                  <c:v>393.5598077906877</c:v>
                </c:pt>
                <c:pt idx="18">
                  <c:v>9827.540512977374</c:v>
                </c:pt>
                <c:pt idx="19">
                  <c:v>21261.304952803162</c:v>
                </c:pt>
                <c:pt idx="20">
                  <c:v>685.6313606823471</c:v>
                </c:pt>
                <c:pt idx="21">
                  <c:v>8097.73081622205</c:v>
                </c:pt>
                <c:pt idx="22">
                  <c:v>7593.148194612254</c:v>
                </c:pt>
                <c:pt idx="23">
                  <c:v>6293.691844604904</c:v>
                </c:pt>
                <c:pt idx="24">
                  <c:v>9356.815481520041</c:v>
                </c:pt>
                <c:pt idx="25">
                  <c:v>35.163633235749735</c:v>
                </c:pt>
                <c:pt idx="26">
                  <c:v>136.10248800345263</c:v>
                </c:pt>
                <c:pt idx="27">
                  <c:v>9793.084938727772</c:v>
                </c:pt>
                <c:pt idx="28">
                  <c:v>10598.539100206586</c:v>
                </c:pt>
                <c:pt idx="29">
                  <c:v>2666.463883167499</c:v>
                </c:pt>
                <c:pt idx="30">
                  <c:v>5590.721462182036</c:v>
                </c:pt>
                <c:pt idx="31">
                  <c:v>18524.191749718393</c:v>
                </c:pt>
                <c:pt idx="32">
                  <c:v>16319.674797695152</c:v>
                </c:pt>
                <c:pt idx="33">
                  <c:v>8430.949870259636</c:v>
                </c:pt>
                <c:pt idx="34">
                  <c:v>4547.141032785482</c:v>
                </c:pt>
                <c:pt idx="35">
                  <c:v>12086.581016805249</c:v>
                </c:pt>
                <c:pt idx="36">
                  <c:v>19502.918310448316</c:v>
                </c:pt>
                <c:pt idx="37">
                  <c:v>30.16720508822314</c:v>
                </c:pt>
                <c:pt idx="38">
                  <c:v>20872.695042211977</c:v>
                </c:pt>
                <c:pt idx="39">
                  <c:v>4255.25039323658</c:v>
                </c:pt>
                <c:pt idx="40">
                  <c:v>20657.789873050246</c:v>
                </c:pt>
                <c:pt idx="41">
                  <c:v>11457.405703291353</c:v>
                </c:pt>
                <c:pt idx="42">
                  <c:v>25993.406693810364</c:v>
                </c:pt>
                <c:pt idx="43">
                  <c:v>575.2664967726905</c:v>
                </c:pt>
                <c:pt idx="44">
                  <c:v>6528.37870791184</c:v>
                </c:pt>
                <c:pt idx="45">
                  <c:v>34540.56444804522</c:v>
                </c:pt>
                <c:pt idx="46">
                  <c:v>11122.733670252577</c:v>
                </c:pt>
                <c:pt idx="47">
                  <c:v>251.0083821056098</c:v>
                </c:pt>
                <c:pt idx="48">
                  <c:v>21104.182159405602</c:v>
                </c:pt>
                <c:pt idx="49">
                  <c:v>6695.075002830922</c:v>
                </c:pt>
                <c:pt idx="50">
                  <c:v>13116.552913846384</c:v>
                </c:pt>
                <c:pt idx="51">
                  <c:v>27033.559922346925</c:v>
                </c:pt>
                <c:pt idx="52">
                  <c:v>23445.26865401662</c:v>
                </c:pt>
                <c:pt idx="53">
                  <c:v>20878.91753950707</c:v>
                </c:pt>
                <c:pt idx="54">
                  <c:v>12645.071957875134</c:v>
                </c:pt>
                <c:pt idx="55">
                  <c:v>23526.934595135048</c:v>
                </c:pt>
                <c:pt idx="56">
                  <c:v>10519.134576574459</c:v>
                </c:pt>
                <c:pt idx="57">
                  <c:v>425.8708673745132</c:v>
                </c:pt>
                <c:pt idx="58">
                  <c:v>367.1075398843547</c:v>
                </c:pt>
                <c:pt idx="59">
                  <c:v>0.12247632349778506</c:v>
                </c:pt>
                <c:pt idx="60">
                  <c:v>6554.159342786397</c:v>
                </c:pt>
                <c:pt idx="61">
                  <c:v>10485.35714771819</c:v>
                </c:pt>
                <c:pt idx="62">
                  <c:v>12445.42038554802</c:v>
                </c:pt>
                <c:pt idx="63">
                  <c:v>682.1993435037111</c:v>
                </c:pt>
                <c:pt idx="64">
                  <c:v>11157.932313950047</c:v>
                </c:pt>
                <c:pt idx="65">
                  <c:v>13778.904624011</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2115.5349741251603</c:v>
                </c:pt>
                <c:pt idx="1">
                  <c:v>2757.9038760536064</c:v>
                </c:pt>
                <c:pt idx="2">
                  <c:v>7655.819087699148</c:v>
                </c:pt>
                <c:pt idx="3">
                  <c:v>26220.2582576903</c:v>
                </c:pt>
                <c:pt idx="4">
                  <c:v>2312.872725122801</c:v>
                </c:pt>
                <c:pt idx="5">
                  <c:v>23128.943879606322</c:v>
                </c:pt>
                <c:pt idx="6">
                  <c:v>2413.7260578635555</c:v>
                </c:pt>
                <c:pt idx="7">
                  <c:v>43830.51512093813</c:v>
                </c:pt>
                <c:pt idx="8">
                  <c:v>19545.108031401352</c:v>
                </c:pt>
                <c:pt idx="9">
                  <c:v>29953.134401413896</c:v>
                </c:pt>
                <c:pt idx="10">
                  <c:v>37945.912803463274</c:v>
                </c:pt>
                <c:pt idx="11">
                  <c:v>16767.10841958264</c:v>
                </c:pt>
                <c:pt idx="12">
                  <c:v>48541.14705217917</c:v>
                </c:pt>
                <c:pt idx="13">
                  <c:v>8638.443424243309</c:v>
                </c:pt>
                <c:pt idx="14">
                  <c:v>2340.7003408349096</c:v>
                </c:pt>
                <c:pt idx="15">
                  <c:v>10466.826278094179</c:v>
                </c:pt>
                <c:pt idx="16">
                  <c:v>39198.99850438507</c:v>
                </c:pt>
                <c:pt idx="17">
                  <c:v>17627.783065242373</c:v>
                </c:pt>
                <c:pt idx="18">
                  <c:v>18920.42446616737</c:v>
                </c:pt>
                <c:pt idx="19">
                  <c:v>46964.491870479</c:v>
                </c:pt>
                <c:pt idx="20">
                  <c:v>33962.56553825525</c:v>
                </c:pt>
                <c:pt idx="21">
                  <c:v>20241.79667928807</c:v>
                </c:pt>
                <c:pt idx="22">
                  <c:v>10970.080570547776</c:v>
                </c:pt>
                <c:pt idx="23">
                  <c:v>3374.672923388225</c:v>
                </c:pt>
                <c:pt idx="24">
                  <c:v>36693.15660989092</c:v>
                </c:pt>
                <c:pt idx="25">
                  <c:v>14451.294287133445</c:v>
                </c:pt>
                <c:pt idx="26">
                  <c:v>30438.135598260684</c:v>
                </c:pt>
                <c:pt idx="27">
                  <c:v>2783.0001458351367</c:v>
                </c:pt>
                <c:pt idx="28">
                  <c:v>16175.3787123525</c:v>
                </c:pt>
                <c:pt idx="29">
                  <c:v>30576.006392732586</c:v>
                </c:pt>
                <c:pt idx="30">
                  <c:v>13261.077658524904</c:v>
                </c:pt>
                <c:pt idx="31">
                  <c:v>42876.71762900142</c:v>
                </c:pt>
                <c:pt idx="32">
                  <c:v>39601.137409158764</c:v>
                </c:pt>
                <c:pt idx="33">
                  <c:v>49192.756703815</c:v>
                </c:pt>
                <c:pt idx="34">
                  <c:v>24436.275494199952</c:v>
                </c:pt>
                <c:pt idx="35">
                  <c:v>52327.863082566175</c:v>
                </c:pt>
                <c:pt idx="36">
                  <c:v>18566.350739948975</c:v>
                </c:pt>
                <c:pt idx="37">
                  <c:v>1270.9875527719878</c:v>
                </c:pt>
                <c:pt idx="38">
                  <c:v>2462.2868024143095</c:v>
                </c:pt>
                <c:pt idx="39">
                  <c:v>8121.667828704769</c:v>
                </c:pt>
                <c:pt idx="40">
                  <c:v>37044.7367552448</c:v>
                </c:pt>
                <c:pt idx="41">
                  <c:v>25617.819589881008</c:v>
                </c:pt>
                <c:pt idx="42">
                  <c:v>50028.94393167839</c:v>
                </c:pt>
                <c:pt idx="43">
                  <c:v>34472.81926488524</c:v>
                </c:pt>
                <c:pt idx="44">
                  <c:v>8573.294577181357</c:v>
                </c:pt>
                <c:pt idx="45">
                  <c:v>59510.75536300262</c:v>
                </c:pt>
                <c:pt idx="46">
                  <c:v>49165.14029151136</c:v>
                </c:pt>
                <c:pt idx="47">
                  <c:v>3966.1858035534387</c:v>
                </c:pt>
                <c:pt idx="48">
                  <c:v>1793.1998733901737</c:v>
                </c:pt>
                <c:pt idx="49">
                  <c:v>1996.1371845483131</c:v>
                </c:pt>
                <c:pt idx="50">
                  <c:v>34942.72831914973</c:v>
                </c:pt>
                <c:pt idx="51">
                  <c:v>8760.6772935383</c:v>
                </c:pt>
                <c:pt idx="52">
                  <c:v>710.7040728242406</c:v>
                </c:pt>
                <c:pt idx="53">
                  <c:v>63663.39249944566</c:v>
                </c:pt>
                <c:pt idx="54">
                  <c:v>36468.018093861305</c:v>
                </c:pt>
                <c:pt idx="55">
                  <c:v>20983.465028552844</c:v>
                </c:pt>
                <c:pt idx="56">
                  <c:v>10740.947203317823</c:v>
                </c:pt>
                <c:pt idx="57">
                  <c:v>61133.53963188764</c:v>
                </c:pt>
                <c:pt idx="58">
                  <c:v>8840.067528968386</c:v>
                </c:pt>
                <c:pt idx="59">
                  <c:v>65890.2454723166</c:v>
                </c:pt>
                <c:pt idx="60">
                  <c:v>62751.11457793589</c:v>
                </c:pt>
                <c:pt idx="61">
                  <c:v>52474.369500463545</c:v>
                </c:pt>
                <c:pt idx="62">
                  <c:v>66868.18319251228</c:v>
                </c:pt>
                <c:pt idx="63">
                  <c:v>32284.407303490407</c:v>
                </c:pt>
                <c:pt idx="64">
                  <c:v>34324.57300155373</c:v>
                </c:pt>
                <c:pt idx="65">
                  <c:v>16275.419123055359</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4449.105409543823</c:v>
                </c:pt>
                <c:pt idx="1">
                  <c:v>2980.284439915971</c:v>
                </c:pt>
                <c:pt idx="2">
                  <c:v>28456.147725413575</c:v>
                </c:pt>
                <c:pt idx="3">
                  <c:v>21041.7680315866</c:v>
                </c:pt>
                <c:pt idx="4">
                  <c:v>3222.915322428041</c:v>
                </c:pt>
                <c:pt idx="5">
                  <c:v>31170.701280368477</c:v>
                </c:pt>
                <c:pt idx="6">
                  <c:v>13797.819576935115</c:v>
                </c:pt>
                <c:pt idx="7">
                  <c:v>22872.468170164168</c:v>
                </c:pt>
                <c:pt idx="8">
                  <c:v>3858.9042993170588</c:v>
                </c:pt>
                <c:pt idx="9">
                  <c:v>38200.86100508078</c:v>
                </c:pt>
                <c:pt idx="10">
                  <c:v>45861.88891019107</c:v>
                </c:pt>
                <c:pt idx="11">
                  <c:v>16432.06701645535</c:v>
                </c:pt>
                <c:pt idx="12">
                  <c:v>3896.84713015576</c:v>
                </c:pt>
                <c:pt idx="13">
                  <c:v>52501.94644487809</c:v>
                </c:pt>
                <c:pt idx="14">
                  <c:v>28196.589853355596</c:v>
                </c:pt>
                <c:pt idx="15">
                  <c:v>4663.727971692532</c:v>
                </c:pt>
                <c:pt idx="16">
                  <c:v>47137.156685019196</c:v>
                </c:pt>
                <c:pt idx="17">
                  <c:v>3638.6575176297447</c:v>
                </c:pt>
                <c:pt idx="18">
                  <c:v>18013.855258985834</c:v>
                </c:pt>
                <c:pt idx="19">
                  <c:v>50204.92205997552</c:v>
                </c:pt>
                <c:pt idx="20">
                  <c:v>10079.174577376021</c:v>
                </c:pt>
                <c:pt idx="21">
                  <c:v>31956.536391534755</c:v>
                </c:pt>
                <c:pt idx="22">
                  <c:v>29843.821048614787</c:v>
                </c:pt>
                <c:pt idx="23">
                  <c:v>20347.173171837472</c:v>
                </c:pt>
                <c:pt idx="24">
                  <c:v>6042.801683225058</c:v>
                </c:pt>
                <c:pt idx="25">
                  <c:v>3971.5538306078197</c:v>
                </c:pt>
                <c:pt idx="26">
                  <c:v>4709.932352092871</c:v>
                </c:pt>
                <c:pt idx="27">
                  <c:v>31177.536861346493</c:v>
                </c:pt>
                <c:pt idx="28">
                  <c:v>5396.164412807043</c:v>
                </c:pt>
                <c:pt idx="29">
                  <c:v>37616.25817354361</c:v>
                </c:pt>
                <c:pt idx="30">
                  <c:v>35955.770286258885</c:v>
                </c:pt>
                <c:pt idx="31">
                  <c:v>22503.31421465997</c:v>
                </c:pt>
                <c:pt idx="32">
                  <c:v>15900.352972499753</c:v>
                </c:pt>
                <c:pt idx="33">
                  <c:v>5375.983080427906</c:v>
                </c:pt>
                <c:pt idx="34">
                  <c:v>25237.946199915234</c:v>
                </c:pt>
                <c:pt idx="35">
                  <c:v>58228.10033218313</c:v>
                </c:pt>
                <c:pt idx="36">
                  <c:v>72421.19147606123</c:v>
                </c:pt>
                <c:pt idx="37">
                  <c:v>21888.97203791431</c:v>
                </c:pt>
                <c:pt idx="38">
                  <c:v>55083.31020743779</c:v>
                </c:pt>
                <c:pt idx="39">
                  <c:v>45324.87082977427</c:v>
                </c:pt>
                <c:pt idx="40">
                  <c:v>35598.34285210644</c:v>
                </c:pt>
                <c:pt idx="41">
                  <c:v>28097.177390504192</c:v>
                </c:pt>
                <c:pt idx="42">
                  <c:v>13125.868935852923</c:v>
                </c:pt>
                <c:pt idx="43">
                  <c:v>16205.878851511732</c:v>
                </c:pt>
                <c:pt idx="44">
                  <c:v>63148.05170973924</c:v>
                </c:pt>
                <c:pt idx="45">
                  <c:v>21078.348233136505</c:v>
                </c:pt>
                <c:pt idx="46">
                  <c:v>5225.575210388038</c:v>
                </c:pt>
                <c:pt idx="47">
                  <c:v>5347.578827307905</c:v>
                </c:pt>
                <c:pt idx="48">
                  <c:v>16951.80310260721</c:v>
                </c:pt>
                <c:pt idx="49">
                  <c:v>59275.03227560753</c:v>
                </c:pt>
                <c:pt idx="50">
                  <c:v>10312.546672781942</c:v>
                </c:pt>
                <c:pt idx="51">
                  <c:v>6876.941441082715</c:v>
                </c:pt>
                <c:pt idx="52">
                  <c:v>4447.700899486325</c:v>
                </c:pt>
                <c:pt idx="53">
                  <c:v>26625.695028642524</c:v>
                </c:pt>
                <c:pt idx="54">
                  <c:v>7624.65653021243</c:v>
                </c:pt>
                <c:pt idx="55">
                  <c:v>4679.302242212025</c:v>
                </c:pt>
                <c:pt idx="56">
                  <c:v>7422.579363459067</c:v>
                </c:pt>
                <c:pt idx="57">
                  <c:v>30236.5995896583</c:v>
                </c:pt>
                <c:pt idx="58">
                  <c:v>37068.96915512176</c:v>
                </c:pt>
                <c:pt idx="59">
                  <c:v>30613.06870768174</c:v>
                </c:pt>
                <c:pt idx="60">
                  <c:v>5558.420691591235</c:v>
                </c:pt>
                <c:pt idx="61">
                  <c:v>32676.40643162352</c:v>
                </c:pt>
                <c:pt idx="62">
                  <c:v>10316.64875192532</c:v>
                </c:pt>
                <c:pt idx="63">
                  <c:v>32955.71022756429</c:v>
                </c:pt>
                <c:pt idx="64">
                  <c:v>18668.841636909452</c:v>
                </c:pt>
                <c:pt idx="65">
                  <c:v>28583.74823775912</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8002.452300770312</c:v>
                </c:pt>
                <c:pt idx="1">
                  <c:v>22880.772076868092</c:v>
                </c:pt>
                <c:pt idx="2">
                  <c:v>21935.240855901324</c:v>
                </c:pt>
                <c:pt idx="3">
                  <c:v>10004.247309371625</c:v>
                </c:pt>
                <c:pt idx="4">
                  <c:v>3195.4302643086817</c:v>
                </c:pt>
                <c:pt idx="5">
                  <c:v>19762.359667208297</c:v>
                </c:pt>
                <c:pt idx="6">
                  <c:v>31259.05196491455</c:v>
                </c:pt>
                <c:pt idx="7">
                  <c:v>37277.19099782535</c:v>
                </c:pt>
                <c:pt idx="8">
                  <c:v>38448.14718036662</c:v>
                </c:pt>
                <c:pt idx="9">
                  <c:v>19548.939563399443</c:v>
                </c:pt>
                <c:pt idx="10">
                  <c:v>20376.349689635146</c:v>
                </c:pt>
                <c:pt idx="11">
                  <c:v>16654.77194255025</c:v>
                </c:pt>
                <c:pt idx="12">
                  <c:v>43934.013730705155</c:v>
                </c:pt>
                <c:pt idx="13">
                  <c:v>52934.03293316075</c:v>
                </c:pt>
                <c:pt idx="14">
                  <c:v>54953.5824292074</c:v>
                </c:pt>
                <c:pt idx="15">
                  <c:v>18455.123236076644</c:v>
                </c:pt>
                <c:pt idx="16">
                  <c:v>32129.537611152413</c:v>
                </c:pt>
                <c:pt idx="17">
                  <c:v>26808.635815169117</c:v>
                </c:pt>
                <c:pt idx="18">
                  <c:v>23774.984587881503</c:v>
                </c:pt>
                <c:pt idx="19">
                  <c:v>43968.70210588076</c:v>
                </c:pt>
                <c:pt idx="20">
                  <c:v>52932.87085212483</c:v>
                </c:pt>
                <c:pt idx="21">
                  <c:v>58704.663933750424</c:v>
                </c:pt>
                <c:pt idx="22">
                  <c:v>37311.86413871196</c:v>
                </c:pt>
                <c:pt idx="23">
                  <c:v>36857.08881274004</c:v>
                </c:pt>
                <c:pt idx="24">
                  <c:v>50503.901071857224</c:v>
                </c:pt>
                <c:pt idx="25">
                  <c:v>38498.62111253847</c:v>
                </c:pt>
                <c:pt idx="26">
                  <c:v>38940.48409710129</c:v>
                </c:pt>
                <c:pt idx="27">
                  <c:v>26597.215976430023</c:v>
                </c:pt>
                <c:pt idx="28">
                  <c:v>36888.593158248346</c:v>
                </c:pt>
                <c:pt idx="29">
                  <c:v>35839.94548869467</c:v>
                </c:pt>
                <c:pt idx="30">
                  <c:v>48353.258194131224</c:v>
                </c:pt>
                <c:pt idx="31">
                  <c:v>30089.31523946502</c:v>
                </c:pt>
                <c:pt idx="32">
                  <c:v>28300.335888389687</c:v>
                </c:pt>
                <c:pt idx="33">
                  <c:v>10688.805736573438</c:v>
                </c:pt>
                <c:pt idx="34">
                  <c:v>14253.856984211921</c:v>
                </c:pt>
                <c:pt idx="35">
                  <c:v>13676.38715425391</c:v>
                </c:pt>
                <c:pt idx="36">
                  <c:v>11329.031926890786</c:v>
                </c:pt>
                <c:pt idx="37">
                  <c:v>3799.171157866632</c:v>
                </c:pt>
                <c:pt idx="38">
                  <c:v>16129.531668383717</c:v>
                </c:pt>
                <c:pt idx="39">
                  <c:v>6305.5849192572805</c:v>
                </c:pt>
                <c:pt idx="40">
                  <c:v>11636.940661687506</c:v>
                </c:pt>
                <c:pt idx="41">
                  <c:v>31806.035517246863</c:v>
                </c:pt>
                <c:pt idx="42">
                  <c:v>47924.49470700813</c:v>
                </c:pt>
                <c:pt idx="43">
                  <c:v>17313.51925930554</c:v>
                </c:pt>
                <c:pt idx="44">
                  <c:v>18544.528654725404</c:v>
                </c:pt>
                <c:pt idx="45">
                  <c:v>38300.105641856855</c:v>
                </c:pt>
                <c:pt idx="46">
                  <c:v>17078.13626978726</c:v>
                </c:pt>
                <c:pt idx="47">
                  <c:v>32722.95779263236</c:v>
                </c:pt>
                <c:pt idx="48">
                  <c:v>25364.55950078262</c:v>
                </c:pt>
                <c:pt idx="49">
                  <c:v>21202.829197969288</c:v>
                </c:pt>
                <c:pt idx="50">
                  <c:v>14570.095303122087</c:v>
                </c:pt>
                <c:pt idx="51">
                  <c:v>36296.78208915917</c:v>
                </c:pt>
                <c:pt idx="52">
                  <c:v>36713.39283460219</c:v>
                </c:pt>
                <c:pt idx="53">
                  <c:v>29909.186758257452</c:v>
                </c:pt>
                <c:pt idx="54">
                  <c:v>29270.88586983003</c:v>
                </c:pt>
                <c:pt idx="55">
                  <c:v>23335.631444791245</c:v>
                </c:pt>
                <c:pt idx="56">
                  <c:v>53889.19734603952</c:v>
                </c:pt>
                <c:pt idx="57">
                  <c:v>34291.3774130931</c:v>
                </c:pt>
                <c:pt idx="58">
                  <c:v>47653.69611174031</c:v>
                </c:pt>
                <c:pt idx="59">
                  <c:v>77068.9220720207</c:v>
                </c:pt>
                <c:pt idx="60">
                  <c:v>53435.75018811554</c:v>
                </c:pt>
                <c:pt idx="61">
                  <c:v>28725.64215528034</c:v>
                </c:pt>
                <c:pt idx="62">
                  <c:v>31310.174268223767</c:v>
                </c:pt>
                <c:pt idx="63">
                  <c:v>39244.86846328255</c:v>
                </c:pt>
                <c:pt idx="64">
                  <c:v>18125.47612722785</c:v>
                </c:pt>
                <c:pt idx="65">
                  <c:v>12753.52637410137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4828.11317141839</c:v>
                </c:pt>
                <c:pt idx="1">
                  <c:v>2491.0804756703237</c:v>
                </c:pt>
                <c:pt idx="2">
                  <c:v>3282.7741877259286</c:v>
                </c:pt>
                <c:pt idx="3">
                  <c:v>1748.064823704899</c:v>
                </c:pt>
                <c:pt idx="4">
                  <c:v>4978.394266820369</c:v>
                </c:pt>
                <c:pt idx="5">
                  <c:v>2238.9843202915563</c:v>
                </c:pt>
                <c:pt idx="6">
                  <c:v>4414.127458863062</c:v>
                </c:pt>
                <c:pt idx="7">
                  <c:v>2049.7487730671387</c:v>
                </c:pt>
                <c:pt idx="8">
                  <c:v>132.66220048389582</c:v>
                </c:pt>
                <c:pt idx="9">
                  <c:v>2735.988604147883</c:v>
                </c:pt>
                <c:pt idx="10">
                  <c:v>1122.7237385465667</c:v>
                </c:pt>
                <c:pt idx="11">
                  <c:v>802.1404882489993</c:v>
                </c:pt>
                <c:pt idx="12">
                  <c:v>3135.6684842786726</c:v>
                </c:pt>
                <c:pt idx="13">
                  <c:v>3399.739620082054</c:v>
                </c:pt>
                <c:pt idx="14">
                  <c:v>5821.424855994284</c:v>
                </c:pt>
                <c:pt idx="15">
                  <c:v>6743.858938015988</c:v>
                </c:pt>
                <c:pt idx="16">
                  <c:v>4184.3779906892805</c:v>
                </c:pt>
                <c:pt idx="17">
                  <c:v>5238.008088765176</c:v>
                </c:pt>
                <c:pt idx="18">
                  <c:v>6172.5905996645015</c:v>
                </c:pt>
                <c:pt idx="19">
                  <c:v>8389.867407240654</c:v>
                </c:pt>
                <c:pt idx="20">
                  <c:v>5966.250273902287</c:v>
                </c:pt>
                <c:pt idx="21">
                  <c:v>5836.891021414427</c:v>
                </c:pt>
                <c:pt idx="22">
                  <c:v>8063.64367809882</c:v>
                </c:pt>
                <c:pt idx="23">
                  <c:v>10353.147746741455</c:v>
                </c:pt>
                <c:pt idx="24">
                  <c:v>524.6319300430896</c:v>
                </c:pt>
                <c:pt idx="25">
                  <c:v>4491.899833040555</c:v>
                </c:pt>
                <c:pt idx="26">
                  <c:v>3256.785733867564</c:v>
                </c:pt>
                <c:pt idx="27">
                  <c:v>76.2883443754578</c:v>
                </c:pt>
                <c:pt idx="28">
                  <c:v>5695.876094425022</c:v>
                </c:pt>
                <c:pt idx="29">
                  <c:v>3169.127553166341</c:v>
                </c:pt>
                <c:pt idx="30">
                  <c:v>2067.9436557405133</c:v>
                </c:pt>
                <c:pt idx="31">
                  <c:v>4106.229970040772</c:v>
                </c:pt>
                <c:pt idx="32">
                  <c:v>4159.474872778784</c:v>
                </c:pt>
                <c:pt idx="33">
                  <c:v>79.55821639794407</c:v>
                </c:pt>
                <c:pt idx="34">
                  <c:v>10185.72371716667</c:v>
                </c:pt>
                <c:pt idx="35">
                  <c:v>4108.202228022318</c:v>
                </c:pt>
                <c:pt idx="36">
                  <c:v>10593.723134468686</c:v>
                </c:pt>
                <c:pt idx="37">
                  <c:v>1819.9708952926408</c:v>
                </c:pt>
                <c:pt idx="38">
                  <c:v>2179.4394895021737</c:v>
                </c:pt>
                <c:pt idx="39">
                  <c:v>584.1692571072191</c:v>
                </c:pt>
                <c:pt idx="40">
                  <c:v>2171.279492183204</c:v>
                </c:pt>
                <c:pt idx="41">
                  <c:v>0.9889225793375601</c:v>
                </c:pt>
                <c:pt idx="42">
                  <c:v>112.52620565396842</c:v>
                </c:pt>
                <c:pt idx="43">
                  <c:v>8414.690307568491</c:v>
                </c:pt>
                <c:pt idx="44">
                  <c:v>622.729179478318</c:v>
                </c:pt>
                <c:pt idx="45">
                  <c:v>8050.258739022625</c:v>
                </c:pt>
                <c:pt idx="46">
                  <c:v>3509.389028306241</c:v>
                </c:pt>
                <c:pt idx="47">
                  <c:v>989.0300351885646</c:v>
                </c:pt>
                <c:pt idx="48">
                  <c:v>2163.796686776587</c:v>
                </c:pt>
                <c:pt idx="49">
                  <c:v>1226.5712988771215</c:v>
                </c:pt>
                <c:pt idx="50">
                  <c:v>2436.1670126300714</c:v>
                </c:pt>
                <c:pt idx="51">
                  <c:v>94.63601624705355</c:v>
                </c:pt>
                <c:pt idx="52">
                  <c:v>2602.220630305251</c:v>
                </c:pt>
                <c:pt idx="53">
                  <c:v>1215.8847825126365</c:v>
                </c:pt>
                <c:pt idx="54">
                  <c:v>5208.6314246777565</c:v>
                </c:pt>
                <c:pt idx="55">
                  <c:v>48.68125191695324</c:v>
                </c:pt>
                <c:pt idx="56">
                  <c:v>5663.553716003881</c:v>
                </c:pt>
                <c:pt idx="57">
                  <c:v>20.296697704262144</c:v>
                </c:pt>
                <c:pt idx="58">
                  <c:v>1776.6587499207635</c:v>
                </c:pt>
                <c:pt idx="59">
                  <c:v>6274.555229780579</c:v>
                </c:pt>
                <c:pt idx="60">
                  <c:v>3006.287124564083</c:v>
                </c:pt>
                <c:pt idx="61">
                  <c:v>3999.3645169629262</c:v>
                </c:pt>
                <c:pt idx="62">
                  <c:v>978.7169569810782</c:v>
                </c:pt>
                <c:pt idx="63">
                  <c:v>2142.177046857249</c:v>
                </c:pt>
                <c:pt idx="64">
                  <c:v>133.5782212653569</c:v>
                </c:pt>
                <c:pt idx="65">
                  <c:v>4689.859538101376</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66.63056739936616</c:v>
                </c:pt>
                <c:pt idx="1">
                  <c:v>3029.124995070273</c:v>
                </c:pt>
                <c:pt idx="2">
                  <c:v>512.302608189858</c:v>
                </c:pt>
                <c:pt idx="3">
                  <c:v>123.84687399114674</c:v>
                </c:pt>
                <c:pt idx="4">
                  <c:v>659.5846615881659</c:v>
                </c:pt>
                <c:pt idx="5">
                  <c:v>2109.078298297852</c:v>
                </c:pt>
                <c:pt idx="6">
                  <c:v>2142.744546023054</c:v>
                </c:pt>
                <c:pt idx="7">
                  <c:v>4688.80522341341</c:v>
                </c:pt>
                <c:pt idx="8">
                  <c:v>205.47944920080246</c:v>
                </c:pt>
                <c:pt idx="9">
                  <c:v>84.86986209233204</c:v>
                </c:pt>
                <c:pt idx="10">
                  <c:v>1420.8176308270358</c:v>
                </c:pt>
                <c:pt idx="11">
                  <c:v>861.356771252516</c:v>
                </c:pt>
                <c:pt idx="12">
                  <c:v>2890.2874015058596</c:v>
                </c:pt>
                <c:pt idx="13">
                  <c:v>259.8007738310038</c:v>
                </c:pt>
                <c:pt idx="14">
                  <c:v>193.05504553343704</c:v>
                </c:pt>
                <c:pt idx="15">
                  <c:v>91.43765894001639</c:v>
                </c:pt>
                <c:pt idx="16">
                  <c:v>1931.7389994244738</c:v>
                </c:pt>
                <c:pt idx="17">
                  <c:v>31.032823986369504</c:v>
                </c:pt>
                <c:pt idx="18">
                  <c:v>2356.70229711635</c:v>
                </c:pt>
                <c:pt idx="19">
                  <c:v>259.00470324756753</c:v>
                </c:pt>
                <c:pt idx="20">
                  <c:v>503.7840462166225</c:v>
                </c:pt>
                <c:pt idx="21">
                  <c:v>4027.072318842134</c:v>
                </c:pt>
                <c:pt idx="22">
                  <c:v>2668.336200885882</c:v>
                </c:pt>
                <c:pt idx="23">
                  <c:v>191.90247563588267</c:v>
                </c:pt>
                <c:pt idx="24">
                  <c:v>158.87390348494057</c:v>
                </c:pt>
                <c:pt idx="25">
                  <c:v>2632.3870657717134</c:v>
                </c:pt>
                <c:pt idx="26">
                  <c:v>614.1565879663284</c:v>
                </c:pt>
                <c:pt idx="27">
                  <c:v>1676.9689343875134</c:v>
                </c:pt>
                <c:pt idx="28">
                  <c:v>2220.2398657974586</c:v>
                </c:pt>
                <c:pt idx="29">
                  <c:v>1174.6531419344121</c:v>
                </c:pt>
                <c:pt idx="30">
                  <c:v>1264.356388261219</c:v>
                </c:pt>
                <c:pt idx="31">
                  <c:v>22.860694620904503</c:v>
                </c:pt>
                <c:pt idx="32">
                  <c:v>44.87432261926632</c:v>
                </c:pt>
                <c:pt idx="33">
                  <c:v>116.08626869353742</c:v>
                </c:pt>
                <c:pt idx="34">
                  <c:v>107.87825092816239</c:v>
                </c:pt>
                <c:pt idx="35">
                  <c:v>3783.134455349755</c:v>
                </c:pt>
                <c:pt idx="36">
                  <c:v>2716.6738622572266</c:v>
                </c:pt>
                <c:pt idx="37">
                  <c:v>34.92538705634303</c:v>
                </c:pt>
                <c:pt idx="38">
                  <c:v>29.031681066570563</c:v>
                </c:pt>
                <c:pt idx="39">
                  <c:v>1687.9215985293945</c:v>
                </c:pt>
                <c:pt idx="40">
                  <c:v>334.63873161607404</c:v>
                </c:pt>
                <c:pt idx="41">
                  <c:v>3.004736314197759</c:v>
                </c:pt>
                <c:pt idx="42">
                  <c:v>4156.300756650847</c:v>
                </c:pt>
                <c:pt idx="43">
                  <c:v>500.01421054894985</c:v>
                </c:pt>
                <c:pt idx="44">
                  <c:v>38.44232931185339</c:v>
                </c:pt>
                <c:pt idx="45">
                  <c:v>1396.6221997054859</c:v>
                </c:pt>
                <c:pt idx="46">
                  <c:v>124.56312040927011</c:v>
                </c:pt>
                <c:pt idx="47">
                  <c:v>52.20028474504164</c:v>
                </c:pt>
                <c:pt idx="48">
                  <c:v>168.70485698877673</c:v>
                </c:pt>
                <c:pt idx="49">
                  <c:v>569.2371215717952</c:v>
                </c:pt>
                <c:pt idx="50">
                  <c:v>527.9353983938412</c:v>
                </c:pt>
                <c:pt idx="51">
                  <c:v>4063.236913195544</c:v>
                </c:pt>
                <c:pt idx="52">
                  <c:v>1966.9939476754107</c:v>
                </c:pt>
                <c:pt idx="53">
                  <c:v>172.4321148671197</c:v>
                </c:pt>
                <c:pt idx="54">
                  <c:v>38.98136382878995</c:v>
                </c:pt>
                <c:pt idx="55">
                  <c:v>2784.6330399440712</c:v>
                </c:pt>
                <c:pt idx="56">
                  <c:v>1407.338497068712</c:v>
                </c:pt>
                <c:pt idx="57">
                  <c:v>296.25334290545345</c:v>
                </c:pt>
                <c:pt idx="58">
                  <c:v>88.59558286974307</c:v>
                </c:pt>
                <c:pt idx="59">
                  <c:v>2990.0381307294733</c:v>
                </c:pt>
                <c:pt idx="60">
                  <c:v>1121.227329427964</c:v>
                </c:pt>
                <c:pt idx="61">
                  <c:v>3236.090079664364</c:v>
                </c:pt>
                <c:pt idx="62">
                  <c:v>4938.896296837805</c:v>
                </c:pt>
                <c:pt idx="63">
                  <c:v>219.9025452929754</c:v>
                </c:pt>
                <c:pt idx="64">
                  <c:v>25.775040599043564</c:v>
                </c:pt>
                <c:pt idx="65">
                  <c:v>2651.505895303898</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20698.926749445527</c:v>
                </c:pt>
                <c:pt idx="1">
                  <c:v>-3843.741492198071</c:v>
                </c:pt>
                <c:pt idx="2">
                  <c:v>-11954.557208473967</c:v>
                </c:pt>
                <c:pt idx="3">
                  <c:v>12261.633539241377</c:v>
                </c:pt>
                <c:pt idx="4">
                  <c:v>-235.50225557687554</c:v>
                </c:pt>
                <c:pt idx="5">
                  <c:v>-3418.6998956320676</c:v>
                </c:pt>
                <c:pt idx="6">
                  <c:v>11914.329886402176</c:v>
                </c:pt>
                <c:pt idx="7">
                  <c:v>-6890.992361743519</c:v>
                </c:pt>
                <c:pt idx="8">
                  <c:v>3498.685585516076</c:v>
                </c:pt>
                <c:pt idx="9">
                  <c:v>11579.189156501967</c:v>
                </c:pt>
                <c:pt idx="10">
                  <c:v>-16099.437629393946</c:v>
                </c:pt>
                <c:pt idx="11">
                  <c:v>5499.820605176237</c:v>
                </c:pt>
                <c:pt idx="12">
                  <c:v>5275.487117866425</c:v>
                </c:pt>
                <c:pt idx="13">
                  <c:v>10553.991722893054</c:v>
                </c:pt>
                <c:pt idx="14">
                  <c:v>-6024.478701082917</c:v>
                </c:pt>
                <c:pt idx="15">
                  <c:v>13303.258735979005</c:v>
                </c:pt>
                <c:pt idx="16">
                  <c:v>4116.468774245089</c:v>
                </c:pt>
                <c:pt idx="17">
                  <c:v>6825.194411987352</c:v>
                </c:pt>
                <c:pt idx="18">
                  <c:v>9094.153257919803</c:v>
                </c:pt>
                <c:pt idx="19">
                  <c:v>-9134.369317817358</c:v>
                </c:pt>
                <c:pt idx="20">
                  <c:v>-2280.500051038068</c:v>
                </c:pt>
                <c:pt idx="21">
                  <c:v>-9292.81817747945</c:v>
                </c:pt>
                <c:pt idx="22">
                  <c:v>19308.749418975243</c:v>
                </c:pt>
                <c:pt idx="23">
                  <c:v>15110.925222175603</c:v>
                </c:pt>
                <c:pt idx="24">
                  <c:v>9651.826498455153</c:v>
                </c:pt>
                <c:pt idx="25">
                  <c:v>-13533.982283597134</c:v>
                </c:pt>
                <c:pt idx="26">
                  <c:v>-7046.296706605666</c:v>
                </c:pt>
                <c:pt idx="27">
                  <c:v>11975.159114951675</c:v>
                </c:pt>
                <c:pt idx="28">
                  <c:v>-4218.850832567328</c:v>
                </c:pt>
                <c:pt idx="29">
                  <c:v>8450.040302614543</c:v>
                </c:pt>
                <c:pt idx="30">
                  <c:v>20917.323827602413</c:v>
                </c:pt>
                <c:pt idx="31">
                  <c:v>6540.252253170736</c:v>
                </c:pt>
                <c:pt idx="32">
                  <c:v>-17423.337056020413</c:v>
                </c:pt>
                <c:pt idx="33">
                  <c:v>16643.29409153366</c:v>
                </c:pt>
                <c:pt idx="34">
                  <c:v>16820.077593175447</c:v>
                </c:pt>
                <c:pt idx="35">
                  <c:v>11207.505576519285</c:v>
                </c:pt>
                <c:pt idx="36">
                  <c:v>-4855.576242758118</c:v>
                </c:pt>
                <c:pt idx="37">
                  <c:v>-17165.584710847135</c:v>
                </c:pt>
                <c:pt idx="38">
                  <c:v>-9658.625154198018</c:v>
                </c:pt>
                <c:pt idx="39">
                  <c:v>-1906.213804457168</c:v>
                </c:pt>
                <c:pt idx="40">
                  <c:v>121.31353521671736</c:v>
                </c:pt>
                <c:pt idx="41">
                  <c:v>-7816.015762608932</c:v>
                </c:pt>
                <c:pt idx="42">
                  <c:v>-5737.577049582042</c:v>
                </c:pt>
                <c:pt idx="43">
                  <c:v>6387.055112864625</c:v>
                </c:pt>
                <c:pt idx="44">
                  <c:v>-8990.371877269772</c:v>
                </c:pt>
                <c:pt idx="45">
                  <c:v>-8344.490515889414</c:v>
                </c:pt>
                <c:pt idx="46">
                  <c:v>-15730.720907388728</c:v>
                </c:pt>
                <c:pt idx="47">
                  <c:v>-10030.7403539594</c:v>
                </c:pt>
                <c:pt idx="48">
                  <c:v>-6943.07619163252</c:v>
                </c:pt>
                <c:pt idx="49">
                  <c:v>-14799.619542372679</c:v>
                </c:pt>
                <c:pt idx="50">
                  <c:v>-14035.747104810127</c:v>
                </c:pt>
                <c:pt idx="51">
                  <c:v>-145.31742112628626</c:v>
                </c:pt>
                <c:pt idx="52">
                  <c:v>-10106.732036476787</c:v>
                </c:pt>
                <c:pt idx="53">
                  <c:v>7037.726417319163</c:v>
                </c:pt>
                <c:pt idx="54">
                  <c:v>1598.600221781412</c:v>
                </c:pt>
                <c:pt idx="55">
                  <c:v>-10246.991632734238</c:v>
                </c:pt>
                <c:pt idx="56">
                  <c:v>-1233.5010727462732</c:v>
                </c:pt>
                <c:pt idx="57">
                  <c:v>-11904.791853928575</c:v>
                </c:pt>
                <c:pt idx="58">
                  <c:v>-15211.614502462846</c:v>
                </c:pt>
                <c:pt idx="59">
                  <c:v>10396.173520145956</c:v>
                </c:pt>
                <c:pt idx="60">
                  <c:v>-2986.0200713986414</c:v>
                </c:pt>
                <c:pt idx="61">
                  <c:v>-31429.950513287968</c:v>
                </c:pt>
                <c:pt idx="62">
                  <c:v>-2952.404903448235</c:v>
                </c:pt>
                <c:pt idx="63">
                  <c:v>26523.29952865174</c:v>
                </c:pt>
                <c:pt idx="64">
                  <c:v>-171.1349970297881</c:v>
                </c:pt>
                <c:pt idx="65">
                  <c:v>11424.471282139297</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9789.557413553825</c:v>
                </c:pt>
                <c:pt idx="1">
                  <c:v>4964.8959516594</c:v>
                </c:pt>
                <c:pt idx="2">
                  <c:v>9959.055748863631</c:v>
                </c:pt>
                <c:pt idx="3">
                  <c:v>8508.825892248713</c:v>
                </c:pt>
                <c:pt idx="4">
                  <c:v>6808.399581449214</c:v>
                </c:pt>
                <c:pt idx="5">
                  <c:v>776.1639915276864</c:v>
                </c:pt>
                <c:pt idx="6">
                  <c:v>371.395200008274</c:v>
                </c:pt>
                <c:pt idx="7">
                  <c:v>188.88060193052638</c:v>
                </c:pt>
                <c:pt idx="8">
                  <c:v>3960.570963803508</c:v>
                </c:pt>
                <c:pt idx="9">
                  <c:v>5975.461748710465</c:v>
                </c:pt>
                <c:pt idx="10">
                  <c:v>1198.3436498826388</c:v>
                </c:pt>
                <c:pt idx="11">
                  <c:v>3532.2279620604013</c:v>
                </c:pt>
                <c:pt idx="12">
                  <c:v>1681.035167328825</c:v>
                </c:pt>
                <c:pt idx="13">
                  <c:v>6231.511802142932</c:v>
                </c:pt>
                <c:pt idx="14">
                  <c:v>7714.814360708641</c:v>
                </c:pt>
                <c:pt idx="15">
                  <c:v>183.26504528424522</c:v>
                </c:pt>
                <c:pt idx="16">
                  <c:v>88.11177620289479</c:v>
                </c:pt>
                <c:pt idx="17">
                  <c:v>2792.4102361411406</c:v>
                </c:pt>
                <c:pt idx="18">
                  <c:v>3273.1532041995542</c:v>
                </c:pt>
                <c:pt idx="19">
                  <c:v>4430.903586247745</c:v>
                </c:pt>
                <c:pt idx="20">
                  <c:v>6490.336775526434</c:v>
                </c:pt>
                <c:pt idx="21">
                  <c:v>619.1875362846417</c:v>
                </c:pt>
                <c:pt idx="22">
                  <c:v>3656.3030581800836</c:v>
                </c:pt>
                <c:pt idx="23">
                  <c:v>5499.63975059478</c:v>
                </c:pt>
                <c:pt idx="24">
                  <c:v>12821.773744661074</c:v>
                </c:pt>
                <c:pt idx="25">
                  <c:v>6089.550592033471</c:v>
                </c:pt>
                <c:pt idx="26">
                  <c:v>6987.42436465971</c:v>
                </c:pt>
                <c:pt idx="27">
                  <c:v>4298.586514841383</c:v>
                </c:pt>
                <c:pt idx="28">
                  <c:v>7484.755520590804</c:v>
                </c:pt>
                <c:pt idx="29">
                  <c:v>3234.7342380435707</c:v>
                </c:pt>
                <c:pt idx="30">
                  <c:v>133.48851929197323</c:v>
                </c:pt>
                <c:pt idx="31">
                  <c:v>7911.984979220695</c:v>
                </c:pt>
                <c:pt idx="32">
                  <c:v>300.40267339702115</c:v>
                </c:pt>
                <c:pt idx="33">
                  <c:v>117.93765867784073</c:v>
                </c:pt>
                <c:pt idx="34">
                  <c:v>4147.454033682274</c:v>
                </c:pt>
                <c:pt idx="35">
                  <c:v>4366.399154182596</c:v>
                </c:pt>
                <c:pt idx="36">
                  <c:v>1956.4125370793765</c:v>
                </c:pt>
                <c:pt idx="37">
                  <c:v>7925.277759784617</c:v>
                </c:pt>
                <c:pt idx="38">
                  <c:v>253.60537243551454</c:v>
                </c:pt>
                <c:pt idx="39">
                  <c:v>8219.044014818463</c:v>
                </c:pt>
                <c:pt idx="40">
                  <c:v>5412.629237092333</c:v>
                </c:pt>
                <c:pt idx="41">
                  <c:v>10451.630909360192</c:v>
                </c:pt>
                <c:pt idx="42">
                  <c:v>10337.730147832051</c:v>
                </c:pt>
                <c:pt idx="43">
                  <c:v>4182.847123939318</c:v>
                </c:pt>
                <c:pt idx="44">
                  <c:v>5035.788996367461</c:v>
                </c:pt>
                <c:pt idx="45">
                  <c:v>12467.714214031635</c:v>
                </c:pt>
                <c:pt idx="46">
                  <c:v>5375.531634486222</c:v>
                </c:pt>
                <c:pt idx="47">
                  <c:v>3919.7199580205606</c:v>
                </c:pt>
                <c:pt idx="48">
                  <c:v>9235.791000497231</c:v>
                </c:pt>
                <c:pt idx="49">
                  <c:v>9119.059225146006</c:v>
                </c:pt>
                <c:pt idx="50">
                  <c:v>2733.2198497510226</c:v>
                </c:pt>
                <c:pt idx="51">
                  <c:v>10013.432782506348</c:v>
                </c:pt>
                <c:pt idx="52">
                  <c:v>7561.4925642301805</c:v>
                </c:pt>
                <c:pt idx="53">
                  <c:v>8008.1188536032705</c:v>
                </c:pt>
                <c:pt idx="54">
                  <c:v>2935.4765884132084</c:v>
                </c:pt>
                <c:pt idx="55">
                  <c:v>11554.37337799176</c:v>
                </c:pt>
                <c:pt idx="56">
                  <c:v>7872.319497728649</c:v>
                </c:pt>
                <c:pt idx="57">
                  <c:v>108.69271820592802</c:v>
                </c:pt>
                <c:pt idx="58">
                  <c:v>7049.612408063784</c:v>
                </c:pt>
                <c:pt idx="59">
                  <c:v>5091.693331675118</c:v>
                </c:pt>
                <c:pt idx="60">
                  <c:v>4148.629791028054</c:v>
                </c:pt>
                <c:pt idx="61">
                  <c:v>12953.586763141893</c:v>
                </c:pt>
                <c:pt idx="62">
                  <c:v>11286.703649650015</c:v>
                </c:pt>
                <c:pt idx="63">
                  <c:v>7547.6408179688915</c:v>
                </c:pt>
                <c:pt idx="64">
                  <c:v>7663.48761095647</c:v>
                </c:pt>
                <c:pt idx="65">
                  <c:v>286.0347746516898</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47359.29770562031</c:v>
                </c:pt>
                <c:pt idx="1">
                  <c:v>38701.83969712825</c:v>
                </c:pt>
                <c:pt idx="2">
                  <c:v>34277.633906241834</c:v>
                </c:pt>
                <c:pt idx="3">
                  <c:v>45573.28977161418</c:v>
                </c:pt>
                <c:pt idx="4">
                  <c:v>34620.665014326216</c:v>
                </c:pt>
                <c:pt idx="5">
                  <c:v>33039.94714213311</c:v>
                </c:pt>
                <c:pt idx="6">
                  <c:v>41438.1411977473</c:v>
                </c:pt>
                <c:pt idx="7">
                  <c:v>72539.76226581784</c:v>
                </c:pt>
                <c:pt idx="8">
                  <c:v>65481.49013144568</c:v>
                </c:pt>
                <c:pt idx="9">
                  <c:v>64053.3837850312</c:v>
                </c:pt>
                <c:pt idx="10">
                  <c:v>80338.61175787737</c:v>
                </c:pt>
                <c:pt idx="11">
                  <c:v>51714.46564361546</c:v>
                </c:pt>
                <c:pt idx="12">
                  <c:v>54213.82716481756</c:v>
                </c:pt>
                <c:pt idx="13">
                  <c:v>42311.97133465897</c:v>
                </c:pt>
                <c:pt idx="14">
                  <c:v>62812.15077417045</c:v>
                </c:pt>
                <c:pt idx="15">
                  <c:v>59499.92818390318</c:v>
                </c:pt>
                <c:pt idx="16">
                  <c:v>64417.18886795988</c:v>
                </c:pt>
                <c:pt idx="17">
                  <c:v>41165.22334577229</c:v>
                </c:pt>
                <c:pt idx="18">
                  <c:v>20915.367526415597</c:v>
                </c:pt>
                <c:pt idx="19">
                  <c:v>34278.00746668019</c:v>
                </c:pt>
                <c:pt idx="20">
                  <c:v>27525.17682276761</c:v>
                </c:pt>
                <c:pt idx="21">
                  <c:v>46195.28850426134</c:v>
                </c:pt>
                <c:pt idx="22">
                  <c:v>32038.04895409864</c:v>
                </c:pt>
                <c:pt idx="23">
                  <c:v>10581.32459206829</c:v>
                </c:pt>
                <c:pt idx="24">
                  <c:v>8739.005468756644</c:v>
                </c:pt>
                <c:pt idx="25">
                  <c:v>27500.675516408624</c:v>
                </c:pt>
                <c:pt idx="26">
                  <c:v>47751.2834386984</c:v>
                </c:pt>
                <c:pt idx="27">
                  <c:v>27628.24323848768</c:v>
                </c:pt>
                <c:pt idx="28">
                  <c:v>15574.751125392359</c:v>
                </c:pt>
                <c:pt idx="29">
                  <c:v>6290.528906581089</c:v>
                </c:pt>
                <c:pt idx="30">
                  <c:v>32597.973976916393</c:v>
                </c:pt>
                <c:pt idx="31">
                  <c:v>27705.941044469437</c:v>
                </c:pt>
                <c:pt idx="32">
                  <c:v>27121.281873466138</c:v>
                </c:pt>
                <c:pt idx="33">
                  <c:v>13320.470508769939</c:v>
                </c:pt>
                <c:pt idx="34">
                  <c:v>8486.330424153955</c:v>
                </c:pt>
                <c:pt idx="35">
                  <c:v>32129.387318848327</c:v>
                </c:pt>
                <c:pt idx="36">
                  <c:v>53706.9018413585</c:v>
                </c:pt>
                <c:pt idx="37">
                  <c:v>37746.41300087758</c:v>
                </c:pt>
                <c:pt idx="38">
                  <c:v>16498.56024363804</c:v>
                </c:pt>
                <c:pt idx="39">
                  <c:v>34642.494916047</c:v>
                </c:pt>
                <c:pt idx="40">
                  <c:v>45397.22152036763</c:v>
                </c:pt>
                <c:pt idx="41">
                  <c:v>18307.644999976263</c:v>
                </c:pt>
                <c:pt idx="42">
                  <c:v>48945.50798989695</c:v>
                </c:pt>
                <c:pt idx="43">
                  <c:v>27925.070465442277</c:v>
                </c:pt>
                <c:pt idx="44">
                  <c:v>16752.863068737643</c:v>
                </c:pt>
                <c:pt idx="45">
                  <c:v>19203.98141018558</c:v>
                </c:pt>
                <c:pt idx="46">
                  <c:v>17948.366162642054</c:v>
                </c:pt>
                <c:pt idx="47">
                  <c:v>27814.10402134094</c:v>
                </c:pt>
                <c:pt idx="48">
                  <c:v>16557.989124639942</c:v>
                </c:pt>
                <c:pt idx="49">
                  <c:v>6718.727995785335</c:v>
                </c:pt>
                <c:pt idx="50">
                  <c:v>7817.469288141546</c:v>
                </c:pt>
                <c:pt idx="51">
                  <c:v>34590.18145268306</c:v>
                </c:pt>
                <c:pt idx="52">
                  <c:v>13227.660590616193</c:v>
                </c:pt>
                <c:pt idx="53">
                  <c:v>38415.4883616282</c:v>
                </c:pt>
                <c:pt idx="54">
                  <c:v>28267.516968122825</c:v>
                </c:pt>
                <c:pt idx="55">
                  <c:v>8411.975243263412</c:v>
                </c:pt>
                <c:pt idx="56">
                  <c:v>27273.962533394577</c:v>
                </c:pt>
                <c:pt idx="57">
                  <c:v>28606.74637668213</c:v>
                </c:pt>
                <c:pt idx="58">
                  <c:v>16492.6873877025</c:v>
                </c:pt>
                <c:pt idx="59">
                  <c:v>46874.18921873857</c:v>
                </c:pt>
                <c:pt idx="60">
                  <c:v>37659.44145435273</c:v>
                </c:pt>
                <c:pt idx="61">
                  <c:v>16983.768180575476</c:v>
                </c:pt>
                <c:pt idx="62">
                  <c:v>18311.306716978015</c:v>
                </c:pt>
                <c:pt idx="63">
                  <c:v>35087.23617320607</c:v>
                </c:pt>
                <c:pt idx="64">
                  <c:v>17896.8373480129</c:v>
                </c:pt>
                <c:pt idx="65">
                  <c:v>12950.394348962427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3124.8507119942215</c:v>
                </c:pt>
                <c:pt idx="1">
                  <c:v>9209.726912497226</c:v>
                </c:pt>
                <c:pt idx="2">
                  <c:v>5313.265675414048</c:v>
                </c:pt>
                <c:pt idx="3">
                  <c:v>26.233833083737853</c:v>
                </c:pt>
                <c:pt idx="4">
                  <c:v>3367.4599223568694</c:v>
                </c:pt>
                <c:pt idx="5">
                  <c:v>7052.573448122334</c:v>
                </c:pt>
                <c:pt idx="6">
                  <c:v>2588.4117959686796</c:v>
                </c:pt>
                <c:pt idx="7">
                  <c:v>7860.626626578438</c:v>
                </c:pt>
                <c:pt idx="8">
                  <c:v>9025.31769896509</c:v>
                </c:pt>
                <c:pt idx="9">
                  <c:v>5025.545003267919</c:v>
                </c:pt>
                <c:pt idx="10">
                  <c:v>4245.364249447686</c:v>
                </c:pt>
                <c:pt idx="11">
                  <c:v>7818.383131742734</c:v>
                </c:pt>
                <c:pt idx="12">
                  <c:v>2976.587880788462</c:v>
                </c:pt>
                <c:pt idx="13">
                  <c:v>3923.33335443565</c:v>
                </c:pt>
                <c:pt idx="14">
                  <c:v>9713.43227177189</c:v>
                </c:pt>
                <c:pt idx="15">
                  <c:v>9381.058916315513</c:v>
                </c:pt>
                <c:pt idx="16">
                  <c:v>8403.522407803372</c:v>
                </c:pt>
                <c:pt idx="17">
                  <c:v>5332.584580518996</c:v>
                </c:pt>
                <c:pt idx="18">
                  <c:v>676.7805875021879</c:v>
                </c:pt>
                <c:pt idx="19">
                  <c:v>5202.06225300287</c:v>
                </c:pt>
                <c:pt idx="20">
                  <c:v>9716.922640199135</c:v>
                </c:pt>
                <c:pt idx="21">
                  <c:v>7599.034836077591</c:v>
                </c:pt>
                <c:pt idx="22">
                  <c:v>12562.637558384235</c:v>
                </c:pt>
                <c:pt idx="23">
                  <c:v>6503.625179508983</c:v>
                </c:pt>
                <c:pt idx="24">
                  <c:v>13380.59192715976</c:v>
                </c:pt>
                <c:pt idx="25">
                  <c:v>10357.954270373975</c:v>
                </c:pt>
                <c:pt idx="26">
                  <c:v>3688.186837466057</c:v>
                </c:pt>
                <c:pt idx="27">
                  <c:v>3020.897518089649</c:v>
                </c:pt>
                <c:pt idx="28">
                  <c:v>457.3104331765794</c:v>
                </c:pt>
                <c:pt idx="29">
                  <c:v>6495.681988278915</c:v>
                </c:pt>
                <c:pt idx="30">
                  <c:v>7980.638982414081</c:v>
                </c:pt>
                <c:pt idx="31">
                  <c:v>3499.325636967504</c:v>
                </c:pt>
                <c:pt idx="32">
                  <c:v>6651.437948461422</c:v>
                </c:pt>
                <c:pt idx="33">
                  <c:v>3387.1112851310786</c:v>
                </c:pt>
                <c:pt idx="34">
                  <c:v>7149.664697725262</c:v>
                </c:pt>
                <c:pt idx="35">
                  <c:v>6551.06503343236</c:v>
                </c:pt>
                <c:pt idx="36">
                  <c:v>376.9572342751102</c:v>
                </c:pt>
                <c:pt idx="37">
                  <c:v>5883.743036979978</c:v>
                </c:pt>
                <c:pt idx="38">
                  <c:v>7539.013866414682</c:v>
                </c:pt>
                <c:pt idx="39">
                  <c:v>7947.118920332221</c:v>
                </c:pt>
                <c:pt idx="40">
                  <c:v>938.3592715113336</c:v>
                </c:pt>
                <c:pt idx="41">
                  <c:v>2.730173929546703</c:v>
                </c:pt>
                <c:pt idx="42">
                  <c:v>70.80765613078285</c:v>
                </c:pt>
                <c:pt idx="43">
                  <c:v>299.00796938338715</c:v>
                </c:pt>
                <c:pt idx="44">
                  <c:v>7254.305610201745</c:v>
                </c:pt>
                <c:pt idx="45">
                  <c:v>4545.593105040869</c:v>
                </c:pt>
                <c:pt idx="46">
                  <c:v>11395.788151161127</c:v>
                </c:pt>
                <c:pt idx="47">
                  <c:v>4157.564201981586</c:v>
                </c:pt>
                <c:pt idx="48">
                  <c:v>2326.518393884731</c:v>
                </c:pt>
                <c:pt idx="49">
                  <c:v>3175.689362910084</c:v>
                </c:pt>
                <c:pt idx="50">
                  <c:v>3306.847340619141</c:v>
                </c:pt>
                <c:pt idx="51">
                  <c:v>4469.855346929916</c:v>
                </c:pt>
                <c:pt idx="52">
                  <c:v>3869.354213956775</c:v>
                </c:pt>
                <c:pt idx="53">
                  <c:v>323.6525840930177</c:v>
                </c:pt>
                <c:pt idx="54">
                  <c:v>1112.0254882854979</c:v>
                </c:pt>
                <c:pt idx="55">
                  <c:v>4805.177753121299</c:v>
                </c:pt>
                <c:pt idx="56">
                  <c:v>8844.675039462792</c:v>
                </c:pt>
                <c:pt idx="57">
                  <c:v>505.07535269180096</c:v>
                </c:pt>
                <c:pt idx="58">
                  <c:v>2950.64296658899</c:v>
                </c:pt>
                <c:pt idx="59">
                  <c:v>3709.8803636504986</c:v>
                </c:pt>
                <c:pt idx="60">
                  <c:v>8364.786601286152</c:v>
                </c:pt>
                <c:pt idx="61">
                  <c:v>8810.751484009752</c:v>
                </c:pt>
                <c:pt idx="62">
                  <c:v>6147.858212026957</c:v>
                </c:pt>
                <c:pt idx="63">
                  <c:v>2835.8376439051644</c:v>
                </c:pt>
                <c:pt idx="64">
                  <c:v>9177.391720049389</c:v>
                </c:pt>
                <c:pt idx="65">
                  <c:v>1040.681820799841</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1390.2613933063292</c:v>
                </c:pt>
                <c:pt idx="1">
                  <c:v>2929.599723254527</c:v>
                </c:pt>
                <c:pt idx="2">
                  <c:v>35.8664711770185</c:v>
                </c:pt>
                <c:pt idx="3">
                  <c:v>70.12256144482524</c:v>
                </c:pt>
                <c:pt idx="4">
                  <c:v>2.5716220642825563e-06</c:v>
                </c:pt>
                <c:pt idx="5">
                  <c:v>223.71674497724257</c:v>
                </c:pt>
                <c:pt idx="6">
                  <c:v>198.35300258219092</c:v>
                </c:pt>
                <c:pt idx="7">
                  <c:v>6307.381882086685</c:v>
                </c:pt>
                <c:pt idx="8">
                  <c:v>353.5818387289524</c:v>
                </c:pt>
                <c:pt idx="9">
                  <c:v>142.91206303740935</c:v>
                </c:pt>
                <c:pt idx="10">
                  <c:v>154.64550517161805</c:v>
                </c:pt>
                <c:pt idx="11">
                  <c:v>102.02765251171374</c:v>
                </c:pt>
                <c:pt idx="12">
                  <c:v>1736.6770372196997</c:v>
                </c:pt>
                <c:pt idx="13">
                  <c:v>3326.213711782991</c:v>
                </c:pt>
                <c:pt idx="14">
                  <c:v>107.9302767081311</c:v>
                </c:pt>
                <c:pt idx="15">
                  <c:v>94.43605813916479</c:v>
                </c:pt>
                <c:pt idx="16">
                  <c:v>148.36381375905947</c:v>
                </c:pt>
                <c:pt idx="17">
                  <c:v>102.65733547705335</c:v>
                </c:pt>
                <c:pt idx="18">
                  <c:v>127.56978546331935</c:v>
                </c:pt>
                <c:pt idx="19">
                  <c:v>7888.790075556039</c:v>
                </c:pt>
                <c:pt idx="20">
                  <c:v>145.8214050949445</c:v>
                </c:pt>
                <c:pt idx="21">
                  <c:v>3874.0420197610633</c:v>
                </c:pt>
                <c:pt idx="22">
                  <c:v>1493.8386223228501</c:v>
                </c:pt>
                <c:pt idx="23">
                  <c:v>9.617847207311305</c:v>
                </c:pt>
                <c:pt idx="24">
                  <c:v>3872.581526344947</c:v>
                </c:pt>
                <c:pt idx="25">
                  <c:v>3811.199298798134</c:v>
                </c:pt>
                <c:pt idx="26">
                  <c:v>333.0997322236587</c:v>
                </c:pt>
                <c:pt idx="27">
                  <c:v>256.1952542356436</c:v>
                </c:pt>
                <c:pt idx="28">
                  <c:v>4174.536220367691</c:v>
                </c:pt>
                <c:pt idx="29">
                  <c:v>1701.2703784996536</c:v>
                </c:pt>
                <c:pt idx="30">
                  <c:v>167.40881244092407</c:v>
                </c:pt>
                <c:pt idx="31">
                  <c:v>3400.2341493815516</c:v>
                </c:pt>
                <c:pt idx="32">
                  <c:v>42.77938590618717</c:v>
                </c:pt>
                <c:pt idx="33">
                  <c:v>2265.2223541202384</c:v>
                </c:pt>
                <c:pt idx="34">
                  <c:v>4896.5904722970445</c:v>
                </c:pt>
                <c:pt idx="35">
                  <c:v>4603.686947189629</c:v>
                </c:pt>
                <c:pt idx="36">
                  <c:v>4312.144398464405</c:v>
                </c:pt>
                <c:pt idx="37">
                  <c:v>303.0353030301228</c:v>
                </c:pt>
                <c:pt idx="38">
                  <c:v>3605.4174083369535</c:v>
                </c:pt>
                <c:pt idx="39">
                  <c:v>1036.7257735661371</c:v>
                </c:pt>
                <c:pt idx="40">
                  <c:v>412.2914338103606</c:v>
                </c:pt>
                <c:pt idx="41">
                  <c:v>118.37457039165034</c:v>
                </c:pt>
                <c:pt idx="42">
                  <c:v>4137.602634846159</c:v>
                </c:pt>
                <c:pt idx="43">
                  <c:v>2953.6548120157636</c:v>
                </c:pt>
                <c:pt idx="44">
                  <c:v>4141.476450841767</c:v>
                </c:pt>
                <c:pt idx="45">
                  <c:v>7297.719154610561</c:v>
                </c:pt>
                <c:pt idx="46">
                  <c:v>1701.7303398496974</c:v>
                </c:pt>
                <c:pt idx="47">
                  <c:v>6420.688287495979</c:v>
                </c:pt>
                <c:pt idx="48">
                  <c:v>1051.81627100374</c:v>
                </c:pt>
                <c:pt idx="49">
                  <c:v>219.70652471491059</c:v>
                </c:pt>
                <c:pt idx="50">
                  <c:v>1.6519707314398243e-05</c:v>
                </c:pt>
                <c:pt idx="51">
                  <c:v>146.95681687475064</c:v>
                </c:pt>
                <c:pt idx="52">
                  <c:v>4008.4001893671802</c:v>
                </c:pt>
                <c:pt idx="53">
                  <c:v>4056.0253518576897</c:v>
                </c:pt>
                <c:pt idx="54">
                  <c:v>3733.799910360485</c:v>
                </c:pt>
                <c:pt idx="55">
                  <c:v>206.10311409643614</c:v>
                </c:pt>
                <c:pt idx="56">
                  <c:v>125.9241213800349</c:v>
                </c:pt>
                <c:pt idx="57">
                  <c:v>136.02236972367876</c:v>
                </c:pt>
                <c:pt idx="58">
                  <c:v>283.86203281150404</c:v>
                </c:pt>
                <c:pt idx="59">
                  <c:v>7488.1432797537145</c:v>
                </c:pt>
                <c:pt idx="60">
                  <c:v>3636.3563688671384</c:v>
                </c:pt>
                <c:pt idx="61">
                  <c:v>211.93311344413604</c:v>
                </c:pt>
                <c:pt idx="62">
                  <c:v>322.952339329946</c:v>
                </c:pt>
                <c:pt idx="63">
                  <c:v>6209.997284675934</c:v>
                </c:pt>
                <c:pt idx="64">
                  <c:v>1823.3985212633022</c:v>
                </c:pt>
                <c:pt idx="65">
                  <c:v>3.0509291481403984e-06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-2410.1797978897666</c:v>
                </c:pt>
                <c:pt idx="1">
                  <c:v>-1717.1084764559582</c:v>
                </c:pt>
                <c:pt idx="2">
                  <c:v>-1305.9271813486157</c:v>
                </c:pt>
                <c:pt idx="3">
                  <c:v>-4698.1006630836555</c:v>
                </c:pt>
                <c:pt idx="4">
                  <c:v>-2102.9635677617225</c:v>
                </c:pt>
                <c:pt idx="5">
                  <c:v>-49.19712717025078</c:v>
                </c:pt>
                <c:pt idx="6">
                  <c:v>-8.370294127788735</c:v>
                </c:pt>
                <c:pt idx="7">
                  <c:v>-142.75736558565694</c:v>
                </c:pt>
                <c:pt idx="8">
                  <c:v>-3371.7643671891483</c:v>
                </c:pt>
                <c:pt idx="9">
                  <c:v>-100.31152040794758</c:v>
                </c:pt>
                <c:pt idx="10">
                  <c:v>-3006.344153399575</c:v>
                </c:pt>
                <c:pt idx="11">
                  <c:v>-1655.6769922080716</c:v>
                </c:pt>
                <c:pt idx="12">
                  <c:v>-2225.4623311081946</c:v>
                </c:pt>
                <c:pt idx="13">
                  <c:v>-1229.8921867885845</c:v>
                </c:pt>
                <c:pt idx="14">
                  <c:v>-36.848229139607106</c:v>
                </c:pt>
                <c:pt idx="15">
                  <c:v>-3943.590372557659</c:v>
                </c:pt>
                <c:pt idx="16">
                  <c:v>-2977.2512267955854</c:v>
                </c:pt>
                <c:pt idx="17">
                  <c:v>-1035.1419557669483</c:v>
                </c:pt>
                <c:pt idx="18">
                  <c:v>-76.97388768520514</c:v>
                </c:pt>
                <c:pt idx="19">
                  <c:v>-105.7162564095071</c:v>
                </c:pt>
                <c:pt idx="20">
                  <c:v>-591.631753716459</c:v>
                </c:pt>
                <c:pt idx="21">
                  <c:v>-1725.8502866137212</c:v>
                </c:pt>
                <c:pt idx="22">
                  <c:v>-847.5052282950646</c:v>
                </c:pt>
                <c:pt idx="23">
                  <c:v>-28.574436144528548</c:v>
                </c:pt>
                <c:pt idx="24">
                  <c:v>-1702.1061844261833</c:v>
                </c:pt>
                <c:pt idx="25">
                  <c:v>-91.48122486604376</c:v>
                </c:pt>
                <c:pt idx="26">
                  <c:v>-1588.4037776665</c:v>
                </c:pt>
                <c:pt idx="27">
                  <c:v>-1142.833085855172</c:v>
                </c:pt>
                <c:pt idx="28">
                  <c:v>-183.34526656640193</c:v>
                </c:pt>
                <c:pt idx="29">
                  <c:v>-4320.484133756283</c:v>
                </c:pt>
                <c:pt idx="30">
                  <c:v>-2013.1362515136648</c:v>
                </c:pt>
                <c:pt idx="31">
                  <c:v>-2113.3730338013993</c:v>
                </c:pt>
                <c:pt idx="32">
                  <c:v>-2048.171488290632</c:v>
                </c:pt>
                <c:pt idx="33">
                  <c:v>-1355.4966068695246</c:v>
                </c:pt>
                <c:pt idx="34">
                  <c:v>-68.79558946398618</c:v>
                </c:pt>
                <c:pt idx="35">
                  <c:v>-70.99563596699912</c:v>
                </c:pt>
                <c:pt idx="36">
                  <c:v>-4907.649518170681</c:v>
                </c:pt>
                <c:pt idx="37">
                  <c:v>-354.9124907705353</c:v>
                </c:pt>
                <c:pt idx="38">
                  <c:v>-1137.1528785923051</c:v>
                </c:pt>
                <c:pt idx="39">
                  <c:v>-123.65595130682516</c:v>
                </c:pt>
                <c:pt idx="40">
                  <c:v>-4130.712033021497</c:v>
                </c:pt>
                <c:pt idx="41">
                  <c:v>-3969.182983741278</c:v>
                </c:pt>
                <c:pt idx="42">
                  <c:v>-5576.158510258332</c:v>
                </c:pt>
                <c:pt idx="43">
                  <c:v>-50.21426910144591</c:v>
                </c:pt>
                <c:pt idx="44">
                  <c:v>-2478.7324242383525</c:v>
                </c:pt>
                <c:pt idx="45">
                  <c:v>-876.4024266340217</c:v>
                </c:pt>
                <c:pt idx="46">
                  <c:v>-2032.6557682241555</c:v>
                </c:pt>
                <c:pt idx="47">
                  <c:v>-1413.7897700317421</c:v>
                </c:pt>
                <c:pt idx="48">
                  <c:v>-747.3260770401325</c:v>
                </c:pt>
                <c:pt idx="49">
                  <c:v>-3884.014237352486</c:v>
                </c:pt>
                <c:pt idx="50">
                  <c:v>-228.88155102033855</c:v>
                </c:pt>
                <c:pt idx="51">
                  <c:v>-4222.7020280423085</c:v>
                </c:pt>
                <c:pt idx="52">
                  <c:v>-133.3824962224675</c:v>
                </c:pt>
                <c:pt idx="53">
                  <c:v>-1148.3045485689295</c:v>
                </c:pt>
                <c:pt idx="54">
                  <c:v>-1947.0489851294628</c:v>
                </c:pt>
                <c:pt idx="55">
                  <c:v>-2704.4439860389148</c:v>
                </c:pt>
                <c:pt idx="56">
                  <c:v>-54.34153981585989</c:v>
                </c:pt>
                <c:pt idx="57">
                  <c:v>-2446.4457093889705</c:v>
                </c:pt>
                <c:pt idx="58">
                  <c:v>-3417.404964812352</c:v>
                </c:pt>
                <c:pt idx="59">
                  <c:v>-6176.421497618481</c:v>
                </c:pt>
                <c:pt idx="60">
                  <c:v>-1118.35517780704</c:v>
                </c:pt>
                <c:pt idx="61">
                  <c:v>-3059.8322049699846</c:v>
                </c:pt>
                <c:pt idx="62">
                  <c:v>-1957.48890740656</c:v>
                </c:pt>
                <c:pt idx="63">
                  <c:v>-3497.8442932479356</c:v>
                </c:pt>
                <c:pt idx="64">
                  <c:v>-7.976181192004844</c:v>
                </c:pt>
                <c:pt idx="65">
                  <c:v>-3657.1285445268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585.1937715196069</c:v>
                </c:pt>
                <c:pt idx="1">
                  <c:v>37.80288665945266</c:v>
                </c:pt>
                <c:pt idx="2">
                  <c:v>142.84062279330067</c:v>
                </c:pt>
                <c:pt idx="3">
                  <c:v>2409.1229891498638</c:v>
                </c:pt>
                <c:pt idx="4">
                  <c:v>1668.4404837621773</c:v>
                </c:pt>
                <c:pt idx="5">
                  <c:v>1514.5924880371797</c:v>
                </c:pt>
                <c:pt idx="6">
                  <c:v>203.6561052832797</c:v>
                </c:pt>
                <c:pt idx="7">
                  <c:v>1338.5966432319508</c:v>
                </c:pt>
                <c:pt idx="8">
                  <c:v>556.0152981317291</c:v>
                </c:pt>
                <c:pt idx="9">
                  <c:v>1766.8669027783062</c:v>
                </c:pt>
                <c:pt idx="10">
                  <c:v>4175.7797051495345</c:v>
                </c:pt>
                <c:pt idx="11">
                  <c:v>1695.0250623994098</c:v>
                </c:pt>
                <c:pt idx="12">
                  <c:v>1064.4641125114094</c:v>
                </c:pt>
                <c:pt idx="13">
                  <c:v>1399.4070799409728</c:v>
                </c:pt>
                <c:pt idx="14">
                  <c:v>1168.6682558716218</c:v>
                </c:pt>
                <c:pt idx="15">
                  <c:v>983.4545063670314</c:v>
                </c:pt>
                <c:pt idx="16">
                  <c:v>400.70655564409526</c:v>
                </c:pt>
                <c:pt idx="17">
                  <c:v>62.01967644497476</c:v>
                </c:pt>
                <c:pt idx="18">
                  <c:v>1744.611968815284</c:v>
                </c:pt>
                <c:pt idx="19">
                  <c:v>262.274443693967</c:v>
                </c:pt>
                <c:pt idx="20">
                  <c:v>135.80049092184422</c:v>
                </c:pt>
                <c:pt idx="21">
                  <c:v>2670.9657622636105</c:v>
                </c:pt>
                <c:pt idx="22">
                  <c:v>1074.2234360680125</c:v>
                </c:pt>
                <c:pt idx="23">
                  <c:v>40.917731810574615</c:v>
                </c:pt>
                <c:pt idx="24">
                  <c:v>170.9312346398154</c:v>
                </c:pt>
                <c:pt idx="25">
                  <c:v>88.47533828969267</c:v>
                </c:pt>
                <c:pt idx="26">
                  <c:v>2553.8029510918946</c:v>
                </c:pt>
                <c:pt idx="27">
                  <c:v>1098.2869236440176</c:v>
                </c:pt>
                <c:pt idx="28">
                  <c:v>345.2088563447028</c:v>
                </c:pt>
                <c:pt idx="29">
                  <c:v>2399.1543585464983</c:v>
                </c:pt>
                <c:pt idx="30">
                  <c:v>337.4717785302565</c:v>
                </c:pt>
                <c:pt idx="31">
                  <c:v>666.1288808440496</c:v>
                </c:pt>
                <c:pt idx="32">
                  <c:v>2208.733506073577</c:v>
                </c:pt>
                <c:pt idx="33">
                  <c:v>2529.985353179739</c:v>
                </c:pt>
                <c:pt idx="34">
                  <c:v>4186.715304544525</c:v>
                </c:pt>
                <c:pt idx="35">
                  <c:v>3143.786456025435</c:v>
                </c:pt>
                <c:pt idx="36">
                  <c:v>4644.55740849445</c:v>
                </c:pt>
                <c:pt idx="37">
                  <c:v>1017.741509838927</c:v>
                </c:pt>
                <c:pt idx="38">
                  <c:v>4990.481819968954</c:v>
                </c:pt>
                <c:pt idx="39">
                  <c:v>1752.3900776457408</c:v>
                </c:pt>
                <c:pt idx="40">
                  <c:v>2566.023981273992</c:v>
                </c:pt>
                <c:pt idx="41">
                  <c:v>162.72414438049015</c:v>
                </c:pt>
                <c:pt idx="42">
                  <c:v>421.24519230913194</c:v>
                </c:pt>
                <c:pt idx="43">
                  <c:v>2497.398344523561</c:v>
                </c:pt>
                <c:pt idx="44">
                  <c:v>1181.5435954397751</c:v>
                </c:pt>
                <c:pt idx="45">
                  <c:v>785.915540338957</c:v>
                </c:pt>
                <c:pt idx="46">
                  <c:v>542.9881240837369</c:v>
                </c:pt>
                <c:pt idx="47">
                  <c:v>5168.328103632708</c:v>
                </c:pt>
                <c:pt idx="48">
                  <c:v>1295.4248711011542</c:v>
                </c:pt>
                <c:pt idx="49">
                  <c:v>2925.2784312680433</c:v>
                </c:pt>
                <c:pt idx="50">
                  <c:v>334.5532871116714</c:v>
                </c:pt>
                <c:pt idx="51">
                  <c:v>4039.749909228408</c:v>
                </c:pt>
                <c:pt idx="52">
                  <c:v>611.0722465893876</c:v>
                </c:pt>
                <c:pt idx="53">
                  <c:v>3290.0982470654753</c:v>
                </c:pt>
                <c:pt idx="54">
                  <c:v>2836.1455760588324</c:v>
                </c:pt>
                <c:pt idx="55">
                  <c:v>1412.3852108927283</c:v>
                </c:pt>
                <c:pt idx="56">
                  <c:v>229.89931397638156</c:v>
                </c:pt>
                <c:pt idx="57">
                  <c:v>98.75446668923274</c:v>
                </c:pt>
                <c:pt idx="58">
                  <c:v>2998.182444395255</c:v>
                </c:pt>
                <c:pt idx="59">
                  <c:v>4926.709749841191</c:v>
                </c:pt>
                <c:pt idx="60">
                  <c:v>642.5087459657767</c:v>
                </c:pt>
                <c:pt idx="61">
                  <c:v>38.20730975564909</c:v>
                </c:pt>
                <c:pt idx="62">
                  <c:v>340.4229118796378</c:v>
                </c:pt>
                <c:pt idx="63">
                  <c:v>153.66116969524148</c:v>
                </c:pt>
                <c:pt idx="64">
                  <c:v>1892.5144998686228</c:v>
                </c:pt>
                <c:pt idx="65">
                  <c:v>1754.0818736064307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103.70832280912023</c:v>
                </c:pt>
                <c:pt idx="1">
                  <c:v>100.17919359066846</c:v>
                </c:pt>
                <c:pt idx="2">
                  <c:v>641.0964590525459</c:v>
                </c:pt>
                <c:pt idx="3">
                  <c:v>134.718643860811</c:v>
                </c:pt>
                <c:pt idx="4">
                  <c:v>241.72145124611978</c:v>
                </c:pt>
                <c:pt idx="5">
                  <c:v>416.6849873098363</c:v>
                </c:pt>
                <c:pt idx="6">
                  <c:v>91.4284647548712</c:v>
                </c:pt>
                <c:pt idx="7">
                  <c:v>1039.1008710669446</c:v>
                </c:pt>
                <c:pt idx="8">
                  <c:v>602.0228300975599</c:v>
                </c:pt>
                <c:pt idx="9">
                  <c:v>696.539836590081</c:v>
                </c:pt>
                <c:pt idx="10">
                  <c:v>1007.8500302067051</c:v>
                </c:pt>
                <c:pt idx="11">
                  <c:v>307.2814642296221</c:v>
                </c:pt>
                <c:pt idx="12">
                  <c:v>654.219162680397</c:v>
                </c:pt>
                <c:pt idx="13">
                  <c:v>981.1601552813149</c:v>
                </c:pt>
                <c:pt idx="14">
                  <c:v>832.9989185332125</c:v>
                </c:pt>
                <c:pt idx="15">
                  <c:v>1134.458416256974</c:v>
                </c:pt>
                <c:pt idx="16">
                  <c:v>587.1832806817145</c:v>
                </c:pt>
                <c:pt idx="17">
                  <c:v>88.3299271585499</c:v>
                </c:pt>
                <c:pt idx="18">
                  <c:v>89.66598020867681</c:v>
                </c:pt>
                <c:pt idx="19">
                  <c:v>135.80035197037168</c:v>
                </c:pt>
                <c:pt idx="20">
                  <c:v>661.4255630505991</c:v>
                </c:pt>
                <c:pt idx="21">
                  <c:v>1272.4815211164462</c:v>
                </c:pt>
                <c:pt idx="22">
                  <c:v>362.99046617802225</c:v>
                </c:pt>
                <c:pt idx="23">
                  <c:v>896.1133012519198</c:v>
                </c:pt>
                <c:pt idx="24">
                  <c:v>157.50747971364876</c:v>
                </c:pt>
                <c:pt idx="25">
                  <c:v>120.2899804104177</c:v>
                </c:pt>
                <c:pt idx="26">
                  <c:v>457.6408381973675</c:v>
                </c:pt>
                <c:pt idx="27">
                  <c:v>1132.3439032534795</c:v>
                </c:pt>
                <c:pt idx="28">
                  <c:v>1184.8373522749828</c:v>
                </c:pt>
                <c:pt idx="29">
                  <c:v>669.7417258984304</c:v>
                </c:pt>
                <c:pt idx="30">
                  <c:v>700.0226344943019</c:v>
                </c:pt>
                <c:pt idx="31">
                  <c:v>404.52782874879034</c:v>
                </c:pt>
                <c:pt idx="32">
                  <c:v>768.5555653472776</c:v>
                </c:pt>
                <c:pt idx="33">
                  <c:v>161.8092788546544</c:v>
                </c:pt>
                <c:pt idx="34">
                  <c:v>132.1493561453591</c:v>
                </c:pt>
                <c:pt idx="35">
                  <c:v>109.24429506805102</c:v>
                </c:pt>
                <c:pt idx="36">
                  <c:v>188.30434152930258</c:v>
                </c:pt>
                <c:pt idx="37">
                  <c:v>110.49549718774634</c:v>
                </c:pt>
                <c:pt idx="38">
                  <c:v>968.7986976324905</c:v>
                </c:pt>
                <c:pt idx="39">
                  <c:v>441.36261863141175</c:v>
                </c:pt>
                <c:pt idx="40">
                  <c:v>1859.16172583034</c:v>
                </c:pt>
                <c:pt idx="41">
                  <c:v>736.1887883382087</c:v>
                </c:pt>
                <c:pt idx="42">
                  <c:v>167.60494430332054</c:v>
                </c:pt>
                <c:pt idx="43">
                  <c:v>1468.9647037502518</c:v>
                </c:pt>
                <c:pt idx="44">
                  <c:v>190.69529751691618</c:v>
                </c:pt>
                <c:pt idx="45">
                  <c:v>560.4492719049601</c:v>
                </c:pt>
                <c:pt idx="46">
                  <c:v>271.7224886863991</c:v>
                </c:pt>
                <c:pt idx="47">
                  <c:v>146.49876822893538</c:v>
                </c:pt>
                <c:pt idx="48">
                  <c:v>126.2053135395537</c:v>
                </c:pt>
                <c:pt idx="49">
                  <c:v>758.1475722531973</c:v>
                </c:pt>
                <c:pt idx="50">
                  <c:v>843.4140061746086</c:v>
                </c:pt>
                <c:pt idx="51">
                  <c:v>588.0212939104432</c:v>
                </c:pt>
                <c:pt idx="52">
                  <c:v>135.56631036573285</c:v>
                </c:pt>
                <c:pt idx="53">
                  <c:v>645.608336744643</c:v>
                </c:pt>
                <c:pt idx="54">
                  <c:v>761.149668494983</c:v>
                </c:pt>
                <c:pt idx="55">
                  <c:v>667.3214272962376</c:v>
                </c:pt>
                <c:pt idx="56">
                  <c:v>161.49370778086018</c:v>
                </c:pt>
                <c:pt idx="57">
                  <c:v>1084.3887123324594</c:v>
                </c:pt>
                <c:pt idx="58">
                  <c:v>1799.380117295912</c:v>
                </c:pt>
                <c:pt idx="59">
                  <c:v>1033.1892684882946</c:v>
                </c:pt>
                <c:pt idx="60">
                  <c:v>1111.9210611444023</c:v>
                </c:pt>
                <c:pt idx="61">
                  <c:v>783.0601298051286</c:v>
                </c:pt>
                <c:pt idx="62">
                  <c:v>1119.825046289044</c:v>
                </c:pt>
                <c:pt idx="63">
                  <c:v>148.18567224615106</c:v>
                </c:pt>
                <c:pt idx="64">
                  <c:v>121.0776463127804</c:v>
                </c:pt>
                <c:pt idx="65">
                  <c:v>130.13035748708631</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247776.42182498312</c:v>
                </c:pt>
                <c:pt idx="1">
                  <c:v>282665.4917178898</c:v>
                </c:pt>
                <c:pt idx="2">
                  <c:v>349822.2936999735</c:v>
                </c:pt>
                <c:pt idx="3">
                  <c:v>293665.67490637413</c:v>
                </c:pt>
                <c:pt idx="4">
                  <c:v>205107.34369360257</c:v>
                </c:pt>
                <c:pt idx="5">
                  <c:v>153768.51333326544</c:v>
                </c:pt>
                <c:pt idx="6">
                  <c:v>53861.83545704814</c:v>
                </c:pt>
                <c:pt idx="7">
                  <c:v>13511.896930131557</c:v>
                </c:pt>
                <c:pt idx="8">
                  <c:v>4527.785594038808</c:v>
                </c:pt>
                <c:pt idx="9">
                  <c:v>39087.7794140767</c:v>
                </c:pt>
                <c:pt idx="10">
                  <c:v>134341.31102482037</c:v>
                </c:pt>
                <c:pt idx="11">
                  <c:v>177130.20700834726</c:v>
                </c:pt>
                <c:pt idx="12">
                  <c:v>262349.2962150126</c:v>
                </c:pt>
                <c:pt idx="13">
                  <c:v>294481.0546164367</c:v>
                </c:pt>
                <c:pt idx="14">
                  <c:v>396440.2989779026</c:v>
                </c:pt>
                <c:pt idx="15">
                  <c:v>299025.787824759</c:v>
                </c:pt>
                <c:pt idx="16">
                  <c:v>278941.3361089378</c:v>
                </c:pt>
                <c:pt idx="17">
                  <c:v>125593.88690758208</c:v>
                </c:pt>
                <c:pt idx="18">
                  <c:v>61378.253793126925</c:v>
                </c:pt>
                <c:pt idx="19">
                  <c:v>15496.516558776366</c:v>
                </c:pt>
                <c:pt idx="20">
                  <c:v>4730.00143358324</c:v>
                </c:pt>
                <c:pt idx="21">
                  <c:v>40439.31366025374</c:v>
                </c:pt>
                <c:pt idx="22">
                  <c:v>134230.6793089654</c:v>
                </c:pt>
                <c:pt idx="23">
                  <c:v>187225.69157044278</c:v>
                </c:pt>
                <c:pt idx="24">
                  <c:v>327450.5846333594</c:v>
                </c:pt>
                <c:pt idx="25">
                  <c:v>315615.5715391281</c:v>
                </c:pt>
                <c:pt idx="26">
                  <c:v>337224.46695235465</c:v>
                </c:pt>
                <c:pt idx="27">
                  <c:v>283442.8005411477</c:v>
                </c:pt>
                <c:pt idx="28">
                  <c:v>258856.66597387864</c:v>
                </c:pt>
                <c:pt idx="29">
                  <c:v>131663.90679235075</c:v>
                </c:pt>
                <c:pt idx="30">
                  <c:v>64602.599535678804</c:v>
                </c:pt>
                <c:pt idx="31">
                  <c:v>16899.199822709004</c:v>
                </c:pt>
                <c:pt idx="32">
                  <c:v>4784.035451384694</c:v>
                </c:pt>
                <c:pt idx="33">
                  <c:v>58933.136377163915</c:v>
                </c:pt>
                <c:pt idx="34">
                  <c:v>130235.33519960208</c:v>
                </c:pt>
                <c:pt idx="35">
                  <c:v>220465.7466441731</c:v>
                </c:pt>
                <c:pt idx="36">
                  <c:v>371128.3235670581</c:v>
                </c:pt>
                <c:pt idx="37">
                  <c:v>316717.70244613406</c:v>
                </c:pt>
                <c:pt idx="38">
                  <c:v>341467.65691442986</c:v>
                </c:pt>
                <c:pt idx="39">
                  <c:v>275787.7549726026</c:v>
                </c:pt>
                <c:pt idx="40">
                  <c:v>297153.47432176175</c:v>
                </c:pt>
                <c:pt idx="41">
                  <c:v>130941.43378384825</c:v>
                </c:pt>
                <c:pt idx="42">
                  <c:v>75350.67880065284</c:v>
                </c:pt>
                <c:pt idx="43">
                  <c:v>8693.58878535148</c:v>
                </c:pt>
                <c:pt idx="44">
                  <c:v>4979.061801268933</c:v>
                </c:pt>
                <c:pt idx="45">
                  <c:v>65549.90023563152</c:v>
                </c:pt>
                <c:pt idx="46">
                  <c:v>123329.23819966574</c:v>
                </c:pt>
                <c:pt idx="47">
                  <c:v>184525.89448132</c:v>
                </c:pt>
                <c:pt idx="48">
                  <c:v>346078.00167079957</c:v>
                </c:pt>
                <c:pt idx="49">
                  <c:v>305851.16603101033</c:v>
                </c:pt>
                <c:pt idx="50">
                  <c:v>300602.81018204044</c:v>
                </c:pt>
                <c:pt idx="51">
                  <c:v>354644.6513155752</c:v>
                </c:pt>
                <c:pt idx="52">
                  <c:v>212481.32825179087</c:v>
                </c:pt>
                <c:pt idx="53">
                  <c:v>147463.20682444834</c:v>
                </c:pt>
                <c:pt idx="54">
                  <c:v>82315.80218255748</c:v>
                </c:pt>
                <c:pt idx="55">
                  <c:v>8090.091563231503</c:v>
                </c:pt>
                <c:pt idx="56">
                  <c:v>9072.45635609041</c:v>
                </c:pt>
                <c:pt idx="57">
                  <c:v>49166.82117741788</c:v>
                </c:pt>
                <c:pt idx="58">
                  <c:v>114644.80124597487</c:v>
                </c:pt>
                <c:pt idx="59">
                  <c:v>282743.6685142958</c:v>
                </c:pt>
                <c:pt idx="60">
                  <c:v>328687.3057179423</c:v>
                </c:pt>
                <c:pt idx="61">
                  <c:v>347519.76533869177</c:v>
                </c:pt>
                <c:pt idx="62">
                  <c:v>429708.0117388463</c:v>
                </c:pt>
                <c:pt idx="63">
                  <c:v>300514.435341092</c:v>
                </c:pt>
                <c:pt idx="64">
                  <c:v>191840.0151440531</c:v>
                </c:pt>
                <c:pt idx="65">
                  <c:v>117185.07420209172</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Sheet1!$B$2:$B$22</c:f>
              <c:numCache>
                <c:formatCode>General</c:formatCode>
                <c:ptCount val="21"/>
                <c:pt idx="0">
                  <c:v>0.0</c:v>
                </c:pt>
                <c:pt idx="1">
                  <c:v>59.038224066934674</c:v>
                </c:pt>
                <c:pt idx="2">
                  <c:v>72.11660897204122</c:v>
                </c:pt>
                <c:pt idx="3">
                  <c:v>80.32569914936379</c:v>
                </c:pt>
                <c:pt idx="4">
                  <c:v>87.80659873199238</c:v>
                </c:pt>
                <c:pt idx="5">
                  <c:v>90.34507310688478</c:v>
                </c:pt>
                <c:pt idx="6">
                  <c:v>92.21198462281448</c:v>
                </c:pt>
                <c:pt idx="7">
                  <c:v>93.82675136028733</c:v>
                </c:pt>
                <c:pt idx="8">
                  <c:v>95.31060393247574</c:v>
                </c:pt>
                <c:pt idx="9">
                  <c:v>96.74147236891498</c:v>
                </c:pt>
                <c:pt idx="10">
                  <c:v>97.85281429389306</c:v>
                </c:pt>
                <c:pt idx="11">
                  <c:v>98.79688470934748</c:v>
                </c:pt>
                <c:pt idx="12">
                  <c:v>99.27721895816742</c:v>
                </c:pt>
                <c:pt idx="13">
                  <c:v>99.73077596864864</c:v>
                </c:pt>
                <c:pt idx="14">
                  <c:v>99.9636021772894</c:v>
                </c:pt>
                <c:pt idx="15">
                  <c:v>100.13338859371905</c:v>
                </c:pt>
                <c:pt idx="16">
                  <c:v>100.28111291185891</c:v>
                </c:pt>
                <c:pt idx="17">
                  <c:v>100.4079091781673</c:v>
                </c:pt>
                <c:pt idx="18">
                  <c:v>100.49698950252018</c:v>
                </c:pt>
                <c:pt idx="19">
                  <c:v>100.38762549860922</c:v>
                </c:pt>
                <c:pt idx="20">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CB6FF"/>
              </a:solidFill>
            </c:spPr>
          </c:dPt>
          <c:dPt>
            <c:idx val="12"/>
            <c:spPr>
              <a:solidFill>
                <a:srgbClr val="97FF00"/>
              </a:solidFill>
            </c:spPr>
          </c:dPt>
          <c:dPt>
            <c:idx val="13"/>
            <c:spPr>
              <a:solidFill>
                <a:srgbClr val="BF03B8"/>
              </a:solidFill>
            </c:spPr>
          </c:dPt>
          <c:dPt>
            <c:idx val="14"/>
            <c:spPr>
              <a:solidFill>
                <a:srgbClr val="0000DD"/>
              </a:solidFill>
            </c:spPr>
          </c:dPt>
          <c:dPt>
            <c:idx val="15"/>
            <c:spPr>
              <a:solidFill>
                <a:srgbClr val="790000"/>
              </a:solidFill>
            </c:spPr>
          </c:dPt>
          <c:dPt>
            <c:idx val="16"/>
            <c:spPr>
              <a:solidFill>
                <a:srgbClr val="645474"/>
              </a:solidFill>
            </c:spPr>
          </c:dPt>
          <c:dPt>
            <c:idx val="17"/>
            <c:spPr>
              <a:solidFill>
                <a:srgbClr val="00FDCF"/>
              </a:solidFill>
            </c:spPr>
          </c:dPt>
          <c:dPt>
            <c:idx val="18"/>
            <c:spPr>
              <a:solidFill>
                <a:srgbClr val="0774D8"/>
              </a:solidFill>
            </c:spPr>
          </c:dPt>
          <c:dPt>
            <c:idx val="20"/>
            <c:spPr>
              <a:solidFill>
                <a:srgbClr val="A17569"/>
              </a:solidFill>
            </c:spPr>
          </c:dPt>
          <c:dLbls>
            <c:dLbl>
              <c:idx val="0"/>
              <c:tx>
                <c:rich>
                  <a:bodyPr/>
                  <a:lstStyle/>
                  <a:p>
                    <a:r>
                      <a:t>59.04%</a:t>
                    </a:r>
                  </a:p>
                </c:rich>
              </c:tx>
              <c:dLblPos val="inEnd"/>
              <c:showLegendKey val="0"/>
              <c:showVal val="1"/>
              <c:showCatName val="0"/>
              <c:showSerName val="0"/>
              <c:showPercent val="0"/>
              <c:showBubbleSize val="0"/>
            </c:dLbl>
            <c:dLbl>
              <c:idx val="1"/>
              <c:tx>
                <c:rich>
                  <a:bodyPr/>
                  <a:lstStyle/>
                  <a:p>
                    <a:r>
                      <a:t>13.08%</a:t>
                    </a:r>
                  </a:p>
                </c:rich>
              </c:tx>
              <c:dLblPos val="inEnd"/>
              <c:showLegendKey val="0"/>
              <c:showVal val="1"/>
              <c:showCatName val="0"/>
              <c:showSerName val="0"/>
              <c:showPercent val="0"/>
              <c:showBubbleSize val="0"/>
            </c:dLbl>
            <c:dLbl>
              <c:idx val="2"/>
              <c:tx>
                <c:rich>
                  <a:bodyPr/>
                  <a:lstStyle/>
                  <a:p>
                    <a:r>
                      <a:t>8.21%</a:t>
                    </a:r>
                  </a:p>
                </c:rich>
              </c:tx>
              <c:dLblPos val="inEnd"/>
              <c:showLegendKey val="0"/>
              <c:showVal val="1"/>
              <c:showCatName val="0"/>
              <c:showSerName val="0"/>
              <c:showPercent val="0"/>
              <c:showBubbleSize val="0"/>
            </c:dLbl>
            <c:dLbl>
              <c:idx val="3"/>
              <c:tx>
                <c:rich>
                  <a:bodyPr/>
                  <a:lstStyle/>
                  <a:p>
                    <a:r>
                      <a:t>7.48%</a:t>
                    </a:r>
                  </a:p>
                </c:rich>
              </c:tx>
              <c:dLblPos val="inEnd"/>
              <c:showLegendKey val="0"/>
              <c:showVal val="1"/>
              <c:showCatName val="0"/>
              <c:showSerName val="0"/>
              <c:showPercent val="0"/>
              <c:showBubbleSize val="0"/>
            </c:dLbl>
            <c:dLbl>
              <c:idx val="4"/>
              <c:tx>
                <c:rich>
                  <a:bodyPr/>
                  <a:lstStyle/>
                  <a:p>
                    <a:r>
                      <a:t>2.54%</a:t>
                    </a:r>
                  </a:p>
                </c:rich>
              </c:tx>
              <c:dLblPos val="inEnd"/>
              <c:showLegendKey val="0"/>
              <c:showVal val="1"/>
              <c:showCatName val="0"/>
              <c:showSerName val="0"/>
              <c:showPercent val="0"/>
              <c:showBubbleSize val="0"/>
            </c:dLbl>
            <c:dLbl>
              <c:idx val="5"/>
              <c:tx>
                <c:rich>
                  <a:bodyPr/>
                  <a:lstStyle/>
                  <a:p>
                    <a:r>
                      <a:t>1.87%</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1.48%</a:t>
                    </a:r>
                  </a:p>
                </c:rich>
              </c:tx>
              <c:dLblPos val="inEnd"/>
              <c:showLegendKey val="0"/>
              <c:showVal val="1"/>
              <c:showCatName val="0"/>
              <c:showSerName val="0"/>
              <c:showPercent val="0"/>
              <c:showBubbleSize val="0"/>
            </c:dLbl>
            <c:dLbl>
              <c:idx val="8"/>
              <c:tx>
                <c:rich>
                  <a:bodyPr/>
                  <a:lstStyle/>
                  <a:p>
                    <a:r>
                      <a:t>1.43%</a:t>
                    </a:r>
                  </a:p>
                </c:rich>
              </c:tx>
              <c:dLblPos val="inEnd"/>
              <c:showLegendKey val="0"/>
              <c:showVal val="1"/>
              <c:showCatName val="0"/>
              <c:showSerName val="0"/>
              <c:showPercent val="0"/>
              <c:showBubbleSize val="0"/>
            </c:dLbl>
            <c:dLbl>
              <c:idx val="9"/>
              <c:tx>
                <c:rich>
                  <a:bodyPr/>
                  <a:lstStyle/>
                  <a:p>
                    <a:r>
                      <a:t>1.11%</a:t>
                    </a:r>
                  </a:p>
                </c:rich>
              </c:tx>
              <c:dLblPos val="inEnd"/>
              <c:showLegendKey val="0"/>
              <c:showVal val="1"/>
              <c:showCatName val="0"/>
              <c:showSerName val="0"/>
              <c:showPercent val="0"/>
              <c:showBubbleSize val="0"/>
            </c:dLbl>
            <c:dLbl>
              <c:idx val="10"/>
              <c:tx>
                <c:rich>
                  <a:bodyPr/>
                  <a:lstStyle/>
                  <a:p>
                    <a:r>
                      <a:t>0.94%</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0.45%</a:t>
                    </a:r>
                  </a:p>
                </c:rich>
              </c:tx>
              <c:dLblPos val="inEnd"/>
              <c:showLegendKey val="0"/>
              <c:showVal val="1"/>
              <c:showCatName val="0"/>
              <c:showSerName val="0"/>
              <c:showPercent val="0"/>
              <c:showBubbleSize val="0"/>
            </c:dLbl>
            <c:dLbl>
              <c:idx val="13"/>
              <c:tx>
                <c:rich>
                  <a:bodyPr/>
                  <a:lstStyle/>
                  <a:p>
                    <a:r>
                      <a:t>0.23%</a:t>
                    </a:r>
                  </a:p>
                </c:rich>
              </c:tx>
              <c:dLblPos val="inEnd"/>
              <c:showLegendKey val="0"/>
              <c:showVal val="1"/>
              <c:showCatName val="0"/>
              <c:showSerName val="0"/>
              <c:showPercent val="0"/>
              <c:showBubbleSize val="0"/>
            </c:dLbl>
            <c:dLbl>
              <c:idx val="14"/>
              <c:tx>
                <c:rich>
                  <a:bodyPr/>
                  <a:lstStyle/>
                  <a:p>
                    <a:r>
                      <a:t>0.17%</a:t>
                    </a:r>
                  </a:p>
                </c:rich>
              </c:tx>
              <c:dLblPos val="inEnd"/>
              <c:showLegendKey val="0"/>
              <c:showVal val="1"/>
              <c:showCatName val="0"/>
              <c:showSerName val="0"/>
              <c:showPercent val="0"/>
              <c:showBubbleSize val="0"/>
            </c:dLbl>
            <c:dLbl>
              <c:idx val="15"/>
              <c:tx>
                <c:rich>
                  <a:bodyPr/>
                  <a:lstStyle/>
                  <a:p>
                    <a:r>
                      <a:t>0.15%</a:t>
                    </a:r>
                  </a:p>
                </c:rich>
              </c:tx>
              <c:dLblPos val="inEnd"/>
              <c:showLegendKey val="0"/>
              <c:showVal val="1"/>
              <c:showCatName val="0"/>
              <c:showSerName val="0"/>
              <c:showPercent val="0"/>
              <c:showBubbleSize val="0"/>
            </c:dLbl>
            <c:dLbl>
              <c:idx val="16"/>
              <c:tx>
                <c:rich>
                  <a:bodyPr/>
                  <a:lstStyle/>
                  <a:p>
                    <a:r>
                      <a:t>0.13%</a:t>
                    </a:r>
                  </a:p>
                </c:rich>
              </c:tx>
              <c:dLblPos val="inEnd"/>
              <c:showLegendKey val="0"/>
              <c:showVal val="1"/>
              <c:showCatName val="0"/>
              <c:showSerName val="0"/>
              <c:showPercent val="0"/>
              <c:showBubbleSize val="0"/>
            </c:dLbl>
            <c:dLbl>
              <c:idx val="17"/>
              <c:tx>
                <c:rich>
                  <a:bodyPr/>
                  <a:lstStyle/>
                  <a:p>
                    <a:r>
                      <a:t>0.09%</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-0.16%</a:t>
                    </a:r>
                  </a:p>
                </c:rich>
              </c:tx>
              <c:dLblPos val="inEnd"/>
              <c:showLegendKey val="0"/>
              <c:showVal val="1"/>
              <c:showCatName val="0"/>
              <c:showSerName val="0"/>
              <c:showPercent val="0"/>
              <c:showBubbleSize val="0"/>
            </c:dLbl>
            <c:dLbl>
              <c:idx val="20"/>
              <c:tx>
                <c:rich>
                  <a:bodyPr/>
                  <a:lstStyle/>
                  <a:p>
                    <a:r>
                      <a:t>-0.39%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Sheet1!$C$2:$C$22</c:f>
              <c:numCache>
                <c:formatCode>General</c:formatCode>
                <c:ptCount val="21"/>
                <c:pt idx="0">
                  <c:v>59.03822406693469</c:v>
                </c:pt>
                <c:pt idx="1">
                  <c:v>13.078384905106532</c:v>
                </c:pt>
                <c:pt idx="2">
                  <c:v>8.209090177322562</c:v>
                </c:pt>
                <c:pt idx="3">
                  <c:v>7.480899582628596</c:v>
                </c:pt>
                <c:pt idx="4">
                  <c:v>2.5384743748924046</c:v>
                </c:pt>
                <c:pt idx="5">
                  <c:v>1.8669115159296998</c:v>
                </c:pt>
                <c:pt idx="6">
                  <c:v>1.6147667374728454</c:v>
                </c:pt>
                <c:pt idx="7">
                  <c:v>1.4838525721884166</c:v>
                </c:pt>
                <c:pt idx="8">
                  <c:v>1.430868436439251</c:v>
                </c:pt>
                <c:pt idx="9">
                  <c:v>1.1113419249780683</c:v>
                </c:pt>
                <c:pt idx="10">
                  <c:v>0.9440704154544226</c:v>
                </c:pt>
                <c:pt idx="11">
                  <c:v>0.48033424881996384</c:v>
                </c:pt>
                <c:pt idx="12">
                  <c:v>0.45355701048118635</c:v>
                </c:pt>
                <c:pt idx="13">
                  <c:v>0.23282620864076517</c:v>
                </c:pt>
                <c:pt idx="14">
                  <c:v>0.1697864164296494</c:v>
                </c:pt>
                <c:pt idx="15">
                  <c:v>0.14772431813987666</c:v>
                </c:pt>
                <c:pt idx="16">
                  <c:v>0.12679626630837182</c:v>
                </c:pt>
                <c:pt idx="17">
                  <c:v>0.08908032435289344</c:v>
                </c:pt>
                <c:pt idx="18">
                  <c:v>0.05084367756264231</c:v>
                </c:pt>
                <c:pt idx="19">
                  <c:v>0.16020768147362038</c:v>
                </c:pt>
                <c:pt idx="20">
                  <c:v>0.38762549860920703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1022589.0</c:v>
                </c:pt>
                <c:pt idx="1">
                  <c:v>1217374.0</c:v>
                </c:pt>
                <c:pt idx="2">
                  <c:v>1498337.0</c:v>
                </c:pt>
                <c:pt idx="3">
                  <c:v>1403147.0</c:v>
                </c:pt>
                <c:pt idx="4">
                  <c:v>1149058.0</c:v>
                </c:pt>
                <c:pt idx="5">
                  <c:v>1319956.0</c:v>
                </c:pt>
                <c:pt idx="6">
                  <c:v>895874.0</c:v>
                </c:pt>
                <c:pt idx="7">
                  <c:v>1099702.0</c:v>
                </c:pt>
                <c:pt idx="8">
                  <c:v>808397.0</c:v>
                </c:pt>
                <c:pt idx="9">
                  <c:v>915140.0</c:v>
                </c:pt>
                <c:pt idx="10">
                  <c:v>1292472.0</c:v>
                </c:pt>
                <c:pt idx="11">
                  <c:v>926587.0</c:v>
                </c:pt>
                <c:pt idx="12">
                  <c:v>1281983.0</c:v>
                </c:pt>
                <c:pt idx="13">
                  <c:v>1198049.0</c:v>
                </c:pt>
                <c:pt idx="14">
                  <c:v>1715421.0</c:v>
                </c:pt>
                <c:pt idx="15">
                  <c:v>1284642.0</c:v>
                </c:pt>
                <c:pt idx="16">
                  <c:v>1497030.0</c:v>
                </c:pt>
                <c:pt idx="17">
                  <c:v>1102408.0</c:v>
                </c:pt>
                <c:pt idx="18">
                  <c:v>1094641.0</c:v>
                </c:pt>
                <c:pt idx="19">
                  <c:v>1187026.0</c:v>
                </c:pt>
                <c:pt idx="20">
                  <c:v>821013.0</c:v>
                </c:pt>
                <c:pt idx="21">
                  <c:v>1061725.0</c:v>
                </c:pt>
                <c:pt idx="22">
                  <c:v>1406394.0</c:v>
                </c:pt>
                <c:pt idx="23">
                  <c:v>1073026.0</c:v>
                </c:pt>
                <c:pt idx="24">
                  <c:v>1545511.0</c:v>
                </c:pt>
                <c:pt idx="25">
                  <c:v>1138250.0</c:v>
                </c:pt>
                <c:pt idx="26">
                  <c:v>1403915.0</c:v>
                </c:pt>
                <c:pt idx="27">
                  <c:v>1249931.0</c:v>
                </c:pt>
                <c:pt idx="28">
                  <c:v>1362097.0</c:v>
                </c:pt>
                <c:pt idx="29">
                  <c:v>1255975.0</c:v>
                </c:pt>
                <c:pt idx="30">
                  <c:v>1144099.0</c:v>
                </c:pt>
                <c:pt idx="31">
                  <c:v>1397462.0</c:v>
                </c:pt>
                <c:pt idx="32">
                  <c:v>1093505.0</c:v>
                </c:pt>
                <c:pt idx="33">
                  <c:v>1367844.0</c:v>
                </c:pt>
                <c:pt idx="34">
                  <c:v>1143846.0</c:v>
                </c:pt>
                <c:pt idx="35">
                  <c:v>1145230.0</c:v>
                </c:pt>
                <c:pt idx="36">
                  <c:v>1583933.0</c:v>
                </c:pt>
                <c:pt idx="37">
                  <c:v>1354612.0</c:v>
                </c:pt>
                <c:pt idx="38">
                  <c:v>1401601.0</c:v>
                </c:pt>
                <c:pt idx="39">
                  <c:v>1274080.0</c:v>
                </c:pt>
                <c:pt idx="40">
                  <c:v>1582630.0</c:v>
                </c:pt>
                <c:pt idx="41">
                  <c:v>1216326.0</c:v>
                </c:pt>
                <c:pt idx="42">
                  <c:v>1375085.0</c:v>
                </c:pt>
                <c:pt idx="43">
                  <c:v>1040728.0</c:v>
                </c:pt>
                <c:pt idx="44">
                  <c:v>997010.0</c:v>
                </c:pt>
                <c:pt idx="45">
                  <c:v>1310472.0</c:v>
                </c:pt>
                <c:pt idx="46">
                  <c:v>1170495.0</c:v>
                </c:pt>
                <c:pt idx="47">
                  <c:v>1085966.0</c:v>
                </c:pt>
                <c:pt idx="48">
                  <c:v>1395228.0</c:v>
                </c:pt>
                <c:pt idx="49">
                  <c:v>1366714.0</c:v>
                </c:pt>
                <c:pt idx="50">
                  <c:v>1295939.0</c:v>
                </c:pt>
                <c:pt idx="51">
                  <c:v>1512606.0</c:v>
                </c:pt>
                <c:pt idx="52">
                  <c:v>1335379.0</c:v>
                </c:pt>
                <c:pt idx="53">
                  <c:v>1287952.0</c:v>
                </c:pt>
                <c:pt idx="54">
                  <c:v>1325952.0</c:v>
                </c:pt>
                <c:pt idx="55">
                  <c:v>1098940.0</c:v>
                </c:pt>
                <c:pt idx="56">
                  <c:v>1006373.0</c:v>
                </c:pt>
                <c:pt idx="57">
                  <c:v>941883.0</c:v>
                </c:pt>
                <c:pt idx="58">
                  <c:v>933982.0</c:v>
                </c:pt>
                <c:pt idx="59">
                  <c:v>1164698.0</c:v>
                </c:pt>
                <c:pt idx="60">
                  <c:v>259705.0</c:v>
                </c:pt>
                <c:pt idx="61">
                  <c:v>1512176.0</c:v>
                </c:pt>
                <c:pt idx="62">
                  <c:v>1315074.0</c:v>
                </c:pt>
                <c:pt idx="63">
                  <c:v>1957701.0</c:v>
                </c:pt>
                <c:pt idx="64">
                  <c:v>1485399.0</c:v>
                </c:pt>
                <c:pt idx="65">
                  <c:v>1220492.0</c:v>
                </c:pt>
                <c:pt idx="66">
                  <c:v>1036420.0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1035691.7850983454</c:v>
                </c:pt>
                <c:pt idx="1">
                  <c:v>1148895.0634045417</c:v>
                </c:pt>
                <c:pt idx="2">
                  <c:v>1446366.7786376532</c:v>
                </c:pt>
                <c:pt idx="3">
                  <c:v>1394270.6388773685</c:v>
                </c:pt>
                <c:pt idx="4">
                  <c:v>1154429.2359090275</c:v>
                </c:pt>
                <c:pt idx="5">
                  <c:v>1274297.0456264447</c:v>
                </c:pt>
                <c:pt idx="6">
                  <c:v>842903.6772326187</c:v>
                </c:pt>
                <c:pt idx="7">
                  <c:v>1059005.7478180674</c:v>
                </c:pt>
                <c:pt idx="8">
                  <c:v>825902.2042253399</c:v>
                </c:pt>
                <c:pt idx="9">
                  <c:v>927403.0387949435</c:v>
                </c:pt>
                <c:pt idx="10">
                  <c:v>1235737.182318608</c:v>
                </c:pt>
                <c:pt idx="11">
                  <c:v>965924.9205860693</c:v>
                </c:pt>
                <c:pt idx="12">
                  <c:v>1234773.350061147</c:v>
                </c:pt>
                <c:pt idx="13">
                  <c:v>1159323.135283331</c:v>
                </c:pt>
                <c:pt idx="14">
                  <c:v>1635579.3014280722</c:v>
                </c:pt>
                <c:pt idx="15">
                  <c:v>1270462.1412972677</c:v>
                </c:pt>
                <c:pt idx="16">
                  <c:v>1563470.5059944359</c:v>
                </c:pt>
                <c:pt idx="17">
                  <c:v>1139045.591645724</c:v>
                </c:pt>
                <c:pt idx="18">
                  <c:v>1093835.2034062652</c:v>
                </c:pt>
                <c:pt idx="19">
                  <c:v>1218680.423747181</c:v>
                </c:pt>
                <c:pt idx="20">
                  <c:v>869918.016807887</c:v>
                </c:pt>
                <c:pt idx="21">
                  <c:v>1106598.982307058</c:v>
                </c:pt>
                <c:pt idx="22">
                  <c:v>1317877.254285322</c:v>
                </c:pt>
                <c:pt idx="23">
                  <c:v>1048187.7236453226</c:v>
                </c:pt>
                <c:pt idx="24">
                  <c:v>1456447.0602420121</c:v>
                </c:pt>
                <c:pt idx="25">
                  <c:v>1221485.1468126262</c:v>
                </c:pt>
                <c:pt idx="26">
                  <c:v>1398199.281763018</c:v>
                </c:pt>
                <c:pt idx="27">
                  <c:v>1231931.46141561</c:v>
                </c:pt>
                <c:pt idx="28">
                  <c:v>1455379.9151265086</c:v>
                </c:pt>
                <c:pt idx="29">
                  <c:v>1237455.352409158</c:v>
                </c:pt>
                <c:pt idx="30">
                  <c:v>1118605.9618437374</c:v>
                </c:pt>
                <c:pt idx="31">
                  <c:v>1433480.6251684846</c:v>
                </c:pt>
                <c:pt idx="32">
                  <c:v>1036331.0380752134</c:v>
                </c:pt>
                <c:pt idx="33">
                  <c:v>1330917.7553415957</c:v>
                </c:pt>
                <c:pt idx="34">
                  <c:v>1157559.3434517365</c:v>
                </c:pt>
                <c:pt idx="35">
                  <c:v>1277119.9601542067</c:v>
                </c:pt>
                <c:pt idx="36">
                  <c:v>1603327.456100585</c:v>
                </c:pt>
                <c:pt idx="37">
                  <c:v>1324954.2361316667</c:v>
                </c:pt>
                <c:pt idx="38">
                  <c:v>1464883.6325353086</c:v>
                </c:pt>
                <c:pt idx="39">
                  <c:v>1266130.8648100654</c:v>
                </c:pt>
                <c:pt idx="40">
                  <c:v>1545773.3475354142</c:v>
                </c:pt>
                <c:pt idx="41">
                  <c:v>1225332.8219269137</c:v>
                </c:pt>
                <c:pt idx="42">
                  <c:v>1408630.2895549545</c:v>
                </c:pt>
                <c:pt idx="43">
                  <c:v>1068248.745391912</c:v>
                </c:pt>
                <c:pt idx="44">
                  <c:v>988771.9019230531</c:v>
                </c:pt>
                <c:pt idx="45">
                  <c:v>1275953.0565209854</c:v>
                </c:pt>
                <c:pt idx="46">
                  <c:v>1143459.1695255577</c:v>
                </c:pt>
                <c:pt idx="47">
                  <c:v>1089544.5780683644</c:v>
                </c:pt>
                <c:pt idx="48">
                  <c:v>1425357.1504096822</c:v>
                </c:pt>
                <c:pt idx="49">
                  <c:v>1372693.2038646229</c:v>
                </c:pt>
                <c:pt idx="50">
                  <c:v>1380116.235341517</c:v>
                </c:pt>
                <c:pt idx="51">
                  <c:v>1514630.469190796</c:v>
                </c:pt>
                <c:pt idx="52">
                  <c:v>1309885.8768148876</c:v>
                </c:pt>
                <c:pt idx="53">
                  <c:v>1295905.4868880003</c:v>
                </c:pt>
                <c:pt idx="54">
                  <c:v>1377663.6862639948</c:v>
                </c:pt>
                <c:pt idx="55">
                  <c:v>1071628.046052978</c:v>
                </c:pt>
                <c:pt idx="56">
                  <c:v>1021379.2556617098</c:v>
                </c:pt>
                <c:pt idx="57">
                  <c:v>934303.1544742275</c:v>
                </c:pt>
                <c:pt idx="58">
                  <c:v>942686.9171373858</c:v>
                </c:pt>
                <c:pt idx="59">
                  <c:v>1210449.2462402154</c:v>
                </c:pt>
                <c:pt idx="60">
                  <c:v>299470.324479194</c:v>
                </c:pt>
                <c:pt idx="61">
                  <c:v>1491684.9972340022</c:v>
                </c:pt>
                <c:pt idx="62">
                  <c:v>1351510.0810374403</c:v>
                </c:pt>
                <c:pt idx="63">
                  <c:v>1909955.262685956</c:v>
                </c:pt>
                <c:pt idx="64">
                  <c:v>1499179.457190292</c:v>
                </c:pt>
                <c:pt idx="65">
                  <c:v>1273172.1496882555</c:v>
                </c:pt>
                <c:pt idx="66">
                  <c:v>1029456.6508718237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349241.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215663218.05</c:v>
                </c:pt>
                <c:pt idx="1">
                  <c:v>282585487.1</c:v>
                </c:pt>
                <c:pt idx="2">
                  <c:v>356917627.51</c:v>
                </c:pt>
                <c:pt idx="3">
                  <c:v>336004499.2</c:v>
                </c:pt>
                <c:pt idx="4">
                  <c:v>262361923.12</c:v>
                </c:pt>
                <c:pt idx="5">
                  <c:v>277583974.32</c:v>
                </c:pt>
                <c:pt idx="6">
                  <c:v>166466786.46</c:v>
                </c:pt>
                <c:pt idx="7">
                  <c:v>186995478.64000002</c:v>
                </c:pt>
                <c:pt idx="8">
                  <c:v>132518134.22999999</c:v>
                </c:pt>
                <c:pt idx="9">
                  <c:v>149736713.12</c:v>
                </c:pt>
                <c:pt idx="10">
                  <c:v>228791442.95</c:v>
                </c:pt>
                <c:pt idx="11">
                  <c:v>182775721.68</c:v>
                </c:pt>
                <c:pt idx="12">
                  <c:v>278039149.76</c:v>
                </c:pt>
                <c:pt idx="13">
                  <c:v>278092348.43</c:v>
                </c:pt>
                <c:pt idx="14">
                  <c:v>418740381.44</c:v>
                </c:pt>
                <c:pt idx="15">
                  <c:v>304888626.15</c:v>
                </c:pt>
                <c:pt idx="16">
                  <c:v>332647827.86</c:v>
                </c:pt>
                <c:pt idx="17">
                  <c:v>224751846.06</c:v>
                </c:pt>
                <c:pt idx="18">
                  <c:v>205113906.75</c:v>
                </c:pt>
                <c:pt idx="19">
                  <c:v>199809329.09</c:v>
                </c:pt>
                <c:pt idx="20">
                  <c:v>127849188.24</c:v>
                </c:pt>
                <c:pt idx="21">
                  <c:v>172667759.75</c:v>
                </c:pt>
                <c:pt idx="22">
                  <c:v>250420683.47</c:v>
                </c:pt>
                <c:pt idx="23">
                  <c:v>211296127.62</c:v>
                </c:pt>
                <c:pt idx="24">
                  <c:v>337287994.03</c:v>
                </c:pt>
                <c:pt idx="25">
                  <c:v>261289038.16000003</c:v>
                </c:pt>
                <c:pt idx="26">
                  <c:v>333530623.27</c:v>
                </c:pt>
                <c:pt idx="27">
                  <c:v>303545125.0</c:v>
                </c:pt>
                <c:pt idx="28">
                  <c:v>303995969.1</c:v>
                </c:pt>
                <c:pt idx="29">
                  <c:v>258944026.85</c:v>
                </c:pt>
                <c:pt idx="30">
                  <c:v>210014981.59</c:v>
                </c:pt>
                <c:pt idx="31">
                  <c:v>237780089.28</c:v>
                </c:pt>
                <c:pt idx="32">
                  <c:v>172938609.04</c:v>
                </c:pt>
                <c:pt idx="33">
                  <c:v>225634991.65</c:v>
                </c:pt>
                <c:pt idx="34">
                  <c:v>200935876.39000002</c:v>
                </c:pt>
                <c:pt idx="35">
                  <c:v>229154443.02</c:v>
                </c:pt>
                <c:pt idx="36">
                  <c:v>338118835.86</c:v>
                </c:pt>
                <c:pt idx="37">
                  <c:v>310090443.47</c:v>
                </c:pt>
                <c:pt idx="38">
                  <c:v>336627568.13</c:v>
                </c:pt>
                <c:pt idx="39">
                  <c:v>304913311.02</c:v>
                </c:pt>
                <c:pt idx="40">
                  <c:v>355830139.6</c:v>
                </c:pt>
                <c:pt idx="41">
                  <c:v>242395512.97</c:v>
                </c:pt>
                <c:pt idx="42">
                  <c:v>247315541.62</c:v>
                </c:pt>
                <c:pt idx="43">
                  <c:v>173489183.19</c:v>
                </c:pt>
                <c:pt idx="44">
                  <c:v>163968860.9</c:v>
                </c:pt>
                <c:pt idx="45">
                  <c:v>216916398.64999998</c:v>
                </c:pt>
                <c:pt idx="46">
                  <c:v>204088414.24</c:v>
                </c:pt>
                <c:pt idx="47">
                  <c:v>212594359.54</c:v>
                </c:pt>
                <c:pt idx="48">
                  <c:v>306757714.65</c:v>
                </c:pt>
                <c:pt idx="49">
                  <c:v>314470675.65999997</c:v>
                </c:pt>
                <c:pt idx="50">
                  <c:v>310939215.98</c:v>
                </c:pt>
                <c:pt idx="51">
                  <c:v>357268398.93</c:v>
                </c:pt>
                <c:pt idx="52">
                  <c:v>293303434.25</c:v>
                </c:pt>
                <c:pt idx="53">
                  <c:v>264759122.1</c:v>
                </c:pt>
                <c:pt idx="54">
                  <c:v>239649154.68</c:v>
                </c:pt>
                <c:pt idx="55">
                  <c:v>185692760.3</c:v>
                </c:pt>
                <c:pt idx="56">
                  <c:v>162201892.13</c:v>
                </c:pt>
                <c:pt idx="57">
                  <c:v>155992261.32</c:v>
                </c:pt>
                <c:pt idx="58">
                  <c:v>167260478.49</c:v>
                </c:pt>
                <c:pt idx="59">
                  <c:v>225984667.33999997</c:v>
                </c:pt>
                <c:pt idx="60">
                  <c:v>56293655.8</c:v>
                </c:pt>
                <c:pt idx="61">
                  <c:v>327358754.4</c:v>
                </c:pt>
                <c:pt idx="62">
                  <c:v>308792679.14</c:v>
                </c:pt>
                <c:pt idx="63">
                  <c:v>473701608.17999995</c:v>
                </c:pt>
                <c:pt idx="64">
                  <c:v>356075726.36</c:v>
                </c:pt>
                <c:pt idx="65">
                  <c:v>270661280.37</c:v>
                </c:pt>
                <c:pt idx="66">
                  <c:v>208384411.16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218294301.56095058</c:v>
                </c:pt>
                <c:pt idx="1">
                  <c:v>267770112.50166276</c:v>
                </c:pt>
                <c:pt idx="2">
                  <c:v>344522490.91564393</c:v>
                </c:pt>
                <c:pt idx="3">
                  <c:v>333678039.7836439</c:v>
                </c:pt>
                <c:pt idx="4">
                  <c:v>263536316.67146775</c:v>
                </c:pt>
                <c:pt idx="5">
                  <c:v>267663244.37224492</c:v>
                </c:pt>
                <c:pt idx="6">
                  <c:v>156779040.17527363</c:v>
                </c:pt>
                <c:pt idx="7">
                  <c:v>180114258.26628307</c:v>
                </c:pt>
                <c:pt idx="8">
                  <c:v>135404570.07295156</c:v>
                </c:pt>
                <c:pt idx="9">
                  <c:v>151342724.43094438</c:v>
                </c:pt>
                <c:pt idx="10">
                  <c:v>218528197.93729058</c:v>
                </c:pt>
                <c:pt idx="11">
                  <c:v>190809059.44006675</c:v>
                </c:pt>
                <c:pt idx="12">
                  <c:v>267621913.18573955</c:v>
                </c:pt>
                <c:pt idx="13">
                  <c:v>269178092.0846426</c:v>
                </c:pt>
                <c:pt idx="14">
                  <c:v>399302265.3680869</c:v>
                </c:pt>
                <c:pt idx="15">
                  <c:v>301521498.1033042</c:v>
                </c:pt>
                <c:pt idx="16">
                  <c:v>347428855.9257176</c:v>
                </c:pt>
                <c:pt idx="17">
                  <c:v>232283304.41708818</c:v>
                </c:pt>
                <c:pt idx="18">
                  <c:v>204279028.62472844</c:v>
                </c:pt>
                <c:pt idx="19">
                  <c:v>205053564.3554451</c:v>
                </c:pt>
                <c:pt idx="20">
                  <c:v>135595174.62808618</c:v>
                </c:pt>
                <c:pt idx="21">
                  <c:v>180087670.39414716</c:v>
                </c:pt>
                <c:pt idx="22">
                  <c:v>235313903.58149928</c:v>
                </c:pt>
                <c:pt idx="23">
                  <c:v>206216635.43155634</c:v>
                </c:pt>
                <c:pt idx="24">
                  <c:v>318011583.3343184</c:v>
                </c:pt>
                <c:pt idx="25">
                  <c:v>280447434.53084695</c:v>
                </c:pt>
                <c:pt idx="26">
                  <c:v>332128703.64638764</c:v>
                </c:pt>
                <c:pt idx="27">
                  <c:v>299233590.64617056</c:v>
                </c:pt>
                <c:pt idx="28">
                  <c:v>324734000.45198715</c:v>
                </c:pt>
                <c:pt idx="29">
                  <c:v>255110343.27850246</c:v>
                </c:pt>
                <c:pt idx="30">
                  <c:v>205013434.20559424</c:v>
                </c:pt>
                <c:pt idx="31">
                  <c:v>242938376.03312263</c:v>
                </c:pt>
                <c:pt idx="32">
                  <c:v>163869262.68467298</c:v>
                </c:pt>
                <c:pt idx="33">
                  <c:v>219303875.5464053</c:v>
                </c:pt>
                <c:pt idx="34">
                  <c:v>203313302.7744509</c:v>
                </c:pt>
                <c:pt idx="35">
                  <c:v>255550187.10398537</c:v>
                </c:pt>
                <c:pt idx="36">
                  <c:v>341615866.97611815</c:v>
                </c:pt>
                <c:pt idx="37">
                  <c:v>303422474.6324017</c:v>
                </c:pt>
                <c:pt idx="38">
                  <c:v>351500331.779876</c:v>
                </c:pt>
                <c:pt idx="39">
                  <c:v>302930012.02061844</c:v>
                </c:pt>
                <c:pt idx="40">
                  <c:v>347215077.75374305</c:v>
                </c:pt>
                <c:pt idx="41">
                  <c:v>244144646.156414</c:v>
                </c:pt>
                <c:pt idx="42">
                  <c:v>253654063.25763327</c:v>
                </c:pt>
                <c:pt idx="43">
                  <c:v>178489994.95231676</c:v>
                </c:pt>
                <c:pt idx="44">
                  <c:v>162542057.90917808</c:v>
                </c:pt>
                <c:pt idx="45">
                  <c:v>211300577.11865306</c:v>
                </c:pt>
                <c:pt idx="46">
                  <c:v>199289623.888085</c:v>
                </c:pt>
                <c:pt idx="47">
                  <c:v>212936623.7401374</c:v>
                </c:pt>
                <c:pt idx="48">
                  <c:v>313073284.62433857</c:v>
                </c:pt>
                <c:pt idx="49">
                  <c:v>316213349.516539</c:v>
                </c:pt>
                <c:pt idx="50">
                  <c:v>331324516.95865434</c:v>
                </c:pt>
                <c:pt idx="51">
                  <c:v>357429643.91552347</c:v>
                </c:pt>
                <c:pt idx="52">
                  <c:v>287896731.7177576</c:v>
                </c:pt>
                <c:pt idx="53">
                  <c:v>266808471.08258432</c:v>
                </c:pt>
                <c:pt idx="54">
                  <c:v>248984370.01711905</c:v>
                </c:pt>
                <c:pt idx="55">
                  <c:v>180764288.23752996</c:v>
                </c:pt>
                <c:pt idx="56">
                  <c:v>164445074.07028434</c:v>
                </c:pt>
                <c:pt idx="57">
                  <c:v>155254958.8186021</c:v>
                </c:pt>
                <c:pt idx="58">
                  <c:v>168194098.94051763</c:v>
                </c:pt>
                <c:pt idx="59">
                  <c:v>234281959.80059254</c:v>
                </c:pt>
                <c:pt idx="60">
                  <c:v>64913187.53411009</c:v>
                </c:pt>
                <c:pt idx="61">
                  <c:v>323355027.0377208</c:v>
                </c:pt>
                <c:pt idx="62">
                  <c:v>317227778.4820029</c:v>
                </c:pt>
                <c:pt idx="63">
                  <c:v>461797269.3323102</c:v>
                </c:pt>
                <c:pt idx="64">
                  <c:v>359471805.3526578</c:v>
                </c:pt>
                <c:pt idx="65">
                  <c:v>282578516.8273981</c:v>
                </c:pt>
                <c:pt idx="66">
                  <c:v>207063533.45392042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844193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Warsaw: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541609.0854943773</c:v>
                </c:pt>
                <c:pt idx="1">
                  <c:v>541609.0854943773</c:v>
                </c:pt>
                <c:pt idx="2">
                  <c:v>677011.3568679716</c:v>
                </c:pt>
                <c:pt idx="3">
                  <c:v>541609.0854943773</c:v>
                </c:pt>
                <c:pt idx="4">
                  <c:v>541609.0854943773</c:v>
                </c:pt>
                <c:pt idx="5">
                  <c:v>677011.3568679716</c:v>
                </c:pt>
                <c:pt idx="6">
                  <c:v>541609.0854943773</c:v>
                </c:pt>
                <c:pt idx="7">
                  <c:v>677011.3568679716</c:v>
                </c:pt>
                <c:pt idx="8">
                  <c:v>541609.0854943773</c:v>
                </c:pt>
                <c:pt idx="9">
                  <c:v>541609.0854943773</c:v>
                </c:pt>
                <c:pt idx="10">
                  <c:v>677011.3568679716</c:v>
                </c:pt>
                <c:pt idx="11">
                  <c:v>541609.0854943773</c:v>
                </c:pt>
                <c:pt idx="12">
                  <c:v>541609.0854943773</c:v>
                </c:pt>
                <c:pt idx="13">
                  <c:v>541609.0854943773</c:v>
                </c:pt>
                <c:pt idx="14">
                  <c:v>677011.3568679716</c:v>
                </c:pt>
                <c:pt idx="15">
                  <c:v>541609.0854943773</c:v>
                </c:pt>
                <c:pt idx="16">
                  <c:v>677011.3568679716</c:v>
                </c:pt>
                <c:pt idx="17">
                  <c:v>541609.0854943773</c:v>
                </c:pt>
                <c:pt idx="18">
                  <c:v>541609.0854943773</c:v>
                </c:pt>
                <c:pt idx="19">
                  <c:v>677011.3568679716</c:v>
                </c:pt>
                <c:pt idx="20">
                  <c:v>541609.0854943773</c:v>
                </c:pt>
                <c:pt idx="21">
                  <c:v>541609.0854943773</c:v>
                </c:pt>
                <c:pt idx="22">
                  <c:v>677011.3568679716</c:v>
                </c:pt>
                <c:pt idx="23">
                  <c:v>541609.0854943773</c:v>
                </c:pt>
                <c:pt idx="24">
                  <c:v>677011.3568679716</c:v>
                </c:pt>
                <c:pt idx="25">
                  <c:v>541609.0854943773</c:v>
                </c:pt>
                <c:pt idx="26">
                  <c:v>541609.0854943773</c:v>
                </c:pt>
                <c:pt idx="27">
                  <c:v>541609.0854943773</c:v>
                </c:pt>
                <c:pt idx="28">
                  <c:v>677011.3568679716</c:v>
                </c:pt>
                <c:pt idx="29">
                  <c:v>541609.0854943773</c:v>
                </c:pt>
                <c:pt idx="30">
                  <c:v>541609.0854943773</c:v>
                </c:pt>
                <c:pt idx="31">
                  <c:v>677011.3568679716</c:v>
                </c:pt>
                <c:pt idx="32">
                  <c:v>541609.0854943773</c:v>
                </c:pt>
                <c:pt idx="33">
                  <c:v>677011.3568679716</c:v>
                </c:pt>
                <c:pt idx="34">
                  <c:v>541609.0854943773</c:v>
                </c:pt>
                <c:pt idx="35">
                  <c:v>541609.0854943773</c:v>
                </c:pt>
                <c:pt idx="36">
                  <c:v>677011.3568679716</c:v>
                </c:pt>
                <c:pt idx="37">
                  <c:v>541609.0854943773</c:v>
                </c:pt>
                <c:pt idx="38">
                  <c:v>541609.0854943773</c:v>
                </c:pt>
                <c:pt idx="39">
                  <c:v>541609.0854943773</c:v>
                </c:pt>
                <c:pt idx="40">
                  <c:v>677011.3568679716</c:v>
                </c:pt>
                <c:pt idx="41">
                  <c:v>541609.0854943773</c:v>
                </c:pt>
                <c:pt idx="42">
                  <c:v>677011.3568679716</c:v>
                </c:pt>
                <c:pt idx="43">
                  <c:v>541609.0854943773</c:v>
                </c:pt>
                <c:pt idx="44">
                  <c:v>541609.0854943773</c:v>
                </c:pt>
                <c:pt idx="45">
                  <c:v>677011.3568679716</c:v>
                </c:pt>
                <c:pt idx="46">
                  <c:v>541609.0854943773</c:v>
                </c:pt>
                <c:pt idx="47">
                  <c:v>541609.0854943773</c:v>
                </c:pt>
                <c:pt idx="48">
                  <c:v>677011.3568679716</c:v>
                </c:pt>
                <c:pt idx="49">
                  <c:v>541609.0854943773</c:v>
                </c:pt>
                <c:pt idx="50">
                  <c:v>541609.0854943773</c:v>
                </c:pt>
                <c:pt idx="51">
                  <c:v>677011.3568679716</c:v>
                </c:pt>
                <c:pt idx="52">
                  <c:v>541609.0854943773</c:v>
                </c:pt>
                <c:pt idx="53">
                  <c:v>541609.0854943773</c:v>
                </c:pt>
                <c:pt idx="54">
                  <c:v>677011.3568679716</c:v>
                </c:pt>
                <c:pt idx="55">
                  <c:v>541609.0854943773</c:v>
                </c:pt>
                <c:pt idx="56">
                  <c:v>677011.3568679716</c:v>
                </c:pt>
                <c:pt idx="57">
                  <c:v>541609.0854943773</c:v>
                </c:pt>
                <c:pt idx="58">
                  <c:v>541609.0854943773</c:v>
                </c:pt>
                <c:pt idx="59">
                  <c:v>677011.3568679716</c:v>
                </c:pt>
                <c:pt idx="60">
                  <c:v>541609.0854943773</c:v>
                </c:pt>
                <c:pt idx="61">
                  <c:v>541609.0854943773</c:v>
                </c:pt>
                <c:pt idx="62">
                  <c:v>677011.3568679716</c:v>
                </c:pt>
                <c:pt idx="63">
                  <c:v>541609.0854943773</c:v>
                </c:pt>
                <c:pt idx="64">
                  <c:v>541609.0854943773</c:v>
                </c:pt>
                <c:pt idx="65">
                  <c:v>541609.0854943773</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24213.524814397508</c:v>
                </c:pt>
                <c:pt idx="1">
                  <c:v>13986.702169974846</c:v>
                </c:pt>
                <c:pt idx="2">
                  <c:v>230.98487013651376</c:v>
                </c:pt>
                <c:pt idx="3">
                  <c:v>33264.372813471266</c:v>
                </c:pt>
                <c:pt idx="4">
                  <c:v>8207.370244702059</c:v>
                </c:pt>
                <c:pt idx="5">
                  <c:v>88.09390056686028</c:v>
                </c:pt>
                <c:pt idx="6">
                  <c:v>21771.838195868793</c:v>
                </c:pt>
                <c:pt idx="7">
                  <c:v>5633.407297698956</c:v>
                </c:pt>
                <c:pt idx="8">
                  <c:v>3791.966667611084</c:v>
                </c:pt>
                <c:pt idx="9">
                  <c:v>8769.756887772603</c:v>
                </c:pt>
                <c:pt idx="10">
                  <c:v>20404.616598995915</c:v>
                </c:pt>
                <c:pt idx="11">
                  <c:v>10550.560560474642</c:v>
                </c:pt>
                <c:pt idx="12">
                  <c:v>27240.896118221048</c:v>
                </c:pt>
                <c:pt idx="13">
                  <c:v>1957.9549176406847</c:v>
                </c:pt>
                <c:pt idx="14">
                  <c:v>9531.17150054751</c:v>
                </c:pt>
                <c:pt idx="15">
                  <c:v>8997.137268545726</c:v>
                </c:pt>
                <c:pt idx="16">
                  <c:v>28404.168632159483</c:v>
                </c:pt>
                <c:pt idx="17">
                  <c:v>479.6413064223366</c:v>
                </c:pt>
                <c:pt idx="18">
                  <c:v>3.9506589117353466</c:v>
                </c:pt>
                <c:pt idx="19">
                  <c:v>16900.719985787793</c:v>
                </c:pt>
                <c:pt idx="20">
                  <c:v>6727.049212306093</c:v>
                </c:pt>
                <c:pt idx="21">
                  <c:v>25314.780732875053</c:v>
                </c:pt>
                <c:pt idx="22">
                  <c:v>19184.289403436025</c:v>
                </c:pt>
                <c:pt idx="23">
                  <c:v>21187.207852037493</c:v>
                </c:pt>
                <c:pt idx="24">
                  <c:v>8615.880028244608</c:v>
                </c:pt>
                <c:pt idx="25">
                  <c:v>369.125220056332</c:v>
                </c:pt>
                <c:pt idx="26">
                  <c:v>6327.866368438127</c:v>
                </c:pt>
                <c:pt idx="27">
                  <c:v>221.85077848014026</c:v>
                </c:pt>
                <c:pt idx="28">
                  <c:v>3318.94801648228</c:v>
                </c:pt>
                <c:pt idx="29">
                  <c:v>9450.929918094687</c:v>
                </c:pt>
                <c:pt idx="30">
                  <c:v>21032.503084380736</c:v>
                </c:pt>
                <c:pt idx="31">
                  <c:v>18493.021681367038</c:v>
                </c:pt>
                <c:pt idx="32">
                  <c:v>9852.246668864711</c:v>
                </c:pt>
                <c:pt idx="33">
                  <c:v>10037.737930186826</c:v>
                </c:pt>
                <c:pt idx="34">
                  <c:v>332.517494397371</c:v>
                </c:pt>
                <c:pt idx="35">
                  <c:v>18118.188230751064</c:v>
                </c:pt>
                <c:pt idx="36">
                  <c:v>44242.33027277072</c:v>
                </c:pt>
                <c:pt idx="37">
                  <c:v>29007.28485950625</c:v>
                </c:pt>
                <c:pt idx="38">
                  <c:v>30247.08419241949</c:v>
                </c:pt>
                <c:pt idx="39">
                  <c:v>19631.380288471595</c:v>
                </c:pt>
                <c:pt idx="40">
                  <c:v>19219.890305704583</c:v>
                </c:pt>
                <c:pt idx="41">
                  <c:v>5836.781515651272</c:v>
                </c:pt>
                <c:pt idx="42">
                  <c:v>26061.223095468733</c:v>
                </c:pt>
                <c:pt idx="43">
                  <c:v>8459.096969351831</c:v>
                </c:pt>
                <c:pt idx="44">
                  <c:v>500.2126547773001</c:v>
                </c:pt>
                <c:pt idx="45">
                  <c:v>6911.495450442698</c:v>
                </c:pt>
                <c:pt idx="46">
                  <c:v>17529.643775775392</c:v>
                </c:pt>
                <c:pt idx="47">
                  <c:v>1629.1502713299437</c:v>
                </c:pt>
                <c:pt idx="48">
                  <c:v>11380.972352016835</c:v>
                </c:pt>
                <c:pt idx="49">
                  <c:v>14522.975664312724</c:v>
                </c:pt>
                <c:pt idx="50">
                  <c:v>6891.599221272208</c:v>
                </c:pt>
                <c:pt idx="51">
                  <c:v>20619.185279476584</c:v>
                </c:pt>
                <c:pt idx="52">
                  <c:v>22834.87810040461</c:v>
                </c:pt>
                <c:pt idx="53">
                  <c:v>14172.73875818606</c:v>
                </c:pt>
                <c:pt idx="54">
                  <c:v>243.68344659636503</c:v>
                </c:pt>
                <c:pt idx="55">
                  <c:v>14677.772657981768</c:v>
                </c:pt>
                <c:pt idx="56">
                  <c:v>20506.379225394732</c:v>
                </c:pt>
                <c:pt idx="57">
                  <c:v>38173.87536710966</c:v>
                </c:pt>
                <c:pt idx="58">
                  <c:v>21689.231304368677</c:v>
                </c:pt>
                <c:pt idx="59">
                  <c:v>17505.366855988425</c:v>
                </c:pt>
                <c:pt idx="60">
                  <c:v>31275.41465248548</c:v>
                </c:pt>
                <c:pt idx="61">
                  <c:v>1430.101493315159</c:v>
                </c:pt>
                <c:pt idx="62">
                  <c:v>271.0635786471442</c:v>
                </c:pt>
                <c:pt idx="63">
                  <c:v>43229.24699933578</c:v>
                </c:pt>
                <c:pt idx="64">
                  <c:v>8819.602233721413</c:v>
                </c:pt>
                <c:pt idx="65">
                  <c:v>227.11672944222028</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59861.88973502515</c:v>
                </c:pt>
                <c:pt idx="1">
                  <c:v>65355.62759267575</c:v>
                </c:pt>
                <c:pt idx="2">
                  <c:v>54080.06250845947</c:v>
                </c:pt>
                <c:pt idx="3">
                  <c:v>166581.08279108323</c:v>
                </c:pt>
                <c:pt idx="4">
                  <c:v>80454.77804205204</c:v>
                </c:pt>
                <c:pt idx="5">
                  <c:v>47307.137374216174</c:v>
                </c:pt>
                <c:pt idx="6">
                  <c:v>14785.40895910388</c:v>
                </c:pt>
                <c:pt idx="7">
                  <c:v>8390.359575481589</c:v>
                </c:pt>
                <c:pt idx="8">
                  <c:v>6961.959764891186</c:v>
                </c:pt>
                <c:pt idx="9">
                  <c:v>96187.12623907464</c:v>
                </c:pt>
                <c:pt idx="10">
                  <c:v>137042.57156231647</c:v>
                </c:pt>
                <c:pt idx="11">
                  <c:v>54094.620884674834</c:v>
                </c:pt>
                <c:pt idx="12">
                  <c:v>22256.85146179651</c:v>
                </c:pt>
                <c:pt idx="13">
                  <c:v>9709.305962143073</c:v>
                </c:pt>
                <c:pt idx="14">
                  <c:v>113546.96421220576</c:v>
                </c:pt>
                <c:pt idx="15">
                  <c:v>86746.25130793921</c:v>
                </c:pt>
                <c:pt idx="16">
                  <c:v>61003.458219207954</c:v>
                </c:pt>
                <c:pt idx="17">
                  <c:v>119600.74939367769</c:v>
                </c:pt>
                <c:pt idx="18">
                  <c:v>183549.8912408248</c:v>
                </c:pt>
                <c:pt idx="19">
                  <c:v>132752.59709526954</c:v>
                </c:pt>
                <c:pt idx="20">
                  <c:v>91216.86464772037</c:v>
                </c:pt>
                <c:pt idx="21">
                  <c:v>142600.96133356963</c:v>
                </c:pt>
                <c:pt idx="22">
                  <c:v>165602.9122806024</c:v>
                </c:pt>
                <c:pt idx="23">
                  <c:v>58761.866239548246</c:v>
                </c:pt>
                <c:pt idx="24">
                  <c:v>107036.56487600302</c:v>
                </c:pt>
                <c:pt idx="25">
                  <c:v>107291.1550499328</c:v>
                </c:pt>
                <c:pt idx="26">
                  <c:v>157148.7120144948</c:v>
                </c:pt>
                <c:pt idx="27">
                  <c:v>105307.29678352963</c:v>
                </c:pt>
                <c:pt idx="28">
                  <c:v>86522.50297231151</c:v>
                </c:pt>
                <c:pt idx="29">
                  <c:v>116785.92256901196</c:v>
                </c:pt>
                <c:pt idx="30">
                  <c:v>151969.67045207263</c:v>
                </c:pt>
                <c:pt idx="31">
                  <c:v>332839.79458070884</c:v>
                </c:pt>
                <c:pt idx="32">
                  <c:v>213883.18783165887</c:v>
                </c:pt>
                <c:pt idx="33">
                  <c:v>311945.47845720104</c:v>
                </c:pt>
                <c:pt idx="34">
                  <c:v>261137.9989269234</c:v>
                </c:pt>
                <c:pt idx="35">
                  <c:v>149799.5474725709</c:v>
                </c:pt>
                <c:pt idx="36">
                  <c:v>102450.60669287536</c:v>
                </c:pt>
                <c:pt idx="37">
                  <c:v>178287.09925496895</c:v>
                </c:pt>
                <c:pt idx="38">
                  <c:v>156188.78871085466</c:v>
                </c:pt>
                <c:pt idx="39">
                  <c:v>71183.3492213968</c:v>
                </c:pt>
                <c:pt idx="40">
                  <c:v>151044.5828019708</c:v>
                </c:pt>
                <c:pt idx="41">
                  <c:v>165408.36347650105</c:v>
                </c:pt>
                <c:pt idx="42">
                  <c:v>187640.74659620062</c:v>
                </c:pt>
                <c:pt idx="43">
                  <c:v>223997.31501476187</c:v>
                </c:pt>
                <c:pt idx="44">
                  <c:v>196483.29241855492</c:v>
                </c:pt>
                <c:pt idx="45">
                  <c:v>205174.8358629683</c:v>
                </c:pt>
                <c:pt idx="46">
                  <c:v>213598.4431437829</c:v>
                </c:pt>
                <c:pt idx="47">
                  <c:v>130140.63140667994</c:v>
                </c:pt>
                <c:pt idx="48">
                  <c:v>136299.4473258438</c:v>
                </c:pt>
                <c:pt idx="49">
                  <c:v>109549.45218499456</c:v>
                </c:pt>
                <c:pt idx="50">
                  <c:v>101123.45216719247</c:v>
                </c:pt>
                <c:pt idx="51">
                  <c:v>69730.6664229854</c:v>
                </c:pt>
                <c:pt idx="52">
                  <c:v>133346.60947245295</c:v>
                </c:pt>
                <c:pt idx="53">
                  <c:v>147107.34636155012</c:v>
                </c:pt>
                <c:pt idx="54">
                  <c:v>224432.2780541837</c:v>
                </c:pt>
                <c:pt idx="55">
                  <c:v>215930.749735656</c:v>
                </c:pt>
                <c:pt idx="56">
                  <c:v>72370.65334793268</c:v>
                </c:pt>
                <c:pt idx="57">
                  <c:v>33915.35368543687</c:v>
                </c:pt>
                <c:pt idx="58">
                  <c:v>21117.714791626433</c:v>
                </c:pt>
                <c:pt idx="59">
                  <c:v>131958.90222324082</c:v>
                </c:pt>
                <c:pt idx="60">
                  <c:v>173425.37478797266</c:v>
                </c:pt>
                <c:pt idx="61">
                  <c:v>133361.7362299816</c:v>
                </c:pt>
                <c:pt idx="62">
                  <c:v>270720.48046418664</c:v>
                </c:pt>
                <c:pt idx="63">
                  <c:v>100703.51481146495</c:v>
                </c:pt>
                <c:pt idx="64">
                  <c:v>43272.96766398989</c:v>
                </c:pt>
                <c:pt idx="65">
                  <c:v>17840.901242828513</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21705.86772636778</c:v>
                </c:pt>
                <c:pt idx="1">
                  <c:v>19685.58292261509</c:v>
                </c:pt>
                <c:pt idx="2">
                  <c:v>22029.34998322158</c:v>
                </c:pt>
                <c:pt idx="3">
                  <c:v>24966.39610950704</c:v>
                </c:pt>
                <c:pt idx="4">
                  <c:v>42650.38277909374</c:v>
                </c:pt>
                <c:pt idx="5">
                  <c:v>12751.60532693803</c:v>
                </c:pt>
                <c:pt idx="6">
                  <c:v>253.0213661985424</c:v>
                </c:pt>
                <c:pt idx="7">
                  <c:v>24261.147413904433</c:v>
                </c:pt>
                <c:pt idx="8">
                  <c:v>23952.21874281176</c:v>
                </c:pt>
                <c:pt idx="9">
                  <c:v>34280.40526710429</c:v>
                </c:pt>
                <c:pt idx="10">
                  <c:v>1282.3502642233336</c:v>
                </c:pt>
                <c:pt idx="11">
                  <c:v>22043.047218313593</c:v>
                </c:pt>
                <c:pt idx="12">
                  <c:v>22526.442143699795</c:v>
                </c:pt>
                <c:pt idx="13">
                  <c:v>12119.92920356956</c:v>
                </c:pt>
                <c:pt idx="14">
                  <c:v>36008.95151525776</c:v>
                </c:pt>
                <c:pt idx="15">
                  <c:v>42994.82451077358</c:v>
                </c:pt>
                <c:pt idx="16">
                  <c:v>35129.00972163326</c:v>
                </c:pt>
                <c:pt idx="17">
                  <c:v>28929.61112221422</c:v>
                </c:pt>
                <c:pt idx="18">
                  <c:v>4079.154111636714</c:v>
                </c:pt>
                <c:pt idx="19">
                  <c:v>4690.116688674444</c:v>
                </c:pt>
                <c:pt idx="20">
                  <c:v>17341.639158540085</c:v>
                </c:pt>
                <c:pt idx="21">
                  <c:v>46595.51844304589</c:v>
                </c:pt>
                <c:pt idx="22">
                  <c:v>2674.263222733488</c:v>
                </c:pt>
                <c:pt idx="23">
                  <c:v>25750.2868540379</c:v>
                </c:pt>
                <c:pt idx="24">
                  <c:v>32205.283839692787</c:v>
                </c:pt>
                <c:pt idx="25">
                  <c:v>24124.0652547427</c:v>
                </c:pt>
                <c:pt idx="26">
                  <c:v>16485.459405585225</c:v>
                </c:pt>
                <c:pt idx="27">
                  <c:v>21724.619400265914</c:v>
                </c:pt>
                <c:pt idx="28">
                  <c:v>19454.672655118546</c:v>
                </c:pt>
                <c:pt idx="29">
                  <c:v>1002.3686120335645</c:v>
                </c:pt>
                <c:pt idx="30">
                  <c:v>10831.396409176472</c:v>
                </c:pt>
                <c:pt idx="31">
                  <c:v>14859.380687571018</c:v>
                </c:pt>
                <c:pt idx="32">
                  <c:v>11392.117193854614</c:v>
                </c:pt>
                <c:pt idx="33">
                  <c:v>49060.40091972509</c:v>
                </c:pt>
                <c:pt idx="34">
                  <c:v>10913.520182024731</c:v>
                </c:pt>
                <c:pt idx="35">
                  <c:v>21760.338054872413</c:v>
                </c:pt>
                <c:pt idx="36">
                  <c:v>40647.24674419689</c:v>
                </c:pt>
                <c:pt idx="37">
                  <c:v>25293.188108001534</c:v>
                </c:pt>
                <c:pt idx="38">
                  <c:v>22460.12798468292</c:v>
                </c:pt>
                <c:pt idx="39">
                  <c:v>26256.28634828748</c:v>
                </c:pt>
                <c:pt idx="40">
                  <c:v>20213.076448925287</c:v>
                </c:pt>
                <c:pt idx="41">
                  <c:v>16348.836071569998</c:v>
                </c:pt>
                <c:pt idx="42">
                  <c:v>33417.240063025965</c:v>
                </c:pt>
                <c:pt idx="43">
                  <c:v>20574.91964003088</c:v>
                </c:pt>
                <c:pt idx="44">
                  <c:v>17187.45521901006</c:v>
                </c:pt>
                <c:pt idx="45">
                  <c:v>49172.619686072685</c:v>
                </c:pt>
                <c:pt idx="46">
                  <c:v>24358.15951642471</c:v>
                </c:pt>
                <c:pt idx="47">
                  <c:v>1236.5060406577675</c:v>
                </c:pt>
                <c:pt idx="48">
                  <c:v>8790.634573567228</c:v>
                </c:pt>
                <c:pt idx="49">
                  <c:v>31565.53810013977</c:v>
                </c:pt>
                <c:pt idx="50">
                  <c:v>14554.700484658906</c:v>
                </c:pt>
                <c:pt idx="51">
                  <c:v>45716.194334486725</c:v>
                </c:pt>
                <c:pt idx="52">
                  <c:v>19525.978132458164</c:v>
                </c:pt>
                <c:pt idx="53">
                  <c:v>14612.921979271363</c:v>
                </c:pt>
                <c:pt idx="54">
                  <c:v>19872.005063083983</c:v>
                </c:pt>
                <c:pt idx="55">
                  <c:v>39.826267112185576</c:v>
                </c:pt>
                <c:pt idx="56">
                  <c:v>953.6270167475765</c:v>
                </c:pt>
                <c:pt idx="57">
                  <c:v>11410.843481013679</c:v>
                </c:pt>
                <c:pt idx="58">
                  <c:v>34183.38284476708</c:v>
                </c:pt>
                <c:pt idx="59">
                  <c:v>53569.4585853441</c:v>
                </c:pt>
                <c:pt idx="60">
                  <c:v>47891.15176306111</c:v>
                </c:pt>
                <c:pt idx="61">
                  <c:v>18508.526114345324</c:v>
                </c:pt>
                <c:pt idx="62">
                  <c:v>19906.020432504894</c:v>
                </c:pt>
                <c:pt idx="63">
                  <c:v>61216.76460095972</c:v>
                </c:pt>
                <c:pt idx="64">
                  <c:v>18345.607472618205</c:v>
                </c:pt>
                <c:pt idx="65">
                  <c:v>1229.078281335438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6641.272748650355</c:v>
                </c:pt>
                <c:pt idx="1">
                  <c:v>12803.360370154749</c:v>
                </c:pt>
                <c:pt idx="2">
                  <c:v>7861.290627003821</c:v>
                </c:pt>
                <c:pt idx="3">
                  <c:v>7372.622897884992</c:v>
                </c:pt>
                <c:pt idx="4">
                  <c:v>92.32620824820341</c:v>
                </c:pt>
                <c:pt idx="5">
                  <c:v>7313.0813094221885</c:v>
                </c:pt>
                <c:pt idx="6">
                  <c:v>3336.67421641756</c:v>
                </c:pt>
                <c:pt idx="7">
                  <c:v>183.5643658457167</c:v>
                </c:pt>
                <c:pt idx="8">
                  <c:v>15673.089855086448</c:v>
                </c:pt>
                <c:pt idx="9">
                  <c:v>416.9145683658367</c:v>
                </c:pt>
                <c:pt idx="10">
                  <c:v>7480.082978750682</c:v>
                </c:pt>
                <c:pt idx="11">
                  <c:v>4345.804097010797</c:v>
                </c:pt>
                <c:pt idx="12">
                  <c:v>15712.070401473524</c:v>
                </c:pt>
                <c:pt idx="13">
                  <c:v>420.29712805911356</c:v>
                </c:pt>
                <c:pt idx="14">
                  <c:v>3136.547933625045</c:v>
                </c:pt>
                <c:pt idx="15">
                  <c:v>8196.033140398707</c:v>
                </c:pt>
                <c:pt idx="16">
                  <c:v>21842.534857536924</c:v>
                </c:pt>
                <c:pt idx="17">
                  <c:v>13818.847735053372</c:v>
                </c:pt>
                <c:pt idx="18">
                  <c:v>11271.87081678744</c:v>
                </c:pt>
                <c:pt idx="19">
                  <c:v>2101.3753688936085</c:v>
                </c:pt>
                <c:pt idx="20">
                  <c:v>9920.387620750143</c:v>
                </c:pt>
                <c:pt idx="21">
                  <c:v>3276.5904246137434</c:v>
                </c:pt>
                <c:pt idx="22">
                  <c:v>12178.294956019086</c:v>
                </c:pt>
                <c:pt idx="23">
                  <c:v>141.8338731531728</c:v>
                </c:pt>
                <c:pt idx="24">
                  <c:v>137.7785895755311</c:v>
                </c:pt>
                <c:pt idx="25">
                  <c:v>397.97674765564295</c:v>
                </c:pt>
                <c:pt idx="26">
                  <c:v>8127.246709021347</c:v>
                </c:pt>
                <c:pt idx="27">
                  <c:v>6192.980173833991</c:v>
                </c:pt>
                <c:pt idx="28">
                  <c:v>327.9154684164431</c:v>
                </c:pt>
                <c:pt idx="29">
                  <c:v>16831.62646125447</c:v>
                </c:pt>
                <c:pt idx="30">
                  <c:v>15201.679263715918</c:v>
                </c:pt>
                <c:pt idx="31">
                  <c:v>14289.214053945992</c:v>
                </c:pt>
                <c:pt idx="32">
                  <c:v>2333.733865954655</c:v>
                </c:pt>
                <c:pt idx="33">
                  <c:v>2961.6925105231007</c:v>
                </c:pt>
                <c:pt idx="34">
                  <c:v>94.54541895659973</c:v>
                </c:pt>
                <c:pt idx="35">
                  <c:v>18157.84014431334</c:v>
                </c:pt>
                <c:pt idx="36">
                  <c:v>19577.58867905019</c:v>
                </c:pt>
                <c:pt idx="37">
                  <c:v>6858.384124598706</c:v>
                </c:pt>
                <c:pt idx="38">
                  <c:v>9871.485533250707</c:v>
                </c:pt>
                <c:pt idx="39">
                  <c:v>9703.899585623718</c:v>
                </c:pt>
                <c:pt idx="40">
                  <c:v>106.12063450582903</c:v>
                </c:pt>
                <c:pt idx="41">
                  <c:v>230.6980361945285</c:v>
                </c:pt>
                <c:pt idx="42">
                  <c:v>7209.016275641906</c:v>
                </c:pt>
                <c:pt idx="43">
                  <c:v>9969.92864104035</c:v>
                </c:pt>
                <c:pt idx="44">
                  <c:v>104.33511898854404</c:v>
                </c:pt>
                <c:pt idx="45">
                  <c:v>23064.340570611064</c:v>
                </c:pt>
                <c:pt idx="46">
                  <c:v>6116.210050776726</c:v>
                </c:pt>
                <c:pt idx="47">
                  <c:v>15769.127024483683</c:v>
                </c:pt>
                <c:pt idx="48">
                  <c:v>5422.646157264171</c:v>
                </c:pt>
                <c:pt idx="49">
                  <c:v>6407.262032016524</c:v>
                </c:pt>
                <c:pt idx="50">
                  <c:v>73.64354324488347</c:v>
                </c:pt>
                <c:pt idx="51">
                  <c:v>3349.3462231493304</c:v>
                </c:pt>
                <c:pt idx="52">
                  <c:v>15869.19464442997</c:v>
                </c:pt>
                <c:pt idx="53">
                  <c:v>55.09856525703457</c:v>
                </c:pt>
                <c:pt idx="54">
                  <c:v>11469.100713575006</c:v>
                </c:pt>
                <c:pt idx="55">
                  <c:v>17710.70383369831</c:v>
                </c:pt>
                <c:pt idx="56">
                  <c:v>7721.2074334362</c:v>
                </c:pt>
                <c:pt idx="57">
                  <c:v>80.63766127739537</c:v>
                </c:pt>
                <c:pt idx="58">
                  <c:v>258.17473536919584</c:v>
                </c:pt>
                <c:pt idx="59">
                  <c:v>14133.968687997165</c:v>
                </c:pt>
                <c:pt idx="60">
                  <c:v>20029.829779744432</c:v>
                </c:pt>
                <c:pt idx="61">
                  <c:v>11713.662835654764</c:v>
                </c:pt>
                <c:pt idx="62">
                  <c:v>22902.52261804741</c:v>
                </c:pt>
                <c:pt idx="63">
                  <c:v>6454.636887494088</c:v>
                </c:pt>
                <c:pt idx="64">
                  <c:v>6255.541431381173</c:v>
                </c:pt>
                <c:pt idx="65">
                  <c:v>10619.184389311551</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701.6795459841605</c:v>
                </c:pt>
                <c:pt idx="1">
                  <c:v>11666.394495466593</c:v>
                </c:pt>
                <c:pt idx="2">
                  <c:v>4150.313083515116</c:v>
                </c:pt>
                <c:pt idx="3">
                  <c:v>17.447959808217593</c:v>
                </c:pt>
                <c:pt idx="4">
                  <c:v>17546.06980421856</c:v>
                </c:pt>
                <c:pt idx="5">
                  <c:v>18238.757135302953</c:v>
                </c:pt>
                <c:pt idx="6">
                  <c:v>6055.697813693325</c:v>
                </c:pt>
                <c:pt idx="7">
                  <c:v>655.807375213163</c:v>
                </c:pt>
                <c:pt idx="8">
                  <c:v>26984.871777864086</c:v>
                </c:pt>
                <c:pt idx="9">
                  <c:v>15433.800363351456</c:v>
                </c:pt>
                <c:pt idx="10">
                  <c:v>17830.13398116172</c:v>
                </c:pt>
                <c:pt idx="11">
                  <c:v>202.80095597816958</c:v>
                </c:pt>
                <c:pt idx="12">
                  <c:v>14829.80628748304</c:v>
                </c:pt>
                <c:pt idx="13">
                  <c:v>5119.546830603042</c:v>
                </c:pt>
                <c:pt idx="14">
                  <c:v>30787.785233301584</c:v>
                </c:pt>
                <c:pt idx="15">
                  <c:v>15798.894570193508</c:v>
                </c:pt>
                <c:pt idx="16">
                  <c:v>25459.7161653068</c:v>
                </c:pt>
                <c:pt idx="17">
                  <c:v>460.74289608093295</c:v>
                </c:pt>
                <c:pt idx="18">
                  <c:v>14164.986143195845</c:v>
                </c:pt>
                <c:pt idx="19">
                  <c:v>21610.599311803067</c:v>
                </c:pt>
                <c:pt idx="20">
                  <c:v>621.9432006572175</c:v>
                </c:pt>
                <c:pt idx="21">
                  <c:v>12724.785767054625</c:v>
                </c:pt>
                <c:pt idx="22">
                  <c:v>11099.447769113092</c:v>
                </c:pt>
                <c:pt idx="23">
                  <c:v>4274.869151969845</c:v>
                </c:pt>
                <c:pt idx="24">
                  <c:v>10044.454066892324</c:v>
                </c:pt>
                <c:pt idx="25">
                  <c:v>34.04893184100415</c:v>
                </c:pt>
                <c:pt idx="26">
                  <c:v>211.28754563957614</c:v>
                </c:pt>
                <c:pt idx="27">
                  <c:v>9958.792709416293</c:v>
                </c:pt>
                <c:pt idx="28">
                  <c:v>13545.724914085862</c:v>
                </c:pt>
                <c:pt idx="29">
                  <c:v>3041.4174708341707</c:v>
                </c:pt>
                <c:pt idx="30">
                  <c:v>4531.579676715602</c:v>
                </c:pt>
                <c:pt idx="31">
                  <c:v>22289.838787180863</c:v>
                </c:pt>
                <c:pt idx="32">
                  <c:v>18531.281443561922</c:v>
                </c:pt>
                <c:pt idx="33">
                  <c:v>12254.35690035171</c:v>
                </c:pt>
                <c:pt idx="34">
                  <c:v>4744.615285069315</c:v>
                </c:pt>
                <c:pt idx="35">
                  <c:v>11540.253213277381</c:v>
                </c:pt>
                <c:pt idx="36">
                  <c:v>18822.354644585048</c:v>
                </c:pt>
                <c:pt idx="37">
                  <c:v>46.76529252394516</c:v>
                </c:pt>
                <c:pt idx="38">
                  <c:v>23627.681131536112</c:v>
                </c:pt>
                <c:pt idx="39">
                  <c:v>4100.345967227037</c:v>
                </c:pt>
                <c:pt idx="40">
                  <c:v>18217.27354023455</c:v>
                </c:pt>
                <c:pt idx="41">
                  <c:v>16840.853851880784</c:v>
                </c:pt>
                <c:pt idx="42">
                  <c:v>20638.01259747549</c:v>
                </c:pt>
                <c:pt idx="43">
                  <c:v>586.1869622548217</c:v>
                </c:pt>
                <c:pt idx="44">
                  <c:v>8684.129567133805</c:v>
                </c:pt>
                <c:pt idx="45">
                  <c:v>22910.507971313396</c:v>
                </c:pt>
                <c:pt idx="46">
                  <c:v>14820.679339753959</c:v>
                </c:pt>
                <c:pt idx="47">
                  <c:v>371.0973789356813</c:v>
                </c:pt>
                <c:pt idx="48">
                  <c:v>12528.123573883611</c:v>
                </c:pt>
                <c:pt idx="49">
                  <c:v>11974.675386155692</c:v>
                </c:pt>
                <c:pt idx="50">
                  <c:v>20756.22602431148</c:v>
                </c:pt>
                <c:pt idx="51">
                  <c:v>18398.524941665342</c:v>
                </c:pt>
                <c:pt idx="52">
                  <c:v>27316.67214781751</c:v>
                </c:pt>
                <c:pt idx="53">
                  <c:v>22160.06243103967</c:v>
                </c:pt>
                <c:pt idx="54">
                  <c:v>11092.204499817284</c:v>
                </c:pt>
                <c:pt idx="55">
                  <c:v>37191.16037086284</c:v>
                </c:pt>
                <c:pt idx="56">
                  <c:v>5237.806754455866</c:v>
                </c:pt>
                <c:pt idx="57">
                  <c:v>524.9348649006045</c:v>
                </c:pt>
                <c:pt idx="58">
                  <c:v>306.63754005296795</c:v>
                </c:pt>
                <c:pt idx="59">
                  <c:v>0.0839320962770064</c:v>
                </c:pt>
                <c:pt idx="60">
                  <c:v>7484.961430850346</c:v>
                </c:pt>
                <c:pt idx="61">
                  <c:v>9874.3173543191</c:v>
                </c:pt>
                <c:pt idx="62">
                  <c:v>18060.998809739853</c:v>
                </c:pt>
                <c:pt idx="63">
                  <c:v>701.9743375110086</c:v>
                </c:pt>
                <c:pt idx="64">
                  <c:v>28787.925837275834</c:v>
                </c:pt>
                <c:pt idx="65">
                  <c:v>21264.061145802996</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2322.744629306948</c:v>
                </c:pt>
                <c:pt idx="1">
                  <c:v>4164.250778321813</c:v>
                </c:pt>
                <c:pt idx="2">
                  <c:v>9871.993088943367</c:v>
                </c:pt>
                <c:pt idx="3">
                  <c:v>37638.90753775028</c:v>
                </c:pt>
                <c:pt idx="4">
                  <c:v>3511.541088086625</c:v>
                </c:pt>
                <c:pt idx="5">
                  <c:v>35573.50962833762</c:v>
                </c:pt>
                <c:pt idx="6">
                  <c:v>2677.3006227448022</c:v>
                </c:pt>
                <c:pt idx="7">
                  <c:v>58850.91695602041</c:v>
                </c:pt>
                <c:pt idx="8">
                  <c:v>21506.297077172738</c:v>
                </c:pt>
                <c:pt idx="9">
                  <c:v>33081.018692113365</c:v>
                </c:pt>
                <c:pt idx="10">
                  <c:v>53443.407306443754</c:v>
                </c:pt>
                <c:pt idx="11">
                  <c:v>23093.698385836266</c:v>
                </c:pt>
                <c:pt idx="12">
                  <c:v>64083.94660541156</c:v>
                </c:pt>
                <c:pt idx="13">
                  <c:v>8741.38962497433</c:v>
                </c:pt>
                <c:pt idx="14">
                  <c:v>3445.88653783787</c:v>
                </c:pt>
                <c:pt idx="15">
                  <c:v>8892.380427244543</c:v>
                </c:pt>
                <c:pt idx="16">
                  <c:v>47519.69688951406</c:v>
                </c:pt>
                <c:pt idx="17">
                  <c:v>26523.75920602001</c:v>
                </c:pt>
                <c:pt idx="18">
                  <c:v>21401.588635922068</c:v>
                </c:pt>
                <c:pt idx="19">
                  <c:v>49670.3317497702</c:v>
                </c:pt>
                <c:pt idx="20">
                  <c:v>29234.40520920353</c:v>
                </c:pt>
                <c:pt idx="21">
                  <c:v>28763.974148502904</c:v>
                </c:pt>
                <c:pt idx="22">
                  <c:v>14944.841087584735</c:v>
                </c:pt>
                <c:pt idx="23">
                  <c:v>2960.229603323009</c:v>
                </c:pt>
                <c:pt idx="24">
                  <c:v>44235.980198826284</c:v>
                </c:pt>
                <c:pt idx="25">
                  <c:v>17028.875936705906</c:v>
                </c:pt>
                <c:pt idx="26">
                  <c:v>30449.377370311286</c:v>
                </c:pt>
                <c:pt idx="27">
                  <c:v>2836.078052156764</c:v>
                </c:pt>
                <c:pt idx="28">
                  <c:v>21445.26126341076</c:v>
                </c:pt>
                <c:pt idx="29">
                  <c:v>40965.693532243866</c:v>
                </c:pt>
                <c:pt idx="30">
                  <c:v>22946.685279964073</c:v>
                </c:pt>
                <c:pt idx="31">
                  <c:v>50530.88888659606</c:v>
                </c:pt>
                <c:pt idx="32">
                  <c:v>47895.29456709168</c:v>
                </c:pt>
                <c:pt idx="33">
                  <c:v>64889.89583042029</c:v>
                </c:pt>
                <c:pt idx="34">
                  <c:v>27663.617291293835</c:v>
                </c:pt>
                <c:pt idx="35">
                  <c:v>54050.49143454974</c:v>
                </c:pt>
                <c:pt idx="36">
                  <c:v>21966.24270138818</c:v>
                </c:pt>
                <c:pt idx="37">
                  <c:v>1860.7890683878627</c:v>
                </c:pt>
                <c:pt idx="38">
                  <c:v>3464.199791784219</c:v>
                </c:pt>
                <c:pt idx="39">
                  <c:v>5652.6793099687275</c:v>
                </c:pt>
                <c:pt idx="40">
                  <c:v>31749.84380546368</c:v>
                </c:pt>
                <c:pt idx="41">
                  <c:v>28923.85021504</c:v>
                </c:pt>
                <c:pt idx="42">
                  <c:v>44463.17029030153</c:v>
                </c:pt>
                <c:pt idx="43">
                  <c:v>40066.29425179823</c:v>
                </c:pt>
                <c:pt idx="44">
                  <c:v>9768.676518159264</c:v>
                </c:pt>
                <c:pt idx="45">
                  <c:v>57964.94981625287</c:v>
                </c:pt>
                <c:pt idx="46">
                  <c:v>68473.35780908386</c:v>
                </c:pt>
                <c:pt idx="47">
                  <c:v>5799.542241261759</c:v>
                </c:pt>
                <c:pt idx="48">
                  <c:v>1224.5604758261857</c:v>
                </c:pt>
                <c:pt idx="49">
                  <c:v>2996.4014443308733</c:v>
                </c:pt>
                <c:pt idx="50">
                  <c:v>56990.77453478766</c:v>
                </c:pt>
                <c:pt idx="51">
                  <c:v>7596.792709240359</c:v>
                </c:pt>
                <c:pt idx="52">
                  <c:v>867.2924856433468</c:v>
                </c:pt>
                <c:pt idx="53">
                  <c:v>64525.721741678266</c:v>
                </c:pt>
                <c:pt idx="54">
                  <c:v>49818.96924004325</c:v>
                </c:pt>
                <c:pt idx="55">
                  <c:v>30286.393782613573</c:v>
                </c:pt>
                <c:pt idx="56">
                  <c:v>16269.289605860828</c:v>
                </c:pt>
                <c:pt idx="57">
                  <c:v>80025.11475759247</c:v>
                </c:pt>
                <c:pt idx="58">
                  <c:v>9242.164295560633</c:v>
                </c:pt>
                <c:pt idx="59">
                  <c:v>70438.33222868993</c:v>
                </c:pt>
                <c:pt idx="60">
                  <c:v>71425.99533581047</c:v>
                </c:pt>
                <c:pt idx="61">
                  <c:v>47681.304040964686</c:v>
                </c:pt>
                <c:pt idx="62">
                  <c:v>89726.85433429926</c:v>
                </c:pt>
                <c:pt idx="63">
                  <c:v>44455.401746005315</c:v>
                </c:pt>
                <c:pt idx="64">
                  <c:v>77802.45671858503</c:v>
                </c:pt>
                <c:pt idx="65">
                  <c:v>20311.762441317514</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5005.495826088195</c:v>
                </c:pt>
                <c:pt idx="1">
                  <c:v>4515.452473058221</c:v>
                </c:pt>
                <c:pt idx="2">
                  <c:v>40460.726417109494</c:v>
                </c:pt>
                <c:pt idx="3">
                  <c:v>29287.5610014073</c:v>
                </c:pt>
                <c:pt idx="4">
                  <c:v>4861.834746139782</c:v>
                </c:pt>
                <c:pt idx="5">
                  <c:v>47801.476301752606</c:v>
                </c:pt>
                <c:pt idx="6">
                  <c:v>17687.534786629563</c:v>
                </c:pt>
                <c:pt idx="7">
                  <c:v>35483.256280374255</c:v>
                </c:pt>
                <c:pt idx="8">
                  <c:v>4890.102634246501</c:v>
                </c:pt>
                <c:pt idx="9">
                  <c:v>51111.19415143632</c:v>
                </c:pt>
                <c:pt idx="10">
                  <c:v>63685.29120303434</c:v>
                </c:pt>
                <c:pt idx="11">
                  <c:v>27327.794193632533</c:v>
                </c:pt>
                <c:pt idx="12">
                  <c:v>5148.00593976976</c:v>
                </c:pt>
                <c:pt idx="13">
                  <c:v>47444.931945138305</c:v>
                </c:pt>
                <c:pt idx="14">
                  <c:v>29910.48501949487</c:v>
                </c:pt>
                <c:pt idx="15">
                  <c:v>4239.2918237878785</c:v>
                </c:pt>
                <c:pt idx="16">
                  <c:v>53426.182482323726</c:v>
                </c:pt>
                <c:pt idx="17">
                  <c:v>5103.037782099496</c:v>
                </c:pt>
                <c:pt idx="18">
                  <c:v>21827.198921484967</c:v>
                </c:pt>
                <c:pt idx="19">
                  <c:v>44756.01540893239</c:v>
                </c:pt>
                <c:pt idx="20">
                  <c:v>8553.908250878054</c:v>
                </c:pt>
                <c:pt idx="21">
                  <c:v>42828.63072731829</c:v>
                </c:pt>
                <c:pt idx="22">
                  <c:v>38618.59730848331</c:v>
                </c:pt>
                <c:pt idx="23">
                  <c:v>20475.48043242466</c:v>
                </c:pt>
                <c:pt idx="24">
                  <c:v>7221.273580999363</c:v>
                </c:pt>
                <c:pt idx="25">
                  <c:v>4121.146628456019</c:v>
                </c:pt>
                <c:pt idx="26">
                  <c:v>5270.599661650272</c:v>
                </c:pt>
                <c:pt idx="27">
                  <c:v>32420.6301068502</c:v>
                </c:pt>
                <c:pt idx="28">
                  <c:v>7081.352986830694</c:v>
                </c:pt>
                <c:pt idx="29">
                  <c:v>59615.56179583943</c:v>
                </c:pt>
                <c:pt idx="30">
                  <c:v>38550.51519045401</c:v>
                </c:pt>
                <c:pt idx="31">
                  <c:v>26013.737037310035</c:v>
                </c:pt>
                <c:pt idx="32">
                  <c:v>13866.400935472979</c:v>
                </c:pt>
                <c:pt idx="33">
                  <c:v>6790.5426380394065</c:v>
                </c:pt>
                <c:pt idx="34">
                  <c:v>28325.231150046977</c:v>
                </c:pt>
                <c:pt idx="35">
                  <c:v>59685.308485654634</c:v>
                </c:pt>
                <c:pt idx="36">
                  <c:v>73301.62022833273</c:v>
                </c:pt>
                <c:pt idx="37">
                  <c:v>30252.63694428642</c:v>
                </c:pt>
                <c:pt idx="38">
                  <c:v>73162.8997236198</c:v>
                </c:pt>
                <c:pt idx="39">
                  <c:v>55100.92870567605</c:v>
                </c:pt>
                <c:pt idx="40">
                  <c:v>28983.899987233952</c:v>
                </c:pt>
                <c:pt idx="41">
                  <c:v>32150.19064164233</c:v>
                </c:pt>
                <c:pt idx="42">
                  <c:v>13049.55170766206</c:v>
                </c:pt>
                <c:pt idx="43">
                  <c:v>17741.796186690855</c:v>
                </c:pt>
                <c:pt idx="44">
                  <c:v>72371.33117925281</c:v>
                </c:pt>
                <c:pt idx="45">
                  <c:v>15490.923818697333</c:v>
                </c:pt>
                <c:pt idx="46">
                  <c:v>6881.393820552714</c:v>
                </c:pt>
                <c:pt idx="47">
                  <c:v>8122.1448698495515</c:v>
                </c:pt>
                <c:pt idx="48">
                  <c:v>10756.207393712986</c:v>
                </c:pt>
                <c:pt idx="49">
                  <c:v>83776.29757004308</c:v>
                </c:pt>
                <c:pt idx="50">
                  <c:v>13462.318764533271</c:v>
                </c:pt>
                <c:pt idx="51">
                  <c:v>5047.901662064423</c:v>
                </c:pt>
                <c:pt idx="52">
                  <c:v>5137.972617512822</c:v>
                </c:pt>
                <c:pt idx="53">
                  <c:v>24920.143314208275</c:v>
                </c:pt>
                <c:pt idx="54">
                  <c:v>8644.031539583533</c:v>
                </c:pt>
                <c:pt idx="55">
                  <c:v>7313.540288170905</c:v>
                </c:pt>
                <c:pt idx="56">
                  <c:v>5840.851175082886</c:v>
                </c:pt>
                <c:pt idx="57">
                  <c:v>43707.021110981994</c:v>
                </c:pt>
                <c:pt idx="58">
                  <c:v>36937.7469310922</c:v>
                </c:pt>
                <c:pt idx="59">
                  <c:v>25865.183156004194</c:v>
                </c:pt>
                <c:pt idx="60">
                  <c:v>6360.388851570082</c:v>
                </c:pt>
                <c:pt idx="61">
                  <c:v>29932.219960187784</c:v>
                </c:pt>
                <c:pt idx="62">
                  <c:v>19029.629320296597</c:v>
                </c:pt>
                <c:pt idx="63">
                  <c:v>41654.689864734435</c:v>
                </c:pt>
                <c:pt idx="64">
                  <c:v>47857.23187021338</c:v>
                </c:pt>
                <c:pt idx="65">
                  <c:v>42990.58340090941</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9828.149548373814</c:v>
                </c:pt>
                <c:pt idx="1">
                  <c:v>34929.9538793339</c:v>
                </c:pt>
                <c:pt idx="2">
                  <c:v>31906.315204173057</c:v>
                </c:pt>
                <c:pt idx="3">
                  <c:v>14701.436908451078</c:v>
                </c:pt>
                <c:pt idx="4">
                  <c:v>4890.568810590236</c:v>
                </c:pt>
                <c:pt idx="5">
                  <c:v>30646.10650911672</c:v>
                </c:pt>
                <c:pt idx="6">
                  <c:v>33141.73993318966</c:v>
                </c:pt>
                <c:pt idx="7">
                  <c:v>45704.204009453984</c:v>
                </c:pt>
                <c:pt idx="8">
                  <c:v>48607.92987939494</c:v>
                </c:pt>
                <c:pt idx="9">
                  <c:v>30084.712371513047</c:v>
                </c:pt>
                <c:pt idx="10">
                  <c:v>28802.954515590845</c:v>
                </c:pt>
                <c:pt idx="11">
                  <c:v>21170.143242064914</c:v>
                </c:pt>
                <c:pt idx="12">
                  <c:v>57509.50460548472</c:v>
                </c:pt>
                <c:pt idx="13">
                  <c:v>48794.47064716172</c:v>
                </c:pt>
                <c:pt idx="14">
                  <c:v>72903.47520520256</c:v>
                </c:pt>
                <c:pt idx="15">
                  <c:v>16649.67313329289</c:v>
                </c:pt>
                <c:pt idx="16">
                  <c:v>34099.62923373333</c:v>
                </c:pt>
                <c:pt idx="17">
                  <c:v>38750.93823168162</c:v>
                </c:pt>
                <c:pt idx="18">
                  <c:v>29452.138496971755</c:v>
                </c:pt>
                <c:pt idx="19">
                  <c:v>44671.061922890796</c:v>
                </c:pt>
                <c:pt idx="20">
                  <c:v>43760.62752714231</c:v>
                </c:pt>
                <c:pt idx="21">
                  <c:v>72886.16485174838</c:v>
                </c:pt>
                <c:pt idx="22">
                  <c:v>44790.53334503436</c:v>
                </c:pt>
                <c:pt idx="23">
                  <c:v>34296.45111851981</c:v>
                </c:pt>
                <c:pt idx="24">
                  <c:v>59241.22670100126</c:v>
                </c:pt>
                <c:pt idx="25">
                  <c:v>39858.838078855355</c:v>
                </c:pt>
                <c:pt idx="26">
                  <c:v>42279.88539143649</c:v>
                </c:pt>
                <c:pt idx="27">
                  <c:v>28157.62616675396</c:v>
                </c:pt>
                <c:pt idx="28">
                  <c:v>45616.37777189671</c:v>
                </c:pt>
                <c:pt idx="29">
                  <c:v>48475.47843805724</c:v>
                </c:pt>
                <c:pt idx="30">
                  <c:v>50886.075698255125</c:v>
                </c:pt>
                <c:pt idx="31">
                  <c:v>37204.31706035114</c:v>
                </c:pt>
                <c:pt idx="32">
                  <c:v>28380.60006739211</c:v>
                </c:pt>
                <c:pt idx="33">
                  <c:v>13634.949124874402</c:v>
                </c:pt>
                <c:pt idx="34">
                  <c:v>16044.622537359795</c:v>
                </c:pt>
                <c:pt idx="35">
                  <c:v>13854.011234350115</c:v>
                </c:pt>
                <c:pt idx="36">
                  <c:v>12911.576699578733</c:v>
                </c:pt>
                <c:pt idx="37">
                  <c:v>5831.966313746426</c:v>
                </c:pt>
                <c:pt idx="38">
                  <c:v>20202.054042997952</c:v>
                </c:pt>
                <c:pt idx="39">
                  <c:v>7900.044408564297</c:v>
                </c:pt>
                <c:pt idx="40">
                  <c:v>10836.902429371772</c:v>
                </c:pt>
                <c:pt idx="41">
                  <c:v>39052.332748192304</c:v>
                </c:pt>
                <c:pt idx="42">
                  <c:v>47863.65119013953</c:v>
                </c:pt>
                <c:pt idx="43">
                  <c:v>19547.983146987823</c:v>
                </c:pt>
                <c:pt idx="44">
                  <c:v>21391.701519577524</c:v>
                </c:pt>
                <c:pt idx="45">
                  <c:v>33311.41552342931</c:v>
                </c:pt>
                <c:pt idx="46">
                  <c:v>22047.9352776151</c:v>
                </c:pt>
                <c:pt idx="47">
                  <c:v>49828.60676035165</c:v>
                </c:pt>
                <c:pt idx="48">
                  <c:v>20934.95537962398</c:v>
                </c:pt>
                <c:pt idx="49">
                  <c:v>29933.064763525967</c:v>
                </c:pt>
                <c:pt idx="50">
                  <c:v>20649.95175176769</c:v>
                </c:pt>
                <c:pt idx="51">
                  <c:v>24772.299178672</c:v>
                </c:pt>
                <c:pt idx="52">
                  <c:v>42536.28534074565</c:v>
                </c:pt>
                <c:pt idx="53">
                  <c:v>32865.026637747986</c:v>
                </c:pt>
                <c:pt idx="54">
                  <c:v>39742.80401472495</c:v>
                </c:pt>
                <c:pt idx="55">
                  <c:v>34832.559757967225</c:v>
                </c:pt>
                <c:pt idx="56">
                  <c:v>45225.94866627842</c:v>
                </c:pt>
                <c:pt idx="57">
                  <c:v>43702.62016959515</c:v>
                </c:pt>
                <c:pt idx="58">
                  <c:v>49255.99714394678</c:v>
                </c:pt>
                <c:pt idx="59">
                  <c:v>81466.36793486169</c:v>
                </c:pt>
                <c:pt idx="60">
                  <c:v>61526.6433819963</c:v>
                </c:pt>
                <c:pt idx="61">
                  <c:v>26176.65076653026</c:v>
                </c:pt>
                <c:pt idx="62">
                  <c:v>43370.753205795576</c:v>
                </c:pt>
                <c:pt idx="63">
                  <c:v>53555.90230884972</c:v>
                </c:pt>
                <c:pt idx="64">
                  <c:v>40710.41026983473</c:v>
                </c:pt>
                <c:pt idx="65">
                  <c:v>18607.855240452755</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6060.862296219942</c:v>
                </c:pt>
                <c:pt idx="1">
                  <c:v>3660.6401303328626</c:v>
                </c:pt>
                <c:pt idx="2">
                  <c:v>5291.459516205461</c:v>
                </c:pt>
                <c:pt idx="3">
                  <c:v>3067.625755792006</c:v>
                </c:pt>
                <c:pt idx="4">
                  <c:v>6716.927477651431</c:v>
                </c:pt>
                <c:pt idx="5">
                  <c:v>3412.6317754127026</c:v>
                </c:pt>
                <c:pt idx="6">
                  <c:v>5249.112389086873</c:v>
                </c:pt>
                <c:pt idx="7">
                  <c:v>4598.413728461352</c:v>
                </c:pt>
                <c:pt idx="8">
                  <c:v>155.83495239314368</c:v>
                </c:pt>
                <c:pt idx="9">
                  <c:v>2906.2838803504574</c:v>
                </c:pt>
                <c:pt idx="10">
                  <c:v>1543.5276375704818</c:v>
                </c:pt>
                <c:pt idx="11">
                  <c:v>729.8452247973914</c:v>
                </c:pt>
                <c:pt idx="12">
                  <c:v>4198.42050419312</c:v>
                </c:pt>
                <c:pt idx="13">
                  <c:v>3055.245215302458</c:v>
                </c:pt>
                <c:pt idx="14">
                  <c:v>5871.003664186682</c:v>
                </c:pt>
                <c:pt idx="15">
                  <c:v>6192.621437020908</c:v>
                </c:pt>
                <c:pt idx="16">
                  <c:v>5166.972776120081</c:v>
                </c:pt>
                <c:pt idx="17">
                  <c:v>7653.569153203321</c:v>
                </c:pt>
                <c:pt idx="18">
                  <c:v>8289.551995854426</c:v>
                </c:pt>
                <c:pt idx="19">
                  <c:v>7072.274981908145</c:v>
                </c:pt>
                <c:pt idx="20">
                  <c:v>4796.598540454712</c:v>
                </c:pt>
                <c:pt idx="21">
                  <c:v>6373.590295921214</c:v>
                </c:pt>
                <c:pt idx="22">
                  <c:v>10056.314693293103</c:v>
                </c:pt>
                <c:pt idx="23">
                  <c:v>9755.541908754361</c:v>
                </c:pt>
                <c:pt idx="24">
                  <c:v>560.7098016140865</c:v>
                </c:pt>
                <c:pt idx="25">
                  <c:v>4719.916975270271</c:v>
                </c:pt>
                <c:pt idx="26">
                  <c:v>2641.016918264217</c:v>
                </c:pt>
                <c:pt idx="27">
                  <c:v>73.00420363609379</c:v>
                </c:pt>
                <c:pt idx="28">
                  <c:v>5926.8025459669225</c:v>
                </c:pt>
                <c:pt idx="29">
                  <c:v>3350.7697059679654</c:v>
                </c:pt>
                <c:pt idx="30">
                  <c:v>1666.644583399233</c:v>
                </c:pt>
                <c:pt idx="31">
                  <c:v>6877.239200032359</c:v>
                </c:pt>
                <c:pt idx="32">
                  <c:v>2766.5180125755824</c:v>
                </c:pt>
                <c:pt idx="33">
                  <c:v>131.48241397362597</c:v>
                </c:pt>
                <c:pt idx="34">
                  <c:v>11817.359921559242</c:v>
                </c:pt>
                <c:pt idx="35">
                  <c:v>4537.476836101264</c:v>
                </c:pt>
                <c:pt idx="36">
                  <c:v>11628.308040689066</c:v>
                </c:pt>
                <c:pt idx="37">
                  <c:v>2428.756446703565</c:v>
                </c:pt>
                <c:pt idx="38">
                  <c:v>1679.8430735301465</c:v>
                </c:pt>
                <c:pt idx="39">
                  <c:v>367.7543313489882</c:v>
                </c:pt>
                <c:pt idx="40">
                  <c:v>2110.153613136482</c:v>
                </c:pt>
                <c:pt idx="41">
                  <c:v>1.8055061900068854</c:v>
                </c:pt>
                <c:pt idx="42">
                  <c:v>115.81768394291298</c:v>
                </c:pt>
                <c:pt idx="43">
                  <c:v>9417.89554080016</c:v>
                </c:pt>
                <c:pt idx="44">
                  <c:v>680.5087310701605</c:v>
                </c:pt>
                <c:pt idx="45">
                  <c:v>7481.232649193222</c:v>
                </c:pt>
                <c:pt idx="46">
                  <c:v>4781.2651017505195</c:v>
                </c:pt>
                <c:pt idx="47">
                  <c:v>1811.4464853613295</c:v>
                </c:pt>
                <c:pt idx="48">
                  <c:v>2182.1719682479566</c:v>
                </c:pt>
                <c:pt idx="49">
                  <c:v>1681.477601088431</c:v>
                </c:pt>
                <c:pt idx="50">
                  <c:v>2944.5091773712875</c:v>
                </c:pt>
                <c:pt idx="51">
                  <c:v>86.17086222701529</c:v>
                </c:pt>
                <c:pt idx="52">
                  <c:v>2814.4454540062397</c:v>
                </c:pt>
                <c:pt idx="53">
                  <c:v>1657.6657564592188</c:v>
                </c:pt>
                <c:pt idx="54">
                  <c:v>6090.375924705333</c:v>
                </c:pt>
                <c:pt idx="55">
                  <c:v>106.58587820288348</c:v>
                </c:pt>
                <c:pt idx="56">
                  <c:v>3968.2058942774056</c:v>
                </c:pt>
                <c:pt idx="57">
                  <c:v>28.829070325359154</c:v>
                </c:pt>
                <c:pt idx="58">
                  <c:v>2062.559615579296</c:v>
                </c:pt>
                <c:pt idx="59">
                  <c:v>6925.27770901234</c:v>
                </c:pt>
                <c:pt idx="60">
                  <c:v>3461.023187843436</c:v>
                </c:pt>
                <c:pt idx="61">
                  <c:v>3643.4746895994313</c:v>
                </c:pt>
                <c:pt idx="62">
                  <c:v>2520.3311904685056</c:v>
                </c:pt>
                <c:pt idx="63">
                  <c:v>3727.0552469010463</c:v>
                </c:pt>
                <c:pt idx="64">
                  <c:v>298.16969713470075</c:v>
                </c:pt>
                <c:pt idx="65">
                  <c:v>6511.38864126725</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66.17706267875536</c:v>
                </c:pt>
                <c:pt idx="1">
                  <c:v>4645.319861582867</c:v>
                </c:pt>
                <c:pt idx="2">
                  <c:v>739.2399977065136</c:v>
                </c:pt>
                <c:pt idx="3">
                  <c:v>169.0640127662516</c:v>
                </c:pt>
                <c:pt idx="4">
                  <c:v>1051.3723537638425</c:v>
                </c:pt>
                <c:pt idx="5">
                  <c:v>4013.587098001463</c:v>
                </c:pt>
                <c:pt idx="6">
                  <c:v>2759.5025427219844</c:v>
                </c:pt>
                <c:pt idx="7">
                  <c:v>6125.73466944509</c:v>
                </c:pt>
                <c:pt idx="8">
                  <c:v>307.38153725638534</c:v>
                </c:pt>
                <c:pt idx="9">
                  <c:v>147.58426024088197</c:v>
                </c:pt>
                <c:pt idx="10">
                  <c:v>1989.4531788981644</c:v>
                </c:pt>
                <c:pt idx="11">
                  <c:v>991.6626719470414</c:v>
                </c:pt>
                <c:pt idx="12">
                  <c:v>3842.0793412787516</c:v>
                </c:pt>
                <c:pt idx="13">
                  <c:v>269.09957717537225</c:v>
                </c:pt>
                <c:pt idx="14">
                  <c:v>275.809754739373</c:v>
                </c:pt>
                <c:pt idx="15">
                  <c:v>78.90032053134739</c:v>
                </c:pt>
                <c:pt idx="16">
                  <c:v>1962.2895234281516</c:v>
                </c:pt>
                <c:pt idx="17">
                  <c:v>37.83817143049036</c:v>
                </c:pt>
                <c:pt idx="18">
                  <c:v>2815.0681606765124</c:v>
                </c:pt>
                <c:pt idx="19">
                  <c:v>221.77869678102607</c:v>
                </c:pt>
                <c:pt idx="20">
                  <c:v>382.2371375694799</c:v>
                </c:pt>
                <c:pt idx="21">
                  <c:v>5251.883660068182</c:v>
                </c:pt>
                <c:pt idx="22">
                  <c:v>3710.4756808191605</c:v>
                </c:pt>
                <c:pt idx="23">
                  <c:v>148.90185851847502</c:v>
                </c:pt>
                <c:pt idx="24">
                  <c:v>163.4373858510283</c:v>
                </c:pt>
                <c:pt idx="25">
                  <c:v>3181.697639490016</c:v>
                </c:pt>
                <c:pt idx="26">
                  <c:v>743.0558764824046</c:v>
                </c:pt>
                <c:pt idx="27">
                  <c:v>1857.968434845648</c:v>
                </c:pt>
                <c:pt idx="28">
                  <c:v>3254.356104451512</c:v>
                </c:pt>
                <c:pt idx="29">
                  <c:v>1764.0962910004891</c:v>
                </c:pt>
                <c:pt idx="30">
                  <c:v>1155.7821697381319</c:v>
                </c:pt>
                <c:pt idx="31">
                  <c:v>18.21169934192418</c:v>
                </c:pt>
                <c:pt idx="32">
                  <c:v>48.12228674814047</c:v>
                </c:pt>
                <c:pt idx="33">
                  <c:v>162.20411062549968</c:v>
                </c:pt>
                <c:pt idx="34">
                  <c:v>141.7414833138094</c:v>
                </c:pt>
                <c:pt idx="35">
                  <c:v>3858.046723926902</c:v>
                </c:pt>
                <c:pt idx="36">
                  <c:v>3393.9840655677153</c:v>
                </c:pt>
                <c:pt idx="37">
                  <c:v>53.300078928648745</c:v>
                </c:pt>
                <c:pt idx="38">
                  <c:v>34.89029490534309</c:v>
                </c:pt>
                <c:pt idx="39">
                  <c:v>2149.44808392851</c:v>
                </c:pt>
                <c:pt idx="40">
                  <c:v>264.07782174293</c:v>
                </c:pt>
                <c:pt idx="41">
                  <c:v>4.784155237296673</c:v>
                </c:pt>
                <c:pt idx="42">
                  <c:v>4278.592071244894</c:v>
                </c:pt>
                <c:pt idx="43">
                  <c:v>563.7113803481657</c:v>
                </c:pt>
                <c:pt idx="44">
                  <c:v>41.97577560245263</c:v>
                </c:pt>
                <c:pt idx="45">
                  <c:v>1563.6012154711038</c:v>
                </c:pt>
                <c:pt idx="46">
                  <c:v>174.37836516831206</c:v>
                </c:pt>
                <c:pt idx="47">
                  <c:v>80.04145775438364</c:v>
                </c:pt>
                <c:pt idx="48">
                  <c:v>127.4856682765646</c:v>
                </c:pt>
                <c:pt idx="49">
                  <c:v>922.576988720719</c:v>
                </c:pt>
                <c:pt idx="50">
                  <c:v>623.393178634479</c:v>
                </c:pt>
                <c:pt idx="51">
                  <c:v>3041.652148016324</c:v>
                </c:pt>
                <c:pt idx="52">
                  <c:v>2077.337514757927</c:v>
                </c:pt>
                <c:pt idx="53">
                  <c:v>185.12837087718646</c:v>
                </c:pt>
                <c:pt idx="54">
                  <c:v>34.549686279867345</c:v>
                </c:pt>
                <c:pt idx="55">
                  <c:v>4355.346147405648</c:v>
                </c:pt>
                <c:pt idx="56">
                  <c:v>1276.4132468600394</c:v>
                </c:pt>
                <c:pt idx="57">
                  <c:v>330.53821803862184</c:v>
                </c:pt>
                <c:pt idx="58">
                  <c:v>87.97086866038566</c:v>
                </c:pt>
                <c:pt idx="59">
                  <c:v>3546.8669244567554</c:v>
                </c:pt>
                <c:pt idx="60">
                  <c:v>1178.7434836665016</c:v>
                </c:pt>
                <c:pt idx="61">
                  <c:v>2917.270380077098</c:v>
                </c:pt>
                <c:pt idx="62">
                  <c:v>6151.56756822112</c:v>
                </c:pt>
                <c:pt idx="63">
                  <c:v>346.5397742934472</c:v>
                </c:pt>
                <c:pt idx="64">
                  <c:v>46.13320864244389</c:v>
                </c:pt>
                <c:pt idx="65">
                  <c:v>2899.6323743143776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7626.07307858795</c:v>
                </c:pt>
                <c:pt idx="1">
                  <c:v>-8468.103304588352</c:v>
                </c:pt>
                <c:pt idx="2">
                  <c:v>6289.827251080441</c:v>
                </c:pt>
                <c:pt idx="3">
                  <c:v>-10460.295069027008</c:v>
                </c:pt>
                <c:pt idx="4">
                  <c:v>7122.543349740312</c:v>
                </c:pt>
                <c:pt idx="5">
                  <c:v>-14704.443416021832</c:v>
                </c:pt>
                <c:pt idx="6">
                  <c:v>-3853.5948814424582</c:v>
                </c:pt>
                <c:pt idx="7">
                  <c:v>-2578.873821605308</c:v>
                </c:pt>
                <c:pt idx="8">
                  <c:v>19859.84706177422</c:v>
                </c:pt>
                <c:pt idx="9">
                  <c:v>-2462.1285636269467</c:v>
                </c:pt>
                <c:pt idx="10">
                  <c:v>-4116.5754839859455</c:v>
                </c:pt>
                <c:pt idx="11">
                  <c:v>-6963.383424975995</c:v>
                </c:pt>
                <c:pt idx="12">
                  <c:v>-8890.896430734329</c:v>
                </c:pt>
                <c:pt idx="13">
                  <c:v>4950.3901349647795</c:v>
                </c:pt>
                <c:pt idx="14">
                  <c:v>-20104.80017075216</c:v>
                </c:pt>
                <c:pt idx="15">
                  <c:v>-3542.2762554940246</c:v>
                </c:pt>
                <c:pt idx="16">
                  <c:v>-10831.783006887963</c:v>
                </c:pt>
                <c:pt idx="17">
                  <c:v>6171.229531035738</c:v>
                </c:pt>
                <c:pt idx="18">
                  <c:v>-717.7328498665335</c:v>
                </c:pt>
                <c:pt idx="19">
                  <c:v>-4261.435573541679</c:v>
                </c:pt>
                <c:pt idx="20">
                  <c:v>110.37627317601982</c:v>
                </c:pt>
                <c:pt idx="21">
                  <c:v>22107.771592814857</c:v>
                </c:pt>
                <c:pt idx="22">
                  <c:v>13654.860626469066</c:v>
                </c:pt>
                <c:pt idx="23">
                  <c:v>-4960.31009558492</c:v>
                </c:pt>
                <c:pt idx="24">
                  <c:v>-16005.390021576906</c:v>
                </c:pt>
                <c:pt idx="25">
                  <c:v>-7809.9192666097915</c:v>
                </c:pt>
                <c:pt idx="26">
                  <c:v>9535.865482725903</c:v>
                </c:pt>
                <c:pt idx="27">
                  <c:v>-2855.4794475253184</c:v>
                </c:pt>
                <c:pt idx="28">
                  <c:v>-6292.30569372852</c:v>
                </c:pt>
                <c:pt idx="29">
                  <c:v>18824.500813296298</c:v>
                </c:pt>
                <c:pt idx="30">
                  <c:v>1267.4019832042104</c:v>
                </c:pt>
                <c:pt idx="31">
                  <c:v>22494.501073223353</c:v>
                </c:pt>
                <c:pt idx="32">
                  <c:v>10185.54496312002</c:v>
                </c:pt>
                <c:pt idx="33">
                  <c:v>1085.3668634523874</c:v>
                </c:pt>
                <c:pt idx="34">
                  <c:v>-9612.24842505769</c:v>
                </c:pt>
                <c:pt idx="35">
                  <c:v>21542.608343396023</c:v>
                </c:pt>
                <c:pt idx="36">
                  <c:v>-11316.21197196134</c:v>
                </c:pt>
                <c:pt idx="37">
                  <c:v>-2148.647122421893</c:v>
                </c:pt>
                <c:pt idx="38">
                  <c:v>-6387.548577116268</c:v>
                </c:pt>
                <c:pt idx="39">
                  <c:v>-3833.730668127658</c:v>
                </c:pt>
                <c:pt idx="40">
                  <c:v>-8401.613307672756</c:v>
                </c:pt>
                <c:pt idx="41">
                  <c:v>-6824.882061506628</c:v>
                </c:pt>
                <c:pt idx="42">
                  <c:v>7998.944079447552</c:v>
                </c:pt>
                <c:pt idx="43">
                  <c:v>-446.7017586066099</c:v>
                </c:pt>
                <c:pt idx="44">
                  <c:v>-11332.62723712343</c:v>
                </c:pt>
                <c:pt idx="45">
                  <c:v>-15465.204374404724</c:v>
                </c:pt>
                <c:pt idx="46">
                  <c:v>-13198.846243779924</c:v>
                </c:pt>
                <c:pt idx="47">
                  <c:v>-2282.5518365699722</c:v>
                </c:pt>
                <c:pt idx="48">
                  <c:v>9728.746741619841</c:v>
                </c:pt>
                <c:pt idx="49">
                  <c:v>-4773.632082579885</c:v>
                </c:pt>
                <c:pt idx="50">
                  <c:v>-836.4615621631297</c:v>
                </c:pt>
                <c:pt idx="51">
                  <c:v>7491.534193144571</c:v>
                </c:pt>
                <c:pt idx="52">
                  <c:v>1882.1509695793798</c:v>
                </c:pt>
                <c:pt idx="53">
                  <c:v>14909.28880845325</c:v>
                </c:pt>
                <c:pt idx="54">
                  <c:v>-1364.809789660536</c:v>
                </c:pt>
                <c:pt idx="55">
                  <c:v>4686.907402691145</c:v>
                </c:pt>
                <c:pt idx="56">
                  <c:v>2121.9068844841822</c:v>
                </c:pt>
                <c:pt idx="57">
                  <c:v>-4239.64835703545</c:v>
                </c:pt>
                <c:pt idx="58">
                  <c:v>4965.106039043232</c:v>
                </c:pt>
                <c:pt idx="59">
                  <c:v>-19535.487515319728</c:v>
                </c:pt>
                <c:pt idx="60">
                  <c:v>-15709.542154321922</c:v>
                </c:pt>
                <c:pt idx="61">
                  <c:v>-14679.604343224153</c:v>
                </c:pt>
                <c:pt idx="62">
                  <c:v>-34681.911434306196</c:v>
                </c:pt>
                <c:pt idx="63">
                  <c:v>10917.721253123804</c:v>
                </c:pt>
                <c:pt idx="64">
                  <c:v>-14985.670256010968</c:v>
                </c:pt>
                <c:pt idx="65">
                  <c:v>-10252.06984442539</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6148.93828265564</c:v>
                </c:pt>
                <c:pt idx="1">
                  <c:v>4020.961834149104</c:v>
                </c:pt>
                <c:pt idx="2">
                  <c:v>3132.0487582268966</c:v>
                </c:pt>
                <c:pt idx="3">
                  <c:v>5301.917851179771</c:v>
                </c:pt>
                <c:pt idx="4">
                  <c:v>1691.0988849201603</c:v>
                </c:pt>
                <c:pt idx="5">
                  <c:v>3251.1617708686153</c:v>
                </c:pt>
                <c:pt idx="6">
                  <c:v>230.86425562716707</c:v>
                </c:pt>
                <c:pt idx="7">
                  <c:v>3218.654048302464</c:v>
                </c:pt>
                <c:pt idx="8">
                  <c:v>2553.0800197047874</c:v>
                </c:pt>
                <c:pt idx="9">
                  <c:v>241.35501983385083</c:v>
                </c:pt>
                <c:pt idx="10">
                  <c:v>3417.3913181789576</c:v>
                </c:pt>
                <c:pt idx="11">
                  <c:v>6554.233114741619</c:v>
                </c:pt>
                <c:pt idx="12">
                  <c:v>8370.370150778961</c:v>
                </c:pt>
                <c:pt idx="13">
                  <c:v>4215.1793681490435</c:v>
                </c:pt>
                <c:pt idx="14">
                  <c:v>6269.807035687065</c:v>
                </c:pt>
                <c:pt idx="15">
                  <c:v>56.67341738901168</c:v>
                </c:pt>
                <c:pt idx="16">
                  <c:v>1537.7857024466532</c:v>
                </c:pt>
                <c:pt idx="17">
                  <c:v>2583.716266430109</c:v>
                </c:pt>
                <c:pt idx="18">
                  <c:v>1688.256118318356</c:v>
                </c:pt>
                <c:pt idx="19">
                  <c:v>2020.599570423857</c:v>
                </c:pt>
                <c:pt idx="20">
                  <c:v>3712.622230019326</c:v>
                </c:pt>
                <c:pt idx="21">
                  <c:v>6299.0846115788945</c:v>
                </c:pt>
                <c:pt idx="22">
                  <c:v>6241.596515155282</c:v>
                </c:pt>
                <c:pt idx="23">
                  <c:v>2276.127824323695</c:v>
                </c:pt>
                <c:pt idx="24">
                  <c:v>161.99853598947846</c:v>
                </c:pt>
                <c:pt idx="25">
                  <c:v>2590.8463325548287</c:v>
                </c:pt>
                <c:pt idx="26">
                  <c:v>4480.7306403367065</c:v>
                </c:pt>
                <c:pt idx="27">
                  <c:v>107.78886581371279</c:v>
                </c:pt>
                <c:pt idx="28">
                  <c:v>95.50322746041925</c:v>
                </c:pt>
                <c:pt idx="29">
                  <c:v>3951.310435948948</c:v>
                </c:pt>
                <c:pt idx="30">
                  <c:v>54.894142181928146</c:v>
                </c:pt>
                <c:pt idx="31">
                  <c:v>1769.1780196226587</c:v>
                </c:pt>
                <c:pt idx="32">
                  <c:v>444.948864121626</c:v>
                </c:pt>
                <c:pt idx="33">
                  <c:v>7275.604660515952</c:v>
                </c:pt>
                <c:pt idx="34">
                  <c:v>174.77959991211918</c:v>
                </c:pt>
                <c:pt idx="35">
                  <c:v>7482.354776332322</c:v>
                </c:pt>
                <c:pt idx="36">
                  <c:v>3963.5293543787666</c:v>
                </c:pt>
                <c:pt idx="37">
                  <c:v>314.378196155351</c:v>
                </c:pt>
                <c:pt idx="38">
                  <c:v>5014.760598974283</c:v>
                </c:pt>
                <c:pt idx="39">
                  <c:v>2479.1062290139917</c:v>
                </c:pt>
                <c:pt idx="40">
                  <c:v>7482.340522601607</c:v>
                </c:pt>
                <c:pt idx="41">
                  <c:v>2513.8595865837688</c:v>
                </c:pt>
                <c:pt idx="42">
                  <c:v>4159.408647707923</c:v>
                </c:pt>
                <c:pt idx="43">
                  <c:v>5749.492558018621</c:v>
                </c:pt>
                <c:pt idx="44">
                  <c:v>2338.450507008586</c:v>
                </c:pt>
                <c:pt idx="45">
                  <c:v>267.51002614917013</c:v>
                </c:pt>
                <c:pt idx="46">
                  <c:v>151.52371719499087</c:v>
                </c:pt>
                <c:pt idx="47">
                  <c:v>42.308378735228686</c:v>
                </c:pt>
                <c:pt idx="48">
                  <c:v>5614.11175582266</c:v>
                </c:pt>
                <c:pt idx="49">
                  <c:v>4244.876115961801</c:v>
                </c:pt>
                <c:pt idx="50">
                  <c:v>741.6182152475083</c:v>
                </c:pt>
                <c:pt idx="51">
                  <c:v>3926.3407980954216</c:v>
                </c:pt>
                <c:pt idx="52">
                  <c:v>409.95102056917824</c:v>
                </c:pt>
                <c:pt idx="53">
                  <c:v>338.11689669424993</c:v>
                </c:pt>
                <c:pt idx="54">
                  <c:v>3010.5504448508796</c:v>
                </c:pt>
                <c:pt idx="55">
                  <c:v>130.17884669227217</c:v>
                </c:pt>
                <c:pt idx="56">
                  <c:v>5962.991619979532</c:v>
                </c:pt>
                <c:pt idx="57">
                  <c:v>2384.553361407615</c:v>
                </c:pt>
                <c:pt idx="58">
                  <c:v>264.2365383494524</c:v>
                </c:pt>
                <c:pt idx="59">
                  <c:v>6731.006875260823</c:v>
                </c:pt>
                <c:pt idx="60">
                  <c:v>4817.799651470165</c:v>
                </c:pt>
                <c:pt idx="61">
                  <c:v>223.39183045091613</c:v>
                </c:pt>
                <c:pt idx="62">
                  <c:v>253.17747715952686</c:v>
                </c:pt>
                <c:pt idx="63">
                  <c:v>2971.0277012812694</c:v>
                </c:pt>
                <c:pt idx="64">
                  <c:v>3370.5676249978105</c:v>
                </c:pt>
                <c:pt idx="65">
                  <c:v>96.15656270557346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4566.233423129919</c:v>
                </c:pt>
                <c:pt idx="1">
                  <c:v>16019.689658800982</c:v>
                </c:pt>
                <c:pt idx="2">
                  <c:v>30798.94360321715</c:v>
                </c:pt>
                <c:pt idx="3">
                  <c:v>10136.68453067853</c:v>
                </c:pt>
                <c:pt idx="4">
                  <c:v>17338.051804406874</c:v>
                </c:pt>
                <c:pt idx="5">
                  <c:v>25969.093942990068</c:v>
                </c:pt>
                <c:pt idx="6">
                  <c:v>10998.968471628259</c:v>
                </c:pt>
                <c:pt idx="7">
                  <c:v>32486.303002053264</c:v>
                </c:pt>
                <c:pt idx="8">
                  <c:v>15985.52121786858</c:v>
                </c:pt>
                <c:pt idx="9">
                  <c:v>19583.0929866372</c:v>
                </c:pt>
                <c:pt idx="10">
                  <c:v>16864.344213552642</c:v>
                </c:pt>
                <c:pt idx="11">
                  <c:v>21210.671054714458</c:v>
                </c:pt>
                <c:pt idx="12">
                  <c:v>53802.16018518237</c:v>
                </c:pt>
                <c:pt idx="13">
                  <c:v>48198.443753622945</c:v>
                </c:pt>
                <c:pt idx="14">
                  <c:v>27488.18148344376</c:v>
                </c:pt>
                <c:pt idx="15">
                  <c:v>40617.667992006755</c:v>
                </c:pt>
                <c:pt idx="16">
                  <c:v>32881.057343424865</c:v>
                </c:pt>
                <c:pt idx="17">
                  <c:v>30461.65455800146</c:v>
                </c:pt>
                <c:pt idx="18">
                  <c:v>36527.09657778173</c:v>
                </c:pt>
                <c:pt idx="19">
                  <c:v>43609.37359812554</c:v>
                </c:pt>
                <c:pt idx="20">
                  <c:v>17008.19528847104</c:v>
                </c:pt>
                <c:pt idx="21">
                  <c:v>36372.77339061243</c:v>
                </c:pt>
                <c:pt idx="22">
                  <c:v>68405.04358188839</c:v>
                </c:pt>
                <c:pt idx="23">
                  <c:v>57386.16550983387</c:v>
                </c:pt>
                <c:pt idx="24">
                  <c:v>43307.90045640156</c:v>
                </c:pt>
                <c:pt idx="25">
                  <c:v>15132.768694361554</c:v>
                </c:pt>
                <c:pt idx="26">
                  <c:v>21364.88567786428</c:v>
                </c:pt>
                <c:pt idx="27">
                  <c:v>15194.432562060658</c:v>
                </c:pt>
                <c:pt idx="28">
                  <c:v>29075.79315619474</c:v>
                </c:pt>
                <c:pt idx="29">
                  <c:v>16901.60632534747</c:v>
                </c:pt>
                <c:pt idx="30">
                  <c:v>18806.905575831846</c:v>
                </c:pt>
                <c:pt idx="31">
                  <c:v>24157.77029672249</c:v>
                </c:pt>
                <c:pt idx="32">
                  <c:v>34709.15692134996</c:v>
                </c:pt>
                <c:pt idx="33">
                  <c:v>25269.43691655479</c:v>
                </c:pt>
                <c:pt idx="34">
                  <c:v>33910.7949661292</c:v>
                </c:pt>
                <c:pt idx="35">
                  <c:v>37750.51311348415</c:v>
                </c:pt>
                <c:pt idx="36">
                  <c:v>20459.3955226535</c:v>
                </c:pt>
                <c:pt idx="37">
                  <c:v>6640.769420202811</c:v>
                </c:pt>
                <c:pt idx="38">
                  <c:v>8127.025122340131</c:v>
                </c:pt>
                <c:pt idx="39">
                  <c:v>41235.54396136783</c:v>
                </c:pt>
                <c:pt idx="40">
                  <c:v>29718.167256044537</c:v>
                </c:pt>
                <c:pt idx="41">
                  <c:v>28030.599597151697</c:v>
                </c:pt>
                <c:pt idx="42">
                  <c:v>27883.947193884676</c:v>
                </c:pt>
                <c:pt idx="43">
                  <c:v>24273.36242021712</c:v>
                </c:pt>
                <c:pt idx="44">
                  <c:v>22061.127962170864</c:v>
                </c:pt>
                <c:pt idx="45">
                  <c:v>14659.578026249133</c:v>
                </c:pt>
                <c:pt idx="46">
                  <c:v>8840.827409188005</c:v>
                </c:pt>
                <c:pt idx="47">
                  <c:v>38804.634034882336</c:v>
                </c:pt>
                <c:pt idx="48">
                  <c:v>55748.25274889813</c:v>
                </c:pt>
                <c:pt idx="49">
                  <c:v>33682.42285712395</c:v>
                </c:pt>
                <c:pt idx="50">
                  <c:v>45664.790185268685</c:v>
                </c:pt>
                <c:pt idx="51">
                  <c:v>37021.373006516296</c:v>
                </c:pt>
                <c:pt idx="52">
                  <c:v>38958.91091524407</c:v>
                </c:pt>
                <c:pt idx="53">
                  <c:v>39864.808830474976</c:v>
                </c:pt>
                <c:pt idx="54">
                  <c:v>22522.149641399108</c:v>
                </c:pt>
                <c:pt idx="55">
                  <c:v>7529.014175074005</c:v>
                </c:pt>
                <c:pt idx="56">
                  <c:v>5513.7979483332565</c:v>
                </c:pt>
                <c:pt idx="57">
                  <c:v>2166.5841017928306</c:v>
                </c:pt>
                <c:pt idx="58">
                  <c:v>1148.4808623689905</c:v>
                </c:pt>
                <c:pt idx="59">
                  <c:v>17296.456556088902</c:v>
                </c:pt>
                <c:pt idx="60">
                  <c:v>23119.068201129714</c:v>
                </c:pt>
                <c:pt idx="61">
                  <c:v>21759.25146765021</c:v>
                </c:pt>
                <c:pt idx="62">
                  <c:v>20605.024652711258</c:v>
                </c:pt>
                <c:pt idx="63">
                  <c:v>6866.102806693869</c:v>
                </c:pt>
                <c:pt idx="64">
                  <c:v>4234.847005847409</c:v>
                </c:pt>
                <c:pt idx="65">
                  <c:v>24750.165823693987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763.2009282278124</c:v>
                </c:pt>
                <c:pt idx="1">
                  <c:v>6868.2218909934245</c:v>
                </c:pt>
                <c:pt idx="2">
                  <c:v>7570.7585256307375</c:v>
                </c:pt>
                <c:pt idx="3">
                  <c:v>222.19230127443313</c:v>
                </c:pt>
                <c:pt idx="4">
                  <c:v>5712.040847683502</c:v>
                </c:pt>
                <c:pt idx="5">
                  <c:v>3515.1011774891767</c:v>
                </c:pt>
                <c:pt idx="6">
                  <c:v>5689.729963041673</c:v>
                </c:pt>
                <c:pt idx="7">
                  <c:v>5372.228057567898</c:v>
                </c:pt>
                <c:pt idx="8">
                  <c:v>6299.1499716259295</c:v>
                </c:pt>
                <c:pt idx="9">
                  <c:v>938.7434069068179</c:v>
                </c:pt>
                <c:pt idx="10">
                  <c:v>3077.2977168867747</c:v>
                </c:pt>
                <c:pt idx="11">
                  <c:v>4015.951925983718</c:v>
                </c:pt>
                <c:pt idx="12">
                  <c:v>8066.41908183907</c:v>
                </c:pt>
                <c:pt idx="13">
                  <c:v>8167.936972346212</c:v>
                </c:pt>
                <c:pt idx="14">
                  <c:v>623.049802026364</c:v>
                </c:pt>
                <c:pt idx="15">
                  <c:v>3217.2336392255893</c:v>
                </c:pt>
                <c:pt idx="16">
                  <c:v>172.40837173353623</c:v>
                </c:pt>
                <c:pt idx="17">
                  <c:v>2878.5386752598415</c:v>
                </c:pt>
                <c:pt idx="18">
                  <c:v>3184.2959042719767</c:v>
                </c:pt>
                <c:pt idx="19">
                  <c:v>8344.601298200554</c:v>
                </c:pt>
                <c:pt idx="20">
                  <c:v>6208.877400314867</c:v>
                </c:pt>
                <c:pt idx="21">
                  <c:v>1897.6569438668896</c:v>
                </c:pt>
                <c:pt idx="22">
                  <c:v>5301.33666639276</c:v>
                </c:pt>
                <c:pt idx="23">
                  <c:v>3085.8983081083115</c:v>
                </c:pt>
                <c:pt idx="24">
                  <c:v>706.7674199173244</c:v>
                </c:pt>
                <c:pt idx="25">
                  <c:v>5445.717103089351</c:v>
                </c:pt>
                <c:pt idx="26">
                  <c:v>396.9112425407548</c:v>
                </c:pt>
                <c:pt idx="27">
                  <c:v>7330.841108851752</c:v>
                </c:pt>
                <c:pt idx="28">
                  <c:v>7610.98265384844</c:v>
                </c:pt>
                <c:pt idx="29">
                  <c:v>1500.8556388071217</c:v>
                </c:pt>
                <c:pt idx="30">
                  <c:v>4007.522708314331</c:v>
                </c:pt>
                <c:pt idx="31">
                  <c:v>11652.997692636856</c:v>
                </c:pt>
                <c:pt idx="32">
                  <c:v>2509.128506404332</c:v>
                </c:pt>
                <c:pt idx="33">
                  <c:v>2338.17006186118</c:v>
                </c:pt>
                <c:pt idx="34">
                  <c:v>4229.278367208619</c:v>
                </c:pt>
                <c:pt idx="35">
                  <c:v>5035.209923162851</c:v>
                </c:pt>
                <c:pt idx="36">
                  <c:v>1254.0135289852992</c:v>
                </c:pt>
                <c:pt idx="37">
                  <c:v>720.444662713399</c:v>
                </c:pt>
                <c:pt idx="38">
                  <c:v>2258.7250533499923</c:v>
                </c:pt>
                <c:pt idx="39">
                  <c:v>5141.4299434508885</c:v>
                </c:pt>
                <c:pt idx="40">
                  <c:v>3222.757854723877</c:v>
                </c:pt>
                <c:pt idx="41">
                  <c:v>3831.6421895304757</c:v>
                </c:pt>
                <c:pt idx="42">
                  <c:v>8788.761741352278</c:v>
                </c:pt>
                <c:pt idx="43">
                  <c:v>5480.206363519761</c:v>
                </c:pt>
                <c:pt idx="44">
                  <c:v>4365.484812917889</c:v>
                </c:pt>
                <c:pt idx="45">
                  <c:v>12072.872881684787</c:v>
                </c:pt>
                <c:pt idx="46">
                  <c:v>4839.882745318116</c:v>
                </c:pt>
                <c:pt idx="47">
                  <c:v>305.2659513554733</c:v>
                </c:pt>
                <c:pt idx="48">
                  <c:v>4084.2906632826816</c:v>
                </c:pt>
                <c:pt idx="49">
                  <c:v>1935.2349795458554</c:v>
                </c:pt>
                <c:pt idx="50">
                  <c:v>9336.777457634407</c:v>
                </c:pt>
                <c:pt idx="51">
                  <c:v>4042.236154459023</c:v>
                </c:pt>
                <c:pt idx="52">
                  <c:v>2292.917262603867</c:v>
                </c:pt>
                <c:pt idx="53">
                  <c:v>144.93115754209637</c:v>
                </c:pt>
                <c:pt idx="54">
                  <c:v>9827.65296491917</c:v>
                </c:pt>
                <c:pt idx="55">
                  <c:v>5291.363799833767</c:v>
                </c:pt>
                <c:pt idx="56">
                  <c:v>528.7013365337343</c:v>
                </c:pt>
                <c:pt idx="57">
                  <c:v>3382.139769638451</c:v>
                </c:pt>
                <c:pt idx="58">
                  <c:v>7928.653947206229</c:v>
                </c:pt>
                <c:pt idx="59">
                  <c:v>1381.8189882718093</c:v>
                </c:pt>
                <c:pt idx="60">
                  <c:v>3418.911050479878</c:v>
                </c:pt>
                <c:pt idx="61">
                  <c:v>2565.7404232064728</c:v>
                </c:pt>
                <c:pt idx="62">
                  <c:v>4038.5766824785906</c:v>
                </c:pt>
                <c:pt idx="63">
                  <c:v>1476.917981963492</c:v>
                </c:pt>
                <c:pt idx="64">
                  <c:v>2988.2811679158417</c:v>
                </c:pt>
                <c:pt idx="65">
                  <c:v>6197.219660246005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42.53890243739495</c:v>
                </c:pt>
                <c:pt idx="1">
                  <c:v>109.27143722020232</c:v>
                </c:pt>
                <c:pt idx="2">
                  <c:v>4520.867365493246</c:v>
                </c:pt>
                <c:pt idx="3">
                  <c:v>4225.960684809684</c:v>
                </c:pt>
                <c:pt idx="4">
                  <c:v>0.037033769514786645</c:v>
                </c:pt>
                <c:pt idx="5">
                  <c:v>1880.0776379047802</c:v>
                </c:pt>
                <c:pt idx="6">
                  <c:v>281.1915245708316</c:v>
                </c:pt>
                <c:pt idx="7">
                  <c:v>301.8796397149</c:v>
                </c:pt>
                <c:pt idx="8">
                  <c:v>63.372809103410745</c:v>
                </c:pt>
                <c:pt idx="9">
                  <c:v>229.85126382009037</c:v>
                </c:pt>
                <c:pt idx="10">
                  <c:v>377.4194546721842</c:v>
                </c:pt>
                <c:pt idx="11">
                  <c:v>69.74856433009545</c:v>
                </c:pt>
                <c:pt idx="12">
                  <c:v>137.348826066714</c:v>
                </c:pt>
                <c:pt idx="13">
                  <c:v>3772.60743964788</c:v>
                </c:pt>
                <c:pt idx="14">
                  <c:v>1747.1130504709515</c:v>
                </c:pt>
                <c:pt idx="15">
                  <c:v>4167.081681544957</c:v>
                </c:pt>
                <c:pt idx="16">
                  <c:v>148.7562837543696</c:v>
                </c:pt>
                <c:pt idx="17">
                  <c:v>5474.470884444707</c:v>
                </c:pt>
                <c:pt idx="18">
                  <c:v>19.495807391099166</c:v>
                </c:pt>
                <c:pt idx="19">
                  <c:v>1553.6323733901052</c:v>
                </c:pt>
                <c:pt idx="20">
                  <c:v>4710.683234389329</c:v>
                </c:pt>
                <c:pt idx="21">
                  <c:v>1840.278999317789</c:v>
                </c:pt>
                <c:pt idx="22">
                  <c:v>1214.4214186241281</c:v>
                </c:pt>
                <c:pt idx="23">
                  <c:v>2844.919341793724</c:v>
                </c:pt>
                <c:pt idx="24">
                  <c:v>1763.5860359202704</c:v>
                </c:pt>
                <c:pt idx="25">
                  <c:v>1072.915306225762</c:v>
                </c:pt>
                <c:pt idx="26">
                  <c:v>3295.6705668148493</c:v>
                </c:pt>
                <c:pt idx="27">
                  <c:v>369.9427945412196</c:v>
                </c:pt>
                <c:pt idx="28">
                  <c:v>144.76397066337978</c:v>
                </c:pt>
                <c:pt idx="29">
                  <c:v>376.333129002866</c:v>
                </c:pt>
                <c:pt idx="30">
                  <c:v>1950.868678672629</c:v>
                </c:pt>
                <c:pt idx="31">
                  <c:v>1667.0758715324694</c:v>
                </c:pt>
                <c:pt idx="32">
                  <c:v>1541.2301534693652</c:v>
                </c:pt>
                <c:pt idx="33">
                  <c:v>615.5428587608</c:v>
                </c:pt>
                <c:pt idx="34">
                  <c:v>6316.340715582359</c:v>
                </c:pt>
                <c:pt idx="35">
                  <c:v>1804.656941758947</c:v>
                </c:pt>
                <c:pt idx="36">
                  <c:v>1945.8149088634073</c:v>
                </c:pt>
                <c:pt idx="37">
                  <c:v>5310.7511278296715</c:v>
                </c:pt>
                <c:pt idx="38">
                  <c:v>1531.891650639618</c:v>
                </c:pt>
                <c:pt idx="39">
                  <c:v>3592.7054739624605</c:v>
                </c:pt>
                <c:pt idx="40">
                  <c:v>214.37290975220895</c:v>
                </c:pt>
                <c:pt idx="41">
                  <c:v>5815.898378331883</c:v>
                </c:pt>
                <c:pt idx="42">
                  <c:v>4125.36120018147</c:v>
                </c:pt>
                <c:pt idx="43">
                  <c:v>352.2127790898028</c:v>
                </c:pt>
                <c:pt idx="44">
                  <c:v>1296.2323012130767</c:v>
                </c:pt>
                <c:pt idx="45">
                  <c:v>1887.94550816874</c:v>
                </c:pt>
                <c:pt idx="46">
                  <c:v>0.0019774027031053743</c:v>
                </c:pt>
                <c:pt idx="47">
                  <c:v>257.4850740783741</c:v>
                </c:pt>
                <c:pt idx="48">
                  <c:v>208.52492212505877</c:v>
                </c:pt>
                <c:pt idx="49">
                  <c:v>697.1239598861497</c:v>
                </c:pt>
                <c:pt idx="50">
                  <c:v>1154.3679289378558</c:v>
                </c:pt>
                <c:pt idx="51">
                  <c:v>169.74938618402155</c:v>
                </c:pt>
                <c:pt idx="52">
                  <c:v>272.3814202984712</c:v>
                </c:pt>
                <c:pt idx="53">
                  <c:v>3501.9489627164235</c:v>
                </c:pt>
                <c:pt idx="54">
                  <c:v>4735.946604459141</c:v>
                </c:pt>
                <c:pt idx="55">
                  <c:v>64.97109701575968</c:v>
                </c:pt>
                <c:pt idx="56">
                  <c:v>2332.6444843015215</c:v>
                </c:pt>
                <c:pt idx="57">
                  <c:v>355.90217175503966</c:v>
                </c:pt>
                <c:pt idx="58">
                  <c:v>1.4984247203515988e-05</c:v>
                </c:pt>
                <c:pt idx="59">
                  <c:v>303.77243298302426</c:v>
                </c:pt>
                <c:pt idx="60">
                  <c:v>3052.858427149116</c:v>
                </c:pt>
                <c:pt idx="61">
                  <c:v>2746.8537832322972</c:v>
                </c:pt>
                <c:pt idx="62">
                  <c:v>4445.805678731424</c:v>
                </c:pt>
                <c:pt idx="63">
                  <c:v>2172.091925918324</c:v>
                </c:pt>
                <c:pt idx="64">
                  <c:v>95.18576844984784</c:v>
                </c:pt>
                <c:pt idx="65">
                  <c:v>2888.041969645688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-985.3582137057379</c:v>
                </c:pt>
                <c:pt idx="1">
                  <c:v>-1270.8560163247485</c:v>
                </c:pt>
                <c:pt idx="2">
                  <c:v>-1951.1735529931898</c:v>
                </c:pt>
                <c:pt idx="3">
                  <c:v>-942.7303348160267</c:v>
                </c:pt>
                <c:pt idx="4">
                  <c:v>-1613.388735147386</c:v>
                </c:pt>
                <c:pt idx="5">
                  <c:v>-3546.438057520289</c:v>
                </c:pt>
                <c:pt idx="6">
                  <c:v>-61.44899189559336</c:v>
                </c:pt>
                <c:pt idx="7">
                  <c:v>-1401.5044174530112</c:v>
                </c:pt>
                <c:pt idx="8">
                  <c:v>-54.418860901977574</c:v>
                </c:pt>
                <c:pt idx="9">
                  <c:v>-2992.9070926940963</c:v>
                </c:pt>
                <c:pt idx="10">
                  <c:v>-2426.173813551959</c:v>
                </c:pt>
                <c:pt idx="11">
                  <c:v>-97.03459667003219</c:v>
                </c:pt>
                <c:pt idx="12">
                  <c:v>-1083.1381340886496</c:v>
                </c:pt>
                <c:pt idx="13">
                  <c:v>-1421.6531673165641</c:v>
                </c:pt>
                <c:pt idx="14">
                  <c:v>-1542.2290100279863</c:v>
                </c:pt>
                <c:pt idx="15">
                  <c:v>-2413.7073442171386</c:v>
                </c:pt>
                <c:pt idx="16">
                  <c:v>-3194.769777540876</c:v>
                </c:pt>
                <c:pt idx="17">
                  <c:v>-1477.671760703396</c:v>
                </c:pt>
                <c:pt idx="18">
                  <c:v>-1163.5177663462168</c:v>
                </c:pt>
                <c:pt idx="19">
                  <c:v>-1917.411435699603</c:v>
                </c:pt>
                <c:pt idx="20">
                  <c:v>-42.61771982177624</c:v>
                </c:pt>
                <c:pt idx="21">
                  <c:v>-780.5612366489859</c:v>
                </c:pt>
                <c:pt idx="22">
                  <c:v>-1609.0079900375322</c:v>
                </c:pt>
                <c:pt idx="23">
                  <c:v>-374.8185282155272</c:v>
                </c:pt>
                <c:pt idx="24">
                  <c:v>-1307.9394224893583</c:v>
                </c:pt>
                <c:pt idx="25">
                  <c:v>-3615.113946024</c:v>
                </c:pt>
                <c:pt idx="26">
                  <c:v>-1317.4380900815404</c:v>
                </c:pt>
                <c:pt idx="27">
                  <c:v>-0.3206426113412488</c:v>
                </c:pt>
                <c:pt idx="28">
                  <c:v>-2747.2893578448634</c:v>
                </c:pt>
                <c:pt idx="29">
                  <c:v>-3730.4800654658147</c:v>
                </c:pt>
                <c:pt idx="30">
                  <c:v>-2855.0619130436244</c:v>
                </c:pt>
                <c:pt idx="31">
                  <c:v>-2467.655991263688</c:v>
                </c:pt>
                <c:pt idx="32">
                  <c:v>-1055.485861449993</c:v>
                </c:pt>
                <c:pt idx="33">
                  <c:v>-1722.4576161994316</c:v>
                </c:pt>
                <c:pt idx="34">
                  <c:v>-1702.4549963333766</c:v>
                </c:pt>
                <c:pt idx="35">
                  <c:v>-2261.622357987456</c:v>
                </c:pt>
                <c:pt idx="36">
                  <c:v>-1155.1812999832546</c:v>
                </c:pt>
                <c:pt idx="37">
                  <c:v>-2212.7687605948868</c:v>
                </c:pt>
                <c:pt idx="38">
                  <c:v>-1526.6367527331495</c:v>
                </c:pt>
                <c:pt idx="39">
                  <c:v>-407.13931294811977</c:v>
                </c:pt>
                <c:pt idx="40">
                  <c:v>-105.5280389114759</c:v>
                </c:pt>
                <c:pt idx="41">
                  <c:v>-1387.8897863198172</c:v>
                </c:pt>
                <c:pt idx="42">
                  <c:v>-180.1277411544277</c:v>
                </c:pt>
                <c:pt idx="43">
                  <c:v>-4901.531088648506</c:v>
                </c:pt>
                <c:pt idx="44">
                  <c:v>-108.29351781527139</c:v>
                </c:pt>
                <c:pt idx="45">
                  <c:v>-3717.5573810565247</c:v>
                </c:pt>
                <c:pt idx="46">
                  <c:v>-1687.876166208409</c:v>
                </c:pt>
                <c:pt idx="47">
                  <c:v>-2092.0039786271273</c:v>
                </c:pt>
                <c:pt idx="48">
                  <c:v>-962.9140844951443</c:v>
                </c:pt>
                <c:pt idx="49">
                  <c:v>-3354.6952006311485</c:v>
                </c:pt>
                <c:pt idx="50">
                  <c:v>-3080.698712045379</c:v>
                </c:pt>
                <c:pt idx="51">
                  <c:v>-1736.2577171936696</c:v>
                </c:pt>
                <c:pt idx="52">
                  <c:v>-976.7310641543629</c:v>
                </c:pt>
                <c:pt idx="53">
                  <c:v>-1056.074684516107</c:v>
                </c:pt>
                <c:pt idx="54">
                  <c:v>-4726.339545611989</c:v>
                </c:pt>
                <c:pt idx="55">
                  <c:v>-1362.6480357737257</c:v>
                </c:pt>
                <c:pt idx="56">
                  <c:v>-1256.2451013090035</c:v>
                </c:pt>
                <c:pt idx="57">
                  <c:v>-935.0459760516886</c:v>
                </c:pt>
                <c:pt idx="58">
                  <c:v>-1509.6550873893223</c:v>
                </c:pt>
                <c:pt idx="59">
                  <c:v>-4756.87520883728</c:v>
                </c:pt>
                <c:pt idx="60">
                  <c:v>-4696.860655788296</c:v>
                </c:pt>
                <c:pt idx="61">
                  <c:v>-2894.782376670918</c:v>
                </c:pt>
                <c:pt idx="62">
                  <c:v>-3023.9596242318426</c:v>
                </c:pt>
                <c:pt idx="63">
                  <c:v>-2290.437211008364</c:v>
                </c:pt>
                <c:pt idx="64">
                  <c:v>-705.4807363322371</c:v>
                </c:pt>
                <c:pt idx="65">
                  <c:v>-3680.1041628593566</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1844.346101184942</c:v>
                </c:pt>
                <c:pt idx="1">
                  <c:v>1214.0175674993243</c:v>
                </c:pt>
                <c:pt idx="2">
                  <c:v>1859.7925293632459</c:v>
                </c:pt>
                <c:pt idx="3">
                  <c:v>1000.9529992981672</c:v>
                </c:pt>
                <c:pt idx="4">
                  <c:v>640.2937572862702</c:v>
                </c:pt>
                <c:pt idx="5">
                  <c:v>2524.173882584819</c:v>
                </c:pt>
                <c:pt idx="6">
                  <c:v>324.8342605254963</c:v>
                </c:pt>
                <c:pt idx="7">
                  <c:v>149.23413104518414</c:v>
                </c:pt>
                <c:pt idx="8">
                  <c:v>198.2752634641753</c:v>
                </c:pt>
                <c:pt idx="9">
                  <c:v>1090.541814213734</c:v>
                </c:pt>
                <c:pt idx="10">
                  <c:v>2324.5406236438416</c:v>
                </c:pt>
                <c:pt idx="11">
                  <c:v>87.16102088459014</c:v>
                </c:pt>
                <c:pt idx="12">
                  <c:v>1061.6341308236742</c:v>
                </c:pt>
                <c:pt idx="13">
                  <c:v>1068.7784110787713</c:v>
                </c:pt>
                <c:pt idx="14">
                  <c:v>1755.4595760107106</c:v>
                </c:pt>
                <c:pt idx="15">
                  <c:v>2742.6902994586285</c:v>
                </c:pt>
                <c:pt idx="16">
                  <c:v>922.3017837238212</c:v>
                </c:pt>
                <c:pt idx="17">
                  <c:v>1753.1343223277568</c:v>
                </c:pt>
                <c:pt idx="18">
                  <c:v>803.4588315510372</c:v>
                </c:pt>
                <c:pt idx="19">
                  <c:v>232.13355771089755</c:v>
                </c:pt>
                <c:pt idx="20">
                  <c:v>89.83043104085536</c:v>
                </c:pt>
                <c:pt idx="21">
                  <c:v>2377.7056568625194</c:v>
                </c:pt>
                <c:pt idx="22">
                  <c:v>2151.1184137564715</c:v>
                </c:pt>
                <c:pt idx="23">
                  <c:v>1279.7287417328787</c:v>
                </c:pt>
                <c:pt idx="24">
                  <c:v>308.8960943823033</c:v>
                </c:pt>
                <c:pt idx="25">
                  <c:v>64.96544672702406</c:v>
                </c:pt>
                <c:pt idx="26">
                  <c:v>3958.96495215829</c:v>
                </c:pt>
                <c:pt idx="27">
                  <c:v>997.0823059439472</c:v>
                </c:pt>
                <c:pt idx="28">
                  <c:v>3443.045671154027</c:v>
                </c:pt>
                <c:pt idx="29">
                  <c:v>4532.914504793322</c:v>
                </c:pt>
                <c:pt idx="30">
                  <c:v>3934.841351804724</c:v>
                </c:pt>
                <c:pt idx="31">
                  <c:v>2013.8663716877186</c:v>
                </c:pt>
                <c:pt idx="32">
                  <c:v>149.4110210490608</c:v>
                </c:pt>
                <c:pt idx="33">
                  <c:v>2209.0975853035056</c:v>
                </c:pt>
                <c:pt idx="34">
                  <c:v>308.27046608867255</c:v>
                </c:pt>
                <c:pt idx="35">
                  <c:v>191.60751208284344</c:v>
                </c:pt>
                <c:pt idx="36">
                  <c:v>482.6839300186685</c:v>
                </c:pt>
                <c:pt idx="37">
                  <c:v>858.5332636460587</c:v>
                </c:pt>
                <c:pt idx="38">
                  <c:v>3877.355414365792</c:v>
                </c:pt>
                <c:pt idx="39">
                  <c:v>478.2271033267521</c:v>
                </c:pt>
                <c:pt idx="40">
                  <c:v>1845.2479503694294</c:v>
                </c:pt>
                <c:pt idx="41">
                  <c:v>2641.900755521136</c:v>
                </c:pt>
                <c:pt idx="42">
                  <c:v>1775.904557243029</c:v>
                </c:pt>
                <c:pt idx="43">
                  <c:v>2200.595265305158</c:v>
                </c:pt>
                <c:pt idx="44">
                  <c:v>3653.5455389718536</c:v>
                </c:pt>
                <c:pt idx="45">
                  <c:v>2366.4374165302197</c:v>
                </c:pt>
                <c:pt idx="46">
                  <c:v>253.75980157156573</c:v>
                </c:pt>
                <c:pt idx="47">
                  <c:v>212.52400173327942</c:v>
                </c:pt>
                <c:pt idx="48">
                  <c:v>115.09213835840023</c:v>
                </c:pt>
                <c:pt idx="49">
                  <c:v>257.175014711012</c:v>
                </c:pt>
                <c:pt idx="50">
                  <c:v>771.432669949804</c:v>
                </c:pt>
                <c:pt idx="51">
                  <c:v>425.8410333891825</c:v>
                </c:pt>
                <c:pt idx="52">
                  <c:v>1687.1888799649064</c:v>
                </c:pt>
                <c:pt idx="53">
                  <c:v>2383.4626399533927</c:v>
                </c:pt>
                <c:pt idx="54">
                  <c:v>3006.3347436314593</c:v>
                </c:pt>
                <c:pt idx="55">
                  <c:v>3204.6305272526074</c:v>
                </c:pt>
                <c:pt idx="56">
                  <c:v>3353.5310687739307</c:v>
                </c:pt>
                <c:pt idx="57">
                  <c:v>2613.8397993529957</c:v>
                </c:pt>
                <c:pt idx="58">
                  <c:v>2282.260832404089</c:v>
                </c:pt>
                <c:pt idx="59">
                  <c:v>3763.334332568935</c:v>
                </c:pt>
                <c:pt idx="60">
                  <c:v>4244.797955817928</c:v>
                </c:pt>
                <c:pt idx="61">
                  <c:v>361.06254927004636</c:v>
                </c:pt>
                <c:pt idx="62">
                  <c:v>1767.7583942066583</c:v>
                </c:pt>
                <c:pt idx="63">
                  <c:v>1620.6037011071794</c:v>
                </c:pt>
                <c:pt idx="64">
                  <c:v>2601.9969281626495</c:v>
                </c:pt>
                <c:pt idx="65">
                  <c:v>3016.0065291685487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1325.2415281786111</c:v>
                </c:pt>
                <c:pt idx="1">
                  <c:v>186.14788688354793</c:v>
                </c:pt>
                <c:pt idx="2">
                  <c:v>76.29358710881866</c:v>
                </c:pt>
                <c:pt idx="3">
                  <c:v>903.4017440996954</c:v>
                </c:pt>
                <c:pt idx="4">
                  <c:v>111.6117700989024</c:v>
                </c:pt>
                <c:pt idx="5">
                  <c:v>96.22143447986355</c:v>
                </c:pt>
                <c:pt idx="6">
                  <c:v>180.5615357851976</c:v>
                </c:pt>
                <c:pt idx="7">
                  <c:v>483.30193963483947</c:v>
                </c:pt>
                <c:pt idx="8">
                  <c:v>937.500763272802</c:v>
                </c:pt>
                <c:pt idx="9">
                  <c:v>311.6045325235402</c:v>
                </c:pt>
                <c:pt idx="10">
                  <c:v>474.3011680819814</c:v>
                </c:pt>
                <c:pt idx="11">
                  <c:v>63.08640806559296</c:v>
                </c:pt>
                <c:pt idx="12">
                  <c:v>74.87649476820366</c:v>
                </c:pt>
                <c:pt idx="13">
                  <c:v>856.4602736635904</c:v>
                </c:pt>
                <c:pt idx="14">
                  <c:v>233.84403617969787</c:v>
                </c:pt>
                <c:pt idx="15">
                  <c:v>94.64236127137126</c:v>
                </c:pt>
                <c:pt idx="16">
                  <c:v>100.03468875442212</c:v>
                </c:pt>
                <c:pt idx="17">
                  <c:v>1125.0723949639487</c:v>
                </c:pt>
                <c:pt idx="18">
                  <c:v>176.56661436314255</c:v>
                </c:pt>
                <c:pt idx="19">
                  <c:v>102.6815427822959</c:v>
                </c:pt>
                <c:pt idx="20">
                  <c:v>76.24963568093872</c:v>
                </c:pt>
                <c:pt idx="21">
                  <c:v>792.0234001940572</c:v>
                </c:pt>
                <c:pt idx="22">
                  <c:v>987.0971736408064</c:v>
                </c:pt>
                <c:pt idx="23">
                  <c:v>466.30888117344284</c:v>
                </c:pt>
                <c:pt idx="24">
                  <c:v>1203.947153376014</c:v>
                </c:pt>
                <c:pt idx="25">
                  <c:v>236.4770211170905</c:v>
                </c:pt>
                <c:pt idx="26">
                  <c:v>100.05702684265675</c:v>
                </c:pt>
                <c:pt idx="27">
                  <c:v>76.00458538173712</c:v>
                </c:pt>
                <c:pt idx="28">
                  <c:v>113.72602827105597</c:v>
                </c:pt>
                <c:pt idx="29">
                  <c:v>89.64386514178993</c:v>
                </c:pt>
                <c:pt idx="30">
                  <c:v>346.78408435400576</c:v>
                </c:pt>
                <c:pt idx="31">
                  <c:v>466.50430333108363</c:v>
                </c:pt>
                <c:pt idx="32">
                  <c:v>80.69250584220045</c:v>
                </c:pt>
                <c:pt idx="33">
                  <c:v>485.3483199783151</c:v>
                </c:pt>
                <c:pt idx="34">
                  <c:v>521.2421538324373</c:v>
                </c:pt>
                <c:pt idx="35">
                  <c:v>92.077343252269</c:v>
                </c:pt>
                <c:pt idx="36">
                  <c:v>750.1158574516694</c:v>
                </c:pt>
                <c:pt idx="37">
                  <c:v>746.6822240254676</c:v>
                </c:pt>
                <c:pt idx="38">
                  <c:v>859.1927484325716</c:v>
                </c:pt>
                <c:pt idx="39">
                  <c:v>162.81772200004121</c:v>
                </c:pt>
                <c:pt idx="40">
                  <c:v>723.0171315978628</c:v>
                </c:pt>
                <c:pt idx="41">
                  <c:v>827.0758915587363</c:v>
                </c:pt>
                <c:pt idx="42">
                  <c:v>275.72072458854245</c:v>
                </c:pt>
                <c:pt idx="43">
                  <c:v>79.14977693631587</c:v>
                </c:pt>
                <c:pt idx="44">
                  <c:v>81.05064987107792</c:v>
                </c:pt>
                <c:pt idx="45">
                  <c:v>113.17706148739818</c:v>
                </c:pt>
                <c:pt idx="46">
                  <c:v>701.198590248175</c:v>
                </c:pt>
                <c:pt idx="47">
                  <c:v>182.97721704464834</c:v>
                </c:pt>
                <c:pt idx="48">
                  <c:v>1198.4722346344383</c:v>
                </c:pt>
                <c:pt idx="49">
                  <c:v>257.59037217624655</c:v>
                </c:pt>
                <c:pt idx="50">
                  <c:v>99.0002133661553</c:v>
                </c:pt>
                <c:pt idx="51">
                  <c:v>111.5617669192537</c:v>
                </c:pt>
                <c:pt idx="52">
                  <c:v>109.4629692854934</c:v>
                </c:pt>
                <c:pt idx="53">
                  <c:v>90.6106563162657</c:v>
                </c:pt>
                <c:pt idx="54">
                  <c:v>118.76869273630274</c:v>
                </c:pt>
                <c:pt idx="55">
                  <c:v>803.5273028894994</c:v>
                </c:pt>
                <c:pt idx="56">
                  <c:v>690.2406415772693</c:v>
                </c:pt>
                <c:pt idx="57">
                  <c:v>348.834502265643</c:v>
                </c:pt>
                <c:pt idx="58">
                  <c:v>914.2482832815182</c:v>
                </c:pt>
                <c:pt idx="59">
                  <c:v>522.1223837550917</c:v>
                </c:pt>
                <c:pt idx="60">
                  <c:v>103.93047371961352</c:v>
                </c:pt>
                <c:pt idx="61">
                  <c:v>93.83087910762272</c:v>
                </c:pt>
                <c:pt idx="62">
                  <c:v>816.6954918225343</c:v>
                </c:pt>
                <c:pt idx="63">
                  <c:v>123.02617419331881</c:v>
                </c:pt>
                <c:pt idx="64">
                  <c:v>91.8833211677306</c:v>
                </c:pt>
                <c:pt idx="65">
                  <c:v>104.19084625244298</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250408.2424704191</c:v>
                </c:pt>
                <c:pt idx="1">
                  <c:v>335042.236643575</c:v>
                </c:pt>
                <c:pt idx="2">
                  <c:v>453180.91724753263</c:v>
                </c:pt>
                <c:pt idx="3">
                  <c:v>434128.4468308481</c:v>
                </c:pt>
                <c:pt idx="4">
                  <c:v>327074.9587310762</c:v>
                </c:pt>
                <c:pt idx="5">
                  <c:v>273525.39930693834</c:v>
                </c:pt>
                <c:pt idx="6">
                  <c:v>107943.89805472997</c:v>
                </c:pt>
                <c:pt idx="7">
                  <c:v>50615.846209524905</c:v>
                </c:pt>
                <c:pt idx="8">
                  <c:v>2538.9212736053846</c:v>
                </c:pt>
                <c:pt idx="9">
                  <c:v>16959.585750745777</c:v>
                </c:pt>
                <c:pt idx="10">
                  <c:v>107866.1948748006</c:v>
                </c:pt>
                <c:pt idx="11">
                  <c:v>166234.28832364394</c:v>
                </c:pt>
                <c:pt idx="12">
                  <c:v>300120.4615890742</c:v>
                </c:pt>
                <c:pt idx="13">
                  <c:v>334855.07020718604</c:v>
                </c:pt>
                <c:pt idx="14">
                  <c:v>519083.67966998386</c:v>
                </c:pt>
                <c:pt idx="15">
                  <c:v>393069.26995206624</c:v>
                </c:pt>
                <c:pt idx="16">
                  <c:v>435117.6135764382</c:v>
                </c:pt>
                <c:pt idx="17">
                  <c:v>230557.1155918448</c:v>
                </c:pt>
                <c:pt idx="18">
                  <c:v>138273.54988781922</c:v>
                </c:pt>
                <c:pt idx="19">
                  <c:v>57270.341571958714</c:v>
                </c:pt>
                <c:pt idx="20">
                  <c:v>2542.5126526184067</c:v>
                </c:pt>
                <c:pt idx="21">
                  <c:v>19538.025193117188</c:v>
                </c:pt>
                <c:pt idx="22">
                  <c:v>110545.35004090279</c:v>
                </c:pt>
                <c:pt idx="23">
                  <c:v>181915.3419619878</c:v>
                </c:pt>
                <c:pt idx="24">
                  <c:v>363887.90332366823</c:v>
                </c:pt>
                <c:pt idx="25">
                  <c:v>365527.1162866155</c:v>
                </c:pt>
                <c:pt idx="26">
                  <c:v>440744.9217614999</c:v>
                </c:pt>
                <c:pt idx="27">
                  <c:v>381320.8461613781</c:v>
                </c:pt>
                <c:pt idx="28">
                  <c:v>411979.92968249286</c:v>
                </c:pt>
                <c:pt idx="29">
                  <c:v>249489.0454554527</c:v>
                </c:pt>
                <c:pt idx="30">
                  <c:v>138464.89885856217</c:v>
                </c:pt>
                <c:pt idx="31">
                  <c:v>66188.6378091591</c:v>
                </c:pt>
                <c:pt idx="32">
                  <c:v>3404.531074376468</c:v>
                </c:pt>
                <c:pt idx="33">
                  <c:v>33352.36050277971</c:v>
                </c:pt>
                <c:pt idx="34">
                  <c:v>111136.42371410473</c:v>
                </c:pt>
                <c:pt idx="35">
                  <c:v>219245.00880057155</c:v>
                </c:pt>
                <c:pt idx="36">
                  <c:v>408255.86050347134</c:v>
                </c:pt>
                <c:pt idx="37">
                  <c:v>395182.7592334066</c:v>
                </c:pt>
                <c:pt idx="38">
                  <c:v>463792.5770903497</c:v>
                </c:pt>
                <c:pt idx="39">
                  <c:v>391685.61067648255</c:v>
                </c:pt>
                <c:pt idx="40">
                  <c:v>428641.6978844006</c:v>
                </c:pt>
                <c:pt idx="41">
                  <c:v>250264.99383788902</c:v>
                </c:pt>
                <c:pt idx="42">
                  <c:v>166958.29131540193</c:v>
                </c:pt>
                <c:pt idx="43">
                  <c:v>41142.815012730214</c:v>
                </c:pt>
                <c:pt idx="44">
                  <c:v>2923.8471838589876</c:v>
                </c:pt>
                <c:pt idx="45">
                  <c:v>32370.161951117654</c:v>
                </c:pt>
                <c:pt idx="46">
                  <c:v>116629.05893283065</c:v>
                </c:pt>
                <c:pt idx="47">
                  <c:v>187576.99918691072</c:v>
                </c:pt>
                <c:pt idx="48">
                  <c:v>361153.9436741308</c:v>
                </c:pt>
                <c:pt idx="49">
                  <c:v>409166.75737575657</c:v>
                </c:pt>
                <c:pt idx="50">
                  <c:v>437196.3767784258</c:v>
                </c:pt>
                <c:pt idx="51">
                  <c:v>462334.90254784265</c:v>
                </c:pt>
                <c:pt idx="52">
                  <c:v>344725.4516550708</c:v>
                </c:pt>
                <c:pt idx="53">
                  <c:v>264747.1339232274</c:v>
                </c:pt>
                <c:pt idx="54">
                  <c:v>160832.41196650226</c:v>
                </c:pt>
                <c:pt idx="55">
                  <c:v>40678.60845253988</c:v>
                </c:pt>
                <c:pt idx="56">
                  <c:v>3335.027066318359</c:v>
                </c:pt>
                <c:pt idx="57">
                  <c:v>27826.50537384733</c:v>
                </c:pt>
                <c:pt idx="58">
                  <c:v>98719.05577732548</c:v>
                </c:pt>
                <c:pt idx="59">
                  <c:v>276970.56373682234</c:v>
                </c:pt>
                <c:pt idx="60">
                  <c:v>385695.9503824992</c:v>
                </c:pt>
                <c:pt idx="61">
                  <c:v>405429.18628256634</c:v>
                </c:pt>
                <c:pt idx="62">
                  <c:v>610902.669449935</c:v>
                </c:pt>
                <c:pt idx="63">
                  <c:v>452326.80012218026</c:v>
                </c:pt>
                <c:pt idx="64">
                  <c:v>358142.73162843613</c:v>
                </c:pt>
                <c:pt idx="65">
                  <c:v>212580.81493916243</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Sheet1!$B$2:$B$22</c:f>
              <c:numCache>
                <c:formatCode>General</c:formatCode>
                <c:ptCount val="21"/>
                <c:pt idx="0">
                  <c:v>0.0</c:v>
                </c:pt>
                <c:pt idx="1">
                  <c:v>47.34917087419019</c:v>
                </c:pt>
                <c:pt idx="2">
                  <c:v>66.40205111235744</c:v>
                </c:pt>
                <c:pt idx="3">
                  <c:v>75.61864549649873</c:v>
                </c:pt>
                <c:pt idx="4">
                  <c:v>84.78429538234951</c:v>
                </c:pt>
                <c:pt idx="5">
                  <c:v>87.85840915817067</c:v>
                </c:pt>
                <c:pt idx="6">
                  <c:v>90.43347813464973</c:v>
                </c:pt>
                <c:pt idx="7">
                  <c:v>92.45982820212575</c:v>
                </c:pt>
                <c:pt idx="8">
                  <c:v>94.25057898206974</c:v>
                </c:pt>
                <c:pt idx="9">
                  <c:v>95.93171034168107</c:v>
                </c:pt>
                <c:pt idx="10">
                  <c:v>97.27254163964886</c:v>
                </c:pt>
                <c:pt idx="11">
                  <c:v>98.37761714971587</c:v>
                </c:pt>
                <c:pt idx="12">
                  <c:v>98.9222863464174</c:v>
                </c:pt>
                <c:pt idx="13">
                  <c:v>99.25335099940857</c:v>
                </c:pt>
                <c:pt idx="14">
                  <c:v>99.47608889822246</c:v>
                </c:pt>
                <c:pt idx="15">
                  <c:v>99.67764560298762</c:v>
                </c:pt>
                <c:pt idx="16">
                  <c:v>99.83510045584092</c:v>
                </c:pt>
                <c:pt idx="17">
                  <c:v>99.94468790437821</c:v>
                </c:pt>
                <c:pt idx="18">
                  <c:v>100.04389240440628</c:v>
                </c:pt>
                <c:pt idx="19">
                  <c:v>100.13492684284228</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018700"/>
              </a:solidFill>
            </c:spPr>
          </c:dPt>
          <c:dPt>
            <c:idx val="3"/>
            <c:spPr>
              <a:solidFill>
                <a:srgbClr val="573B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FFA52F"/>
              </a:solidFill>
            </c:spPr>
          </c:dPt>
          <c:dPt>
            <c:idx val="8"/>
            <c:spPr>
              <a:solidFill>
                <a:srgbClr val="00ACC6"/>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F03B8"/>
              </a:solidFill>
            </c:spPr>
          </c:dPt>
          <c:dPt>
            <c:idx val="13"/>
            <c:spPr>
              <a:solidFill>
                <a:srgbClr val="BCB6FF"/>
              </a:solidFill>
            </c:spPr>
          </c:dPt>
          <c:dPt>
            <c:idx val="14"/>
            <c:spPr>
              <a:solidFill>
                <a:srgbClr val="0000DD"/>
              </a:solidFill>
            </c:spPr>
          </c:dPt>
          <c:dPt>
            <c:idx val="15"/>
            <c:spPr>
              <a:solidFill>
                <a:srgbClr val="790000"/>
              </a:solidFill>
            </c:spPr>
          </c:dPt>
          <c:dPt>
            <c:idx val="16"/>
            <c:spPr>
              <a:solidFill>
                <a:srgbClr val="00FDCF"/>
              </a:solidFill>
            </c:spPr>
          </c:dPt>
          <c:dPt>
            <c:idx val="17"/>
            <c:spPr>
              <a:solidFill>
                <a:srgbClr val="A17569"/>
              </a:solidFill>
            </c:spPr>
          </c:dPt>
          <c:dPt>
            <c:idx val="18"/>
            <c:spPr>
              <a:solidFill>
                <a:srgbClr val="645474"/>
              </a:solidFill>
            </c:spPr>
          </c:dPt>
          <c:dPt>
            <c:idx val="19"/>
            <c:spPr>
              <a:solidFill>
                <a:srgbClr val="0774D8"/>
              </a:solidFill>
            </c:spPr>
          </c:dPt>
          <c:dLbls>
            <c:dLbl>
              <c:idx val="0"/>
              <c:tx>
                <c:rich>
                  <a:bodyPr/>
                  <a:lstStyle/>
                  <a:p>
                    <a:r>
                      <a:t>47.35%</a:t>
                    </a:r>
                  </a:p>
                </c:rich>
              </c:tx>
              <c:dLblPos val="inEnd"/>
              <c:showLegendKey val="0"/>
              <c:showVal val="1"/>
              <c:showCatName val="0"/>
              <c:showSerName val="0"/>
              <c:showPercent val="0"/>
              <c:showBubbleSize val="0"/>
            </c:dLbl>
            <c:dLbl>
              <c:idx val="1"/>
              <c:tx>
                <c:rich>
                  <a:bodyPr/>
                  <a:lstStyle/>
                  <a:p>
                    <a:r>
                      <a:t>19.05%</a:t>
                    </a:r>
                  </a:p>
                </c:rich>
              </c:tx>
              <c:dLblPos val="inEnd"/>
              <c:showLegendKey val="0"/>
              <c:showVal val="1"/>
              <c:showCatName val="0"/>
              <c:showSerName val="0"/>
              <c:showPercent val="0"/>
              <c:showBubbleSize val="0"/>
            </c:dLbl>
            <c:dLbl>
              <c:idx val="2"/>
              <c:tx>
                <c:rich>
                  <a:bodyPr/>
                  <a:lstStyle/>
                  <a:p>
                    <a:r>
                      <a:t>9.22%</a:t>
                    </a:r>
                  </a:p>
                </c:rich>
              </c:tx>
              <c:dLblPos val="inEnd"/>
              <c:showLegendKey val="0"/>
              <c:showVal val="1"/>
              <c:showCatName val="0"/>
              <c:showSerName val="0"/>
              <c:showPercent val="0"/>
              <c:showBubbleSize val="0"/>
            </c:dLbl>
            <c:dLbl>
              <c:idx val="3"/>
              <c:tx>
                <c:rich>
                  <a:bodyPr/>
                  <a:lstStyle/>
                  <a:p>
                    <a:r>
                      <a:t>9.17%</a:t>
                    </a:r>
                  </a:p>
                </c:rich>
              </c:tx>
              <c:dLblPos val="inEnd"/>
              <c:showLegendKey val="0"/>
              <c:showVal val="1"/>
              <c:showCatName val="0"/>
              <c:showSerName val="0"/>
              <c:showPercent val="0"/>
              <c:showBubbleSize val="0"/>
            </c:dLbl>
            <c:dLbl>
              <c:idx val="4"/>
              <c:tx>
                <c:rich>
                  <a:bodyPr/>
                  <a:lstStyle/>
                  <a:p>
                    <a:r>
                      <a:t>3.07%</a:t>
                    </a:r>
                  </a:p>
                </c:rich>
              </c:tx>
              <c:dLblPos val="inEnd"/>
              <c:showLegendKey val="0"/>
              <c:showVal val="1"/>
              <c:showCatName val="0"/>
              <c:showSerName val="0"/>
              <c:showPercent val="0"/>
              <c:showBubbleSize val="0"/>
            </c:dLbl>
            <c:dLbl>
              <c:idx val="5"/>
              <c:tx>
                <c:rich>
                  <a:bodyPr/>
                  <a:lstStyle/>
                  <a:p>
                    <a:r>
                      <a:t>2.58%</a:t>
                    </a:r>
                  </a:p>
                </c:rich>
              </c:tx>
              <c:dLblPos val="inEnd"/>
              <c:showLegendKey val="0"/>
              <c:showVal val="1"/>
              <c:showCatName val="0"/>
              <c:showSerName val="0"/>
              <c:showPercent val="0"/>
              <c:showBubbleSize val="0"/>
            </c:dLbl>
            <c:dLbl>
              <c:idx val="6"/>
              <c:tx>
                <c:rich>
                  <a:bodyPr/>
                  <a:lstStyle/>
                  <a:p>
                    <a:r>
                      <a:t>2.03%</a:t>
                    </a:r>
                  </a:p>
                </c:rich>
              </c:tx>
              <c:dLblPos val="inEnd"/>
              <c:showLegendKey val="0"/>
              <c:showVal val="1"/>
              <c:showCatName val="0"/>
              <c:showSerName val="0"/>
              <c:showPercent val="0"/>
              <c:showBubbleSize val="0"/>
            </c:dLbl>
            <c:dLbl>
              <c:idx val="7"/>
              <c:tx>
                <c:rich>
                  <a:bodyPr/>
                  <a:lstStyle/>
                  <a:p>
                    <a:r>
                      <a:t>1.79%</a:t>
                    </a:r>
                  </a:p>
                </c:rich>
              </c:tx>
              <c:dLblPos val="inEnd"/>
              <c:showLegendKey val="0"/>
              <c:showVal val="1"/>
              <c:showCatName val="0"/>
              <c:showSerName val="0"/>
              <c:showPercent val="0"/>
              <c:showBubbleSize val="0"/>
            </c:dLbl>
            <c:dLbl>
              <c:idx val="8"/>
              <c:tx>
                <c:rich>
                  <a:bodyPr/>
                  <a:lstStyle/>
                  <a:p>
                    <a:r>
                      <a:t>1.68%</a:t>
                    </a:r>
                  </a:p>
                </c:rich>
              </c:tx>
              <c:dLblPos val="inEnd"/>
              <c:showLegendKey val="0"/>
              <c:showVal val="1"/>
              <c:showCatName val="0"/>
              <c:showSerName val="0"/>
              <c:showPercent val="0"/>
              <c:showBubbleSize val="0"/>
            </c:dLbl>
            <c:dLbl>
              <c:idx val="9"/>
              <c:tx>
                <c:rich>
                  <a:bodyPr/>
                  <a:lstStyle/>
                  <a:p>
                    <a:r>
                      <a:t>1.34%</a:t>
                    </a:r>
                  </a:p>
                </c:rich>
              </c:tx>
              <c:dLblPos val="inEnd"/>
              <c:showLegendKey val="0"/>
              <c:showVal val="1"/>
              <c:showCatName val="0"/>
              <c:showSerName val="0"/>
              <c:showPercent val="0"/>
              <c:showBubbleSize val="0"/>
            </c:dLbl>
            <c:dLbl>
              <c:idx val="10"/>
              <c:tx>
                <c:rich>
                  <a:bodyPr/>
                  <a:lstStyle/>
                  <a:p>
                    <a:r>
                      <a:t>1.11%</a:t>
                    </a:r>
                  </a:p>
                </c:rich>
              </c:tx>
              <c:dLblPos val="inEnd"/>
              <c:showLegendKey val="0"/>
              <c:showVal val="1"/>
              <c:showCatName val="0"/>
              <c:showSerName val="0"/>
              <c:showPercent val="0"/>
              <c:showBubbleSize val="0"/>
            </c:dLbl>
            <c:dLbl>
              <c:idx val="11"/>
              <c:tx>
                <c:rich>
                  <a:bodyPr/>
                  <a:lstStyle/>
                  <a:p>
                    <a:r>
                      <a:t>0.54%</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0.22%</a:t>
                    </a:r>
                  </a:p>
                </c:rich>
              </c:tx>
              <c:dLblPos val="inEnd"/>
              <c:showLegendKey val="0"/>
              <c:showVal val="1"/>
              <c:showCatName val="0"/>
              <c:showSerName val="0"/>
              <c:showPercent val="0"/>
              <c:showBubbleSize val="0"/>
            </c:dLbl>
            <c:dLbl>
              <c:idx val="14"/>
              <c:tx>
                <c:rich>
                  <a:bodyPr/>
                  <a:lstStyle/>
                  <a:p>
                    <a:r>
                      <a:t>0.2%</a:t>
                    </a:r>
                  </a:p>
                </c:rich>
              </c:tx>
              <c:dLblPos val="inEnd"/>
              <c:showLegendKey val="0"/>
              <c:showVal val="1"/>
              <c:showCatName val="0"/>
              <c:showSerName val="0"/>
              <c:showPercent val="0"/>
              <c:showBubbleSize val="0"/>
            </c:dLbl>
            <c:dLbl>
              <c:idx val="15"/>
              <c:tx>
                <c:rich>
                  <a:bodyPr/>
                  <a:lstStyle/>
                  <a:p>
                    <a:r>
                      <a:t>0.16%</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0.09%</a:t>
                    </a:r>
                  </a:p>
                </c:rich>
              </c:tx>
              <c:dLblPos val="inEnd"/>
              <c:showLegendKey val="0"/>
              <c:showVal val="1"/>
              <c:showCatName val="0"/>
              <c:showSerName val="0"/>
              <c:showPercent val="0"/>
              <c:showBubbleSize val="0"/>
            </c:dLbl>
            <c:dLbl>
              <c:idx val="19"/>
              <c:tx>
                <c:rich>
                  <a:bodyPr/>
                  <a:lstStyle/>
                  <a:p>
                    <a:r>
                      <a:t>0.03%</a:t>
                    </a:r>
                  </a:p>
                </c:rich>
              </c:tx>
              <c:dLblPos val="inEnd"/>
              <c:showLegendKey val="0"/>
              <c:showVal val="1"/>
              <c:showCatName val="0"/>
              <c:showSerName val="0"/>
              <c:showPercent val="0"/>
              <c:showBubbleSize val="0"/>
            </c:dLbl>
            <c:dLbl>
              <c:idx val="20"/>
              <c:tx>
                <c:rich>
                  <a:bodyPr/>
                  <a:lstStyle/>
                  <a:p>
                    <a:r>
                      <a:t>-0.17%</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Sheet1!$C$2:$C$22</c:f>
              <c:numCache>
                <c:formatCode>General</c:formatCode>
                <c:ptCount val="21"/>
                <c:pt idx="0">
                  <c:v>47.349170874190186</c:v>
                </c:pt>
                <c:pt idx="1">
                  <c:v>19.052880238167237</c:v>
                </c:pt>
                <c:pt idx="2">
                  <c:v>9.216594384141292</c:v>
                </c:pt>
                <c:pt idx="3">
                  <c:v>9.16564988585078</c:v>
                </c:pt>
                <c:pt idx="4">
                  <c:v>3.074113775821152</c:v>
                </c:pt>
                <c:pt idx="5">
                  <c:v>2.5750689764790584</c:v>
                </c:pt>
                <c:pt idx="6">
                  <c:v>2.0263500674760295</c:v>
                </c:pt>
                <c:pt idx="7">
                  <c:v>1.7907507799439961</c:v>
                </c:pt>
                <c:pt idx="8">
                  <c:v>1.681131359611327</c:v>
                </c:pt>
                <c:pt idx="9">
                  <c:v>1.3408312979677923</c:v>
                </c:pt>
                <c:pt idx="10">
                  <c:v>1.105075510067003</c:v>
                </c:pt>
                <c:pt idx="11">
                  <c:v>0.5446691967015228</c:v>
                </c:pt>
                <c:pt idx="12">
                  <c:v>0.3310646529911705</c:v>
                </c:pt>
                <c:pt idx="13">
                  <c:v>0.22273789881389547</c:v>
                </c:pt>
                <c:pt idx="14">
                  <c:v>0.20155670476518245</c:v>
                </c:pt>
                <c:pt idx="15">
                  <c:v>0.15745485285327915</c:v>
                </c:pt>
                <c:pt idx="16">
                  <c:v>0.10958744853730054</c:v>
                </c:pt>
                <c:pt idx="17">
                  <c:v>0.09920450002806011</c:v>
                </c:pt>
                <c:pt idx="18">
                  <c:v>0.09103443843601272</c:v>
                </c:pt>
                <c:pt idx="19">
                  <c:v>0.03473463512353694</c:v>
                </c:pt>
                <c:pt idx="20">
                  <c:v>0.16966147796580372</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273438.97624206543</c:v>
                </c:pt>
                <c:pt idx="2">
                  <c:v>552255.6949703693</c:v>
                </c:pt>
                <c:pt idx="3">
                  <c:v>836319.8828825951</c:v>
                </c:pt>
                <c:pt idx="4">
                  <c:v>1125482.9551672935</c:v>
                </c:pt>
                <c:pt idx="5">
                  <c:v>1419577.9558279514</c:v>
                </c:pt>
                <c:pt idx="6">
                  <c:v>1718419.6377232075</c:v>
                </c:pt>
                <c:pt idx="7">
                  <c:v>2021804.689492464</c:v>
                </c:pt>
                <c:pt idx="8">
                  <c:v>2329512.1147305965</c:v>
                </c:pt>
                <c:pt idx="9">
                  <c:v>2641303.7667360306</c:v>
                </c:pt>
                <c:pt idx="10">
                  <c:v>2956925.0398876667</c:v>
                </c:pt>
                <c:pt idx="11">
                  <c:v>3276105.716328621</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3276105.716328621</c:v>
                </c:pt>
                <c:pt idx="12">
                  <c:v>3598560.9640963078</c:v>
                </c:pt>
                <c:pt idx="13">
                  <c:v>3923992.480295658</c:v>
                </c:pt>
                <c:pt idx="14">
                  <c:v>4252089.770371437</c:v>
                </c:pt>
                <c:pt idx="15">
                  <c:v>4582531.552062988</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9116.850857257843</c:v>
                </c:pt>
                <c:pt idx="2">
                  <c:v>18241.52101111412</c:v>
                </c:pt>
                <c:pt idx="3">
                  <c:v>27373.962830781937</c:v>
                </c:pt>
                <c:pt idx="4">
                  <c:v>36514.12847495079</c:v>
                </c:pt>
                <c:pt idx="5">
                  <c:v>45661.969890117645</c:v>
                </c:pt>
                <c:pt idx="6">
                  <c:v>54817.43881559372</c:v>
                </c:pt>
                <c:pt idx="7">
                  <c:v>63980.48678159714</c:v>
                </c:pt>
                <c:pt idx="8">
                  <c:v>73151.06511068344</c:v>
                </c:pt>
                <c:pt idx="9">
                  <c:v>82329.12492084503</c:v>
                </c:pt>
                <c:pt idx="10">
                  <c:v>91514.61712503433</c:v>
                </c:pt>
                <c:pt idx="11">
                  <c:v>100707.49243211746</c:v>
                </c:pt>
                <c:pt idx="12">
                  <c:v>109907.70134854317</c:v>
                </c:pt>
                <c:pt idx="13">
                  <c:v>119115.19418025017</c:v>
                </c:pt>
                <c:pt idx="14">
                  <c:v>128329.92103266716</c:v>
                </c:pt>
                <c:pt idx="15">
                  <c:v>137551.83181333542</c:v>
                </c:pt>
                <c:pt idx="16">
                  <c:v>146780.87623095512</c:v>
                </c:pt>
                <c:pt idx="17">
                  <c:v>156017.00379943848</c:v>
                </c:pt>
                <c:pt idx="18">
                  <c:v>165260.16383600235</c:v>
                </c:pt>
                <c:pt idx="19">
                  <c:v>174510.30546545982</c:v>
                </c:pt>
                <c:pt idx="20">
                  <c:v>183767.37761998177</c:v>
                </c:pt>
                <c:pt idx="21">
                  <c:v>193031.3290400505</c:v>
                </c:pt>
                <c:pt idx="22">
                  <c:v>202302.10827589035</c:v>
                </c:pt>
                <c:pt idx="23">
                  <c:v>211579.6636915207</c:v>
                </c:pt>
                <c:pt idx="24">
                  <c:v>220863.94346022606</c:v>
                </c:pt>
                <c:pt idx="25">
                  <c:v>230154.89557242393</c:v>
                </c:pt>
                <c:pt idx="26">
                  <c:v>239452.46783304214</c:v>
                </c:pt>
                <c:pt idx="27">
                  <c:v>248756.6078631878</c:v>
                </c:pt>
                <c:pt idx="28">
                  <c:v>258067.26310300827</c:v>
                </c:pt>
                <c:pt idx="29">
                  <c:v>267384.3808119297</c:v>
                </c:pt>
                <c:pt idx="30">
                  <c:v>276707.9080712795</c:v>
                </c:pt>
                <c:pt idx="31">
                  <c:v>286037.79178261757</c:v>
                </c:pt>
                <c:pt idx="32">
                  <c:v>295373.9786746502</c:v>
                </c:pt>
                <c:pt idx="33">
                  <c:v>304716.4152982235</c:v>
                </c:pt>
                <c:pt idx="34">
                  <c:v>314065.0480334759</c:v>
                </c:pt>
                <c:pt idx="35">
                  <c:v>323419.823086977</c:v>
                </c:pt>
                <c:pt idx="36">
                  <c:v>332780.68649697304</c:v>
                </c:pt>
                <c:pt idx="37">
                  <c:v>342147.5841305256</c:v>
                </c:pt>
                <c:pt idx="38">
                  <c:v>351520.46168899536</c:v>
                </c:pt>
                <c:pt idx="39">
                  <c:v>360899.26470804214</c:v>
                </c:pt>
                <c:pt idx="40">
                  <c:v>370283.9385590553</c:v>
                </c:pt>
                <c:pt idx="41">
                  <c:v>379674.4284491539</c:v>
                </c:pt>
                <c:pt idx="42">
                  <c:v>389070.67942619324</c:v>
                </c:pt>
                <c:pt idx="43">
                  <c:v>398472.63637781143</c:v>
                </c:pt>
                <c:pt idx="44">
                  <c:v>407880.2440326214</c:v>
                </c:pt>
                <c:pt idx="45">
                  <c:v>417293.44696474075</c:v>
                </c:pt>
                <c:pt idx="46">
                  <c:v>426712.1895916462</c:v>
                </c:pt>
                <c:pt idx="47">
                  <c:v>436136.4161782265</c:v>
                </c:pt>
                <c:pt idx="48">
                  <c:v>445566.0708372593</c:v>
                </c:pt>
                <c:pt idx="49">
                  <c:v>455001.0975327492</c:v>
                </c:pt>
                <c:pt idx="50">
                  <c:v>464441.44007849693</c:v>
                </c:pt>
                <c:pt idx="51">
                  <c:v>473887.0421423912</c:v>
                </c:pt>
                <c:pt idx="52">
                  <c:v>483337.8472468853</c:v>
                </c:pt>
                <c:pt idx="53">
                  <c:v>492793.7987718582</c:v>
                </c:pt>
                <c:pt idx="54">
                  <c:v>502254.8399538994</c:v>
                </c:pt>
                <c:pt idx="55">
                  <c:v>511720.9138906002</c:v>
                </c:pt>
                <c:pt idx="56">
                  <c:v>521191.9635410309</c:v>
                </c:pt>
                <c:pt idx="57">
                  <c:v>530667.9317262173</c:v>
                </c:pt>
                <c:pt idx="58">
                  <c:v>540148.7611341476</c:v>
                </c:pt>
                <c:pt idx="59">
                  <c:v>549634.3943169117</c:v>
                </c:pt>
                <c:pt idx="60">
                  <c:v>559124.7736980915</c:v>
                </c:pt>
                <c:pt idx="61">
                  <c:v>568619.8415687084</c:v>
                </c:pt>
                <c:pt idx="62">
                  <c:v>578119.5400929451</c:v>
                </c:pt>
                <c:pt idx="63">
                  <c:v>587623.8113081455</c:v>
                </c:pt>
                <c:pt idx="64">
                  <c:v>597132.597127676</c:v>
                </c:pt>
                <c:pt idx="65">
                  <c:v>606645.8393409252</c:v>
                </c:pt>
                <c:pt idx="66">
                  <c:v>616163.4796168804</c:v>
                </c:pt>
                <c:pt idx="67">
                  <c:v>625685.4595062733</c:v>
                </c:pt>
                <c:pt idx="68">
                  <c:v>635211.7204396725</c:v>
                </c:pt>
                <c:pt idx="69">
                  <c:v>644742.2037346363</c:v>
                </c:pt>
                <c:pt idx="70">
                  <c:v>654276.85059309</c:v>
                </c:pt>
                <c:pt idx="71">
                  <c:v>663815.6021058559</c:v>
                </c:pt>
                <c:pt idx="72">
                  <c:v>673358.3992526531</c:v>
                </c:pt>
                <c:pt idx="73">
                  <c:v>682905.1829051971</c:v>
                </c:pt>
                <c:pt idx="74">
                  <c:v>692455.8938298225</c:v>
                </c:pt>
                <c:pt idx="75">
                  <c:v>702010.4726855755</c:v>
                </c:pt>
                <c:pt idx="76">
                  <c:v>711568.8600306511</c:v>
                </c:pt>
                <c:pt idx="77">
                  <c:v>721130.9963214397</c:v>
                </c:pt>
                <c:pt idx="78">
                  <c:v>730696.8219161034</c:v>
                </c:pt>
                <c:pt idx="79">
                  <c:v>740266.2770733833</c:v>
                </c:pt>
                <c:pt idx="80">
                  <c:v>749839.301958561</c:v>
                </c:pt>
                <c:pt idx="81">
                  <c:v>759415.8366434574</c:v>
                </c:pt>
                <c:pt idx="82">
                  <c:v>768995.8211071491</c:v>
                </c:pt>
                <c:pt idx="83">
                  <c:v>778579.1952395439</c:v>
                </c:pt>
                <c:pt idx="84">
                  <c:v>788165.8988425732</c:v>
                </c:pt>
                <c:pt idx="85">
                  <c:v>797755.871632576</c:v>
                </c:pt>
                <c:pt idx="86">
                  <c:v>807349.0532422066</c:v>
                </c:pt>
                <c:pt idx="87">
                  <c:v>816945.3832213879</c:v>
                </c:pt>
                <c:pt idx="88">
                  <c:v>826544.8010396957</c:v>
                </c:pt>
                <c:pt idx="89">
                  <c:v>836147.2460896969</c:v>
                </c:pt>
                <c:pt idx="90">
                  <c:v>845752.6576867104</c:v>
                </c:pt>
                <c:pt idx="91">
                  <c:v>855360.9750721455</c:v>
                </c:pt>
                <c:pt idx="92">
                  <c:v>864972.1374151707</c:v>
                </c:pt>
                <c:pt idx="93">
                  <c:v>874586.0838134289</c:v>
                </c:pt>
                <c:pt idx="94">
                  <c:v>884202.7532987595</c:v>
                </c:pt>
                <c:pt idx="95">
                  <c:v>893822.0848333836</c:v>
                </c:pt>
                <c:pt idx="96">
                  <c:v>903444.0173177719</c:v>
                </c:pt>
                <c:pt idx="97">
                  <c:v>913068.4895875454</c:v>
                </c:pt>
                <c:pt idx="98">
                  <c:v>922695.4404194355</c:v>
                </c:pt>
                <c:pt idx="99">
                  <c:v>932324.8085305691</c:v>
                </c:pt>
                <c:pt idx="100">
                  <c:v>941956.5325827599</c:v>
                </c:pt>
                <c:pt idx="101">
                  <c:v>951590.55118227</c:v>
                </c:pt>
                <c:pt idx="102">
                  <c:v>961226.8028821945</c:v>
                </c:pt>
                <c:pt idx="103">
                  <c:v>970865.2261862755</c:v>
                </c:pt>
                <c:pt idx="104">
                  <c:v>980505.7595496178</c:v>
                </c:pt>
                <c:pt idx="105">
                  <c:v>990148.3413791656</c:v>
                </c:pt>
                <c:pt idx="106">
                  <c:v>999792.9100394249</c:v>
                </c:pt>
                <c:pt idx="107">
                  <c:v>1009439.4038510323</c:v>
                </c:pt>
                <c:pt idx="108">
                  <c:v>1019087.7610938549</c:v>
                </c:pt>
                <c:pt idx="109">
                  <c:v>1028737.9200103283</c:v>
                </c:pt>
                <c:pt idx="110">
                  <c:v>1038389.8188045025</c:v>
                </c:pt>
                <c:pt idx="111">
                  <c:v>1048043.395648241</c:v>
                </c:pt>
                <c:pt idx="112">
                  <c:v>1057698.5886793137</c:v>
                </c:pt>
                <c:pt idx="113">
                  <c:v>1067355.3360049725</c:v>
                </c:pt>
                <c:pt idx="114">
                  <c:v>1077013.5757052898</c:v>
                </c:pt>
                <c:pt idx="115">
                  <c:v>1086673.2458319664</c:v>
                </c:pt>
                <c:pt idx="116">
                  <c:v>1096334.2844145298</c:v>
                </c:pt>
                <c:pt idx="117">
                  <c:v>1105996.629458189</c:v>
                </c:pt>
                <c:pt idx="118">
                  <c:v>1115660.218948841</c:v>
                </c:pt>
                <c:pt idx="119">
                  <c:v>1125324.9908537865</c:v>
                </c:pt>
                <c:pt idx="120">
                  <c:v>1134990.8831238747</c:v>
                </c:pt>
                <c:pt idx="121">
                  <c:v>1144657.8336958885</c:v>
                </c:pt>
                <c:pt idx="122">
                  <c:v>1154325.7804951668</c:v>
                </c:pt>
                <c:pt idx="123">
                  <c:v>1163994.6614346504</c:v>
                </c:pt>
                <c:pt idx="124">
                  <c:v>1173664.41442132</c:v>
                </c:pt>
                <c:pt idx="125">
                  <c:v>1183334.9773550034</c:v>
                </c:pt>
                <c:pt idx="126">
                  <c:v>1193006.2881324291</c:v>
                </c:pt>
                <c:pt idx="127">
                  <c:v>1202678.284645319</c:v>
                </c:pt>
                <c:pt idx="128">
                  <c:v>1212350.9047896862</c:v>
                </c:pt>
                <c:pt idx="129">
                  <c:v>1222024.0864608288</c:v>
                </c:pt>
                <c:pt idx="130">
                  <c:v>1231697.7675580978</c:v>
                </c:pt>
                <c:pt idx="131">
                  <c:v>1241371.885986805</c:v>
                </c:pt>
                <c:pt idx="132">
                  <c:v>1251046.3796625137</c:v>
                </c:pt>
                <c:pt idx="133">
                  <c:v>1260721.1865079403</c:v>
                </c:pt>
                <c:pt idx="134">
                  <c:v>1270396.244460106</c:v>
                </c:pt>
                <c:pt idx="135">
                  <c:v>1280071.4914684296</c:v>
                </c:pt>
                <c:pt idx="136">
                  <c:v>1289746.8654999733</c:v>
                </c:pt>
                <c:pt idx="137">
                  <c:v>1299422.304539919</c:v>
                </c:pt>
                <c:pt idx="138">
                  <c:v>1309097.7465922832</c:v>
                </c:pt>
                <c:pt idx="139">
                  <c:v>1318773.1296851635</c:v>
                </c:pt>
                <c:pt idx="140">
                  <c:v>1328448.3918700218</c:v>
                </c:pt>
                <c:pt idx="141">
                  <c:v>1338123.471223116</c:v>
                </c:pt>
                <c:pt idx="142">
                  <c:v>1347798.3058521748</c:v>
                </c:pt>
                <c:pt idx="143">
                  <c:v>1357472.833892107</c:v>
                </c:pt>
                <c:pt idx="144">
                  <c:v>1367146.993512392</c:v>
                </c:pt>
                <c:pt idx="145">
                  <c:v>1376820.7229151726</c:v>
                </c:pt>
                <c:pt idx="146">
                  <c:v>1386493.960340023</c:v>
                </c:pt>
                <c:pt idx="147">
                  <c:v>1396166.6440639496</c:v>
                </c:pt>
                <c:pt idx="148">
                  <c:v>1405838.7124052048</c:v>
                </c:pt>
                <c:pt idx="149">
                  <c:v>1415510.1037228107</c:v>
                </c:pt>
                <c:pt idx="150">
                  <c:v>1425180.7564218044</c:v>
                </c:pt>
                <c:pt idx="151">
                  <c:v>1434850.608951807</c:v>
                </c:pt>
                <c:pt idx="152">
                  <c:v>1444519.5998110771</c:v>
                </c:pt>
                <c:pt idx="153">
                  <c:v>1454187.6675503254</c:v>
                </c:pt>
                <c:pt idx="154">
                  <c:v>1463854.7507681847</c:v>
                </c:pt>
                <c:pt idx="155">
                  <c:v>1473520.7881205082</c:v>
                </c:pt>
                <c:pt idx="156">
                  <c:v>1483185.7183184624</c:v>
                </c:pt>
                <c:pt idx="157">
                  <c:v>1492849.4801311493</c:v>
                </c:pt>
                <c:pt idx="158">
                  <c:v>1502512.0123872757</c:v>
                </c:pt>
                <c:pt idx="159">
                  <c:v>1512173.2539777756</c:v>
                </c:pt>
                <c:pt idx="160">
                  <c:v>1521833.1438577175</c:v>
                </c:pt>
                <c:pt idx="161">
                  <c:v>1531491.6210472584</c:v>
                </c:pt>
                <c:pt idx="162">
                  <c:v>1541148.6246347427</c:v>
                </c:pt>
                <c:pt idx="163">
                  <c:v>1550804.0937786102</c:v>
                </c:pt>
                <c:pt idx="164">
                  <c:v>1560457.9677078724</c:v>
                </c:pt>
                <c:pt idx="165">
                  <c:v>1570110.185725212</c:v>
                </c:pt>
                <c:pt idx="166">
                  <c:v>1579760.6872091293</c:v>
                </c:pt>
                <c:pt idx="167">
                  <c:v>1589409.4116148949</c:v>
                </c:pt>
                <c:pt idx="168">
                  <c:v>1599056.298477888</c:v>
                </c:pt>
                <c:pt idx="169">
                  <c:v>1608701.2874131203</c:v>
                </c:pt>
                <c:pt idx="170">
                  <c:v>1618344.3181200027</c:v>
                </c:pt>
                <c:pt idx="171">
                  <c:v>1627985.3303813934</c:v>
                </c:pt>
                <c:pt idx="172">
                  <c:v>1637624.2640674114</c:v>
                </c:pt>
                <c:pt idx="173">
                  <c:v>1647261.059137106</c:v>
                </c:pt>
                <c:pt idx="174">
                  <c:v>1656895.65563941</c:v>
                </c:pt>
                <c:pt idx="175">
                  <c:v>1666527.9937148094</c:v>
                </c:pt>
                <c:pt idx="176">
                  <c:v>1676158.0135998726</c:v>
                </c:pt>
                <c:pt idx="177">
                  <c:v>1685785.6556253433</c:v>
                </c:pt>
                <c:pt idx="178">
                  <c:v>1695410.8602199554</c:v>
                </c:pt>
                <c:pt idx="179">
                  <c:v>1705033.5679123402</c:v>
                </c:pt>
                <c:pt idx="180">
                  <c:v>1714653.7193322182</c:v>
                </c:pt>
                <c:pt idx="181">
                  <c:v>1724271.2552130222</c:v>
                </c:pt>
                <c:pt idx="182">
                  <c:v>1733886.1163916588</c:v>
                </c:pt>
                <c:pt idx="183">
                  <c:v>1743498.2438144684</c:v>
                </c:pt>
                <c:pt idx="184">
                  <c:v>1753107.5785326958</c:v>
                </c:pt>
                <c:pt idx="185">
                  <c:v>1762714.0617101192</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1762714.0617101192</c:v>
                </c:pt>
                <c:pt idx="186">
                  <c:v>1772317.6346230507</c:v>
                </c:pt>
                <c:pt idx="187">
                  <c:v>1781918.2386603355</c:v>
                </c:pt>
                <c:pt idx="188">
                  <c:v>1791515.8153262138</c:v>
                </c:pt>
                <c:pt idx="189">
                  <c:v>1801110.306242466</c:v>
                </c:pt>
                <c:pt idx="190">
                  <c:v>1810701.6531510353</c:v>
                </c:pt>
                <c:pt idx="191">
                  <c:v>1820289.797912836</c:v>
                </c:pt>
                <c:pt idx="192">
                  <c:v>1829874.6825118065</c:v>
                </c:pt>
                <c:pt idx="193">
                  <c:v>1839456.2490561008</c:v>
                </c:pt>
                <c:pt idx="194">
                  <c:v>1849034.43977952</c:v>
                </c:pt>
                <c:pt idx="195">
                  <c:v>1858609.1970436573</c:v>
                </c:pt>
                <c:pt idx="196">
                  <c:v>1868180.4633386135</c:v>
                </c:pt>
                <c:pt idx="197">
                  <c:v>1877748.1812858582</c:v>
                </c:pt>
                <c:pt idx="198">
                  <c:v>1887312.293639183</c:v>
                </c:pt>
                <c:pt idx="199">
                  <c:v>1896872.7432861328</c:v>
                </c:pt>
                <c:pt idx="200">
                  <c:v>1906429.4732499123</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4748414.302206516</c:v>
                </c:pt>
                <c:pt idx="2">
                  <c:v>10284180.669595242</c:v>
                </c:pt>
                <c:pt idx="3">
                  <c:v>16622443.172902822</c:v>
                </c:pt>
                <c:pt idx="4">
                  <c:v>23720340.131375313</c:v>
                </c:pt>
                <c:pt idx="5">
                  <c:v>31466448.84696269</c:v>
                </c:pt>
                <c:pt idx="6">
                  <c:v>39683312.14308381</c:v>
                </c:pt>
                <c:pt idx="7">
                  <c:v>48145999.806571245</c:v>
                </c:pt>
                <c:pt idx="8">
                  <c:v>56613137.477202415</c:v>
                </c:pt>
                <c:pt idx="9">
                  <c:v>64861013.133387566</c:v>
                </c:pt>
                <c:pt idx="10">
                  <c:v>72710293.93838453</c:v>
                </c:pt>
                <c:pt idx="11">
                  <c:v>80039129.46514082</c:v>
                </c:pt>
                <c:pt idx="12">
                  <c:v>86782668.85160756</c:v>
                </c:pt>
                <c:pt idx="13">
                  <c:v>92923397.96126127</c:v>
                </c:pt>
                <c:pt idx="14">
                  <c:v>98477749.76403975</c:v>
                </c:pt>
                <c:pt idx="15">
                  <c:v>103483128.65719604</c:v>
                </c:pt>
                <c:pt idx="16">
                  <c:v>107987488.98059821</c:v>
                </c:pt>
                <c:pt idx="17">
                  <c:v>112042009.72663116</c:v>
                </c:pt>
                <c:pt idx="18">
                  <c:v>115696516.83334017</c:v>
                </c:pt>
                <c:pt idx="19">
                  <c:v>118996982.6846211</c:v>
                </c:pt>
                <c:pt idx="20">
                  <c:v>121984433.64226627</c:v>
                </c:pt>
                <c:pt idx="21">
                  <c:v>124694728.48645759</c:v>
                </c:pt>
                <c:pt idx="22">
                  <c:v>127158825.42353368</c:v>
                </c:pt>
                <c:pt idx="23">
                  <c:v>129403287.0554688</c:v>
                </c:pt>
                <c:pt idx="24">
                  <c:v>131450869.9039526</c:v>
                </c:pt>
                <c:pt idx="25">
                  <c:v>133321110.97788954</c:v>
                </c:pt>
                <c:pt idx="26">
                  <c:v>135030865.9827261</c:v>
                </c:pt>
                <c:pt idx="27">
                  <c:v>136594779.40524483</c:v>
                </c:pt>
                <c:pt idx="28">
                  <c:v>138025681.57219815</c:v>
                </c:pt>
                <c:pt idx="29">
                  <c:v>139334915.8824613</c:v>
                </c:pt>
                <c:pt idx="30">
                  <c:v>140532603.4000051</c:v>
                </c:pt>
                <c:pt idx="31">
                  <c:v>141627853.55556965</c:v>
                </c:pt>
                <c:pt idx="32">
                  <c:v>142628929.88482308</c:v>
                </c:pt>
                <c:pt idx="33">
                  <c:v>143543379.16754484</c:v>
                </c:pt>
                <c:pt idx="34">
                  <c:v>144378131.40875006</c:v>
                </c:pt>
                <c:pt idx="35">
                  <c:v>145139577.04502678</c:v>
                </c:pt>
                <c:pt idx="36">
                  <c:v>145833626.6984234</c:v>
                </c:pt>
                <c:pt idx="37">
                  <c:v>146465757.80861402</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146465757.80861402</c:v>
                </c:pt>
                <c:pt idx="38">
                  <c:v>147041051.58853436</c:v>
                </c:pt>
                <c:pt idx="39">
                  <c:v>147564222.98418713</c:v>
                </c:pt>
                <c:pt idx="40">
                  <c:v>148039645.67730427</c:v>
                </c:pt>
                <c:pt idx="41">
                  <c:v>148471373.64353347</c:v>
                </c:pt>
                <c:pt idx="42">
                  <c:v>148863160.35774112</c:v>
                </c:pt>
                <c:pt idx="43">
                  <c:v>149218476.40866804</c:v>
                </c:pt>
                <c:pt idx="44">
                  <c:v>149540526.0337441</c:v>
                </c:pt>
                <c:pt idx="45">
                  <c:v>149832262.89788866</c:v>
                </c:pt>
                <c:pt idx="46">
                  <c:v>150096405.30523157</c:v>
                </c:pt>
                <c:pt idx="47">
                  <c:v>150335450.93886447</c:v>
                </c:pt>
                <c:pt idx="48">
                  <c:v>150551691.16149688</c:v>
                </c:pt>
                <c:pt idx="49">
                  <c:v>150747224.8713901</c:v>
                </c:pt>
                <c:pt idx="50">
                  <c:v>150923971.88665795</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24678623.763436317</c:v>
                </c:pt>
                <c:pt idx="2">
                  <c:v>51451566.375931025</c:v>
                </c:pt>
                <c:pt idx="3">
                  <c:v>80295221.18236732</c:v>
                </c:pt>
                <c:pt idx="4">
                  <c:v>111124258.09215927</c:v>
                </c:pt>
                <c:pt idx="5">
                  <c:v>143785814.71607447</c:v>
                </c:pt>
                <c:pt idx="6">
                  <c:v>178058785.23785758</c:v>
                </c:pt>
                <c:pt idx="7">
                  <c:v>213659334.66327238</c:v>
                </c:pt>
                <c:pt idx="8">
                  <c:v>250252819.79025865</c:v>
                </c:pt>
                <c:pt idx="9">
                  <c:v>287471121.3141284</c:v>
                </c:pt>
                <c:pt idx="10">
                  <c:v>324933308.8638017</c:v>
                </c:pt>
                <c:pt idx="11">
                  <c:v>362266911.2605262</c:v>
                </c:pt>
                <c:pt idx="12">
                  <c:v>399127051.20546293</c:v>
                </c:pt>
                <c:pt idx="13">
                  <c:v>435211303.3096137</c:v>
                </c:pt>
                <c:pt idx="14">
                  <c:v>470269117.6972325</c:v>
                </c:pt>
                <c:pt idx="15">
                  <c:v>504105699.36512375</c:v>
                </c:pt>
                <c:pt idx="16">
                  <c:v>536581073.3712833</c:v>
                </c:pt>
                <c:pt idx="17">
                  <c:v>567605555.8765669</c:v>
                </c:pt>
                <c:pt idx="18">
                  <c:v>597132987.8292387</c:v>
                </c:pt>
                <c:pt idx="19">
                  <c:v>625152960.39587</c:v>
                </c:pt>
                <c:pt idx="20">
                  <c:v>651682988.7626715</c:v>
                </c:pt>
                <c:pt idx="21">
                  <c:v>676761278.5622876</c:v>
                </c:pt>
                <c:pt idx="22">
                  <c:v>700440446.3760254</c:v>
                </c:pt>
                <c:pt idx="23">
                  <c:v>722782335.8300455</c:v>
                </c:pt>
                <c:pt idx="24">
                  <c:v>743853920.3623607</c:v>
                </c:pt>
                <c:pt idx="25">
                  <c:v>763724194.1866043</c:v>
                </c:pt>
                <c:pt idx="26">
                  <c:v>782461909.7037137</c:v>
                </c:pt>
                <c:pt idx="27">
                  <c:v>800134007.7198784</c:v>
                </c:pt>
                <c:pt idx="28">
                  <c:v>816804593.9098556</c:v>
                </c:pt>
                <c:pt idx="29">
                  <c:v>832534331.8989093</c:v>
                </c:pt>
                <c:pt idx="30">
                  <c:v>847380144.0555575</c:v>
                </c:pt>
                <c:pt idx="31">
                  <c:v>861395131.9271715</c:v>
                </c:pt>
                <c:pt idx="32">
                  <c:v>874628647.2526872</c:v>
                </c:pt>
                <c:pt idx="33">
                  <c:v>887126460.8020399</c:v>
                </c:pt>
                <c:pt idx="34">
                  <c:v>898930989.7351172</c:v>
                </c:pt>
                <c:pt idx="35">
                  <c:v>910081554.9177334</c:v>
                </c:pt>
                <c:pt idx="36">
                  <c:v>920614648.016362</c:v>
                </c:pt>
                <c:pt idx="37">
                  <c:v>930564194.6052291</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930564194.6052291</c:v>
                </c:pt>
                <c:pt idx="38">
                  <c:v>939961804.3340247</c:v>
                </c:pt>
                <c:pt idx="39">
                  <c:v>948837002.7556565</c:v>
                </c:pt>
                <c:pt idx="40">
                  <c:v>957217441.9825532</c:v>
                </c:pt>
                <c:pt idx="41">
                  <c:v>965129089.156842</c:v>
                </c:pt>
                <c:pt idx="42">
                  <c:v>972596392.9674189</c:v>
                </c:pt>
                <c:pt idx="43">
                  <c:v>979642429.2691805</c:v>
                </c:pt>
                <c:pt idx="44">
                  <c:v>986289027.367656</c:v>
                </c:pt>
                <c:pt idx="45">
                  <c:v>992556878.8114264</c:v>
                </c:pt>
                <c:pt idx="46">
                  <c:v>998465630.6500242</c:v>
                </c:pt>
                <c:pt idx="47">
                  <c:v>1004033965.1157515</c:v>
                </c:pt>
                <c:pt idx="48">
                  <c:v>1009279667.611069</c:v>
                </c:pt>
                <c:pt idx="49">
                  <c:v>1014219684.7565668</c:v>
                </c:pt>
                <c:pt idx="50">
                  <c:v>1018870174.0985377</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21835122.190062046</c:v>
                </c:pt>
                <c:pt idx="2">
                  <c:v>44465936.649782896</c:v>
                </c:pt>
                <c:pt idx="3">
                  <c:v>67422484.55782294</c:v>
                </c:pt>
                <c:pt idx="4">
                  <c:v>90211479.89350891</c:v>
                </c:pt>
                <c:pt idx="5">
                  <c:v>112368102.28338909</c:v>
                </c:pt>
                <c:pt idx="6">
                  <c:v>133500212.1575377</c:v>
                </c:pt>
                <c:pt idx="7">
                  <c:v>153316072.329396</c:v>
                </c:pt>
                <c:pt idx="8">
                  <c:v>171632726.645252</c:v>
                </c:pt>
                <c:pt idx="9">
                  <c:v>188367947.14253974</c:v>
                </c:pt>
                <c:pt idx="10">
                  <c:v>203521856.04598594</c:v>
                </c:pt>
                <c:pt idx="11">
                  <c:v>217154619.9806862</c:v>
                </c:pt>
                <c:pt idx="12">
                  <c:v>229365038.7146976</c:v>
                </c:pt>
                <c:pt idx="13">
                  <c:v>240272726.72424746</c:v>
                </c:pt>
                <c:pt idx="14">
                  <c:v>250004795.30565953</c:v>
                </c:pt>
                <c:pt idx="15">
                  <c:v>258686804.43826318</c:v>
                </c:pt>
                <c:pt idx="16">
                  <c:v>266437214.69766617</c:v>
                </c:pt>
                <c:pt idx="17">
                  <c:v>273364437.3543501</c:v>
                </c:pt>
                <c:pt idx="18">
                  <c:v>279565665.44679</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279565665.44679</c:v>
                </c:pt>
                <c:pt idx="19">
                  <c:v>285126836.58480644</c:v>
                </c:pt>
                <c:pt idx="20">
                  <c:v>290123254.23086977</c:v>
                </c:pt>
                <c:pt idx="21">
                  <c:v>294620544.5803778</c:v>
                </c:pt>
                <c:pt idx="22">
                  <c:v>298675741.43340635</c:v>
                </c:pt>
                <c:pt idx="23">
                  <c:v>302338373.7441933</c:v>
                </c:pt>
                <c:pt idx="24">
                  <c:v>305651486.2007148</c:v>
                </c:pt>
                <c:pt idx="25">
                  <c:v>308652559.11355805</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956971.7722067833</c:v>
                </c:pt>
                <c:pt idx="2">
                  <c:v>1948328.769916296</c:v>
                </c:pt>
                <c:pt idx="3">
                  <c:v>2974156.589683771</c:v>
                </c:pt>
                <c:pt idx="4">
                  <c:v>4034393.7133345604</c:v>
                </c:pt>
                <c:pt idx="5">
                  <c:v>5128820.148887634</c:v>
                </c:pt>
                <c:pt idx="6">
                  <c:v>6257047.121891975</c:v>
                </c:pt>
                <c:pt idx="7">
                  <c:v>7418508.139210701</c:v>
                </c:pt>
                <c:pt idx="8">
                  <c:v>8612451.75001049</c:v>
                </c:pt>
                <c:pt idx="9">
                  <c:v>9837936.319968939</c:v>
                </c:pt>
                <c:pt idx="10">
                  <c:v>11093827.113175869</c:v>
                </c:pt>
                <c:pt idx="11">
                  <c:v>12378795.941060066</c:v>
                </c:pt>
                <c:pt idx="12">
                  <c:v>13691323.58881092</c:v>
                </c:pt>
                <c:pt idx="13">
                  <c:v>15029705.16782093</c:v>
                </c:pt>
                <c:pt idx="14">
                  <c:v>16392058.469219685</c:v>
                </c:pt>
                <c:pt idx="15">
                  <c:v>17776335.31095481</c:v>
                </c:pt>
                <c:pt idx="16">
                  <c:v>19180335.782385588</c:v>
                </c:pt>
                <c:pt idx="17">
                  <c:v>20601725.199760437</c:v>
                </c:pt>
                <c:pt idx="18">
                  <c:v>22038053.49764371</c:v>
                </c:pt>
                <c:pt idx="19">
                  <c:v>23486776.69972968</c:v>
                </c:pt>
                <c:pt idx="20">
                  <c:v>24945280.041867256</c:v>
                </c:pt>
                <c:pt idx="21">
                  <c:v>26410902.26432395</c:v>
                </c:pt>
                <c:pt idx="22">
                  <c:v>27880960.55236411</c:v>
                </c:pt>
                <c:pt idx="23">
                  <c:v>29352775.586135387</c:v>
                </c:pt>
                <c:pt idx="24">
                  <c:v>30823696.16347599</c:v>
                </c:pt>
                <c:pt idx="25">
                  <c:v>32291122.88216448</c:v>
                </c:pt>
                <c:pt idx="26">
                  <c:v>33752530.40975785</c:v>
                </c:pt>
                <c:pt idx="27">
                  <c:v>35205487.926867485</c:v>
                </c:pt>
                <c:pt idx="28">
                  <c:v>36647677.400077105</c:v>
                </c:pt>
                <c:pt idx="29">
                  <c:v>38076909.41969991</c:v>
                </c:pt>
                <c:pt idx="30">
                  <c:v>39491136.42108369</c:v>
                </c:pt>
                <c:pt idx="31">
                  <c:v>40888463.192009926</c:v>
                </c:pt>
                <c:pt idx="32">
                  <c:v>42267154.6491828</c:v>
                </c:pt>
                <c:pt idx="33">
                  <c:v>43625640.94062805</c:v>
                </c:pt>
                <c:pt idx="34">
                  <c:v>44962519.995533705</c:v>
                </c:pt>
                <c:pt idx="35">
                  <c:v>46276557.69689512</c:v>
                </c:pt>
                <c:pt idx="36">
                  <c:v>47566685.89437747</c:v>
                </c:pt>
                <c:pt idx="37">
                  <c:v>48831998.504806995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48831998.504806995</c:v>
                </c:pt>
                <c:pt idx="38">
                  <c:v>50071745.966082335</c:v>
                </c:pt>
                <c:pt idx="39">
                  <c:v>51285328.31797552</c:v>
                </c:pt>
                <c:pt idx="40">
                  <c:v>52472287.181530714</c:v>
                </c:pt>
                <c:pt idx="41">
                  <c:v>53632296.899113655</c:v>
                </c:pt>
                <c:pt idx="42">
                  <c:v>54765155.08120036</c:v>
                </c:pt>
                <c:pt idx="43">
                  <c:v>55870772.7853632</c:v>
                </c:pt>
                <c:pt idx="44">
                  <c:v>56949164.52914333</c:v>
                </c:pt>
                <c:pt idx="45">
                  <c:v>58000438.31292629</c:v>
                </c:pt>
                <c:pt idx="46">
                  <c:v>59024785.802829266</c:v>
                </c:pt>
                <c:pt idx="47">
                  <c:v>60022472.797837496</c:v>
                </c:pt>
                <c:pt idx="48">
                  <c:v>60993830.08087492</c:v>
                </c:pt>
                <c:pt idx="49">
                  <c:v>61939244.73061228</c:v>
                </c:pt>
                <c:pt idx="50">
                  <c:v>62859151.950078726</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1853020.1444916725</c:v>
                </c:pt>
                <c:pt idx="2">
                  <c:v>3791494.0088875294</c:v>
                </c:pt>
                <c:pt idx="3">
                  <c:v>5815312.519860506</c:v>
                </c:pt>
                <c:pt idx="4">
                  <c:v>7923698.085882425</c:v>
                </c:pt>
                <c:pt idx="5">
                  <c:v>10115148.469447136</c:v>
                </c:pt>
                <c:pt idx="6">
                  <c:v>12387391.16958499</c:v>
                </c:pt>
                <c:pt idx="7">
                  <c:v>14737351.3419981</c:v>
                </c:pt>
                <c:pt idx="8">
                  <c:v>17161136.087955236</c:v>
                </c:pt>
                <c:pt idx="9">
                  <c:v>19654037.53296399</c:v>
                </c:pt>
                <c:pt idx="10">
                  <c:v>22210556.487792253</c:v>
                </c:pt>
                <c:pt idx="11">
                  <c:v>24824447.65503502</c:v>
                </c:pt>
                <c:pt idx="12">
                  <c:v>27488786.35477066</c:v>
                </c:pt>
                <c:pt idx="13">
                  <c:v>30196055.656333447</c:v>
                </c:pt>
                <c:pt idx="14">
                  <c:v>32938251.70077443</c:v>
                </c:pt>
                <c:pt idx="15">
                  <c:v>35707003.97127414</c:v>
                </c:pt>
                <c:pt idx="16">
                  <c:v>38493706.40706849</c:v>
                </c:pt>
                <c:pt idx="17">
                  <c:v>41289654.639029264</c:v>
                </c:pt>
                <c:pt idx="18">
                  <c:v>44086184.30857277</c:v>
                </c:pt>
                <c:pt idx="19">
                  <c:v>46874805.44289684</c:v>
                </c:pt>
                <c:pt idx="20">
                  <c:v>49647328.19267583</c:v>
                </c:pt>
                <c:pt idx="21">
                  <c:v>52395975.85534644</c:v>
                </c:pt>
                <c:pt idx="22">
                  <c:v>55113481.94435048</c:v>
                </c:pt>
                <c:pt idx="23">
                  <c:v>57793169.04153013</c:v>
                </c:pt>
                <c:pt idx="24">
                  <c:v>60429008.19935942</c:v>
                </c:pt>
                <c:pt idx="25">
                  <c:v>63015658.65919876</c:v>
                </c:pt>
                <c:pt idx="26">
                  <c:v>65548488.551208735</c:v>
                </c:pt>
                <c:pt idx="27">
                  <c:v>68023577.98948312</c:v>
                </c:pt>
                <c:pt idx="28">
                  <c:v>70437706.5418787</c:v>
                </c:pt>
                <c:pt idx="29">
                  <c:v>72788327.42793822</c:v>
                </c:pt>
                <c:pt idx="30">
                  <c:v>75073530.98796344</c:v>
                </c:pt>
                <c:pt idx="31">
                  <c:v>77291999.99274683</c:v>
                </c:pt>
                <c:pt idx="32">
                  <c:v>79442959.25633216</c:v>
                </c:pt>
                <c:pt idx="33">
                  <c:v>81526121.80688834</c:v>
                </c:pt>
                <c:pt idx="34">
                  <c:v>83541633.59674954</c:v>
                </c:pt>
                <c:pt idx="35">
                  <c:v>85490018.4223566</c:v>
                </c:pt>
                <c:pt idx="36">
                  <c:v>87372124.40392494</c:v>
                </c:pt>
                <c:pt idx="37">
                  <c:v>89189073.06317449</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89189073.06317449</c:v>
                </c:pt>
                <c:pt idx="38">
                  <c:v>90942211.7498331</c:v>
                </c:pt>
                <c:pt idx="39">
                  <c:v>92633069.91283464</c:v>
                </c:pt>
                <c:pt idx="40">
                  <c:v>94263319.49505424</c:v>
                </c:pt>
                <c:pt idx="41">
                  <c:v>95834739.55201483</c:v>
                </c:pt>
                <c:pt idx="42">
                  <c:v>97349185.0540564</c:v>
                </c:pt>
                <c:pt idx="43">
                  <c:v>98808559.72474074</c:v>
                </c:pt>
                <c:pt idx="44">
                  <c:v>100214792.69171429</c:v>
                </c:pt>
                <c:pt idx="45">
                  <c:v>101569818.67536783</c:v>
                </c:pt>
                <c:pt idx="46">
                  <c:v>102875561.41071534</c:v>
                </c:pt>
                <c:pt idx="47">
                  <c:v>104133919.98483324</c:v>
                </c:pt>
                <c:pt idx="48">
                  <c:v>105346757.7718873</c:v>
                </c:pt>
                <c:pt idx="49">
                  <c:v>106515893.65701342</c:v>
                </c:pt>
                <c:pt idx="50">
                  <c:v>107643095.25615335</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13786357.291099787</c:v>
                </c:pt>
                <c:pt idx="2">
                  <c:v>28799635.26484728</c:v>
                </c:pt>
                <c:pt idx="3">
                  <c:v>44924906.312334776</c:v>
                </c:pt>
                <c:pt idx="4">
                  <c:v>61981368.31216645</c:v>
                </c:pt>
                <c:pt idx="5">
                  <c:v>79728854.01294255</c:v>
                </c:pt>
                <c:pt idx="6">
                  <c:v>97883435.18737602</c:v>
                </c:pt>
                <c:pt idx="7">
                  <c:v>116140151.8600986</c:v>
                </c:pt>
                <c:pt idx="8">
                  <c:v>134198812.13619924</c:v>
                </c:pt>
                <c:pt idx="9">
                  <c:v>151787953.03934765</c:v>
                </c:pt>
                <c:pt idx="10">
                  <c:v>168682801.85755563</c:v>
                </c:pt>
                <c:pt idx="11">
                  <c:v>184715024.0193112</c:v>
                </c:pt>
                <c:pt idx="12">
                  <c:v>199774287.05645657</c:v>
                </c:pt>
                <c:pt idx="13">
                  <c:v>213803368.4436953</c:v>
                </c:pt>
                <c:pt idx="14">
                  <c:v>226789296.17372704</c:v>
                </c:pt>
                <c:pt idx="15">
                  <c:v>238752923.76940346</c:v>
                </c:pt>
                <c:pt idx="16">
                  <c:v>249738754.69211912</c:v>
                </c:pt>
                <c:pt idx="17">
                  <c:v>259806105.7277143</c:v>
                </c:pt>
                <c:pt idx="18">
                  <c:v>269022071.8461783</c:v>
                </c:pt>
                <c:pt idx="19">
                  <c:v>277456321.3385947</c:v>
                </c:pt>
                <c:pt idx="20">
                  <c:v>285177507.2764015</c:v>
                </c:pt>
                <c:pt idx="21">
                  <c:v>292250982.75111413</c:v>
                </c:pt>
                <c:pt idx="22">
                  <c:v>298737498.85091925</c:v>
                </c:pt>
                <c:pt idx="23">
                  <c:v>304692602.1045635</c:v>
                </c:pt>
                <c:pt idx="24">
                  <c:v>310166503.0028484</c:v>
                </c:pt>
                <c:pt idx="25">
                  <c:v>315204242.6557157</c:v>
                </c:pt>
                <c:pt idx="26">
                  <c:v>319846032.9058564</c:v>
                </c:pt>
                <c:pt idx="27">
                  <c:v>324127683.8065901</c:v>
                </c:pt>
                <c:pt idx="28">
                  <c:v>328081061.52031326</c:v>
                </c:pt>
                <c:pt idx="29">
                  <c:v>331734540.8009834</c:v>
                </c:pt>
                <c:pt idx="30">
                  <c:v>335113430.9848907</c:v>
                </c:pt>
                <c:pt idx="31">
                  <c:v>338240364.4108319</c:v>
                </c:pt>
                <c:pt idx="32">
                  <c:v>341135642.73856735</c:v>
                </c:pt>
                <c:pt idx="33">
                  <c:v>343817540.75491524</c:v>
                </c:pt>
                <c:pt idx="34">
                  <c:v>346302569.71065164</c:v>
                </c:pt>
                <c:pt idx="35">
                  <c:v>348605703.5673101</c:v>
                </c:pt>
                <c:pt idx="36">
                  <c:v>350740572.1383085</c:v>
                </c:pt>
                <c:pt idx="37">
                  <c:v>352719625.2514539</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352719625.2514539</c:v>
                </c:pt>
                <c:pt idx="38">
                  <c:v>354554271.92216253</c:v>
                </c:pt>
                <c:pt idx="39">
                  <c:v>356254998.2307875</c:v>
                </c:pt>
                <c:pt idx="40">
                  <c:v>357831467.2232995</c:v>
                </c:pt>
                <c:pt idx="41">
                  <c:v>359292603.7537</c:v>
                </c:pt>
                <c:pt idx="42">
                  <c:v>360646666.7906821</c:v>
                </c:pt>
                <c:pt idx="43">
                  <c:v>361901311.3389287</c:v>
                </c:pt>
                <c:pt idx="44">
                  <c:v>363063641.7870319</c:v>
                </c:pt>
                <c:pt idx="45">
                  <c:v>364140258.19359684</c:v>
                </c:pt>
                <c:pt idx="46">
                  <c:v>365137296.76138854</c:v>
                </c:pt>
                <c:pt idx="47">
                  <c:v>366060465.52482843</c:v>
                </c:pt>
                <c:pt idx="48">
                  <c:v>366915076.08598065</c:v>
                </c:pt>
                <c:pt idx="49">
                  <c:v>367706072.074939</c:v>
                </c:pt>
                <c:pt idx="50">
                  <c:v>368438054.878582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141096.45074868202</c:v>
                </c:pt>
                <c:pt idx="2">
                  <c:v>282241.5146484375</c:v>
                </c:pt>
                <c:pt idx="3">
                  <c:v>423435.119720459</c:v>
                </c:pt>
                <c:pt idx="4">
                  <c:v>564677.1938500404</c:v>
                </c:pt>
                <c:pt idx="5">
                  <c:v>705967.6647863388</c:v>
                </c:pt>
                <c:pt idx="6">
                  <c:v>847306.4601435661</c:v>
                </c:pt>
                <c:pt idx="7">
                  <c:v>988693.5073997974</c:v>
                </c:pt>
                <c:pt idx="8">
                  <c:v>1130128.7338991165</c:v>
                </c:pt>
                <c:pt idx="9">
                  <c:v>1271612.0668487549</c:v>
                </c:pt>
                <c:pt idx="10">
                  <c:v>1413143.433322668</c:v>
                </c:pt>
                <c:pt idx="11">
                  <c:v>1554722.7602584362</c:v>
                </c:pt>
                <c:pt idx="12">
                  <c:v>1696349.9744603634</c:v>
                </c:pt>
                <c:pt idx="13">
                  <c:v>1838025.0025970936</c:v>
                </c:pt>
                <c:pt idx="14">
                  <c:v>1979747.7712032795</c:v>
                </c:pt>
                <c:pt idx="15">
                  <c:v>2121518.2066795826</c:v>
                </c:pt>
                <c:pt idx="16">
                  <c:v>2263336.235291004</c:v>
                </c:pt>
                <c:pt idx="17">
                  <c:v>2405201.783171177</c:v>
                </c:pt>
                <c:pt idx="18">
                  <c:v>2547114.776317835</c:v>
                </c:pt>
                <c:pt idx="19">
                  <c:v>2689075.140595436</c:v>
                </c:pt>
                <c:pt idx="20">
                  <c:v>2831082.8017349243</c:v>
                </c:pt>
                <c:pt idx="21">
                  <c:v>2973137.6853342056</c:v>
                </c:pt>
                <c:pt idx="22">
                  <c:v>3115239.7168574333</c:v>
                </c:pt>
                <c:pt idx="23">
                  <c:v>3257388.8216359615</c:v>
                </c:pt>
                <c:pt idx="24">
                  <c:v>3399584.9248678684</c:v>
                </c:pt>
                <c:pt idx="25">
                  <c:v>3541827.951618433</c:v>
                </c:pt>
                <c:pt idx="26">
                  <c:v>3684117.8268208504</c:v>
                </c:pt>
                <c:pt idx="27">
                  <c:v>3826454.4752748013</c:v>
                </c:pt>
                <c:pt idx="28">
                  <c:v>3968837.8216483593</c:v>
                </c:pt>
                <c:pt idx="29">
                  <c:v>4111267.790476799</c:v>
                </c:pt>
                <c:pt idx="30">
                  <c:v>4253744.306164026</c:v>
                </c:pt>
                <c:pt idx="31">
                  <c:v>4396267.292981386</c:v>
                </c:pt>
                <c:pt idx="32">
                  <c:v>4538836.675068855</c:v>
                </c:pt>
                <c:pt idx="33">
                  <c:v>4681452.376434803</c:v>
                </c:pt>
                <c:pt idx="34">
                  <c:v>4824114.320955753</c:v>
                </c:pt>
                <c:pt idx="35">
                  <c:v>4966822.432377338</c:v>
                </c:pt>
                <c:pt idx="36">
                  <c:v>5109576.634314537</c:v>
                </c:pt>
                <c:pt idx="37">
                  <c:v>5252376.850250244</c:v>
                </c:pt>
                <c:pt idx="38">
                  <c:v>5395223.003536463</c:v>
                </c:pt>
                <c:pt idx="39">
                  <c:v>5538115.017396927</c:v>
                </c:pt>
                <c:pt idx="40">
                  <c:v>5681052.814921856</c:v>
                </c:pt>
                <c:pt idx="41">
                  <c:v>5824036.319072723</c:v>
                </c:pt>
                <c:pt idx="42">
                  <c:v>5967065.452680826</c:v>
                </c:pt>
                <c:pt idx="43">
                  <c:v>6110140.138447285</c:v>
                </c:pt>
                <c:pt idx="44">
                  <c:v>6253260.298942566</c:v>
                </c:pt>
                <c:pt idx="45">
                  <c:v>6396425.8566093445</c:v>
                </c:pt>
                <c:pt idx="46">
                  <c:v>6539636.733759403</c:v>
                </c:pt>
                <c:pt idx="47">
                  <c:v>6682892.852575779</c:v>
                </c:pt>
                <c:pt idx="48">
                  <c:v>6826194.135111809</c:v>
                </c:pt>
                <c:pt idx="49">
                  <c:v>6969540.503292561</c:v>
                </c:pt>
                <c:pt idx="50">
                  <c:v>7112931.878913641</c:v>
                </c:pt>
                <c:pt idx="51">
                  <c:v>7256368.183642626</c:v>
                </c:pt>
                <c:pt idx="52">
                  <c:v>7399849.339018583</c:v>
                </c:pt>
                <c:pt idx="53">
                  <c:v>7543375.266451597</c:v>
                </c:pt>
                <c:pt idx="54">
                  <c:v>7686945.887223959</c:v>
                </c:pt>
                <c:pt idx="55">
                  <c:v>7830561.122490644</c:v>
                </c:pt>
                <c:pt idx="56">
                  <c:v>7974220.893278837</c:v>
                </c:pt>
                <c:pt idx="57">
                  <c:v>8117925.120486736</c:v>
                </c:pt>
                <c:pt idx="58">
                  <c:v>8261673.724886417</c:v>
                </c:pt>
                <c:pt idx="59">
                  <c:v>8405466.627123594</c:v>
                </c:pt>
                <c:pt idx="60">
                  <c:v>8549303.74771452</c:v>
                </c:pt>
                <c:pt idx="61">
                  <c:v>8693185.007050514</c:v>
                </c:pt>
                <c:pt idx="62">
                  <c:v>8837110.325395584</c:v>
                </c:pt>
                <c:pt idx="63">
                  <c:v>8981079.622887135</c:v>
                </c:pt>
                <c:pt idx="64">
                  <c:v>9125092.819536448</c:v>
                </c:pt>
                <c:pt idx="65">
                  <c:v>9269149.835228682</c:v>
                </c:pt>
                <c:pt idx="66">
                  <c:v>9413250.58972311</c:v>
                </c:pt>
                <c:pt idx="67">
                  <c:v>9557395.002653122</c:v>
                </c:pt>
                <c:pt idx="68">
                  <c:v>9701582.993526459</c:v>
                </c:pt>
                <c:pt idx="69">
                  <c:v>9845814.481725216</c:v>
                </c:pt>
                <c:pt idx="70">
                  <c:v>9990089.38650775</c:v>
                </c:pt>
                <c:pt idx="71">
                  <c:v>10134407.627005339</c:v>
                </c:pt>
                <c:pt idx="72">
                  <c:v>10278769.122226477</c:v>
                </c:pt>
                <c:pt idx="73">
                  <c:v>10423173.791053295</c:v>
                </c:pt>
                <c:pt idx="74">
                  <c:v>10567621.552243948</c:v>
                </c:pt>
                <c:pt idx="75">
                  <c:v>10712112.324434042</c:v>
                </c:pt>
                <c:pt idx="76">
                  <c:v>10856646.026132345</c:v>
                </c:pt>
                <c:pt idx="77">
                  <c:v>11001222.575726032</c:v>
                </c:pt>
                <c:pt idx="78">
                  <c:v>11145841.891477346</c:v>
                </c:pt>
                <c:pt idx="79">
                  <c:v>11290503.891525984</c:v>
                </c:pt>
                <c:pt idx="80">
                  <c:v>11435208.493887901</c:v>
                </c:pt>
                <c:pt idx="81">
                  <c:v>11579955.616455317</c:v>
                </c:pt>
                <c:pt idx="82">
                  <c:v>11724745.176999092</c:v>
                </c:pt>
                <c:pt idx="83">
                  <c:v>11869577.093166113</c:v>
                </c:pt>
                <c:pt idx="84">
                  <c:v>12014451.282481909</c:v>
                </c:pt>
                <c:pt idx="85">
                  <c:v>12159367.662349463</c:v>
                </c:pt>
                <c:pt idx="86">
                  <c:v>12304326.150048256</c:v>
                </c:pt>
                <c:pt idx="87">
                  <c:v>12449326.662738323</c:v>
                </c:pt>
                <c:pt idx="88">
                  <c:v>12594369.117455482</c:v>
                </c:pt>
                <c:pt idx="89">
                  <c:v>12739453.431117058</c:v>
                </c:pt>
                <c:pt idx="90">
                  <c:v>12884579.520516396</c:v>
                </c:pt>
                <c:pt idx="91">
                  <c:v>13029747.302327633</c:v>
                </c:pt>
                <c:pt idx="92">
                  <c:v>13174956.69310236</c:v>
                </c:pt>
                <c:pt idx="93">
                  <c:v>13320207.609274387</c:v>
                </c:pt>
                <c:pt idx="94">
                  <c:v>13465499.967154026</c:v>
                </c:pt>
                <c:pt idx="95">
                  <c:v>13610833.682932615</c:v>
                </c:pt>
                <c:pt idx="96">
                  <c:v>13756208.672682524</c:v>
                </c:pt>
                <c:pt idx="97">
                  <c:v>13901624.852354527</c:v>
                </c:pt>
                <c:pt idx="98">
                  <c:v>14047082.137781143</c:v>
                </c:pt>
                <c:pt idx="99">
                  <c:v>14192580.444675446</c:v>
                </c:pt>
                <c:pt idx="100">
                  <c:v>14338119.68863058</c:v>
                </c:pt>
                <c:pt idx="101">
                  <c:v>14483699.785120964</c:v>
                </c:pt>
                <c:pt idx="102">
                  <c:v>14629320.649503708</c:v>
                </c:pt>
                <c:pt idx="103">
                  <c:v>14774982.197015285</c:v>
                </c:pt>
                <c:pt idx="104">
                  <c:v>14920684.34277606</c:v>
                </c:pt>
                <c:pt idx="105">
                  <c:v>15066427.001785755</c:v>
                </c:pt>
                <c:pt idx="106">
                  <c:v>15212210.088929176</c:v>
                </c:pt>
                <c:pt idx="107">
                  <c:v>15358033.518971205</c:v>
                </c:pt>
                <c:pt idx="108">
                  <c:v>15503897.206560612</c:v>
                </c:pt>
                <c:pt idx="109">
                  <c:v>15649801.066228151</c:v>
                </c:pt>
                <c:pt idx="110">
                  <c:v>15795745.01238823</c:v>
                </c:pt>
                <c:pt idx="111">
                  <c:v>15941728.959338903</c:v>
                </c:pt>
                <c:pt idx="112">
                  <c:v>16087752.821260452</c:v>
                </c:pt>
                <c:pt idx="113">
                  <c:v>16233816.512218475</c:v>
                </c:pt>
                <c:pt idx="114">
                  <c:v>16379919.946160793</c:v>
                </c:pt>
                <c:pt idx="115">
                  <c:v>16526063.036920547</c:v>
                </c:pt>
                <c:pt idx="116">
                  <c:v>16672245.698215246</c:v>
                </c:pt>
                <c:pt idx="117">
                  <c:v>16818467.843646765</c:v>
                </c:pt>
                <c:pt idx="118">
                  <c:v>16964729.386701584</c:v>
                </c:pt>
                <c:pt idx="119">
                  <c:v>17111030.24075198</c:v>
                </c:pt>
                <c:pt idx="120">
                  <c:v>17257370.31905389</c:v>
                </c:pt>
                <c:pt idx="121">
                  <c:v>17403749.534751654</c:v>
                </c:pt>
                <c:pt idx="122">
                  <c:v>17550167.800872803</c:v>
                </c:pt>
                <c:pt idx="123">
                  <c:v>17696625.030332804</c:v>
                </c:pt>
                <c:pt idx="124">
                  <c:v>17843121.135930777</c:v>
                </c:pt>
                <c:pt idx="125">
                  <c:v>17989656.03035474</c:v>
                </c:pt>
                <c:pt idx="126">
                  <c:v>18136229.626179457</c:v>
                </c:pt>
                <c:pt idx="127">
                  <c:v>18282841.835864782</c:v>
                </c:pt>
                <c:pt idx="128">
                  <c:v>18429492.571758747</c:v>
                </c:pt>
                <c:pt idx="129">
                  <c:v>18576181.746097803</c:v>
                </c:pt>
                <c:pt idx="130">
                  <c:v>18722909.271004677</c:v>
                </c:pt>
                <c:pt idx="131">
                  <c:v>18869675.0584898</c:v>
                </c:pt>
                <c:pt idx="132">
                  <c:v>19016479.020452738</c:v>
                </c:pt>
                <c:pt idx="133">
                  <c:v>19163321.068681955</c:v>
                </c:pt>
                <c:pt idx="134">
                  <c:v>19310201.11485243</c:v>
                </c:pt>
                <c:pt idx="135">
                  <c:v>19457119.070530176</c:v>
                </c:pt>
                <c:pt idx="136">
                  <c:v>19604074.847168684</c:v>
                </c:pt>
                <c:pt idx="137">
                  <c:v>19751068.356111765</c:v>
                </c:pt>
                <c:pt idx="138">
                  <c:v>19898099.508592844</c:v>
                </c:pt>
                <c:pt idx="139">
                  <c:v>20045168.21573496</c:v>
                </c:pt>
                <c:pt idx="140">
                  <c:v>20192274.38855076</c:v>
                </c:pt>
                <c:pt idx="141">
                  <c:v>20339417.937943697</c:v>
                </c:pt>
                <c:pt idx="142">
                  <c:v>20486598.774708033</c:v>
                </c:pt>
                <c:pt idx="143">
                  <c:v>20633816.80952859</c:v>
                </c:pt>
                <c:pt idx="144">
                  <c:v>20781071.95298171</c:v>
                </c:pt>
                <c:pt idx="145">
                  <c:v>20928364.11553383</c:v>
                </c:pt>
                <c:pt idx="146">
                  <c:v>21075693.20754409</c:v>
                </c:pt>
                <c:pt idx="147">
                  <c:v>21223059.13926339</c:v>
                </c:pt>
                <c:pt idx="148">
                  <c:v>21370461.82083416</c:v>
                </c:pt>
                <c:pt idx="149">
                  <c:v>21517901.162292242</c:v>
                </c:pt>
                <c:pt idx="150">
                  <c:v>21665377.07356429</c:v>
                </c:pt>
                <c:pt idx="151">
                  <c:v>21812889.46447158</c:v>
                </c:pt>
                <c:pt idx="152">
                  <c:v>21960438.24472761</c:v>
                </c:pt>
                <c:pt idx="153">
                  <c:v>22108023.32393956</c:v>
                </c:pt>
                <c:pt idx="154">
                  <c:v>22255644.611607313</c:v>
                </c:pt>
                <c:pt idx="155">
                  <c:v>22403302.017126083</c:v>
                </c:pt>
                <c:pt idx="156">
                  <c:v>22550995.449784517</c:v>
                </c:pt>
                <c:pt idx="157">
                  <c:v>22698724.8187654</c:v>
                </c:pt>
                <c:pt idx="158">
                  <c:v>22846490.03314662</c:v>
                </c:pt>
                <c:pt idx="159">
                  <c:v>22994291.001900434</c:v>
                </c:pt>
                <c:pt idx="160">
                  <c:v>23142127.63389516</c:v>
                </c:pt>
                <c:pt idx="161">
                  <c:v>23289999.837893486</c:v>
                </c:pt>
                <c:pt idx="162">
                  <c:v>23437907.522554398</c:v>
                </c:pt>
                <c:pt idx="163">
                  <c:v>23585850.59643364</c:v>
                </c:pt>
                <c:pt idx="164">
                  <c:v>23733828.9679811</c:v>
                </c:pt>
                <c:pt idx="165">
                  <c:v>23881842.545544863</c:v>
                </c:pt>
                <c:pt idx="166">
                  <c:v>24029891.23736906</c:v>
                </c:pt>
                <c:pt idx="167">
                  <c:v>24177974.95159626</c:v>
                </c:pt>
                <c:pt idx="168">
                  <c:v>24326093.596263885</c:v>
                </c:pt>
                <c:pt idx="169">
                  <c:v>24474247.079308033</c:v>
                </c:pt>
                <c:pt idx="170">
                  <c:v>24622435.308563948</c:v>
                </c:pt>
                <c:pt idx="171">
                  <c:v>24770658.191763163</c:v>
                </c:pt>
                <c:pt idx="172">
                  <c:v>24918915.636535645</c:v>
                </c:pt>
                <c:pt idx="173">
                  <c:v>25067207.550411463</c:v>
                </c:pt>
                <c:pt idx="174">
                  <c:v>25215533.840818882</c:v>
                </c:pt>
                <c:pt idx="175">
                  <c:v>25363894.41508484</c:v>
                </c:pt>
                <c:pt idx="176">
                  <c:v>25512289.180435658</c:v>
                </c:pt>
                <c:pt idx="177">
                  <c:v>25660718.04399824</c:v>
                </c:pt>
                <c:pt idx="178">
                  <c:v>25809180.91279912</c:v>
                </c:pt>
                <c:pt idx="179">
                  <c:v>25957677.693764687</c:v>
                </c:pt>
                <c:pt idx="180">
                  <c:v>26106208.293723106</c:v>
                </c:pt>
                <c:pt idx="181">
                  <c:v>26254772.61940217</c:v>
                </c:pt>
                <c:pt idx="182">
                  <c:v>26403370.57743144</c:v>
                </c:pt>
                <c:pt idx="183">
                  <c:v>26552002.074340343</c:v>
                </c:pt>
                <c:pt idx="184">
                  <c:v>26700667.016563177</c:v>
                </c:pt>
                <c:pt idx="185">
                  <c:v>26849365.310432673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26849365.310432673</c:v>
                </c:pt>
                <c:pt idx="186">
                  <c:v>26998096.862186432</c:v>
                </c:pt>
                <c:pt idx="187">
                  <c:v>27146861.577962637</c:v>
                </c:pt>
                <c:pt idx="188">
                  <c:v>27295659.363803864</c:v>
                </c:pt>
                <c:pt idx="189">
                  <c:v>27444490.125655174</c:v>
                </c:pt>
                <c:pt idx="190">
                  <c:v>27593353.769364595</c:v>
                </c:pt>
                <c:pt idx="191">
                  <c:v>27742250.200683355</c:v>
                </c:pt>
                <c:pt idx="192">
                  <c:v>27891179.325268507</c:v>
                </c:pt>
                <c:pt idx="193">
                  <c:v>28040141.048680305</c:v>
                </c:pt>
                <c:pt idx="194">
                  <c:v>28189135.27638173</c:v>
                </c:pt>
                <c:pt idx="195">
                  <c:v>28338161.913743973</c:v>
                </c:pt>
                <c:pt idx="196">
                  <c:v>28487220.866040945</c:v>
                </c:pt>
                <c:pt idx="197">
                  <c:v>28636312.03845191</c:v>
                </c:pt>
                <c:pt idx="198">
                  <c:v>28785435.33606243</c:v>
                </c:pt>
                <c:pt idx="199">
                  <c:v>28934590.663865328</c:v>
                </c:pt>
                <c:pt idx="200">
                  <c:v>29083777.92675686</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5594978.511746407</c:v>
                </c:pt>
                <c:pt idx="2">
                  <c:v>11868768.689240694</c:v>
                </c:pt>
                <c:pt idx="3">
                  <c:v>18858773.93781948</c:v>
                </c:pt>
                <c:pt idx="4">
                  <c:v>26586555.107662916</c:v>
                </c:pt>
                <c:pt idx="5">
                  <c:v>35052354.350473166</c:v>
                </c:pt>
                <c:pt idx="6">
                  <c:v>44230215.330682516</c:v>
                </c:pt>
                <c:pt idx="7">
                  <c:v>54064658.84112239</c:v>
                </c:pt>
                <c:pt idx="8">
                  <c:v>64469882.05569315</c:v>
                </c:pt>
                <c:pt idx="9">
                  <c:v>75332187.01825428</c:v>
                </c:pt>
                <c:pt idx="10">
                  <c:v>86515801.82139397</c:v>
                </c:pt>
                <c:pt idx="11">
                  <c:v>97871548.80264854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97871548.80264854</c:v>
                </c:pt>
                <c:pt idx="12">
                  <c:v>109247153.276083</c:v>
                </c:pt>
                <c:pt idx="13">
                  <c:v>120497606.512609</c:v>
                </c:pt>
                <c:pt idx="14">
                  <c:v>131494035.11189651</c:v>
                </c:pt>
                <c:pt idx="15">
                  <c:v>142129957.67644525</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268831.25318980217</c:v>
                </c:pt>
                <c:pt idx="2">
                  <c:v>539049.8552103043</c:v>
                </c:pt>
                <c:pt idx="3">
                  <c:v>810637.2387087345</c:v>
                </c:pt>
                <c:pt idx="4">
                  <c:v>1083574.2782094479</c:v>
                </c:pt>
                <c:pt idx="5">
                  <c:v>1357841.2933969498</c:v>
                </c:pt>
                <c:pt idx="6">
                  <c:v>1633418.0529019833</c:v>
                </c:pt>
                <c:pt idx="7">
                  <c:v>1910283.7785909176</c:v>
                </c:pt>
                <c:pt idx="8">
                  <c:v>2188417.1503634453</c:v>
                </c:pt>
                <c:pt idx="9">
                  <c:v>2467796.3114614487</c:v>
                </c:pt>
                <c:pt idx="10">
                  <c:v>2748398.874285221</c:v>
                </c:pt>
                <c:pt idx="11">
                  <c:v>3030201.9267249107</c:v>
                </c:pt>
                <c:pt idx="12">
                  <c:v>3313182.039005518</c:v>
                </c:pt>
                <c:pt idx="13">
                  <c:v>3597315.271036625</c:v>
                </c:pt>
                <c:pt idx="14">
                  <c:v>3882577.1802766323</c:v>
                </c:pt>
                <c:pt idx="15">
                  <c:v>4168942.83010149</c:v>
                </c:pt>
                <c:pt idx="16">
                  <c:v>4456386.798675299</c:v>
                </c:pt>
                <c:pt idx="17">
                  <c:v>4744883.188319683</c:v>
                </c:pt>
                <c:pt idx="18">
                  <c:v>5034405.635376215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5034405.635376215</c:v>
                </c:pt>
                <c:pt idx="19">
                  <c:v>5324927.320554495</c:v>
                </c:pt>
                <c:pt idx="20">
                  <c:v>5616420.979763269</c:v>
                </c:pt>
                <c:pt idx="21">
                  <c:v>5908858.915404797</c:v>
                </c:pt>
                <c:pt idx="22">
                  <c:v>6202213.008143425</c:v>
                </c:pt>
                <c:pt idx="23">
                  <c:v>6496454.729115248</c:v>
                </c:pt>
                <c:pt idx="24">
                  <c:v>6791555.152589083</c:v>
                </c:pt>
                <c:pt idx="25">
                  <c:v>7087484.969052553</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5063311.027152777</c:v>
                </c:pt>
                <c:pt idx="2">
                  <c:v>11273081.449703455</c:v>
                </c:pt>
                <c:pt idx="3">
                  <c:v>17618608.376939774</c:v>
                </c:pt>
                <c:pt idx="4">
                  <c:v>23147085.045485497</c:v>
                </c:pt>
                <c:pt idx="5">
                  <c:v>27541473.194458008</c:v>
                </c:pt>
                <c:pt idx="6">
                  <c:v>30941754.051870346</c:v>
                </c:pt>
                <c:pt idx="7">
                  <c:v>33598683.08854723</c:v>
                </c:pt>
                <c:pt idx="8">
                  <c:v>35718628.2536881</c:v>
                </c:pt>
                <c:pt idx="9">
                  <c:v>37441216.61748886</c:v>
                </c:pt>
                <c:pt idx="10">
                  <c:v>38856478.86103773</c:v>
                </c:pt>
                <c:pt idx="11">
                  <c:v>40024105.5432744</c:v>
                </c:pt>
                <c:pt idx="12">
                  <c:v>40986645.68654394</c:v>
                </c:pt>
                <c:pt idx="13">
                  <c:v>41777094.75849247</c:v>
                </c:pt>
                <c:pt idx="14">
                  <c:v>42422789.278092384</c:v>
                </c:pt>
                <c:pt idx="15">
                  <c:v>42947215.58493233</c:v>
                </c:pt>
                <c:pt idx="16">
                  <c:v>43370783.239830494</c:v>
                </c:pt>
                <c:pt idx="17">
                  <c:v>43711163.02324414</c:v>
                </c:pt>
                <c:pt idx="18">
                  <c:v>43983490.72570419</c:v>
                </c:pt>
                <c:pt idx="19">
                  <c:v>44200562.932640314</c:v>
                </c:pt>
                <c:pt idx="20">
                  <c:v>44373060.508303165</c:v>
                </c:pt>
                <c:pt idx="21">
                  <c:v>44509795.963747025</c:v>
                </c:pt>
                <c:pt idx="22">
                  <c:v>44617968.60599208</c:v>
                </c:pt>
                <c:pt idx="23">
                  <c:v>44703411.562749624</c:v>
                </c:pt>
                <c:pt idx="24">
                  <c:v>44770819.353660345</c:v>
                </c:pt>
                <c:pt idx="25">
                  <c:v>44823949.758969545</c:v>
                </c:pt>
                <c:pt idx="26">
                  <c:v>44865797.82217264</c:v>
                </c:pt>
                <c:pt idx="27">
                  <c:v>44898742.59160185</c:v>
                </c:pt>
                <c:pt idx="28">
                  <c:v>44924668.82159543</c:v>
                </c:pt>
                <c:pt idx="29">
                  <c:v>44945066.620423794</c:v>
                </c:pt>
                <c:pt idx="30">
                  <c:v>44961112.24045515</c:v>
                </c:pt>
                <c:pt idx="31">
                  <c:v>44973733.083643675</c:v>
                </c:pt>
                <c:pt idx="32">
                  <c:v>44983659.70132685</c:v>
                </c:pt>
                <c:pt idx="33">
                  <c:v>44991467.203766584</c:v>
                </c:pt>
                <c:pt idx="34">
                  <c:v>44997608.12276626</c:v>
                </c:pt>
                <c:pt idx="35">
                  <c:v>45002438.42291427</c:v>
                </c:pt>
                <c:pt idx="36">
                  <c:v>45006238.04880953</c:v>
                </c:pt>
                <c:pt idx="37">
                  <c:v>45009227.131695986</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45009227.131695986</c:v>
                </c:pt>
                <c:pt idx="38">
                  <c:v>45011578.75817704</c:v>
                </c:pt>
                <c:pt idx="39">
                  <c:v>45013429.022055626</c:v>
                </c:pt>
                <c:pt idx="40">
                  <c:v>45014884.93272781</c:v>
                </c:pt>
                <c:pt idx="41">
                  <c:v>45016030.63464475</c:v>
                </c:pt>
                <c:pt idx="42">
                  <c:v>45016932.2972002</c:v>
                </c:pt>
                <c:pt idx="43">
                  <c:v>45017641.95862007</c:v>
                </c:pt>
                <c:pt idx="44">
                  <c:v>45018200.547339916</c:v>
                </c:pt>
                <c:pt idx="45">
                  <c:v>45018640.25679541</c:v>
                </c:pt>
                <c:pt idx="46">
                  <c:v>45018986.41202307</c:v>
                </c:pt>
                <c:pt idx="47">
                  <c:v>45019258.93689656</c:v>
                </c:pt>
                <c:pt idx="48">
                  <c:v>45019473.507513046</c:v>
                </c:pt>
                <c:pt idx="49">
                  <c:v>45019642.458952904</c:v>
                </c:pt>
                <c:pt idx="50">
                  <c:v>45019775.49820757</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16266877.90448904</c:v>
                </c:pt>
                <c:pt idx="2">
                  <c:v>35356560.719216585</c:v>
                </c:pt>
                <c:pt idx="3">
                  <c:v>56205560.01614404</c:v>
                </c:pt>
                <c:pt idx="4">
                  <c:v>77279624.61088872</c:v>
                </c:pt>
                <c:pt idx="5">
                  <c:v>97156141.4402473</c:v>
                </c:pt>
                <c:pt idx="6">
                  <c:v>114970429.49676776</c:v>
                </c:pt>
                <c:pt idx="7">
                  <c:v>130461247.08859444</c:v>
                </c:pt>
                <c:pt idx="8">
                  <c:v>143759475.02662826</c:v>
                </c:pt>
                <c:pt idx="9">
                  <c:v>155159641.3122604</c:v>
                </c:pt>
                <c:pt idx="10">
                  <c:v>164978146.181288</c:v>
                </c:pt>
                <c:pt idx="11">
                  <c:v>173491999.94154572</c:v>
                </c:pt>
                <c:pt idx="12">
                  <c:v>180923528.021394</c:v>
                </c:pt>
                <c:pt idx="13">
                  <c:v>187444797.840348</c:v>
                </c:pt>
                <c:pt idx="14">
                  <c:v>193187978.7112515</c:v>
                </c:pt>
                <c:pt idx="15">
                  <c:v>198255778.2580347</c:v>
                </c:pt>
                <c:pt idx="16">
                  <c:v>202729992.6025989</c:v>
                </c:pt>
                <c:pt idx="17">
                  <c:v>206677852.81898594</c:v>
                </c:pt>
                <c:pt idx="18">
                  <c:v>210156446.85363817</c:v>
                </c:pt>
                <c:pt idx="19">
                  <c:v>213215650.33823872</c:v>
                </c:pt>
                <c:pt idx="20">
                  <c:v>215899983.28429675</c:v>
                </c:pt>
                <c:pt idx="21">
                  <c:v>218249737.12086153</c:v>
                </c:pt>
                <c:pt idx="22">
                  <c:v>220301634.247056</c:v>
                </c:pt>
                <c:pt idx="23">
                  <c:v>222089207.93775368</c:v>
                </c:pt>
                <c:pt idx="24">
                  <c:v>223643029.82341766</c:v>
                </c:pt>
                <c:pt idx="25">
                  <c:v>224990865.93888378</c:v>
                </c:pt>
                <c:pt idx="26">
                  <c:v>226157809.01386285</c:v>
                </c:pt>
                <c:pt idx="27">
                  <c:v>227166411.95779228</c:v>
                </c:pt>
                <c:pt idx="28">
                  <c:v>228036832.93335772</c:v>
                </c:pt>
                <c:pt idx="29">
                  <c:v>228786993.78847027</c:v>
                </c:pt>
                <c:pt idx="30">
                  <c:v>229432749.0697961</c:v>
                </c:pt>
                <c:pt idx="31">
                  <c:v>229988060.9304068</c:v>
                </c:pt>
                <c:pt idx="32">
                  <c:v>230465174.91559982</c:v>
                </c:pt>
                <c:pt idx="33">
                  <c:v>230874792.1364348</c:v>
                </c:pt>
                <c:pt idx="34">
                  <c:v>231226234.2462468</c:v>
                </c:pt>
                <c:pt idx="35">
                  <c:v>231527598.63375235</c:v>
                </c:pt>
                <c:pt idx="36">
                  <c:v>231785902.17821622</c:v>
                </c:pt>
                <c:pt idx="37">
                  <c:v>232007212.7024641</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232007212.7024641</c:v>
                </c:pt>
                <c:pt idx="38">
                  <c:v>232196767.88455653</c:v>
                </c:pt>
                <c:pt idx="39">
                  <c:v>232359081.85389757</c:v>
                </c:pt>
                <c:pt idx="40">
                  <c:v>232498040.02213693</c:v>
                </c:pt>
                <c:pt idx="41">
                  <c:v>232616982.90827703</c:v>
                </c:pt>
                <c:pt idx="42">
                  <c:v>232718779.83607864</c:v>
                </c:pt>
                <c:pt idx="43">
                  <c:v>232805893.43287683</c:v>
                </c:pt>
                <c:pt idx="44">
                  <c:v>232880435.86136222</c:v>
                </c:pt>
                <c:pt idx="45">
                  <c:v>232944217.6851771</c:v>
                </c:pt>
                <c:pt idx="46">
                  <c:v>232998790.21720695</c:v>
                </c:pt>
                <c:pt idx="47">
                  <c:v>233045482.13522863</c:v>
                </c:pt>
                <c:pt idx="48">
                  <c:v>233085431.07944536</c:v>
                </c:pt>
                <c:pt idx="49">
                  <c:v>233119610.87511826</c:v>
                </c:pt>
                <c:pt idx="50">
                  <c:v>233148854.95384192</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13833075.594193459</c:v>
                </c:pt>
                <c:pt idx="2">
                  <c:v>27454880.820338726</c:v>
                </c:pt>
                <c:pt idx="3">
                  <c:v>39190967.39329648</c:v>
                </c:pt>
                <c:pt idx="4">
                  <c:v>48415510.61934376</c:v>
                </c:pt>
                <c:pt idx="5">
                  <c:v>55356493.15470052</c:v>
                </c:pt>
                <c:pt idx="6">
                  <c:v>60540227.056458235</c:v>
                </c:pt>
                <c:pt idx="7">
                  <c:v>64458808.09544921</c:v>
                </c:pt>
                <c:pt idx="8">
                  <c:v>67477697.34227204</c:v>
                </c:pt>
                <c:pt idx="9">
                  <c:v>69846786.59557366</c:v>
                </c:pt>
                <c:pt idx="10">
                  <c:v>71733786.4528966</c:v>
                </c:pt>
                <c:pt idx="11">
                  <c:v>73252922.6393404</c:v>
                </c:pt>
                <c:pt idx="12">
                  <c:v>74484512.19456935</c:v>
                </c:pt>
                <c:pt idx="13">
                  <c:v>75487209.32109809</c:v>
                </c:pt>
                <c:pt idx="14">
                  <c:v>76305416.26435947</c:v>
                </c:pt>
                <c:pt idx="15">
                  <c:v>76973751.50809145</c:v>
                </c:pt>
                <c:pt idx="16">
                  <c:v>77519793.0507927</c:v>
                </c:pt>
                <c:pt idx="17">
                  <c:v>77965825.6388638</c:v>
                </c:pt>
                <c:pt idx="18">
                  <c:v>78330011.4098041</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78330011.4098041</c:v>
                </c:pt>
                <c:pt idx="19">
                  <c:v>78627219.81419683</c:v>
                </c:pt>
                <c:pt idx="20">
                  <c:v>78869647.91871333</c:v>
                </c:pt>
                <c:pt idx="21">
                  <c:v>79067304.0340991</c:v>
                </c:pt>
                <c:pt idx="22">
                  <c:v>79228396.00198293</c:v>
                </c:pt>
                <c:pt idx="23">
                  <c:v>79359648.54779267</c:v>
                </c:pt>
                <c:pt idx="24">
                  <c:v>79466565.09212184</c:v>
                </c:pt>
                <c:pt idx="25">
                  <c:v>79553644.55738163</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957149.0960452557</c:v>
                </c:pt>
                <c:pt idx="2">
                  <c:v>1983289.93140316</c:v>
                </c:pt>
                <c:pt idx="3">
                  <c:v>3071556.6091048717</c:v>
                </c:pt>
                <c:pt idx="4">
                  <c:v>4212139.970207453</c:v>
                </c:pt>
                <c:pt idx="5">
                  <c:v>5392593.747653723</c:v>
                </c:pt>
                <c:pt idx="6">
                  <c:v>6598457.173374891</c:v>
                </c:pt>
                <c:pt idx="7">
                  <c:v>7814135.138406992</c:v>
                </c:pt>
                <c:pt idx="8">
                  <c:v>9023918.568980932</c:v>
                </c:pt>
                <c:pt idx="9">
                  <c:v>10212995.553765535</c:v>
                </c:pt>
                <c:pt idx="10">
                  <c:v>11368309.365042448</c:v>
                </c:pt>
                <c:pt idx="11">
                  <c:v>12479159.966351032</c:v>
                </c:pt>
                <c:pt idx="12">
                  <c:v>13537505.466104269</c:v>
                </c:pt>
                <c:pt idx="13">
                  <c:v>14537979.228170395</c:v>
                </c:pt>
                <c:pt idx="14">
                  <c:v>15477681.208746195</c:v>
                </c:pt>
                <c:pt idx="15">
                  <c:v>16355821.962505817</c:v>
                </c:pt>
                <c:pt idx="16">
                  <c:v>17173296.855090857</c:v>
                </c:pt>
                <c:pt idx="17">
                  <c:v>17932253.561233282</c:v>
                </c:pt>
                <c:pt idx="18">
                  <c:v>18635695.958445787</c:v>
                </c:pt>
                <c:pt idx="19">
                  <c:v>19287148.175029993</c:v>
                </c:pt>
                <c:pt idx="20">
                  <c:v>19890387.1784904</c:v>
                </c:pt>
                <c:pt idx="21">
                  <c:v>20449241.896059513</c:v>
                </c:pt>
                <c:pt idx="22">
                  <c:v>20967450.974339962</c:v>
                </c:pt>
                <c:pt idx="23">
                  <c:v>21448568.806687832</c:v>
                </c:pt>
                <c:pt idx="24">
                  <c:v>21895909.204515934</c:v>
                </c:pt>
                <c:pt idx="25">
                  <c:v>22312517.08261299</c:v>
                </c:pt>
                <c:pt idx="26">
                  <c:v>22701160.072144747</c:v>
                </c:pt>
                <c:pt idx="27">
                  <c:v>23064333.63189149</c:v>
                </c:pt>
                <c:pt idx="28">
                  <c:v>23404274.760169268</c:v>
                </c:pt>
                <c:pt idx="29">
                  <c:v>23722980.711366415</c:v>
                </c:pt>
                <c:pt idx="30">
                  <c:v>24022230.16634965</c:v>
                </c:pt>
                <c:pt idx="31">
                  <c:v>24303605.111651897</c:v>
                </c:pt>
                <c:pt idx="32">
                  <c:v>24568512.28328085</c:v>
                </c:pt>
                <c:pt idx="33">
                  <c:v>24818203.466726303</c:v>
                </c:pt>
                <c:pt idx="34">
                  <c:v>25053794.252538204</c:v>
                </c:pt>
                <c:pt idx="35">
                  <c:v>25276281.05843401</c:v>
                </c:pt>
                <c:pt idx="36">
                  <c:v>25486556.36998582</c:v>
                </c:pt>
                <c:pt idx="37">
                  <c:v>25685422.24242997</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25685422.24242997</c:v>
                </c:pt>
                <c:pt idx="38">
                  <c:v>25873602.161002636</c:v>
                </c:pt>
                <c:pt idx="39">
                  <c:v>26051751.387565136</c:v>
                </c:pt>
                <c:pt idx="40">
                  <c:v>26220465.935058117</c:v>
                </c:pt>
                <c:pt idx="41">
                  <c:v>26380290.314292908</c:v>
                </c:pt>
                <c:pt idx="42">
                  <c:v>26531724.193635225</c:v>
                </c:pt>
                <c:pt idx="43">
                  <c:v>26675228.10413885</c:v>
                </c:pt>
                <c:pt idx="44">
                  <c:v>26811228.312387943</c:v>
                </c:pt>
                <c:pt idx="45">
                  <c:v>26940120.97205782</c:v>
                </c:pt>
                <c:pt idx="46">
                  <c:v>27062275.65373373</c:v>
                </c:pt>
                <c:pt idx="47">
                  <c:v>27178038.341403008</c:v>
                </c:pt>
                <c:pt idx="48">
                  <c:v>27287733.97352934</c:v>
                </c:pt>
                <c:pt idx="49">
                  <c:v>27391668.596872568</c:v>
                </c:pt>
                <c:pt idx="50">
                  <c:v>27490131.19239807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-702034.1552710533</c:v>
                </c:pt>
                <c:pt idx="2">
                  <c:v>-1475775.525265932</c:v>
                </c:pt>
                <c:pt idx="3">
                  <c:v>-2315493.3496472836</c:v>
                </c:pt>
                <c:pt idx="4">
                  <c:v>-3211079.2445726395</c:v>
                </c:pt>
                <c:pt idx="5">
                  <c:v>-4148346.142364979</c:v>
                </c:pt>
                <c:pt idx="6">
                  <c:v>-5110022.528826714</c:v>
                </c:pt>
                <c:pt idx="7">
                  <c:v>-6077319.105086565</c:v>
                </c:pt>
                <c:pt idx="8">
                  <c:v>-7031757.986348867</c:v>
                </c:pt>
                <c:pt idx="9">
                  <c:v>-7956870.2391347885</c:v>
                </c:pt>
                <c:pt idx="10">
                  <c:v>-8839427.82021451</c:v>
                </c:pt>
                <c:pt idx="11">
                  <c:v>-9670044.206490993</c:v>
                </c:pt>
                <c:pt idx="12">
                  <c:v>-10443167.875202656</c:v>
                </c:pt>
                <c:pt idx="13">
                  <c:v>-11156626.628569365</c:v>
                </c:pt>
                <c:pt idx="14">
                  <c:v>-11810928.329343796</c:v>
                </c:pt>
                <c:pt idx="15">
                  <c:v>-12408500.588378906</c:v>
                </c:pt>
                <c:pt idx="16">
                  <c:v>-12952994.10170865</c:v>
                </c:pt>
                <c:pt idx="17">
                  <c:v>-13448713.3665452</c:v>
                </c:pt>
                <c:pt idx="18">
                  <c:v>-13900191.734539032</c:v>
                </c:pt>
                <c:pt idx="19">
                  <c:v>-14311899.462274313</c:v>
                </c:pt>
                <c:pt idx="20">
                  <c:v>-14688060.548256636</c:v>
                </c:pt>
                <c:pt idx="21">
                  <c:v>-15032551.401515722</c:v>
                </c:pt>
                <c:pt idx="22">
                  <c:v>-15348857.015232801</c:v>
                </c:pt>
                <c:pt idx="23">
                  <c:v>-15640065.042641878</c:v>
                </c:pt>
                <c:pt idx="24">
                  <c:v>-15908883.122475147</c:v>
                </c:pt>
                <c:pt idx="25">
                  <c:v>-16157669.109221697</c:v>
                </c:pt>
                <c:pt idx="26">
                  <c:v>-16388467.256185532</c:v>
                </c:pt>
                <c:pt idx="27">
                  <c:v>-16603045.903082848</c:v>
                </c:pt>
                <c:pt idx="28">
                  <c:v>-16802933.981511354</c:v>
                </c:pt>
                <c:pt idx="29">
                  <c:v>-16989454.84345126</c:v>
                </c:pt>
                <c:pt idx="30">
                  <c:v>-17163756.695739985</c:v>
                </c:pt>
                <c:pt idx="31">
                  <c:v>-17326839.412014246</c:v>
                </c:pt>
                <c:pt idx="32">
                  <c:v>-17479577.78652382</c:v>
                </c:pt>
                <c:pt idx="33">
                  <c:v>-17622741.45833707</c:v>
                </c:pt>
                <c:pt idx="34">
                  <c:v>-17757011.81610632</c:v>
                </c:pt>
                <c:pt idx="35">
                  <c:v>-17882996.22395873</c:v>
                </c:pt>
                <c:pt idx="36">
                  <c:v>-18001239.908771038</c:v>
                </c:pt>
                <c:pt idx="37">
                  <c:v>-18112235.83140993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-18112235.83140993</c:v>
                </c:pt>
                <c:pt idx="38">
                  <c:v>-18216432.837827682</c:v>
                </c:pt>
                <c:pt idx="39">
                  <c:v>-18314242.355399847</c:v>
                </c:pt>
                <c:pt idx="40">
                  <c:v>-18406043.86871457</c:v>
                </c:pt>
                <c:pt idx="41">
                  <c:v>-18492189.378926516</c:v>
                </c:pt>
                <c:pt idx="42">
                  <c:v>-18573007.022747755</c:v>
                </c:pt>
                <c:pt idx="43">
                  <c:v>-18648804.001650095</c:v>
                </c:pt>
                <c:pt idx="44">
                  <c:v>-18719868.948996544</c:v>
                </c:pt>
                <c:pt idx="45">
                  <c:v>-18786473.84264636</c:v>
                </c:pt>
                <c:pt idx="46">
                  <c:v>-18848875.55287838</c:v>
                </c:pt>
                <c:pt idx="47">
                  <c:v>-18907317.100171566</c:v>
                </c:pt>
                <c:pt idx="48">
                  <c:v>-18962028.684152126</c:v>
                </c:pt>
                <c:pt idx="49">
                  <c:v>-19013228.53376198</c:v>
                </c:pt>
                <c:pt idx="50">
                  <c:v>-19061123.619131327</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2191022.8368005753</c:v>
                </c:pt>
                <c:pt idx="2">
                  <c:v>4788891.428925753</c:v>
                </c:pt>
                <c:pt idx="3">
                  <c:v>7457294.451217413</c:v>
                </c:pt>
                <c:pt idx="4">
                  <c:v>9852648.925934553</c:v>
                </c:pt>
                <c:pt idx="5">
                  <c:v>11807339.937243938</c:v>
                </c:pt>
                <c:pt idx="6">
                  <c:v>13328176.649297237</c:v>
                </c:pt>
                <c:pt idx="7">
                  <c:v>14499358.161221743</c:v>
                </c:pt>
                <c:pt idx="8">
                  <c:v>15411393.617922306</c:v>
                </c:pt>
                <c:pt idx="9">
                  <c:v>16135487.40281248</c:v>
                </c:pt>
                <c:pt idx="10">
                  <c:v>16721563.881353855</c:v>
                </c:pt>
                <c:pt idx="11">
                  <c:v>17203286.57802272</c:v>
                </c:pt>
                <c:pt idx="12">
                  <c:v>17603407.700427532</c:v>
                </c:pt>
                <c:pt idx="13">
                  <c:v>17937760.10883856</c:v>
                </c:pt>
                <c:pt idx="14">
                  <c:v>18217876.407769203</c:v>
                </c:pt>
                <c:pt idx="15">
                  <c:v>18452596.918800116</c:v>
                </c:pt>
                <c:pt idx="16">
                  <c:v>18649016.354698658</c:v>
                </c:pt>
                <c:pt idx="17">
                  <c:v>18813026.36384654</c:v>
                </c:pt>
                <c:pt idx="18">
                  <c:v>18949623.906107664</c:v>
                </c:pt>
                <c:pt idx="19">
                  <c:v>19063090.716299534</c:v>
                </c:pt>
                <c:pt idx="20">
                  <c:v>19157105.486192226</c:v>
                </c:pt>
                <c:pt idx="21">
                  <c:v>19234822.746453524</c:v>
                </c:pt>
                <c:pt idx="22">
                  <c:v>19298935.857569218</c:v>
                </c:pt>
                <c:pt idx="23">
                  <c:v>19351732.172442913</c:v>
                </c:pt>
                <c:pt idx="24">
                  <c:v>19395143.543246746</c:v>
                </c:pt>
                <c:pt idx="25">
                  <c:v>19430793.042934895</c:v>
                </c:pt>
                <c:pt idx="26">
                  <c:v>19460037.870497942</c:v>
                </c:pt>
                <c:pt idx="27">
                  <c:v>19484008.19789672</c:v>
                </c:pt>
                <c:pt idx="28">
                  <c:v>19503641.797828436</c:v>
                </c:pt>
                <c:pt idx="29">
                  <c:v>19519714.459498405</c:v>
                </c:pt>
                <c:pt idx="30">
                  <c:v>19532866.360006332</c:v>
                </c:pt>
                <c:pt idx="31">
                  <c:v>19543624.677299976</c:v>
                </c:pt>
                <c:pt idx="32">
                  <c:v>19552422.801429987</c:v>
                </c:pt>
                <c:pt idx="33">
                  <c:v>19559616.531122208</c:v>
                </c:pt>
                <c:pt idx="34">
                  <c:v>19565497.64299321</c:v>
                </c:pt>
                <c:pt idx="35">
                  <c:v>19570305.201274157</c:v>
                </c:pt>
                <c:pt idx="36">
                  <c:v>19574234.944927454</c:v>
                </c:pt>
                <c:pt idx="37">
                  <c:v>19577447.05264187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19577447.05264187</c:v>
                </c:pt>
                <c:pt idx="38">
                  <c:v>19580072.548484564</c:v>
                </c:pt>
                <c:pt idx="39">
                  <c:v>19582218.574590683</c:v>
                </c:pt>
                <c:pt idx="40">
                  <c:v>19583972.723669052</c:v>
                </c:pt>
                <c:pt idx="41">
                  <c:v>19585406.59401083</c:v>
                </c:pt>
                <c:pt idx="42">
                  <c:v>19586578.703314543</c:v>
                </c:pt>
                <c:pt idx="43">
                  <c:v>19587536.874913216</c:v>
                </c:pt>
                <c:pt idx="44">
                  <c:v>19588320.190623045</c:v>
                </c:pt>
                <c:pt idx="45">
                  <c:v>19588960.58810544</c:v>
                </c:pt>
                <c:pt idx="46">
                  <c:v>19589484.16694045</c:v>
                </c:pt>
                <c:pt idx="47">
                  <c:v>19589912.256231546</c:v>
                </c:pt>
                <c:pt idx="48">
                  <c:v>19590262.2870903</c:v>
                </c:pt>
                <c:pt idx="49">
                  <c:v>19590548.505581617</c:v>
                </c:pt>
                <c:pt idx="50">
                  <c:v>19590782.555221796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-1726561.0237579346</c:v>
                </c:pt>
                <c:pt idx="2">
                  <c:v>-3447744.3050296307</c:v>
                </c:pt>
                <c:pt idx="3">
                  <c:v>-5163680.117117405</c:v>
                </c:pt>
                <c:pt idx="4">
                  <c:v>-6874517.044832706</c:v>
                </c:pt>
                <c:pt idx="5">
                  <c:v>-8580422.044172049</c:v>
                </c:pt>
                <c:pt idx="6">
                  <c:v>-10281580.362276793</c:v>
                </c:pt>
                <c:pt idx="7">
                  <c:v>-11978195.310507536</c:v>
                </c:pt>
                <c:pt idx="8">
                  <c:v>-13670487.885269403</c:v>
                </c:pt>
                <c:pt idx="9">
                  <c:v>-15358696.23326397</c:v>
                </c:pt>
                <c:pt idx="10">
                  <c:v>-17043074.960112333</c:v>
                </c:pt>
                <c:pt idx="11">
                  <c:v>-18723894.28367138</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-18723894.28367138</c:v>
                </c:pt>
                <c:pt idx="12">
                  <c:v>-20401439.035903692</c:v>
                </c:pt>
                <c:pt idx="13">
                  <c:v>-22076007.519704342</c:v>
                </c:pt>
                <c:pt idx="14">
                  <c:v>-23747910.229628563</c:v>
                </c:pt>
                <c:pt idx="15">
                  <c:v>-25417468.44793701</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-1990883.1491427422</c:v>
                </c:pt>
                <c:pt idx="2">
                  <c:v>-3981758.478988886</c:v>
                </c:pt>
                <c:pt idx="3">
                  <c:v>-5972626.037169218</c:v>
                </c:pt>
                <c:pt idx="4">
                  <c:v>-7963485.871525049</c:v>
                </c:pt>
                <c:pt idx="5">
                  <c:v>-9954338.030109882</c:v>
                </c:pt>
                <c:pt idx="6">
                  <c:v>-11945182.561184406</c:v>
                </c:pt>
                <c:pt idx="7">
                  <c:v>-13936019.513218403</c:v>
                </c:pt>
                <c:pt idx="8">
                  <c:v>-15926848.934889317</c:v>
                </c:pt>
                <c:pt idx="9">
                  <c:v>-17917670.875079155</c:v>
                </c:pt>
                <c:pt idx="10">
                  <c:v>-19908485.382874966</c:v>
                </c:pt>
                <c:pt idx="11">
                  <c:v>-21899292.507567883</c:v>
                </c:pt>
                <c:pt idx="12">
                  <c:v>-23890092.298651457</c:v>
                </c:pt>
                <c:pt idx="13">
                  <c:v>-25880884.80581975</c:v>
                </c:pt>
                <c:pt idx="14">
                  <c:v>-27871670.078967333</c:v>
                </c:pt>
                <c:pt idx="15">
                  <c:v>-29862448.168186665</c:v>
                </c:pt>
                <c:pt idx="16">
                  <c:v>-31853219.123769045</c:v>
                </c:pt>
                <c:pt idx="17">
                  <c:v>-33843982.99620056</c:v>
                </c:pt>
                <c:pt idx="18">
                  <c:v>-35834739.836164</c:v>
                </c:pt>
                <c:pt idx="19">
                  <c:v>-37825489.69453454</c:v>
                </c:pt>
                <c:pt idx="20">
                  <c:v>-39816232.62238002</c:v>
                </c:pt>
                <c:pt idx="21">
                  <c:v>-41806968.67095995</c:v>
                </c:pt>
                <c:pt idx="22">
                  <c:v>-43797697.89172411</c:v>
                </c:pt>
                <c:pt idx="23">
                  <c:v>-45788420.33630848</c:v>
                </c:pt>
                <c:pt idx="24">
                  <c:v>-47779136.056539774</c:v>
                </c:pt>
                <c:pt idx="25">
                  <c:v>-49769845.104427576</c:v>
                </c:pt>
                <c:pt idx="26">
                  <c:v>-51760547.53216696</c:v>
                </c:pt>
                <c:pt idx="27">
                  <c:v>-53751243.39213681</c:v>
                </c:pt>
                <c:pt idx="28">
                  <c:v>-55741932.73689699</c:v>
                </c:pt>
                <c:pt idx="29">
                  <c:v>-57732615.61918807</c:v>
                </c:pt>
                <c:pt idx="30">
                  <c:v>-59723292.09192872</c:v>
                </c:pt>
                <c:pt idx="31">
                  <c:v>-61713962.20821738</c:v>
                </c:pt>
                <c:pt idx="32">
                  <c:v>-63704626.02132535</c:v>
                </c:pt>
                <c:pt idx="33">
                  <c:v>-65695283.58470178</c:v>
                </c:pt>
                <c:pt idx="34">
                  <c:v>-67685934.95196652</c:v>
                </c:pt>
                <c:pt idx="35">
                  <c:v>-69676580.17691302</c:v>
                </c:pt>
                <c:pt idx="36">
                  <c:v>-71667219.31350303</c:v>
                </c:pt>
                <c:pt idx="37">
                  <c:v>-73657852.41586947</c:v>
                </c:pt>
                <c:pt idx="38">
                  <c:v>-75648479.538311</c:v>
                </c:pt>
                <c:pt idx="39">
                  <c:v>-77639100.73529196</c:v>
                </c:pt>
                <c:pt idx="40">
                  <c:v>-79629716.06144094</c:v>
                </c:pt>
                <c:pt idx="41">
                  <c:v>-81620325.57155085</c:v>
                </c:pt>
                <c:pt idx="42">
                  <c:v>-83610929.3205738</c:v>
                </c:pt>
                <c:pt idx="43">
                  <c:v>-85601527.36362219</c:v>
                </c:pt>
                <c:pt idx="44">
                  <c:v>-87592119.75596738</c:v>
                </c:pt>
                <c:pt idx="45">
                  <c:v>-89582706.55303526</c:v>
                </c:pt>
                <c:pt idx="46">
                  <c:v>-91573287.81040835</c:v>
                </c:pt>
                <c:pt idx="47">
                  <c:v>-93563863.58382177</c:v>
                </c:pt>
                <c:pt idx="48">
                  <c:v>-95554433.92916274</c:v>
                </c:pt>
                <c:pt idx="49">
                  <c:v>-97544998.90246725</c:v>
                </c:pt>
                <c:pt idx="50">
                  <c:v>-99535558.5599215</c:v>
                </c:pt>
                <c:pt idx="51">
                  <c:v>-101526112.95785761</c:v>
                </c:pt>
                <c:pt idx="52">
                  <c:v>-103516662.15275311</c:v>
                </c:pt>
                <c:pt idx="53">
                  <c:v>-105507206.20122814</c:v>
                </c:pt>
                <c:pt idx="54">
                  <c:v>-107497745.1600461</c:v>
                </c:pt>
                <c:pt idx="55">
                  <c:v>-109488279.0861094</c:v>
                </c:pt>
                <c:pt idx="56">
                  <c:v>-111478808.03645897</c:v>
                </c:pt>
                <c:pt idx="57">
                  <c:v>-113469332.06827378</c:v>
                </c:pt>
                <c:pt idx="58">
                  <c:v>-115459851.23886585</c:v>
                </c:pt>
                <c:pt idx="59">
                  <c:v>-117450365.60568309</c:v>
                </c:pt>
                <c:pt idx="60">
                  <c:v>-119440875.22630191</c:v>
                </c:pt>
                <c:pt idx="61">
                  <c:v>-121431380.15843129</c:v>
                </c:pt>
                <c:pt idx="62">
                  <c:v>-123421880.45990705</c:v>
                </c:pt>
                <c:pt idx="63">
                  <c:v>-125412376.18869185</c:v>
                </c:pt>
                <c:pt idx="64">
                  <c:v>-127402867.40287232</c:v>
                </c:pt>
                <c:pt idx="65">
                  <c:v>-129393354.16065907</c:v>
                </c:pt>
                <c:pt idx="66">
                  <c:v>-131383836.52038312</c:v>
                </c:pt>
                <c:pt idx="67">
                  <c:v>-133374314.54049373</c:v>
                </c:pt>
                <c:pt idx="68">
                  <c:v>-135364788.27956033</c:v>
                </c:pt>
                <c:pt idx="69">
                  <c:v>-137355257.79626536</c:v>
                </c:pt>
                <c:pt idx="70">
                  <c:v>-139345723.1494069</c:v>
                </c:pt>
                <c:pt idx="71">
                  <c:v>-141336184.39789414</c:v>
                </c:pt>
                <c:pt idx="72">
                  <c:v>-143326641.60074735</c:v>
                </c:pt>
                <c:pt idx="73">
                  <c:v>-145317094.8170948</c:v>
                </c:pt>
                <c:pt idx="74">
                  <c:v>-147307544.10617018</c:v>
                </c:pt>
                <c:pt idx="75">
                  <c:v>-149297989.52731442</c:v>
                </c:pt>
                <c:pt idx="76">
                  <c:v>-151288431.13996935</c:v>
                </c:pt>
                <c:pt idx="77">
                  <c:v>-153278869.00367856</c:v>
                </c:pt>
                <c:pt idx="78">
                  <c:v>-155269303.1780839</c:v>
                </c:pt>
                <c:pt idx="79">
                  <c:v>-157259733.72292662</c:v>
                </c:pt>
                <c:pt idx="80">
                  <c:v>-159250160.69804144</c:v>
                </c:pt>
                <c:pt idx="81">
                  <c:v>-161240584.16335654</c:v>
                </c:pt>
                <c:pt idx="82">
                  <c:v>-163231004.17889285</c:v>
                </c:pt>
                <c:pt idx="83">
                  <c:v>-165221420.80476046</c:v>
                </c:pt>
                <c:pt idx="84">
                  <c:v>-167211834.10115743</c:v>
                </c:pt>
                <c:pt idx="85">
                  <c:v>-169202244.12836742</c:v>
                </c:pt>
                <c:pt idx="86">
                  <c:v>-171192650.9467578</c:v>
                </c:pt>
                <c:pt idx="87">
                  <c:v>-173183054.6167786</c:v>
                </c:pt>
                <c:pt idx="88">
                  <c:v>-175173455.1989603</c:v>
                </c:pt>
                <c:pt idx="89">
                  <c:v>-177163852.7539103</c:v>
                </c:pt>
                <c:pt idx="90">
                  <c:v>-179154247.3423133</c:v>
                </c:pt>
                <c:pt idx="91">
                  <c:v>-181144639.02492785</c:v>
                </c:pt>
                <c:pt idx="92">
                  <c:v>-183135027.86258483</c:v>
                </c:pt>
                <c:pt idx="93">
                  <c:v>-185125413.91618657</c:v>
                </c:pt>
                <c:pt idx="94">
                  <c:v>-187115797.24670124</c:v>
                </c:pt>
                <c:pt idx="95">
                  <c:v>-189106177.91516662</c:v>
                </c:pt>
                <c:pt idx="96">
                  <c:v>-191096555.98268223</c:v>
                </c:pt>
                <c:pt idx="97">
                  <c:v>-193086931.51041245</c:v>
                </c:pt>
                <c:pt idx="98">
                  <c:v>-195077304.55958056</c:v>
                </c:pt>
                <c:pt idx="99">
                  <c:v>-197067675.19146943</c:v>
                </c:pt>
                <c:pt idx="100">
                  <c:v>-199058043.46741724</c:v>
                </c:pt>
                <c:pt idx="101">
                  <c:v>-201048409.44881773</c:v>
                </c:pt>
                <c:pt idx="102">
                  <c:v>-203038773.1971178</c:v>
                </c:pt>
                <c:pt idx="103">
                  <c:v>-205029134.77381372</c:v>
                </c:pt>
                <c:pt idx="104">
                  <c:v>-207019494.24045038</c:v>
                </c:pt>
                <c:pt idx="105">
                  <c:v>-209009851.65862083</c:v>
                </c:pt>
                <c:pt idx="106">
                  <c:v>-211000207.08996058</c:v>
                </c:pt>
                <c:pt idx="107">
                  <c:v>-212990560.59614897</c:v>
                </c:pt>
                <c:pt idx="108">
                  <c:v>-214980912.23890615</c:v>
                </c:pt>
                <c:pt idx="109">
                  <c:v>-216971262.07998967</c:v>
                </c:pt>
                <c:pt idx="110">
                  <c:v>-218961610.1811955</c:v>
                </c:pt>
                <c:pt idx="111">
                  <c:v>-220951956.60435176</c:v>
                </c:pt>
                <c:pt idx="112">
                  <c:v>-222942301.4113207</c:v>
                </c:pt>
                <c:pt idx="113">
                  <c:v>-224932644.66399503</c:v>
                </c:pt>
                <c:pt idx="114">
                  <c:v>-226922986.4242947</c:v>
                </c:pt>
                <c:pt idx="115">
                  <c:v>-228913326.75416803</c:v>
                </c:pt>
                <c:pt idx="116">
                  <c:v>-230903665.71558547</c:v>
                </c:pt>
                <c:pt idx="117">
                  <c:v>-232894003.3705418</c:v>
                </c:pt>
                <c:pt idx="118">
                  <c:v>-234884339.78105116</c:v>
                </c:pt>
                <c:pt idx="119">
                  <c:v>-236874675.0091462</c:v>
                </c:pt>
                <c:pt idx="120">
                  <c:v>-238865009.11687613</c:v>
                </c:pt>
                <c:pt idx="121">
                  <c:v>-240855342.1663041</c:v>
                </c:pt>
                <c:pt idx="122">
                  <c:v>-242845674.21950483</c:v>
                </c:pt>
                <c:pt idx="123">
                  <c:v>-244836005.33856535</c:v>
                </c:pt>
                <c:pt idx="124">
                  <c:v>-246826335.58557868</c:v>
                </c:pt>
                <c:pt idx="125">
                  <c:v>-248816665.022645</c:v>
                </c:pt>
                <c:pt idx="126">
                  <c:v>-250806993.71186757</c:v>
                </c:pt>
                <c:pt idx="127">
                  <c:v>-252797321.71535468</c:v>
                </c:pt>
                <c:pt idx="128">
                  <c:v>-254787649.0952103</c:v>
                </c:pt>
                <c:pt idx="129">
                  <c:v>-256777975.91353917</c:v>
                </c:pt>
                <c:pt idx="130">
                  <c:v>-258768302.2324419</c:v>
                </c:pt>
                <c:pt idx="131">
                  <c:v>-260758628.1140132</c:v>
                </c:pt>
                <c:pt idx="132">
                  <c:v>-262748953.6203375</c:v>
                </c:pt>
                <c:pt idx="133">
                  <c:v>-264739278.81349206</c:v>
                </c:pt>
                <c:pt idx="134">
                  <c:v>-266729603.7555399</c:v>
                </c:pt>
                <c:pt idx="135">
                  <c:v>-268719928.5085316</c:v>
                </c:pt>
                <c:pt idx="136">
                  <c:v>-270710253.1345</c:v>
                </c:pt>
                <c:pt idx="137">
                  <c:v>-272700577.6954601</c:v>
                </c:pt>
                <c:pt idx="138">
                  <c:v>-274690902.2534077</c:v>
                </c:pt>
                <c:pt idx="139">
                  <c:v>-276681226.87031484</c:v>
                </c:pt>
                <c:pt idx="140">
                  <c:v>-278671551.60813</c:v>
                </c:pt>
                <c:pt idx="141">
                  <c:v>-280661876.5287769</c:v>
                </c:pt>
                <c:pt idx="142">
                  <c:v>-282652201.6941478</c:v>
                </c:pt>
                <c:pt idx="143">
                  <c:v>-284642527.1661079</c:v>
                </c:pt>
                <c:pt idx="144">
                  <c:v>-286632853.0064876</c:v>
                </c:pt>
                <c:pt idx="145">
                  <c:v>-288623179.2770848</c:v>
                </c:pt>
                <c:pt idx="146">
                  <c:v>-290613506.03966</c:v>
                </c:pt>
                <c:pt idx="147">
                  <c:v>-292603833.35593605</c:v>
                </c:pt>
                <c:pt idx="148">
                  <c:v>-294594161.2875948</c:v>
                </c:pt>
                <c:pt idx="149">
                  <c:v>-296584489.8962772</c:v>
                </c:pt>
                <c:pt idx="150">
                  <c:v>-298574819.2435782</c:v>
                </c:pt>
                <c:pt idx="151">
                  <c:v>-300565149.3910482</c:v>
                </c:pt>
                <c:pt idx="152">
                  <c:v>-302555480.4001889</c:v>
                </c:pt>
                <c:pt idx="153">
                  <c:v>-304545812.3324497</c:v>
                </c:pt>
                <c:pt idx="154">
                  <c:v>-306536145.2492318</c:v>
                </c:pt>
                <c:pt idx="155">
                  <c:v>-308526479.2118795</c:v>
                </c:pt>
                <c:pt idx="156">
                  <c:v>-310516814.28168154</c:v>
                </c:pt>
                <c:pt idx="157">
                  <c:v>-312507150.51986885</c:v>
                </c:pt>
                <c:pt idx="158">
                  <c:v>-314497487.9876127</c:v>
                </c:pt>
                <c:pt idx="159">
                  <c:v>-316487826.7460222</c:v>
                </c:pt>
                <c:pt idx="160">
                  <c:v>-318478166.8561423</c:v>
                </c:pt>
                <c:pt idx="161">
                  <c:v>-320468508.37895274</c:v>
                </c:pt>
                <c:pt idx="162">
                  <c:v>-322458851.37536526</c:v>
                </c:pt>
                <c:pt idx="163">
                  <c:v>-324449195.9062214</c:v>
                </c:pt>
                <c:pt idx="164">
                  <c:v>-326439542.0322921</c:v>
                </c:pt>
                <c:pt idx="165">
                  <c:v>-328429889.8142748</c:v>
                </c:pt>
                <c:pt idx="166">
                  <c:v>-330420239.3127909</c:v>
                </c:pt>
                <c:pt idx="167">
                  <c:v>-332410590.5883851</c:v>
                </c:pt>
                <c:pt idx="168">
                  <c:v>-334400943.7015221</c:v>
                </c:pt>
                <c:pt idx="169">
                  <c:v>-336391298.7125869</c:v>
                </c:pt>
                <c:pt idx="170">
                  <c:v>-338381655.68188</c:v>
                </c:pt>
                <c:pt idx="171">
                  <c:v>-340372014.6696186</c:v>
                </c:pt>
                <c:pt idx="172">
                  <c:v>-342362375.7359326</c:v>
                </c:pt>
                <c:pt idx="173">
                  <c:v>-344352738.9408629</c:v>
                </c:pt>
                <c:pt idx="174">
                  <c:v>-346343104.3443606</c:v>
                </c:pt>
                <c:pt idx="175">
                  <c:v>-348333472.0062852</c:v>
                </c:pt>
                <c:pt idx="176">
                  <c:v>-350323841.9864001</c:v>
                </c:pt>
                <c:pt idx="177">
                  <c:v>-352314214.34437466</c:v>
                </c:pt>
                <c:pt idx="178">
                  <c:v>-354304589.13978004</c:v>
                </c:pt>
                <c:pt idx="179">
                  <c:v>-356294966.43208766</c:v>
                </c:pt>
                <c:pt idx="180">
                  <c:v>-358285346.2806678</c:v>
                </c:pt>
                <c:pt idx="181">
                  <c:v>-360275728.744787</c:v>
                </c:pt>
                <c:pt idx="182">
                  <c:v>-362266113.88360834</c:v>
                </c:pt>
                <c:pt idx="183">
                  <c:v>-364256501.75618553</c:v>
                </c:pt>
                <c:pt idx="184">
                  <c:v>-366246892.4214673</c:v>
                </c:pt>
                <c:pt idx="185">
                  <c:v>-368237285.9382899</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-368237285.9382899</c:v>
                </c:pt>
                <c:pt idx="186">
                  <c:v>-370227682.36537695</c:v>
                </c:pt>
                <c:pt idx="187">
                  <c:v>-372218081.76133966</c:v>
                </c:pt>
                <c:pt idx="188">
                  <c:v>-374208484.1846738</c:v>
                </c:pt>
                <c:pt idx="189">
                  <c:v>-376198889.69375753</c:v>
                </c:pt>
                <c:pt idx="190">
                  <c:v>-378189298.34684896</c:v>
                </c:pt>
                <c:pt idx="191">
                  <c:v>-380179710.20208716</c:v>
                </c:pt>
                <c:pt idx="192">
                  <c:v>-382170125.3174882</c:v>
                </c:pt>
                <c:pt idx="193">
                  <c:v>-384160543.7509439</c:v>
                </c:pt>
                <c:pt idx="194">
                  <c:v>-386150965.5602205</c:v>
                </c:pt>
                <c:pt idx="195">
                  <c:v>-388141390.80295634</c:v>
                </c:pt>
                <c:pt idx="196">
                  <c:v>-390131819.5366614</c:v>
                </c:pt>
                <c:pt idx="197">
                  <c:v>-392122251.81871414</c:v>
                </c:pt>
                <c:pt idx="198">
                  <c:v>-394112687.7063608</c:v>
                </c:pt>
                <c:pt idx="199">
                  <c:v>-396103127.25671387</c:v>
                </c:pt>
                <c:pt idx="200">
                  <c:v>-398093570.5267501</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2748414.3022065163</c:v>
                </c:pt>
                <c:pt idx="2">
                  <c:v>6284180.669595242</c:v>
                </c:pt>
                <c:pt idx="3">
                  <c:v>10622443.172902822</c:v>
                </c:pt>
                <c:pt idx="4">
                  <c:v>15720340.131375313</c:v>
                </c:pt>
                <c:pt idx="5">
                  <c:v>21466448.84696269</c:v>
                </c:pt>
                <c:pt idx="6">
                  <c:v>27683312.14308381</c:v>
                </c:pt>
                <c:pt idx="7">
                  <c:v>34145999.806571245</c:v>
                </c:pt>
                <c:pt idx="8">
                  <c:v>40613137.477202415</c:v>
                </c:pt>
                <c:pt idx="9">
                  <c:v>46861013.133387566</c:v>
                </c:pt>
                <c:pt idx="10">
                  <c:v>52710293.93838453</c:v>
                </c:pt>
                <c:pt idx="11">
                  <c:v>58039129.46514082</c:v>
                </c:pt>
                <c:pt idx="12">
                  <c:v>62782668.85160756</c:v>
                </c:pt>
                <c:pt idx="13">
                  <c:v>66923397.96126127</c:v>
                </c:pt>
                <c:pt idx="14">
                  <c:v>70477749.76403975</c:v>
                </c:pt>
                <c:pt idx="15">
                  <c:v>73483128.65719604</c:v>
                </c:pt>
                <c:pt idx="16">
                  <c:v>75987488.98059821</c:v>
                </c:pt>
                <c:pt idx="17">
                  <c:v>78042009.72663116</c:v>
                </c:pt>
                <c:pt idx="18">
                  <c:v>79696516.83334017</c:v>
                </c:pt>
                <c:pt idx="19">
                  <c:v>80996982.6846211</c:v>
                </c:pt>
                <c:pt idx="20">
                  <c:v>81984433.64226627</c:v>
                </c:pt>
                <c:pt idx="21">
                  <c:v>82694728.48645759</c:v>
                </c:pt>
                <c:pt idx="22">
                  <c:v>83158825.42353368</c:v>
                </c:pt>
                <c:pt idx="23">
                  <c:v>83403287.0554688</c:v>
                </c:pt>
                <c:pt idx="24">
                  <c:v>83450869.9039526</c:v>
                </c:pt>
                <c:pt idx="25">
                  <c:v>83321110.97788954</c:v>
                </c:pt>
                <c:pt idx="26">
                  <c:v>83030865.9827261</c:v>
                </c:pt>
                <c:pt idx="27">
                  <c:v>82594779.40524483</c:v>
                </c:pt>
                <c:pt idx="28">
                  <c:v>82025681.57219815</c:v>
                </c:pt>
                <c:pt idx="29">
                  <c:v>81334915.88246131</c:v>
                </c:pt>
                <c:pt idx="30">
                  <c:v>80532603.4000051</c:v>
                </c:pt>
                <c:pt idx="31">
                  <c:v>79627853.55556965</c:v>
                </c:pt>
                <c:pt idx="32">
                  <c:v>78628929.88482308</c:v>
                </c:pt>
                <c:pt idx="33">
                  <c:v>77543379.16754484</c:v>
                </c:pt>
                <c:pt idx="34">
                  <c:v>76378131.40875006</c:v>
                </c:pt>
                <c:pt idx="35">
                  <c:v>75139577.04502678</c:v>
                </c:pt>
                <c:pt idx="36">
                  <c:v>73833626.69842339</c:v>
                </c:pt>
                <c:pt idx="37">
                  <c:v>72465757.80861402</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72465757.80861402</c:v>
                </c:pt>
                <c:pt idx="38">
                  <c:v>71041051.58853436</c:v>
                </c:pt>
                <c:pt idx="39">
                  <c:v>69564222.98418713</c:v>
                </c:pt>
                <c:pt idx="40">
                  <c:v>68039645.67730427</c:v>
                </c:pt>
                <c:pt idx="41">
                  <c:v>66471373.64353347</c:v>
                </c:pt>
                <c:pt idx="42">
                  <c:v>64863160.35774112</c:v>
                </c:pt>
                <c:pt idx="43">
                  <c:v>63218476.40866804</c:v>
                </c:pt>
                <c:pt idx="44">
                  <c:v>61540526.0337441</c:v>
                </c:pt>
                <c:pt idx="45">
                  <c:v>59832262.89788866</c:v>
                </c:pt>
                <c:pt idx="46">
                  <c:v>58096405.30523157</c:v>
                </c:pt>
                <c:pt idx="47">
                  <c:v>56335450.93886447</c:v>
                </c:pt>
                <c:pt idx="48">
                  <c:v>54551691.16149688</c:v>
                </c:pt>
                <c:pt idx="49">
                  <c:v>52747224.871390104</c:v>
                </c:pt>
                <c:pt idx="50">
                  <c:v>50923971.88665795</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22678623.763436317</c:v>
                </c:pt>
                <c:pt idx="2">
                  <c:v>47451566.375931025</c:v>
                </c:pt>
                <c:pt idx="3">
                  <c:v>74295221.18236732</c:v>
                </c:pt>
                <c:pt idx="4">
                  <c:v>103124258.09215927</c:v>
                </c:pt>
                <c:pt idx="5">
                  <c:v>133785814.71607447</c:v>
                </c:pt>
                <c:pt idx="6">
                  <c:v>166058785.23785758</c:v>
                </c:pt>
                <c:pt idx="7">
                  <c:v>199659334.66327238</c:v>
                </c:pt>
                <c:pt idx="8">
                  <c:v>234252819.79025865</c:v>
                </c:pt>
                <c:pt idx="9">
                  <c:v>269471121.3141284</c:v>
                </c:pt>
                <c:pt idx="10">
                  <c:v>304933308.8638017</c:v>
                </c:pt>
                <c:pt idx="11">
                  <c:v>340266911.2605262</c:v>
                </c:pt>
                <c:pt idx="12">
                  <c:v>375127051.20546293</c:v>
                </c:pt>
                <c:pt idx="13">
                  <c:v>409211303.3096137</c:v>
                </c:pt>
                <c:pt idx="14">
                  <c:v>442269117.6972325</c:v>
                </c:pt>
                <c:pt idx="15">
                  <c:v>474105699.36512375</c:v>
                </c:pt>
                <c:pt idx="16">
                  <c:v>504581073.3712833</c:v>
                </c:pt>
                <c:pt idx="17">
                  <c:v>533605555.8765669</c:v>
                </c:pt>
                <c:pt idx="18">
                  <c:v>561132987.8292387</c:v>
                </c:pt>
                <c:pt idx="19">
                  <c:v>587152960.39587</c:v>
                </c:pt>
                <c:pt idx="20">
                  <c:v>611682988.7626715</c:v>
                </c:pt>
                <c:pt idx="21">
                  <c:v>634761278.5622876</c:v>
                </c:pt>
                <c:pt idx="22">
                  <c:v>656440446.3760254</c:v>
                </c:pt>
                <c:pt idx="23">
                  <c:v>676782335.8300455</c:v>
                </c:pt>
                <c:pt idx="24">
                  <c:v>695853920.3623607</c:v>
                </c:pt>
                <c:pt idx="25">
                  <c:v>713724194.1866043</c:v>
                </c:pt>
                <c:pt idx="26">
                  <c:v>730461909.7037137</c:v>
                </c:pt>
                <c:pt idx="27">
                  <c:v>746134007.7198784</c:v>
                </c:pt>
                <c:pt idx="28">
                  <c:v>760804593.9098556</c:v>
                </c:pt>
                <c:pt idx="29">
                  <c:v>774534331.8989093</c:v>
                </c:pt>
                <c:pt idx="30">
                  <c:v>787380144.0555575</c:v>
                </c:pt>
                <c:pt idx="31">
                  <c:v>799395131.9271715</c:v>
                </c:pt>
                <c:pt idx="32">
                  <c:v>810628647.2526872</c:v>
                </c:pt>
                <c:pt idx="33">
                  <c:v>821126460.8020399</c:v>
                </c:pt>
                <c:pt idx="34">
                  <c:v>830930989.7351172</c:v>
                </c:pt>
                <c:pt idx="35">
                  <c:v>840081554.9177334</c:v>
                </c:pt>
                <c:pt idx="36">
                  <c:v>848614648.016362</c:v>
                </c:pt>
                <c:pt idx="37">
                  <c:v>856564194.6052291</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856564194.6052291</c:v>
                </c:pt>
                <c:pt idx="38">
                  <c:v>863961804.3340247</c:v>
                </c:pt>
                <c:pt idx="39">
                  <c:v>870837002.7556565</c:v>
                </c:pt>
                <c:pt idx="40">
                  <c:v>877217441.9825532</c:v>
                </c:pt>
                <c:pt idx="41">
                  <c:v>883129089.156842</c:v>
                </c:pt>
                <c:pt idx="42">
                  <c:v>888596392.9674189</c:v>
                </c:pt>
                <c:pt idx="43">
                  <c:v>893642429.2691805</c:v>
                </c:pt>
                <c:pt idx="44">
                  <c:v>898289027.367656</c:v>
                </c:pt>
                <c:pt idx="45">
                  <c:v>902556878.8114264</c:v>
                </c:pt>
                <c:pt idx="46">
                  <c:v>906465630.6500242</c:v>
                </c:pt>
                <c:pt idx="47">
                  <c:v>910033965.1157515</c:v>
                </c:pt>
                <c:pt idx="48">
                  <c:v>913279667.611069</c:v>
                </c:pt>
                <c:pt idx="49">
                  <c:v>916219684.7565668</c:v>
                </c:pt>
                <c:pt idx="50">
                  <c:v>918870174.0985377</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19835122.190062046</c:v>
                </c:pt>
                <c:pt idx="2">
                  <c:v>40465936.649782896</c:v>
                </c:pt>
                <c:pt idx="3">
                  <c:v>61422484.55782294</c:v>
                </c:pt>
                <c:pt idx="4">
                  <c:v>82211479.89350891</c:v>
                </c:pt>
                <c:pt idx="5">
                  <c:v>102368102.28338909</c:v>
                </c:pt>
                <c:pt idx="6">
                  <c:v>121500212.1575377</c:v>
                </c:pt>
                <c:pt idx="7">
                  <c:v>139316072.329396</c:v>
                </c:pt>
                <c:pt idx="8">
                  <c:v>155632726.645252</c:v>
                </c:pt>
                <c:pt idx="9">
                  <c:v>170367947.14253974</c:v>
                </c:pt>
                <c:pt idx="10">
                  <c:v>183521856.04598594</c:v>
                </c:pt>
                <c:pt idx="11">
                  <c:v>195154619.9806862</c:v>
                </c:pt>
                <c:pt idx="12">
                  <c:v>205365038.7146976</c:v>
                </c:pt>
                <c:pt idx="13">
                  <c:v>214272726.72424746</c:v>
                </c:pt>
                <c:pt idx="14">
                  <c:v>222004795.30565953</c:v>
                </c:pt>
                <c:pt idx="15">
                  <c:v>228686804.43826318</c:v>
                </c:pt>
                <c:pt idx="16">
                  <c:v>234437214.69766617</c:v>
                </c:pt>
                <c:pt idx="17">
                  <c:v>239364437.3543501</c:v>
                </c:pt>
                <c:pt idx="18">
                  <c:v>243565665.44678998</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243565665.44678998</c:v>
                </c:pt>
                <c:pt idx="19">
                  <c:v>247126836.58480644</c:v>
                </c:pt>
                <c:pt idx="20">
                  <c:v>250123254.23086977</c:v>
                </c:pt>
                <c:pt idx="21">
                  <c:v>252620544.58037782</c:v>
                </c:pt>
                <c:pt idx="22">
                  <c:v>254675741.43340635</c:v>
                </c:pt>
                <c:pt idx="23">
                  <c:v>256338373.74419332</c:v>
                </c:pt>
                <c:pt idx="24">
                  <c:v>257651486.20071483</c:v>
                </c:pt>
                <c:pt idx="25">
                  <c:v>258652559.11355805</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-1043028.2277932167</c:v>
                </c:pt>
                <c:pt idx="2">
                  <c:v>-2051671.230083704</c:v>
                </c:pt>
                <c:pt idx="3">
                  <c:v>-3025843.410316229</c:v>
                </c:pt>
                <c:pt idx="4">
                  <c:v>-3965606.2866654396</c:v>
                </c:pt>
                <c:pt idx="5">
                  <c:v>-4871179.851112366</c:v>
                </c:pt>
                <c:pt idx="6">
                  <c:v>-5742952.878108025</c:v>
                </c:pt>
                <c:pt idx="7">
                  <c:v>-6581491.860789299</c:v>
                </c:pt>
                <c:pt idx="8">
                  <c:v>-7387548.24998951</c:v>
                </c:pt>
                <c:pt idx="9">
                  <c:v>-8162063.680031061</c:v>
                </c:pt>
                <c:pt idx="10">
                  <c:v>-8906172.886824131</c:v>
                </c:pt>
                <c:pt idx="11">
                  <c:v>-9621204.058939934</c:v>
                </c:pt>
                <c:pt idx="12">
                  <c:v>-10308676.41118908</c:v>
                </c:pt>
                <c:pt idx="13">
                  <c:v>-10970294.83217907</c:v>
                </c:pt>
                <c:pt idx="14">
                  <c:v>-11607941.530780315</c:v>
                </c:pt>
                <c:pt idx="15">
                  <c:v>-12223664.68904519</c:v>
                </c:pt>
                <c:pt idx="16">
                  <c:v>-12819664.217614412</c:v>
                </c:pt>
                <c:pt idx="17">
                  <c:v>-13398274.800239563</c:v>
                </c:pt>
                <c:pt idx="18">
                  <c:v>-13961946.50235629</c:v>
                </c:pt>
                <c:pt idx="19">
                  <c:v>-14513223.300270319</c:v>
                </c:pt>
                <c:pt idx="20">
                  <c:v>-15054719.958132744</c:v>
                </c:pt>
                <c:pt idx="21">
                  <c:v>-15589097.73567605</c:v>
                </c:pt>
                <c:pt idx="22">
                  <c:v>-16119039.447635889</c:v>
                </c:pt>
                <c:pt idx="23">
                  <c:v>-16647224.413864613</c:v>
                </c:pt>
                <c:pt idx="24">
                  <c:v>-17176303.83652401</c:v>
                </c:pt>
                <c:pt idx="25">
                  <c:v>-17708877.11783552</c:v>
                </c:pt>
                <c:pt idx="26">
                  <c:v>-18247469.590242147</c:v>
                </c:pt>
                <c:pt idx="27">
                  <c:v>-18794512.073132515</c:v>
                </c:pt>
                <c:pt idx="28">
                  <c:v>-19352322.599922895</c:v>
                </c:pt>
                <c:pt idx="29">
                  <c:v>-19923090.580300093</c:v>
                </c:pt>
                <c:pt idx="30">
                  <c:v>-20508863.57891631</c:v>
                </c:pt>
                <c:pt idx="31">
                  <c:v>-21111536.807990074</c:v>
                </c:pt>
                <c:pt idx="32">
                  <c:v>-21732845.350817204</c:v>
                </c:pt>
                <c:pt idx="33">
                  <c:v>-22374359.05937195</c:v>
                </c:pt>
                <c:pt idx="34">
                  <c:v>-23037480.004466295</c:v>
                </c:pt>
                <c:pt idx="35">
                  <c:v>-23723442.303104877</c:v>
                </c:pt>
                <c:pt idx="36">
                  <c:v>-24433314.10562253</c:v>
                </c:pt>
                <c:pt idx="37">
                  <c:v>-25168001.495193005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-25168001.495193005</c:v>
                </c:pt>
                <c:pt idx="38">
                  <c:v>-25928254.033917665</c:v>
                </c:pt>
                <c:pt idx="39">
                  <c:v>-26714671.68202448</c:v>
                </c:pt>
                <c:pt idx="40">
                  <c:v>-27527712.818469286</c:v>
                </c:pt>
                <c:pt idx="41">
                  <c:v>-28367703.100886345</c:v>
                </c:pt>
                <c:pt idx="42">
                  <c:v>-29234844.91879964</c:v>
                </c:pt>
                <c:pt idx="43">
                  <c:v>-30129227.214636803</c:v>
                </c:pt>
                <c:pt idx="44">
                  <c:v>-31050835.470856667</c:v>
                </c:pt>
                <c:pt idx="45">
                  <c:v>-31999561.687073708</c:v>
                </c:pt>
                <c:pt idx="46">
                  <c:v>-32975214.197170734</c:v>
                </c:pt>
                <c:pt idx="47">
                  <c:v>-33977527.202162504</c:v>
                </c:pt>
                <c:pt idx="48">
                  <c:v>-35006169.91912508</c:v>
                </c:pt>
                <c:pt idx="49">
                  <c:v>-36060755.26938772</c:v>
                </c:pt>
                <c:pt idx="50">
                  <c:v>-37140848.049921274</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-146979.85550832748</c:v>
                </c:pt>
                <c:pt idx="2">
                  <c:v>-208505.99111247063</c:v>
                </c:pt>
                <c:pt idx="3">
                  <c:v>-184687.48013949394</c:v>
                </c:pt>
                <c:pt idx="4">
                  <c:v>-76301.91411757469</c:v>
                </c:pt>
                <c:pt idx="5">
                  <c:v>115148.46944713593</c:v>
                </c:pt>
                <c:pt idx="6">
                  <c:v>387391.16958498955</c:v>
                </c:pt>
                <c:pt idx="7">
                  <c:v>737351.3419981003</c:v>
                </c:pt>
                <c:pt idx="8">
                  <c:v>1161136.0879552364</c:v>
                </c:pt>
                <c:pt idx="9">
                  <c:v>1654037.5329639912</c:v>
                </c:pt>
                <c:pt idx="10">
                  <c:v>2210556.4877922535</c:v>
                </c:pt>
                <c:pt idx="11">
                  <c:v>2824447.655035019</c:v>
                </c:pt>
                <c:pt idx="12">
                  <c:v>3488786.3547706604</c:v>
                </c:pt>
                <c:pt idx="13">
                  <c:v>4196055.6563334465</c:v>
                </c:pt>
                <c:pt idx="14">
                  <c:v>4938251.700774431</c:v>
                </c:pt>
                <c:pt idx="15">
                  <c:v>5707003.9712741375</c:v>
                </c:pt>
                <c:pt idx="16">
                  <c:v>6493706.407068491</c:v>
                </c:pt>
                <c:pt idx="17">
                  <c:v>7289654.639029264</c:v>
                </c:pt>
                <c:pt idx="18">
                  <c:v>8086184.308572769</c:v>
                </c:pt>
                <c:pt idx="19">
                  <c:v>8874805.442896843</c:v>
                </c:pt>
                <c:pt idx="20">
                  <c:v>9647328.192675829</c:v>
                </c:pt>
                <c:pt idx="21">
                  <c:v>10395975.855346441</c:v>
                </c:pt>
                <c:pt idx="22">
                  <c:v>11113481.944350481</c:v>
                </c:pt>
                <c:pt idx="23">
                  <c:v>11793169.041530132</c:v>
                </c:pt>
                <c:pt idx="24">
                  <c:v>12429008.199359417</c:v>
                </c:pt>
                <c:pt idx="25">
                  <c:v>13015658.659198761</c:v>
                </c:pt>
                <c:pt idx="26">
                  <c:v>13548488.551208735</c:v>
                </c:pt>
                <c:pt idx="27">
                  <c:v>14023577.989483118</c:v>
                </c:pt>
                <c:pt idx="28">
                  <c:v>14437706.5418787</c:v>
                </c:pt>
                <c:pt idx="29">
                  <c:v>14788327.427938223</c:v>
                </c:pt>
                <c:pt idx="30">
                  <c:v>15073530.987963438</c:v>
                </c:pt>
                <c:pt idx="31">
                  <c:v>15291999.99274683</c:v>
                </c:pt>
                <c:pt idx="32">
                  <c:v>15442959.256332159</c:v>
                </c:pt>
                <c:pt idx="33">
                  <c:v>15526121.806888342</c:v>
                </c:pt>
                <c:pt idx="34">
                  <c:v>15541633.596749544</c:v>
                </c:pt>
                <c:pt idx="35">
                  <c:v>15490018.422356606</c:v>
                </c:pt>
                <c:pt idx="36">
                  <c:v>15372124.403924942</c:v>
                </c:pt>
                <c:pt idx="37">
                  <c:v>15189073.063174486</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15189073.063174486</c:v>
                </c:pt>
                <c:pt idx="38">
                  <c:v>14942211.749833107</c:v>
                </c:pt>
                <c:pt idx="39">
                  <c:v>14633069.912834644</c:v>
                </c:pt>
                <c:pt idx="40">
                  <c:v>14263319.495054245</c:v>
                </c:pt>
                <c:pt idx="41">
                  <c:v>13834739.552014828</c:v>
                </c:pt>
                <c:pt idx="42">
                  <c:v>13349185.054056406</c:v>
                </c:pt>
                <c:pt idx="43">
                  <c:v>12808559.724740744</c:v>
                </c:pt>
                <c:pt idx="44">
                  <c:v>12214792.691714287</c:v>
                </c:pt>
                <c:pt idx="45">
                  <c:v>11569818.675367832</c:v>
                </c:pt>
                <c:pt idx="46">
                  <c:v>10875561.410715342</c:v>
                </c:pt>
                <c:pt idx="47">
                  <c:v>10133919.98483324</c:v>
                </c:pt>
                <c:pt idx="48">
                  <c:v>9346757.771887302</c:v>
                </c:pt>
                <c:pt idx="49">
                  <c:v>8515893.657013416</c:v>
                </c:pt>
                <c:pt idx="50">
                  <c:v>7643095.256153345</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11786357.291099787</c:v>
                </c:pt>
                <c:pt idx="2">
                  <c:v>24799635.26484728</c:v>
                </c:pt>
                <c:pt idx="3">
                  <c:v>38924906.312334776</c:v>
                </c:pt>
                <c:pt idx="4">
                  <c:v>53981368.31216645</c:v>
                </c:pt>
                <c:pt idx="5">
                  <c:v>69728854.01294255</c:v>
                </c:pt>
                <c:pt idx="6">
                  <c:v>85883435.18737602</c:v>
                </c:pt>
                <c:pt idx="7">
                  <c:v>102140151.8600986</c:v>
                </c:pt>
                <c:pt idx="8">
                  <c:v>118198812.13619924</c:v>
                </c:pt>
                <c:pt idx="9">
                  <c:v>133787953.03934765</c:v>
                </c:pt>
                <c:pt idx="10">
                  <c:v>148682801.85755563</c:v>
                </c:pt>
                <c:pt idx="11">
                  <c:v>162715024.0193112</c:v>
                </c:pt>
                <c:pt idx="12">
                  <c:v>175774287.05645657</c:v>
                </c:pt>
                <c:pt idx="13">
                  <c:v>187803368.4436953</c:v>
                </c:pt>
                <c:pt idx="14">
                  <c:v>198789296.17372704</c:v>
                </c:pt>
                <c:pt idx="15">
                  <c:v>208752923.76940346</c:v>
                </c:pt>
                <c:pt idx="16">
                  <c:v>217738754.69211912</c:v>
                </c:pt>
                <c:pt idx="17">
                  <c:v>225806105.7277143</c:v>
                </c:pt>
                <c:pt idx="18">
                  <c:v>233022071.8461783</c:v>
                </c:pt>
                <c:pt idx="19">
                  <c:v>239456321.33859468</c:v>
                </c:pt>
                <c:pt idx="20">
                  <c:v>245177507.27640152</c:v>
                </c:pt>
                <c:pt idx="21">
                  <c:v>250250982.75111413</c:v>
                </c:pt>
                <c:pt idx="22">
                  <c:v>254737498.85091925</c:v>
                </c:pt>
                <c:pt idx="23">
                  <c:v>258692602.10456347</c:v>
                </c:pt>
                <c:pt idx="24">
                  <c:v>262166503.0028484</c:v>
                </c:pt>
                <c:pt idx="25">
                  <c:v>265204242.6557157</c:v>
                </c:pt>
                <c:pt idx="26">
                  <c:v>267846032.90585637</c:v>
                </c:pt>
                <c:pt idx="27">
                  <c:v>270127683.8065901</c:v>
                </c:pt>
                <c:pt idx="28">
                  <c:v>272081061.52031326</c:v>
                </c:pt>
                <c:pt idx="29">
                  <c:v>273734540.8009834</c:v>
                </c:pt>
                <c:pt idx="30">
                  <c:v>275113430.9848907</c:v>
                </c:pt>
                <c:pt idx="31">
                  <c:v>276240364.4108319</c:v>
                </c:pt>
                <c:pt idx="32">
                  <c:v>277135642.73856735</c:v>
                </c:pt>
                <c:pt idx="33">
                  <c:v>277817540.75491524</c:v>
                </c:pt>
                <c:pt idx="34">
                  <c:v>278302569.71065164</c:v>
                </c:pt>
                <c:pt idx="35">
                  <c:v>278605703.5673101</c:v>
                </c:pt>
                <c:pt idx="36">
                  <c:v>278740572.1383085</c:v>
                </c:pt>
                <c:pt idx="37">
                  <c:v>278719625.2514539</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278719625.2514539</c:v>
                </c:pt>
                <c:pt idx="38">
                  <c:v>278554271.92216253</c:v>
                </c:pt>
                <c:pt idx="39">
                  <c:v>278254998.2307875</c:v>
                </c:pt>
                <c:pt idx="40">
                  <c:v>277831467.2232995</c:v>
                </c:pt>
                <c:pt idx="41">
                  <c:v>277292603.7537</c:v>
                </c:pt>
                <c:pt idx="42">
                  <c:v>276646666.7906821</c:v>
                </c:pt>
                <c:pt idx="43">
                  <c:v>275901311.3389287</c:v>
                </c:pt>
                <c:pt idx="44">
                  <c:v>275063641.7870319</c:v>
                </c:pt>
                <c:pt idx="45">
                  <c:v>274140258.19359684</c:v>
                </c:pt>
                <c:pt idx="46">
                  <c:v>273137296.76138854</c:v>
                </c:pt>
                <c:pt idx="47">
                  <c:v>272060465.52482843</c:v>
                </c:pt>
                <c:pt idx="48">
                  <c:v>270915076.08598065</c:v>
                </c:pt>
                <c:pt idx="49">
                  <c:v>269706072.074939</c:v>
                </c:pt>
                <c:pt idx="50">
                  <c:v>268438054.878582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-1858903.549251318</c:v>
                </c:pt>
                <c:pt idx="2">
                  <c:v>-3717758.4853515625</c:v>
                </c:pt>
                <c:pt idx="3">
                  <c:v>-5576564.880279541</c:v>
                </c:pt>
                <c:pt idx="4">
                  <c:v>-7435322.80614996</c:v>
                </c:pt>
                <c:pt idx="5">
                  <c:v>-9294032.335213661</c:v>
                </c:pt>
                <c:pt idx="6">
                  <c:v>-11152693.539856434</c:v>
                </c:pt>
                <c:pt idx="7">
                  <c:v>-13011306.492600203</c:v>
                </c:pt>
                <c:pt idx="8">
                  <c:v>-14869871.266100883</c:v>
                </c:pt>
                <c:pt idx="9">
                  <c:v>-16728387.933151245</c:v>
                </c:pt>
                <c:pt idx="10">
                  <c:v>-18586856.566677332</c:v>
                </c:pt>
                <c:pt idx="11">
                  <c:v>-20445277.239741564</c:v>
                </c:pt>
                <c:pt idx="12">
                  <c:v>-22303650.025539637</c:v>
                </c:pt>
                <c:pt idx="13">
                  <c:v>-24161974.997402906</c:v>
                </c:pt>
                <c:pt idx="14">
                  <c:v>-26020252.22879672</c:v>
                </c:pt>
                <c:pt idx="15">
                  <c:v>-27878481.793320417</c:v>
                </c:pt>
                <c:pt idx="16">
                  <c:v>-29736663.764708996</c:v>
                </c:pt>
                <c:pt idx="17">
                  <c:v>-31594798.216828823</c:v>
                </c:pt>
                <c:pt idx="18">
                  <c:v>-33452885.223682165</c:v>
                </c:pt>
                <c:pt idx="19">
                  <c:v>-35310924.859404564</c:v>
                </c:pt>
                <c:pt idx="20">
                  <c:v>-37168917.198265076</c:v>
                </c:pt>
                <c:pt idx="21">
                  <c:v>-39026862.314665794</c:v>
                </c:pt>
                <c:pt idx="22">
                  <c:v>-40884760.28314257</c:v>
                </c:pt>
                <c:pt idx="23">
                  <c:v>-42742611.17836404</c:v>
                </c:pt>
                <c:pt idx="24">
                  <c:v>-44600415.07513213</c:v>
                </c:pt>
                <c:pt idx="25">
                  <c:v>-46458172.04838157</c:v>
                </c:pt>
                <c:pt idx="26">
                  <c:v>-48315882.17317915</c:v>
                </c:pt>
                <c:pt idx="27">
                  <c:v>-50173545.5247252</c:v>
                </c:pt>
                <c:pt idx="28">
                  <c:v>-52031162.17835164</c:v>
                </c:pt>
                <c:pt idx="29">
                  <c:v>-53888732.2095232</c:v>
                </c:pt>
                <c:pt idx="30">
                  <c:v>-55746255.693835974</c:v>
                </c:pt>
                <c:pt idx="31">
                  <c:v>-57603732.707018614</c:v>
                </c:pt>
                <c:pt idx="32">
                  <c:v>-59461163.324931145</c:v>
                </c:pt>
                <c:pt idx="33">
                  <c:v>-61318547.6235652</c:v>
                </c:pt>
                <c:pt idx="34">
                  <c:v>-63175885.67904425</c:v>
                </c:pt>
                <c:pt idx="35">
                  <c:v>-65033177.56762266</c:v>
                </c:pt>
                <c:pt idx="36">
                  <c:v>-66890423.36568546</c:v>
                </c:pt>
                <c:pt idx="37">
                  <c:v>-68747623.14974976</c:v>
                </c:pt>
                <c:pt idx="38">
                  <c:v>-70604776.99646354</c:v>
                </c:pt>
                <c:pt idx="39">
                  <c:v>-72461884.98260307</c:v>
                </c:pt>
                <c:pt idx="40">
                  <c:v>-74318947.18507814</c:v>
                </c:pt>
                <c:pt idx="41">
                  <c:v>-76175963.68092728</c:v>
                </c:pt>
                <c:pt idx="42">
                  <c:v>-78032934.54731917</c:v>
                </c:pt>
                <c:pt idx="43">
                  <c:v>-79889859.86155272</c:v>
                </c:pt>
                <c:pt idx="44">
                  <c:v>-81746739.70105743</c:v>
                </c:pt>
                <c:pt idx="45">
                  <c:v>-83603574.14339066</c:v>
                </c:pt>
                <c:pt idx="46">
                  <c:v>-85460363.2662406</c:v>
                </c:pt>
                <c:pt idx="47">
                  <c:v>-87317107.14742422</c:v>
                </c:pt>
                <c:pt idx="48">
                  <c:v>-89173805.86488819</c:v>
                </c:pt>
                <c:pt idx="49">
                  <c:v>-91030459.49670744</c:v>
                </c:pt>
                <c:pt idx="50">
                  <c:v>-92887068.12108636</c:v>
                </c:pt>
                <c:pt idx="51">
                  <c:v>-94743631.81635737</c:v>
                </c:pt>
                <c:pt idx="52">
                  <c:v>-96600150.66098142</c:v>
                </c:pt>
                <c:pt idx="53">
                  <c:v>-98456624.7335484</c:v>
                </c:pt>
                <c:pt idx="54">
                  <c:v>-100313054.11277604</c:v>
                </c:pt>
                <c:pt idx="55">
                  <c:v>-102169438.87750936</c:v>
                </c:pt>
                <c:pt idx="56">
                  <c:v>-104025779.10672116</c:v>
                </c:pt>
                <c:pt idx="57">
                  <c:v>-105882074.87951326</c:v>
                </c:pt>
                <c:pt idx="58">
                  <c:v>-107738326.27511358</c:v>
                </c:pt>
                <c:pt idx="59">
                  <c:v>-109594533.3728764</c:v>
                </c:pt>
                <c:pt idx="60">
                  <c:v>-111450696.25228548</c:v>
                </c:pt>
                <c:pt idx="61">
                  <c:v>-113306814.99294949</c:v>
                </c:pt>
                <c:pt idx="62">
                  <c:v>-115162889.67460442</c:v>
                </c:pt>
                <c:pt idx="63">
                  <c:v>-117018920.37711287</c:v>
                </c:pt>
                <c:pt idx="64">
                  <c:v>-118874907.18046355</c:v>
                </c:pt>
                <c:pt idx="65">
                  <c:v>-120730850.16477132</c:v>
                </c:pt>
                <c:pt idx="66">
                  <c:v>-122586749.41027689</c:v>
                </c:pt>
                <c:pt idx="67">
                  <c:v>-124442604.99734688</c:v>
                </c:pt>
                <c:pt idx="68">
                  <c:v>-126298417.00647354</c:v>
                </c:pt>
                <c:pt idx="69">
                  <c:v>-128154185.51827478</c:v>
                </c:pt>
                <c:pt idx="70">
                  <c:v>-130009910.61349225</c:v>
                </c:pt>
                <c:pt idx="71">
                  <c:v>-131865592.37299466</c:v>
                </c:pt>
                <c:pt idx="72">
                  <c:v>-133721230.87777352</c:v>
                </c:pt>
                <c:pt idx="73">
                  <c:v>-135576826.2089467</c:v>
                </c:pt>
                <c:pt idx="74">
                  <c:v>-137432378.44775605</c:v>
                </c:pt>
                <c:pt idx="75">
                  <c:v>-139287887.67556596</c:v>
                </c:pt>
                <c:pt idx="76">
                  <c:v>-141143353.97386765</c:v>
                </c:pt>
                <c:pt idx="77">
                  <c:v>-142998777.42427397</c:v>
                </c:pt>
                <c:pt idx="78">
                  <c:v>-144854158.10852265</c:v>
                </c:pt>
                <c:pt idx="79">
                  <c:v>-146709496.10847402</c:v>
                </c:pt>
                <c:pt idx="80">
                  <c:v>-148564791.5061121</c:v>
                </c:pt>
                <c:pt idx="81">
                  <c:v>-150420044.38354468</c:v>
                </c:pt>
                <c:pt idx="82">
                  <c:v>-152275254.8230009</c:v>
                </c:pt>
                <c:pt idx="83">
                  <c:v>-154130422.9068339</c:v>
                </c:pt>
                <c:pt idx="84">
                  <c:v>-155985548.7175181</c:v>
                </c:pt>
                <c:pt idx="85">
                  <c:v>-157840632.33765054</c:v>
                </c:pt>
                <c:pt idx="86">
                  <c:v>-159695673.84995174</c:v>
                </c:pt>
                <c:pt idx="87">
                  <c:v>-161550673.33726168</c:v>
                </c:pt>
                <c:pt idx="88">
                  <c:v>-163405630.88254452</c:v>
                </c:pt>
                <c:pt idx="89">
                  <c:v>-165260546.56888294</c:v>
                </c:pt>
                <c:pt idx="90">
                  <c:v>-167115420.4794836</c:v>
                </c:pt>
                <c:pt idx="91">
                  <c:v>-168970252.69767237</c:v>
                </c:pt>
                <c:pt idx="92">
                  <c:v>-170825043.30689764</c:v>
                </c:pt>
                <c:pt idx="93">
                  <c:v>-172679792.3907256</c:v>
                </c:pt>
                <c:pt idx="94">
                  <c:v>-174534500.03284597</c:v>
                </c:pt>
                <c:pt idx="95">
                  <c:v>-176389166.31706738</c:v>
                </c:pt>
                <c:pt idx="96">
                  <c:v>-178243791.32731748</c:v>
                </c:pt>
                <c:pt idx="97">
                  <c:v>-180098375.14764547</c:v>
                </c:pt>
                <c:pt idx="98">
                  <c:v>-181952917.86221886</c:v>
                </c:pt>
                <c:pt idx="99">
                  <c:v>-183807419.55532455</c:v>
                </c:pt>
                <c:pt idx="100">
                  <c:v>-185661880.31136942</c:v>
                </c:pt>
                <c:pt idx="101">
                  <c:v>-187516300.21487904</c:v>
                </c:pt>
                <c:pt idx="102">
                  <c:v>-189370679.3504963</c:v>
                </c:pt>
                <c:pt idx="103">
                  <c:v>-191225017.8029847</c:v>
                </c:pt>
                <c:pt idx="104">
                  <c:v>-193079315.65722394</c:v>
                </c:pt>
                <c:pt idx="105">
                  <c:v>-194933572.99821424</c:v>
                </c:pt>
                <c:pt idx="106">
                  <c:v>-196787789.91107082</c:v>
                </c:pt>
                <c:pt idx="107">
                  <c:v>-198641966.4810288</c:v>
                </c:pt>
                <c:pt idx="108">
                  <c:v>-200496102.7934394</c:v>
                </c:pt>
                <c:pt idx="109">
                  <c:v>-202350198.93377185</c:v>
                </c:pt>
                <c:pt idx="110">
                  <c:v>-204204254.98761177</c:v>
                </c:pt>
                <c:pt idx="111">
                  <c:v>-206058271.0406611</c:v>
                </c:pt>
                <c:pt idx="112">
                  <c:v>-207912247.17873955</c:v>
                </c:pt>
                <c:pt idx="113">
                  <c:v>-209766183.48778152</c:v>
                </c:pt>
                <c:pt idx="114">
                  <c:v>-211620080.0538392</c:v>
                </c:pt>
                <c:pt idx="115">
                  <c:v>-213473936.96307945</c:v>
                </c:pt>
                <c:pt idx="116">
                  <c:v>-215327754.30178475</c:v>
                </c:pt>
                <c:pt idx="117">
                  <c:v>-217181532.15635324</c:v>
                </c:pt>
                <c:pt idx="118">
                  <c:v>-219035270.61329842</c:v>
                </c:pt>
                <c:pt idx="119">
                  <c:v>-220888969.75924802</c:v>
                </c:pt>
                <c:pt idx="120">
                  <c:v>-222742629.6809461</c:v>
                </c:pt>
                <c:pt idx="121">
                  <c:v>-224596250.46524835</c:v>
                </c:pt>
                <c:pt idx="122">
                  <c:v>-226449832.1991272</c:v>
                </c:pt>
                <c:pt idx="123">
                  <c:v>-228303374.9696672</c:v>
                </c:pt>
                <c:pt idx="124">
                  <c:v>-230156878.86406922</c:v>
                </c:pt>
                <c:pt idx="125">
                  <c:v>-232010343.96964526</c:v>
                </c:pt>
                <c:pt idx="126">
                  <c:v>-233863770.37382054</c:v>
                </c:pt>
                <c:pt idx="127">
                  <c:v>-235717158.16413522</c:v>
                </c:pt>
                <c:pt idx="128">
                  <c:v>-237570507.42824125</c:v>
                </c:pt>
                <c:pt idx="129">
                  <c:v>-239423818.2539022</c:v>
                </c:pt>
                <c:pt idx="130">
                  <c:v>-241277090.72899532</c:v>
                </c:pt>
                <c:pt idx="131">
                  <c:v>-243130324.9415102</c:v>
                </c:pt>
                <c:pt idx="132">
                  <c:v>-244983520.97954726</c:v>
                </c:pt>
                <c:pt idx="133">
                  <c:v>-246836678.93131804</c:v>
                </c:pt>
                <c:pt idx="134">
                  <c:v>-248689798.88514757</c:v>
                </c:pt>
                <c:pt idx="135">
                  <c:v>-250542880.92946982</c:v>
                </c:pt>
                <c:pt idx="136">
                  <c:v>-252395925.15283132</c:v>
                </c:pt>
                <c:pt idx="137">
                  <c:v>-254248931.64388824</c:v>
                </c:pt>
                <c:pt idx="138">
                  <c:v>-256101900.49140716</c:v>
                </c:pt>
                <c:pt idx="139">
                  <c:v>-257954831.78426504</c:v>
                </c:pt>
                <c:pt idx="140">
                  <c:v>-259807725.61144924</c:v>
                </c:pt>
                <c:pt idx="141">
                  <c:v>-261660582.0620563</c:v>
                </c:pt>
                <c:pt idx="142">
                  <c:v>-263513401.22529197</c:v>
                </c:pt>
                <c:pt idx="143">
                  <c:v>-265366183.1904714</c:v>
                </c:pt>
                <c:pt idx="144">
                  <c:v>-267218928.0470183</c:v>
                </c:pt>
                <c:pt idx="145">
                  <c:v>-269071635.8844662</c:v>
                </c:pt>
                <c:pt idx="146">
                  <c:v>-270924306.7924559</c:v>
                </c:pt>
                <c:pt idx="147">
                  <c:v>-272776940.8607366</c:v>
                </c:pt>
                <c:pt idx="148">
                  <c:v>-274629538.17916584</c:v>
                </c:pt>
                <c:pt idx="149">
                  <c:v>-276482098.83770776</c:v>
                </c:pt>
                <c:pt idx="150">
                  <c:v>-278334622.9264357</c:v>
                </c:pt>
                <c:pt idx="151">
                  <c:v>-280187110.5355284</c:v>
                </c:pt>
                <c:pt idx="152">
                  <c:v>-282039561.7552724</c:v>
                </c:pt>
                <c:pt idx="153">
                  <c:v>-283891976.67606044</c:v>
                </c:pt>
                <c:pt idx="154">
                  <c:v>-285744355.3883927</c:v>
                </c:pt>
                <c:pt idx="155">
                  <c:v>-287596697.9828739</c:v>
                </c:pt>
                <c:pt idx="156">
                  <c:v>-289449004.5502155</c:v>
                </c:pt>
                <c:pt idx="157">
                  <c:v>-291301275.1812346</c:v>
                </c:pt>
                <c:pt idx="158">
                  <c:v>-293153509.9668534</c:v>
                </c:pt>
                <c:pt idx="159">
                  <c:v>-295005708.99809957</c:v>
                </c:pt>
                <c:pt idx="160">
                  <c:v>-296857872.36610484</c:v>
                </c:pt>
                <c:pt idx="161">
                  <c:v>-298710000.1621065</c:v>
                </c:pt>
                <c:pt idx="162">
                  <c:v>-300562092.4774456</c:v>
                </c:pt>
                <c:pt idx="163">
                  <c:v>-302414149.40356636</c:v>
                </c:pt>
                <c:pt idx="164">
                  <c:v>-304266171.0320189</c:v>
                </c:pt>
                <c:pt idx="165">
                  <c:v>-306118157.45445514</c:v>
                </c:pt>
                <c:pt idx="166">
                  <c:v>-307970108.76263094</c:v>
                </c:pt>
                <c:pt idx="167">
                  <c:v>-309822025.04840374</c:v>
                </c:pt>
                <c:pt idx="168">
                  <c:v>-311673906.4037361</c:v>
                </c:pt>
                <c:pt idx="169">
                  <c:v>-313525752.92069197</c:v>
                </c:pt>
                <c:pt idx="170">
                  <c:v>-315377564.69143605</c:v>
                </c:pt>
                <c:pt idx="171">
                  <c:v>-317229341.80823684</c:v>
                </c:pt>
                <c:pt idx="172">
                  <c:v>-319081084.36346436</c:v>
                </c:pt>
                <c:pt idx="173">
                  <c:v>-320932792.44958854</c:v>
                </c:pt>
                <c:pt idx="174">
                  <c:v>-322784466.1591811</c:v>
                </c:pt>
                <c:pt idx="175">
                  <c:v>-324636105.58491516</c:v>
                </c:pt>
                <c:pt idx="176">
                  <c:v>-326487710.81956434</c:v>
                </c:pt>
                <c:pt idx="177">
                  <c:v>-328339281.95600176</c:v>
                </c:pt>
                <c:pt idx="178">
                  <c:v>-330190819.0872009</c:v>
                </c:pt>
                <c:pt idx="179">
                  <c:v>-332042322.3062353</c:v>
                </c:pt>
                <c:pt idx="180">
                  <c:v>-333893791.7062769</c:v>
                </c:pt>
                <c:pt idx="181">
                  <c:v>-335745227.38059783</c:v>
                </c:pt>
                <c:pt idx="182">
                  <c:v>-337596629.42256856</c:v>
                </c:pt>
                <c:pt idx="183">
                  <c:v>-339447997.92565966</c:v>
                </c:pt>
                <c:pt idx="184">
                  <c:v>-341299332.9834368</c:v>
                </c:pt>
                <c:pt idx="185">
                  <c:v>-343150634.6895673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-343150634.6895673</c:v>
                </c:pt>
                <c:pt idx="186">
                  <c:v>-345001903.13781357</c:v>
                </c:pt>
                <c:pt idx="187">
                  <c:v>-346853138.42203736</c:v>
                </c:pt>
                <c:pt idx="188">
                  <c:v>-348704340.63619614</c:v>
                </c:pt>
                <c:pt idx="189">
                  <c:v>-350555509.8743448</c:v>
                </c:pt>
                <c:pt idx="190">
                  <c:v>-352406646.2306354</c:v>
                </c:pt>
                <c:pt idx="191">
                  <c:v>-354257749.79931664</c:v>
                </c:pt>
                <c:pt idx="192">
                  <c:v>-356108820.6747315</c:v>
                </c:pt>
                <c:pt idx="193">
                  <c:v>-357959858.9513197</c:v>
                </c:pt>
                <c:pt idx="194">
                  <c:v>-359810864.72361827</c:v>
                </c:pt>
                <c:pt idx="195">
                  <c:v>-361661838.086256</c:v>
                </c:pt>
                <c:pt idx="196">
                  <c:v>-363512779.13395905</c:v>
                </c:pt>
                <c:pt idx="197">
                  <c:v>-365363687.9615481</c:v>
                </c:pt>
                <c:pt idx="198">
                  <c:v>-367214564.66393757</c:v>
                </c:pt>
                <c:pt idx="199">
                  <c:v>-369065409.3361347</c:v>
                </c:pt>
                <c:pt idx="200">
                  <c:v>-370916222.07324314</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3594978.5117464066</c:v>
                </c:pt>
                <c:pt idx="2">
                  <c:v>7868768.689240694</c:v>
                </c:pt>
                <c:pt idx="3">
                  <c:v>12858773.93781948</c:v>
                </c:pt>
                <c:pt idx="4">
                  <c:v>18586555.107662916</c:v>
                </c:pt>
                <c:pt idx="5">
                  <c:v>25052354.350473166</c:v>
                </c:pt>
                <c:pt idx="6">
                  <c:v>32230215.330682516</c:v>
                </c:pt>
                <c:pt idx="7">
                  <c:v>40064658.84112239</c:v>
                </c:pt>
                <c:pt idx="8">
                  <c:v>48469882.05569315</c:v>
                </c:pt>
                <c:pt idx="9">
                  <c:v>57332187.01825428</c:v>
                </c:pt>
                <c:pt idx="10">
                  <c:v>66515801.82139397</c:v>
                </c:pt>
                <c:pt idx="11">
                  <c:v>75871548.80264854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75871548.80264854</c:v>
                </c:pt>
                <c:pt idx="12">
                  <c:v>85247153.276083</c:v>
                </c:pt>
                <c:pt idx="13">
                  <c:v>94497606.512609</c:v>
                </c:pt>
                <c:pt idx="14">
                  <c:v>103494035.11189651</c:v>
                </c:pt>
                <c:pt idx="15">
                  <c:v>112129957.67644525</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-1731168.7468101978</c:v>
                </c:pt>
                <c:pt idx="2">
                  <c:v>-3460950.1447896957</c:v>
                </c:pt>
                <c:pt idx="3">
                  <c:v>-5189362.7612912655</c:v>
                </c:pt>
                <c:pt idx="4">
                  <c:v>-6916425.721790552</c:v>
                </c:pt>
                <c:pt idx="5">
                  <c:v>-8642158.70660305</c:v>
                </c:pt>
                <c:pt idx="6">
                  <c:v>-10366581.947098017</c:v>
                </c:pt>
                <c:pt idx="7">
                  <c:v>-12089716.221409082</c:v>
                </c:pt>
                <c:pt idx="8">
                  <c:v>-13811582.849636555</c:v>
                </c:pt>
                <c:pt idx="9">
                  <c:v>-15532203.688538551</c:v>
                </c:pt>
                <c:pt idx="10">
                  <c:v>-17251601.12571478</c:v>
                </c:pt>
                <c:pt idx="11">
                  <c:v>-18969798.07327509</c:v>
                </c:pt>
                <c:pt idx="12">
                  <c:v>-20686817.960994482</c:v>
                </c:pt>
                <c:pt idx="13">
                  <c:v>-22402684.728963375</c:v>
                </c:pt>
                <c:pt idx="14">
                  <c:v>-24117422.819723368</c:v>
                </c:pt>
                <c:pt idx="15">
                  <c:v>-25831057.16989851</c:v>
                </c:pt>
                <c:pt idx="16">
                  <c:v>-27543613.2013247</c:v>
                </c:pt>
                <c:pt idx="17">
                  <c:v>-29255116.811680317</c:v>
                </c:pt>
                <c:pt idx="18">
                  <c:v>-30965594.364623785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-30965594.364623785</c:v>
                </c:pt>
                <c:pt idx="19">
                  <c:v>-32675072.679445505</c:v>
                </c:pt>
                <c:pt idx="20">
                  <c:v>-34383579.02023673</c:v>
                </c:pt>
                <c:pt idx="21">
                  <c:v>-36091141.0845952</c:v>
                </c:pt>
                <c:pt idx="22">
                  <c:v>-37797786.991856575</c:v>
                </c:pt>
                <c:pt idx="23">
                  <c:v>-39503545.27088475</c:v>
                </c:pt>
                <c:pt idx="24">
                  <c:v>-41208444.84741092</c:v>
                </c:pt>
                <c:pt idx="25">
                  <c:v>-42912515.03094745</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3063311.0271527767</c:v>
                </c:pt>
                <c:pt idx="2">
                  <c:v>7273081.449703455</c:v>
                </c:pt>
                <c:pt idx="3">
                  <c:v>11618608.376939774</c:v>
                </c:pt>
                <c:pt idx="4">
                  <c:v>15147085.045485497</c:v>
                </c:pt>
                <c:pt idx="5">
                  <c:v>17541473.194458008</c:v>
                </c:pt>
                <c:pt idx="6">
                  <c:v>18941754.051870346</c:v>
                </c:pt>
                <c:pt idx="7">
                  <c:v>19598683.08854723</c:v>
                </c:pt>
                <c:pt idx="8">
                  <c:v>19718628.253688097</c:v>
                </c:pt>
                <c:pt idx="9">
                  <c:v>19441216.61748886</c:v>
                </c:pt>
                <c:pt idx="10">
                  <c:v>18856478.86103773</c:v>
                </c:pt>
                <c:pt idx="11">
                  <c:v>18024105.543274403</c:v>
                </c:pt>
                <c:pt idx="12">
                  <c:v>16986645.68654394</c:v>
                </c:pt>
                <c:pt idx="13">
                  <c:v>15777094.75849247</c:v>
                </c:pt>
                <c:pt idx="14">
                  <c:v>14422789.278092384</c:v>
                </c:pt>
                <c:pt idx="15">
                  <c:v>12947215.584932327</c:v>
                </c:pt>
                <c:pt idx="16">
                  <c:v>11370783.239830494</c:v>
                </c:pt>
                <c:pt idx="17">
                  <c:v>9711163.023244143</c:v>
                </c:pt>
                <c:pt idx="18">
                  <c:v>7983490.725704193</c:v>
                </c:pt>
                <c:pt idx="19">
                  <c:v>6200562.932640314</c:v>
                </c:pt>
                <c:pt idx="20">
                  <c:v>4373060.508303165</c:v>
                </c:pt>
                <c:pt idx="21">
                  <c:v>2509795.9637470245</c:v>
                </c:pt>
                <c:pt idx="22">
                  <c:v>617968.6059920788</c:v>
                </c:pt>
                <c:pt idx="23">
                  <c:v>-1296588.4372503757</c:v>
                </c:pt>
                <c:pt idx="24">
                  <c:v>-3229180.646339655</c:v>
                </c:pt>
                <c:pt idx="25">
                  <c:v>-5176050.241030455</c:v>
                </c:pt>
                <c:pt idx="26">
                  <c:v>-7134202.177827358</c:v>
                </c:pt>
                <c:pt idx="27">
                  <c:v>-9101257.408398151</c:v>
                </c:pt>
                <c:pt idx="28">
                  <c:v>-11075331.17840457</c:v>
                </c:pt>
                <c:pt idx="29">
                  <c:v>-13054933.379576206</c:v>
                </c:pt>
                <c:pt idx="30">
                  <c:v>-15038887.75954485</c:v>
                </c:pt>
                <c:pt idx="31">
                  <c:v>-17026266.916356325</c:v>
                </c:pt>
                <c:pt idx="32">
                  <c:v>-19016340.298673153</c:v>
                </c:pt>
                <c:pt idx="33">
                  <c:v>-21008532.796233416</c:v>
                </c:pt>
                <c:pt idx="34">
                  <c:v>-23002391.877233744</c:v>
                </c:pt>
                <c:pt idx="35">
                  <c:v>-24997561.577085733</c:v>
                </c:pt>
                <c:pt idx="36">
                  <c:v>-26993761.95119047</c:v>
                </c:pt>
                <c:pt idx="37">
                  <c:v>-28990772.868304014</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-28990772.868304014</c:v>
                </c:pt>
                <c:pt idx="38">
                  <c:v>-30988421.241822958</c:v>
                </c:pt>
                <c:pt idx="39">
                  <c:v>-32986570.977944374</c:v>
                </c:pt>
                <c:pt idx="40">
                  <c:v>-34985115.06727219</c:v>
                </c:pt>
                <c:pt idx="41">
                  <c:v>-36983969.36535525</c:v>
                </c:pt>
                <c:pt idx="42">
                  <c:v>-38983067.7027998</c:v>
                </c:pt>
                <c:pt idx="43">
                  <c:v>-40982358.04137993</c:v>
                </c:pt>
                <c:pt idx="44">
                  <c:v>-42981799.452660084</c:v>
                </c:pt>
                <c:pt idx="45">
                  <c:v>-44981359.74320459</c:v>
                </c:pt>
                <c:pt idx="46">
                  <c:v>-46981013.58797693</c:v>
                </c:pt>
                <c:pt idx="47">
                  <c:v>-48980741.06310344</c:v>
                </c:pt>
                <c:pt idx="48">
                  <c:v>-50980526.492486954</c:v>
                </c:pt>
                <c:pt idx="49">
                  <c:v>-52980357.541047096</c:v>
                </c:pt>
                <c:pt idx="50">
                  <c:v>-54980224.50179243</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14266877.90448904</c:v>
                </c:pt>
                <c:pt idx="2">
                  <c:v>31356560.719216585</c:v>
                </c:pt>
                <c:pt idx="3">
                  <c:v>50205560.01614404</c:v>
                </c:pt>
                <c:pt idx="4">
                  <c:v>69279624.61088872</c:v>
                </c:pt>
                <c:pt idx="5">
                  <c:v>87156141.4402473</c:v>
                </c:pt>
                <c:pt idx="6">
                  <c:v>102970429.49676776</c:v>
                </c:pt>
                <c:pt idx="7">
                  <c:v>116461247.08859444</c:v>
                </c:pt>
                <c:pt idx="8">
                  <c:v>127759475.02662826</c:v>
                </c:pt>
                <c:pt idx="9">
                  <c:v>137159641.3122604</c:v>
                </c:pt>
                <c:pt idx="10">
                  <c:v>144978146.181288</c:v>
                </c:pt>
                <c:pt idx="11">
                  <c:v>151491999.94154572</c:v>
                </c:pt>
                <c:pt idx="12">
                  <c:v>156923528.021394</c:v>
                </c:pt>
                <c:pt idx="13">
                  <c:v>161444797.840348</c:v>
                </c:pt>
                <c:pt idx="14">
                  <c:v>165187978.7112515</c:v>
                </c:pt>
                <c:pt idx="15">
                  <c:v>168255778.2580347</c:v>
                </c:pt>
                <c:pt idx="16">
                  <c:v>170729992.6025989</c:v>
                </c:pt>
                <c:pt idx="17">
                  <c:v>172677852.81898594</c:v>
                </c:pt>
                <c:pt idx="18">
                  <c:v>174156446.85363817</c:v>
                </c:pt>
                <c:pt idx="19">
                  <c:v>175215650.33823872</c:v>
                </c:pt>
                <c:pt idx="20">
                  <c:v>175899983.28429675</c:v>
                </c:pt>
                <c:pt idx="21">
                  <c:v>176249737.12086153</c:v>
                </c:pt>
                <c:pt idx="22">
                  <c:v>176301634.247056</c:v>
                </c:pt>
                <c:pt idx="23">
                  <c:v>176089207.93775368</c:v>
                </c:pt>
                <c:pt idx="24">
                  <c:v>175643029.82341766</c:v>
                </c:pt>
                <c:pt idx="25">
                  <c:v>174990865.93888378</c:v>
                </c:pt>
                <c:pt idx="26">
                  <c:v>174157809.01386285</c:v>
                </c:pt>
                <c:pt idx="27">
                  <c:v>173166411.95779228</c:v>
                </c:pt>
                <c:pt idx="28">
                  <c:v>172036832.93335772</c:v>
                </c:pt>
                <c:pt idx="29">
                  <c:v>170786993.78847027</c:v>
                </c:pt>
                <c:pt idx="30">
                  <c:v>169432749.0697961</c:v>
                </c:pt>
                <c:pt idx="31">
                  <c:v>167988060.9304068</c:v>
                </c:pt>
                <c:pt idx="32">
                  <c:v>166465174.91559982</c:v>
                </c:pt>
                <c:pt idx="33">
                  <c:v>164874792.1364348</c:v>
                </c:pt>
                <c:pt idx="34">
                  <c:v>163226234.2462468</c:v>
                </c:pt>
                <c:pt idx="35">
                  <c:v>161527598.63375235</c:v>
                </c:pt>
                <c:pt idx="36">
                  <c:v>159785902.17821622</c:v>
                </c:pt>
                <c:pt idx="37">
                  <c:v>158007212.7024641</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158007212.7024641</c:v>
                </c:pt>
                <c:pt idx="38">
                  <c:v>156196767.88455653</c:v>
                </c:pt>
                <c:pt idx="39">
                  <c:v>154359081.85389757</c:v>
                </c:pt>
                <c:pt idx="40">
                  <c:v>152498040.02213693</c:v>
                </c:pt>
                <c:pt idx="41">
                  <c:v>150616982.90827703</c:v>
                </c:pt>
                <c:pt idx="42">
                  <c:v>148718779.83607864</c:v>
                </c:pt>
                <c:pt idx="43">
                  <c:v>146805893.43287683</c:v>
                </c:pt>
                <c:pt idx="44">
                  <c:v>144880435.86136222</c:v>
                </c:pt>
                <c:pt idx="45">
                  <c:v>142944217.6851771</c:v>
                </c:pt>
                <c:pt idx="46">
                  <c:v>140998790.21720695</c:v>
                </c:pt>
                <c:pt idx="47">
                  <c:v>139045482.13522863</c:v>
                </c:pt>
                <c:pt idx="48">
                  <c:v>137085431.07944536</c:v>
                </c:pt>
                <c:pt idx="49">
                  <c:v>135119610.87511826</c:v>
                </c:pt>
                <c:pt idx="50">
                  <c:v>133148854.95384192</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11833075.594193459</c:v>
                </c:pt>
                <c:pt idx="2">
                  <c:v>23454880.820338726</c:v>
                </c:pt>
                <c:pt idx="3">
                  <c:v>33190967.39329648</c:v>
                </c:pt>
                <c:pt idx="4">
                  <c:v>40415510.61934376</c:v>
                </c:pt>
                <c:pt idx="5">
                  <c:v>45356493.15470052</c:v>
                </c:pt>
                <c:pt idx="6">
                  <c:v>48540227.056458235</c:v>
                </c:pt>
                <c:pt idx="7">
                  <c:v>50458808.09544921</c:v>
                </c:pt>
                <c:pt idx="8">
                  <c:v>51477697.34227204</c:v>
                </c:pt>
                <c:pt idx="9">
                  <c:v>51846786.59557366</c:v>
                </c:pt>
                <c:pt idx="10">
                  <c:v>51733786.452896595</c:v>
                </c:pt>
                <c:pt idx="11">
                  <c:v>51252922.6393404</c:v>
                </c:pt>
                <c:pt idx="12">
                  <c:v>50484512.19456935</c:v>
                </c:pt>
                <c:pt idx="13">
                  <c:v>49487209.32109809</c:v>
                </c:pt>
                <c:pt idx="14">
                  <c:v>48305416.264359474</c:v>
                </c:pt>
                <c:pt idx="15">
                  <c:v>46973751.50809145</c:v>
                </c:pt>
                <c:pt idx="16">
                  <c:v>45519793.050792694</c:v>
                </c:pt>
                <c:pt idx="17">
                  <c:v>43965825.6388638</c:v>
                </c:pt>
                <c:pt idx="18">
                  <c:v>42330011.409804106</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42330011.409804106</c:v>
                </c:pt>
                <c:pt idx="19">
                  <c:v>40627219.814196825</c:v>
                </c:pt>
                <c:pt idx="20">
                  <c:v>38869647.91871333</c:v>
                </c:pt>
                <c:pt idx="21">
                  <c:v>37067304.0340991</c:v>
                </c:pt>
                <c:pt idx="22">
                  <c:v>35228396.00198293</c:v>
                </c:pt>
                <c:pt idx="23">
                  <c:v>33359648.547792673</c:v>
                </c:pt>
                <c:pt idx="24">
                  <c:v>31466565.09212184</c:v>
                </c:pt>
                <c:pt idx="25">
                  <c:v>29553644.55738163</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-1042850.9039547443</c:v>
                </c:pt>
                <c:pt idx="2">
                  <c:v>-2016710.06859684</c:v>
                </c:pt>
                <c:pt idx="3">
                  <c:v>-2928443.3908951283</c:v>
                </c:pt>
                <c:pt idx="4">
                  <c:v>-3787860.029792547</c:v>
                </c:pt>
                <c:pt idx="5">
                  <c:v>-4607406.252346277</c:v>
                </c:pt>
                <c:pt idx="6">
                  <c:v>-5401542.826625109</c:v>
                </c:pt>
                <c:pt idx="7">
                  <c:v>-6185864.861593008</c:v>
                </c:pt>
                <c:pt idx="8">
                  <c:v>-6976081.431019068</c:v>
                </c:pt>
                <c:pt idx="9">
                  <c:v>-7787004.446234465</c:v>
                </c:pt>
                <c:pt idx="10">
                  <c:v>-8631690.634957552</c:v>
                </c:pt>
                <c:pt idx="11">
                  <c:v>-9520840.033648968</c:v>
                </c:pt>
                <c:pt idx="12">
                  <c:v>-10462494.533895731</c:v>
                </c:pt>
                <c:pt idx="13">
                  <c:v>-11462020.771829605</c:v>
                </c:pt>
                <c:pt idx="14">
                  <c:v>-12522318.791253805</c:v>
                </c:pt>
                <c:pt idx="15">
                  <c:v>-13644178.037494183</c:v>
                </c:pt>
                <c:pt idx="16">
                  <c:v>-14826703.144909143</c:v>
                </c:pt>
                <c:pt idx="17">
                  <c:v>-16067746.438766718</c:v>
                </c:pt>
                <c:pt idx="18">
                  <c:v>-17364304.041554213</c:v>
                </c:pt>
                <c:pt idx="19">
                  <c:v>-18712851.824970007</c:v>
                </c:pt>
                <c:pt idx="20">
                  <c:v>-20109612.8215096</c:v>
                </c:pt>
                <c:pt idx="21">
                  <c:v>-21550758.103940487</c:v>
                </c:pt>
                <c:pt idx="22">
                  <c:v>-23032549.025660038</c:v>
                </c:pt>
                <c:pt idx="23">
                  <c:v>-24551431.193312168</c:v>
                </c:pt>
                <c:pt idx="24">
                  <c:v>-26104090.795484066</c:v>
                </c:pt>
                <c:pt idx="25">
                  <c:v>-27687482.91738701</c:v>
                </c:pt>
                <c:pt idx="26">
                  <c:v>-29298839.927855253</c:v>
                </c:pt>
                <c:pt idx="27">
                  <c:v>-30935666.36810851</c:v>
                </c:pt>
                <c:pt idx="28">
                  <c:v>-32595725.239830732</c:v>
                </c:pt>
                <c:pt idx="29">
                  <c:v>-34277019.288633585</c:v>
                </c:pt>
                <c:pt idx="30">
                  <c:v>-35977769.83365035</c:v>
                </c:pt>
                <c:pt idx="31">
                  <c:v>-37696394.8883481</c:v>
                </c:pt>
                <c:pt idx="32">
                  <c:v>-39431487.71671915</c:v>
                </c:pt>
                <c:pt idx="33">
                  <c:v>-41181796.5332737</c:v>
                </c:pt>
                <c:pt idx="34">
                  <c:v>-42946205.747461796</c:v>
                </c:pt>
                <c:pt idx="35">
                  <c:v>-44723718.94156599</c:v>
                </c:pt>
                <c:pt idx="36">
                  <c:v>-46513443.63001418</c:v>
                </c:pt>
                <c:pt idx="37">
                  <c:v>-48314577.75757003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-48314577.75757003</c:v>
                </c:pt>
                <c:pt idx="38">
                  <c:v>-50126397.838997364</c:v>
                </c:pt>
                <c:pt idx="39">
                  <c:v>-51948248.612434864</c:v>
                </c:pt>
                <c:pt idx="40">
                  <c:v>-53779534.06494188</c:v>
                </c:pt>
                <c:pt idx="41">
                  <c:v>-55619709.68570709</c:v>
                </c:pt>
                <c:pt idx="42">
                  <c:v>-57468275.806364775</c:v>
                </c:pt>
                <c:pt idx="43">
                  <c:v>-59324771.89586115</c:v>
                </c:pt>
                <c:pt idx="44">
                  <c:v>-61188771.68761206</c:v>
                </c:pt>
                <c:pt idx="45">
                  <c:v>-63059879.02794218</c:v>
                </c:pt>
                <c:pt idx="46">
                  <c:v>-64937724.34626627</c:v>
                </c:pt>
                <c:pt idx="47">
                  <c:v>-66821961.65859699</c:v>
                </c:pt>
                <c:pt idx="48">
                  <c:v>-68712266.02647066</c:v>
                </c:pt>
                <c:pt idx="49">
                  <c:v>-70608331.40312743</c:v>
                </c:pt>
                <c:pt idx="50">
                  <c:v>-72509868.80760193</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-2702034.1552710533</c:v>
                </c:pt>
                <c:pt idx="2">
                  <c:v>-5475775.525265932</c:v>
                </c:pt>
                <c:pt idx="3">
                  <c:v>-8315493.349647284</c:v>
                </c:pt>
                <c:pt idx="4">
                  <c:v>-11211079.24457264</c:v>
                </c:pt>
                <c:pt idx="5">
                  <c:v>-14148346.142364979</c:v>
                </c:pt>
                <c:pt idx="6">
                  <c:v>-17110022.528826714</c:v>
                </c:pt>
                <c:pt idx="7">
                  <c:v>-20077319.105086565</c:v>
                </c:pt>
                <c:pt idx="8">
                  <c:v>-23031757.986348867</c:v>
                </c:pt>
                <c:pt idx="9">
                  <c:v>-25956870.23913479</c:v>
                </c:pt>
                <c:pt idx="10">
                  <c:v>-28839427.82021451</c:v>
                </c:pt>
                <c:pt idx="11">
                  <c:v>-31670044.206490993</c:v>
                </c:pt>
                <c:pt idx="12">
                  <c:v>-34443167.875202656</c:v>
                </c:pt>
                <c:pt idx="13">
                  <c:v>-37156626.628569365</c:v>
                </c:pt>
                <c:pt idx="14">
                  <c:v>-39810928.329343796</c:v>
                </c:pt>
                <c:pt idx="15">
                  <c:v>-42408500.588378906</c:v>
                </c:pt>
                <c:pt idx="16">
                  <c:v>-44952994.10170865</c:v>
                </c:pt>
                <c:pt idx="17">
                  <c:v>-47448713.3665452</c:v>
                </c:pt>
                <c:pt idx="18">
                  <c:v>-49900191.73453903</c:v>
                </c:pt>
                <c:pt idx="19">
                  <c:v>-52311899.46227431</c:v>
                </c:pt>
                <c:pt idx="20">
                  <c:v>-54688060.548256636</c:v>
                </c:pt>
                <c:pt idx="21">
                  <c:v>-57032551.40151572</c:v>
                </c:pt>
                <c:pt idx="22">
                  <c:v>-59348857.0152328</c:v>
                </c:pt>
                <c:pt idx="23">
                  <c:v>-61640065.04264188</c:v>
                </c:pt>
                <c:pt idx="24">
                  <c:v>-63908883.12247515</c:v>
                </c:pt>
                <c:pt idx="25">
                  <c:v>-66157669.1092217</c:v>
                </c:pt>
                <c:pt idx="26">
                  <c:v>-68388467.25618553</c:v>
                </c:pt>
                <c:pt idx="27">
                  <c:v>-70603045.90308285</c:v>
                </c:pt>
                <c:pt idx="28">
                  <c:v>-72802933.98151135</c:v>
                </c:pt>
                <c:pt idx="29">
                  <c:v>-74989454.84345126</c:v>
                </c:pt>
                <c:pt idx="30">
                  <c:v>-77163756.69573998</c:v>
                </c:pt>
                <c:pt idx="31">
                  <c:v>-79326839.41201425</c:v>
                </c:pt>
                <c:pt idx="32">
                  <c:v>-81479577.78652382</c:v>
                </c:pt>
                <c:pt idx="33">
                  <c:v>-83622741.45833707</c:v>
                </c:pt>
                <c:pt idx="34">
                  <c:v>-85757011.81610632</c:v>
                </c:pt>
                <c:pt idx="35">
                  <c:v>-87882996.22395873</c:v>
                </c:pt>
                <c:pt idx="36">
                  <c:v>-90001239.90877104</c:v>
                </c:pt>
                <c:pt idx="37">
                  <c:v>-92112235.83140993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-92112235.83140993</c:v>
                </c:pt>
                <c:pt idx="38">
                  <c:v>-94216432.83782768</c:v>
                </c:pt>
                <c:pt idx="39">
                  <c:v>-96314242.35539985</c:v>
                </c:pt>
                <c:pt idx="40">
                  <c:v>-98406043.86871457</c:v>
                </c:pt>
                <c:pt idx="41">
                  <c:v>-100492189.37892652</c:v>
                </c:pt>
                <c:pt idx="42">
                  <c:v>-102573007.02274776</c:v>
                </c:pt>
                <c:pt idx="43">
                  <c:v>-104648804.0016501</c:v>
                </c:pt>
                <c:pt idx="44">
                  <c:v>-106719868.94899654</c:v>
                </c:pt>
                <c:pt idx="45">
                  <c:v>-108786473.84264636</c:v>
                </c:pt>
                <c:pt idx="46">
                  <c:v>-110848875.55287838</c:v>
                </c:pt>
                <c:pt idx="47">
                  <c:v>-112907317.10017157</c:v>
                </c:pt>
                <c:pt idx="48">
                  <c:v>-114962028.68415213</c:v>
                </c:pt>
                <c:pt idx="49">
                  <c:v>-117013228.53376198</c:v>
                </c:pt>
                <c:pt idx="50">
                  <c:v>-119061123.61913133</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191022.83680057526</c:v>
                </c:pt>
                <c:pt idx="2">
                  <c:v>788891.4289257526</c:v>
                </c:pt>
                <c:pt idx="3">
                  <c:v>1457294.451217413</c:v>
                </c:pt>
                <c:pt idx="4">
                  <c:v>1852648.9259345531</c:v>
                </c:pt>
                <c:pt idx="5">
                  <c:v>1807339.9372439384</c:v>
                </c:pt>
                <c:pt idx="6">
                  <c:v>1328176.6492972374</c:v>
                </c:pt>
                <c:pt idx="7">
                  <c:v>499358.16122174263</c:v>
                </c:pt>
                <c:pt idx="8">
                  <c:v>-588606.3820776939</c:v>
                </c:pt>
                <c:pt idx="9">
                  <c:v>-1864512.597187519</c:v>
                </c:pt>
                <c:pt idx="10">
                  <c:v>-3278436.118646145</c:v>
                </c:pt>
                <c:pt idx="11">
                  <c:v>-4796713.421977282</c:v>
                </c:pt>
                <c:pt idx="12">
                  <c:v>-6396592.299572468</c:v>
                </c:pt>
                <c:pt idx="13">
                  <c:v>-8062239.891161442</c:v>
                </c:pt>
                <c:pt idx="14">
                  <c:v>-9782123.592230797</c:v>
                </c:pt>
                <c:pt idx="15">
                  <c:v>-11547403.081199884</c:v>
                </c:pt>
                <c:pt idx="16">
                  <c:v>-13350983.645301342</c:v>
                </c:pt>
                <c:pt idx="17">
                  <c:v>-15186973.63615346</c:v>
                </c:pt>
                <c:pt idx="18">
                  <c:v>-17050376.093892336</c:v>
                </c:pt>
                <c:pt idx="19">
                  <c:v>-18936909.283700466</c:v>
                </c:pt>
                <c:pt idx="20">
                  <c:v>-20842894.513807774</c:v>
                </c:pt>
                <c:pt idx="21">
                  <c:v>-22765177.253546476</c:v>
                </c:pt>
                <c:pt idx="22">
                  <c:v>-24701064.142430782</c:v>
                </c:pt>
                <c:pt idx="23">
                  <c:v>-26648267.827557087</c:v>
                </c:pt>
                <c:pt idx="24">
                  <c:v>-28604856.456753254</c:v>
                </c:pt>
                <c:pt idx="25">
                  <c:v>-30569206.957065105</c:v>
                </c:pt>
                <c:pt idx="26">
                  <c:v>-32539962.129502058</c:v>
                </c:pt>
                <c:pt idx="27">
                  <c:v>-34515991.80210328</c:v>
                </c:pt>
                <c:pt idx="28">
                  <c:v>-36496358.202171564</c:v>
                </c:pt>
                <c:pt idx="29">
                  <c:v>-38480285.540501595</c:v>
                </c:pt>
                <c:pt idx="30">
                  <c:v>-40467133.63999367</c:v>
                </c:pt>
                <c:pt idx="31">
                  <c:v>-42456375.32270002</c:v>
                </c:pt>
                <c:pt idx="32">
                  <c:v>-44447577.19857001</c:v>
                </c:pt>
                <c:pt idx="33">
                  <c:v>-46440383.46887779</c:v>
                </c:pt>
                <c:pt idx="34">
                  <c:v>-48434502.35700679</c:v>
                </c:pt>
                <c:pt idx="35">
                  <c:v>-50429694.79872584</c:v>
                </c:pt>
                <c:pt idx="36">
                  <c:v>-52425765.055072546</c:v>
                </c:pt>
                <c:pt idx="37">
                  <c:v>-54422552.94735813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-54422552.94735813</c:v>
                </c:pt>
                <c:pt idx="38">
                  <c:v>-56419927.451515436</c:v>
                </c:pt>
                <c:pt idx="39">
                  <c:v>-58417781.42540932</c:v>
                </c:pt>
                <c:pt idx="40">
                  <c:v>-60416027.27633095</c:v>
                </c:pt>
                <c:pt idx="41">
                  <c:v>-62414593.40598917</c:v>
                </c:pt>
                <c:pt idx="42">
                  <c:v>-64413421.29668546</c:v>
                </c:pt>
                <c:pt idx="43">
                  <c:v>-66412463.125086784</c:v>
                </c:pt>
                <c:pt idx="44">
                  <c:v>-68411679.80937696</c:v>
                </c:pt>
                <c:pt idx="45">
                  <c:v>-70411039.41189456</c:v>
                </c:pt>
                <c:pt idx="46">
                  <c:v>-72410515.83305955</c:v>
                </c:pt>
                <c:pt idx="47">
                  <c:v>-74410087.74376845</c:v>
                </c:pt>
                <c:pt idx="48">
                  <c:v>-76409737.7129097</c:v>
                </c:pt>
                <c:pt idx="49">
                  <c:v>-78409451.49441838</c:v>
                </c:pt>
                <c:pt idx="50">
                  <c:v>-80409217.4447782</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0.1367194881210327</c:v>
                </c:pt>
                <c:pt idx="2">
                  <c:v>0.13806392374259233</c:v>
                </c:pt>
                <c:pt idx="3">
                  <c:v>0.13938664714709917</c:v>
                </c:pt>
                <c:pt idx="4">
                  <c:v>0.1406853693959117</c:v>
                </c:pt>
                <c:pt idx="5">
                  <c:v>0.14195779558279514</c:v>
                </c:pt>
                <c:pt idx="6">
                  <c:v>0.14320163647693396</c:v>
                </c:pt>
                <c:pt idx="7">
                  <c:v>0.14441462067803315</c:v>
                </c:pt>
                <c:pt idx="8">
                  <c:v>0.14559450717066227</c:v>
                </c:pt>
                <c:pt idx="9">
                  <c:v>0.1467390981520017</c:v>
                </c:pt>
                <c:pt idx="10">
                  <c:v>0.14784625199438334</c:v>
                </c:pt>
                <c:pt idx="11">
                  <c:v>0.1489138961967555</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0.1489138961967555</c:v>
                </c:pt>
                <c:pt idx="12">
                  <c:v>0.1499400401706795</c:v>
                </c:pt>
                <c:pt idx="13">
                  <c:v>0.15092278770367915</c:v>
                </c:pt>
                <c:pt idx="14">
                  <c:v>0.15186034894183703</c:v>
                </c:pt>
                <c:pt idx="15">
                  <c:v>0.15275105173543294</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0.004558425428628922</c:v>
                </c:pt>
                <c:pt idx="2">
                  <c:v>0.00456038025277853</c:v>
                </c:pt>
                <c:pt idx="3">
                  <c:v>0.004562327138463656</c:v>
                </c:pt>
                <c:pt idx="4">
                  <c:v>0.004564266059368849</c:v>
                </c:pt>
                <c:pt idx="5">
                  <c:v>0.004566196989011765</c:v>
                </c:pt>
                <c:pt idx="6">
                  <c:v>0.004568119901299477</c:v>
                </c:pt>
                <c:pt idx="7">
                  <c:v>0.004570034770114082</c:v>
                </c:pt>
                <c:pt idx="8">
                  <c:v>0.004571941569417715</c:v>
                </c:pt>
                <c:pt idx="9">
                  <c:v>0.004573840273380279</c:v>
                </c:pt>
                <c:pt idx="10">
                  <c:v>0.004575730856251716</c:v>
                </c:pt>
                <c:pt idx="11">
                  <c:v>0.004577613292368976</c:v>
                </c:pt>
                <c:pt idx="12">
                  <c:v>0.004579487556189299</c:v>
                </c:pt>
                <c:pt idx="13">
                  <c:v>0.004581353622317314</c:v>
                </c:pt>
                <c:pt idx="14">
                  <c:v>0.004583211465452398</c:v>
                </c:pt>
                <c:pt idx="15">
                  <c:v>0.004585061060444514</c:v>
                </c:pt>
                <c:pt idx="16">
                  <c:v>0.0045869023822173475</c:v>
                </c:pt>
                <c:pt idx="17">
                  <c:v>0.0045887354058658375</c:v>
                </c:pt>
                <c:pt idx="18">
                  <c:v>0.004590560106555621</c:v>
                </c:pt>
                <c:pt idx="19">
                  <c:v>0.004592376459617364</c:v>
                </c:pt>
                <c:pt idx="20">
                  <c:v>0.004594184440499544</c:v>
                </c:pt>
                <c:pt idx="21">
                  <c:v>0.004595984024763107</c:v>
                </c:pt>
                <c:pt idx="22">
                  <c:v>0.004597775188088417</c:v>
                </c:pt>
                <c:pt idx="23">
                  <c:v>0.004599557906337406</c:v>
                </c:pt>
                <c:pt idx="24">
                  <c:v>0.004601332155421376</c:v>
                </c:pt>
                <c:pt idx="25">
                  <c:v>0.004603097911448479</c:v>
                </c:pt>
                <c:pt idx="26">
                  <c:v>0.004604855150635426</c:v>
                </c:pt>
                <c:pt idx="27">
                  <c:v>0.004606603849318293</c:v>
                </c:pt>
                <c:pt idx="28">
                  <c:v>0.004608343983982291</c:v>
                </c:pt>
                <c:pt idx="29">
                  <c:v>0.004610075531240167</c:v>
                </c:pt>
                <c:pt idx="30">
                  <c:v>0.004611798467854659</c:v>
                </c:pt>
                <c:pt idx="31">
                  <c:v>0.00461351277068738</c:v>
                </c:pt>
                <c:pt idx="32">
                  <c:v>0.0046152184167914095</c:v>
                </c:pt>
                <c:pt idx="33">
                  <c:v>0.004616915383306416</c:v>
                </c:pt>
                <c:pt idx="34">
                  <c:v>0.004618603647551116</c:v>
                </c:pt>
                <c:pt idx="35">
                  <c:v>0.004620283186956814</c:v>
                </c:pt>
                <c:pt idx="36">
                  <c:v>0.004621953979124626</c:v>
                </c:pt>
                <c:pt idx="37">
                  <c:v>0.0046236160017638596</c:v>
                </c:pt>
                <c:pt idx="38">
                  <c:v>0.004625269232749939</c:v>
                </c:pt>
                <c:pt idx="39">
                  <c:v>0.004626913650103104</c:v>
                </c:pt>
                <c:pt idx="40">
                  <c:v>0.004628549231988192</c:v>
                </c:pt>
                <c:pt idx="41">
                  <c:v>0.004630175956696999</c:v>
                </c:pt>
                <c:pt idx="42">
                  <c:v>0.004631793802692776</c:v>
                </c:pt>
                <c:pt idx="43">
                  <c:v>0.004633402748579203</c:v>
                </c:pt>
                <c:pt idx="44">
                  <c:v>0.00463500277309797</c:v>
                </c:pt>
                <c:pt idx="45">
                  <c:v>0.004636593855163786</c:v>
                </c:pt>
                <c:pt idx="46">
                  <c:v>0.004638175973822241</c:v>
                </c:pt>
                <c:pt idx="47">
                  <c:v>0.004639749108279005</c:v>
                </c:pt>
                <c:pt idx="48">
                  <c:v>0.004641313237888117</c:v>
                </c:pt>
                <c:pt idx="49">
                  <c:v>0.00464286834217091</c:v>
                </c:pt>
                <c:pt idx="50">
                  <c:v>0.004644414400784969</c:v>
                </c:pt>
                <c:pt idx="51">
                  <c:v>0.004645951393552855</c:v>
                </c:pt>
                <c:pt idx="52">
                  <c:v>0.00464747930045082</c:v>
                </c:pt>
                <c:pt idx="53">
                  <c:v>0.004648998101621304</c:v>
                </c:pt>
                <c:pt idx="54">
                  <c:v>0.0046505077773509205</c:v>
                </c:pt>
                <c:pt idx="55">
                  <c:v>0.004652008308096365</c:v>
                </c:pt>
                <c:pt idx="56">
                  <c:v>0.00465349967447349</c:v>
                </c:pt>
                <c:pt idx="57">
                  <c:v>0.00465498185724752</c:v>
                </c:pt>
                <c:pt idx="58">
                  <c:v>0.004656454837363342</c:v>
                </c:pt>
                <c:pt idx="59">
                  <c:v>0.004657918595906032</c:v>
                </c:pt>
                <c:pt idx="60">
                  <c:v>0.004659373114150762</c:v>
                </c:pt>
                <c:pt idx="61">
                  <c:v>0.004660818373514003</c:v>
                </c:pt>
                <c:pt idx="62">
                  <c:v>0.0046622543555882665</c:v>
                </c:pt>
                <c:pt idx="63">
                  <c:v>0.004663681042128139</c:v>
                </c:pt>
                <c:pt idx="64">
                  <c:v>0.0046650984150599685</c:v>
                </c:pt>
                <c:pt idx="65">
                  <c:v>0.004666506456468655</c:v>
                </c:pt>
                <c:pt idx="66">
                  <c:v>0.004667905148612731</c:v>
                </c:pt>
                <c:pt idx="67">
                  <c:v>0.004669294473927412</c:v>
                </c:pt>
                <c:pt idx="68">
                  <c:v>0.0046706744149975915</c:v>
                </c:pt>
                <c:pt idx="69">
                  <c:v>0.004672044954598813</c:v>
                </c:pt>
                <c:pt idx="70">
                  <c:v>0.004673406075664929</c:v>
                </c:pt>
                <c:pt idx="71">
                  <c:v>0.004674757761308845</c:v>
                </c:pt>
                <c:pt idx="72">
                  <c:v>0.0046760999948100915</c:v>
                </c:pt>
                <c:pt idx="73">
                  <c:v>0.004677432759624638</c:v>
                </c:pt>
                <c:pt idx="74">
                  <c:v>0.004678756039390693</c:v>
                </c:pt>
                <c:pt idx="75">
                  <c:v>0.004680069817903837</c:v>
                </c:pt>
                <c:pt idx="76">
                  <c:v>0.00468137407914902</c:v>
                </c:pt>
                <c:pt idx="77">
                  <c:v>0.004682668807282076</c:v>
                </c:pt>
                <c:pt idx="78">
                  <c:v>0.004683953986641688</c:v>
                </c:pt>
                <c:pt idx="79">
                  <c:v>0.004685229601730274</c:v>
                </c:pt>
                <c:pt idx="80">
                  <c:v>0.004686495637241006</c:v>
                </c:pt>
                <c:pt idx="81">
                  <c:v>0.004687752078046033</c:v>
                </c:pt>
                <c:pt idx="82">
                  <c:v>0.004688998909189934</c:v>
                </c:pt>
                <c:pt idx="83">
                  <c:v>0.0046902361159008666</c:v>
                </c:pt>
                <c:pt idx="84">
                  <c:v>0.004691463683586745</c:v>
                </c:pt>
                <c:pt idx="85">
                  <c:v>0.004692681597838682</c:v>
                </c:pt>
                <c:pt idx="86">
                  <c:v>0.004693889844431433</c:v>
                </c:pt>
                <c:pt idx="87">
                  <c:v>0.0046950884093183215</c:v>
                </c:pt>
                <c:pt idx="88">
                  <c:v>0.004696277278634635</c:v>
                </c:pt>
                <c:pt idx="89">
                  <c:v>0.004697456438706163</c:v>
                </c:pt>
                <c:pt idx="90">
                  <c:v>0.00469862587603728</c:v>
                </c:pt>
                <c:pt idx="91">
                  <c:v>0.00469978557731948</c:v>
                </c:pt>
                <c:pt idx="92">
                  <c:v>0.0047009355294302755</c:v>
                </c:pt>
                <c:pt idx="93">
                  <c:v>0.004702075719427037</c:v>
                </c:pt>
                <c:pt idx="94">
                  <c:v>0.00470320613456787</c:v>
                </c:pt>
                <c:pt idx="95">
                  <c:v>0.004704326762280966</c:v>
                </c:pt>
                <c:pt idx="96">
                  <c:v>0.004705437590196729</c:v>
                </c:pt>
                <c:pt idx="97">
                  <c:v>0.004706538606121368</c:v>
                </c:pt>
                <c:pt idx="98">
                  <c:v>0.004707629798058345</c:v>
                </c:pt>
                <c:pt idx="99">
                  <c:v>0.004708711154194793</c:v>
                </c:pt>
                <c:pt idx="100">
                  <c:v>0.004709782662913799</c:v>
                </c:pt>
                <c:pt idx="101">
                  <c:v>0.004710844312783515</c:v>
                </c:pt>
                <c:pt idx="102">
                  <c:v>0.004711896092559777</c:v>
                </c:pt>
                <c:pt idx="103">
                  <c:v>0.004712937991195512</c:v>
                </c:pt>
                <c:pt idx="104">
                  <c:v>0.0047139699978347</c:v>
                </c:pt>
                <c:pt idx="105">
                  <c:v>0.00471499210180555</c:v>
                </c:pt>
                <c:pt idx="106">
                  <c:v>0.004716004292638797</c:v>
                </c:pt>
                <c:pt idx="107">
                  <c:v>0.004717006560051553</c:v>
                </c:pt>
                <c:pt idx="108">
                  <c:v>0.0047179988939530315</c:v>
                </c:pt>
                <c:pt idx="109">
                  <c:v>0.0047189812844510475</c:v>
                </c:pt>
                <c:pt idx="110">
                  <c:v>0.004719953721838648</c:v>
                </c:pt>
                <c:pt idx="111">
                  <c:v>0.004720916196613699</c:v>
                </c:pt>
                <c:pt idx="112">
                  <c:v>0.004721868699461221</c:v>
                </c:pt>
                <c:pt idx="113">
                  <c:v>0.0047228112212609405</c:v>
                </c:pt>
                <c:pt idx="114">
                  <c:v>0.004723743753093377</c:v>
                </c:pt>
                <c:pt idx="115">
                  <c:v>0.004724666286225941</c:v>
                </c:pt>
                <c:pt idx="116">
                  <c:v>0.004725578812131594</c:v>
                </c:pt>
                <c:pt idx="117">
                  <c:v>0.004726481322470893</c:v>
                </c:pt>
                <c:pt idx="118">
                  <c:v>0.0047273738091052585</c:v>
                </c:pt>
                <c:pt idx="119">
                  <c:v>0.0047282562640915396</c:v>
                </c:pt>
                <c:pt idx="120">
                  <c:v>0.004729128679682811</c:v>
                </c:pt>
                <c:pt idx="121">
                  <c:v>0.004729991048330118</c:v>
                </c:pt>
                <c:pt idx="122">
                  <c:v>0.00473084336268511</c:v>
                </c:pt>
                <c:pt idx="123">
                  <c:v>0.00473168561558801</c:v>
                </c:pt>
                <c:pt idx="124">
                  <c:v>0.004732517800085967</c:v>
                </c:pt>
                <c:pt idx="125">
                  <c:v>0.004733339909420014</c:v>
                </c:pt>
                <c:pt idx="126">
                  <c:v>0.004734151937033449</c:v>
                </c:pt>
                <c:pt idx="127">
                  <c:v>0.004734953876556374</c:v>
                </c:pt>
                <c:pt idx="128">
                  <c:v>0.004735745721834711</c:v>
                </c:pt>
                <c:pt idx="129">
                  <c:v>0.004736527466902437</c:v>
                </c:pt>
                <c:pt idx="130">
                  <c:v>0.004737299105992684</c:v>
                </c:pt>
                <c:pt idx="131">
                  <c:v>0.004738060633537424</c:v>
                </c:pt>
                <c:pt idx="132">
                  <c:v>0.004738812044176188</c:v>
                </c:pt>
                <c:pt idx="133">
                  <c:v>0.004739553332736617</c:v>
                </c:pt>
                <c:pt idx="134">
                  <c:v>0.004740284494254126</c:v>
                </c:pt>
                <c:pt idx="135">
                  <c:v>0.004741005523957146</c:v>
                </c:pt>
                <c:pt idx="136">
                  <c:v>0.0047417164172793135</c:v>
                </c:pt>
                <c:pt idx="137">
                  <c:v>0.004742417169853718</c:v>
                </c:pt>
                <c:pt idx="138">
                  <c:v>0.004743107777508273</c:v>
                </c:pt>
                <c:pt idx="139">
                  <c:v>0.004743788236277567</c:v>
                </c:pt>
                <c:pt idx="140">
                  <c:v>0.004744458542392935</c:v>
                </c:pt>
                <c:pt idx="141">
                  <c:v>0.004745118692280553</c:v>
                </c:pt>
                <c:pt idx="142">
                  <c:v>0.00474576868257808</c:v>
                </c:pt>
                <c:pt idx="143">
                  <c:v>0.004746408510112262</c:v>
                </c:pt>
                <c:pt idx="144">
                  <c:v>0.004747038171918028</c:v>
                </c:pt>
                <c:pt idx="145">
                  <c:v>0.004747657665224733</c:v>
                </c:pt>
                <c:pt idx="146">
                  <c:v>0.004748266987465832</c:v>
                </c:pt>
                <c:pt idx="147">
                  <c:v>0.004748866136271937</c:v>
                </c:pt>
                <c:pt idx="148">
                  <c:v>0.004749455109477043</c:v>
                </c:pt>
                <c:pt idx="149">
                  <c:v>0.004750033905110103</c:v>
                </c:pt>
                <c:pt idx="150">
                  <c:v>0.004750602521406015</c:v>
                </c:pt>
                <c:pt idx="151">
                  <c:v>0.004751160956794063</c:v>
                </c:pt>
                <c:pt idx="152">
                  <c:v>0.004751709209904859</c:v>
                </c:pt>
                <c:pt idx="153">
                  <c:v>0.004752247279576227</c:v>
                </c:pt>
                <c:pt idx="154">
                  <c:v>0.004752775164831769</c:v>
                </c:pt>
                <c:pt idx="155">
                  <c:v>0.004753292864904865</c:v>
                </c:pt>
                <c:pt idx="156">
                  <c:v>0.004753800379225841</c:v>
                </c:pt>
                <c:pt idx="157">
                  <c:v>0.004754297707424042</c:v>
                </c:pt>
                <c:pt idx="158">
                  <c:v>0.004754784849326822</c:v>
                </c:pt>
                <c:pt idx="159">
                  <c:v>0.0047552618049615586</c:v>
                </c:pt>
                <c:pt idx="160">
                  <c:v>0.0047557285745553676</c:v>
                </c:pt>
                <c:pt idx="161">
                  <c:v>0.004756185158531858</c:v>
                </c:pt>
                <c:pt idx="162">
                  <c:v>0.0047566315575146385</c:v>
                </c:pt>
                <c:pt idx="163">
                  <c:v>0.0047570677723270255</c:v>
                </c:pt>
                <c:pt idx="164">
                  <c:v>0.0047574938039874155</c:v>
                </c:pt>
                <c:pt idx="165">
                  <c:v>0.004757909653712764</c:v>
                </c:pt>
                <c:pt idx="166">
                  <c:v>0.004758315322919064</c:v>
                </c:pt>
                <c:pt idx="167">
                  <c:v>0.004758710813218248</c:v>
                </c:pt>
                <c:pt idx="168">
                  <c:v>0.004759096126422286</c:v>
                </c:pt>
                <c:pt idx="169">
                  <c:v>0.004759471264535859</c:v>
                </c:pt>
                <c:pt idx="170">
                  <c:v>0.004759836229764714</c:v>
                </c:pt>
                <c:pt idx="171">
                  <c:v>0.004760191024506998</c:v>
                </c:pt>
                <c:pt idx="172">
                  <c:v>0.004760535651358754</c:v>
                </c:pt>
                <c:pt idx="173">
                  <c:v>0.004760870113113023</c:v>
                </c:pt>
                <c:pt idx="174">
                  <c:v>0.004761194412756926</c:v>
                </c:pt>
                <c:pt idx="175">
                  <c:v>0.004761508553470884</c:v>
                </c:pt>
                <c:pt idx="176">
                  <c:v>0.004761812538636002</c:v>
                </c:pt>
                <c:pt idx="177">
                  <c:v>0.004762106371823004</c:v>
                </c:pt>
                <c:pt idx="178">
                  <c:v>0.004762390056797627</c:v>
                </c:pt>
                <c:pt idx="179">
                  <c:v>0.004762663597520503</c:v>
                </c:pt>
                <c:pt idx="180">
                  <c:v>0.004762926998145051</c:v>
                </c:pt>
                <c:pt idx="181">
                  <c:v>0.0047631802630193985</c:v>
                </c:pt>
                <c:pt idx="182">
                  <c:v>0.004763423396680381</c:v>
                </c:pt>
                <c:pt idx="183">
                  <c:v>0.004763656403864668</c:v>
                </c:pt>
                <c:pt idx="184">
                  <c:v>0.004763879289491021</c:v>
                </c:pt>
                <c:pt idx="185">
                  <c:v>0.004764092058675998</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0.004764092058675998</c:v>
                </c:pt>
                <c:pt idx="186">
                  <c:v>0.004764294716728631</c:v>
                </c:pt>
                <c:pt idx="187">
                  <c:v>0.004764487269145282</c:v>
                </c:pt>
                <c:pt idx="188">
                  <c:v>0.004764669721612271</c:v>
                </c:pt>
                <c:pt idx="189">
                  <c:v>0.004764842080006524</c:v>
                </c:pt>
                <c:pt idx="190">
                  <c:v>0.004765004350397462</c:v>
                </c:pt>
                <c:pt idx="191">
                  <c:v>0.004765156539038838</c:v>
                </c:pt>
                <c:pt idx="192">
                  <c:v>0.004765298652374496</c:v>
                </c:pt>
                <c:pt idx="193">
                  <c:v>0.004765430697036531</c:v>
                </c:pt>
                <c:pt idx="194">
                  <c:v>0.004765552679844124</c:v>
                </c:pt>
                <c:pt idx="195">
                  <c:v>0.00476566460780425</c:v>
                </c:pt>
                <c:pt idx="196">
                  <c:v>0.004765766488108708</c:v>
                </c:pt>
                <c:pt idx="197">
                  <c:v>0.004765858328136696</c:v>
                </c:pt>
                <c:pt idx="198">
                  <c:v>0.004765940135452482</c:v>
                </c:pt>
                <c:pt idx="199">
                  <c:v>0.004766011917804354</c:v>
                </c:pt>
                <c:pt idx="200">
                  <c:v>0.004766073683124781</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2.374207151103258</c:v>
                </c:pt>
                <c:pt idx="2">
                  <c:v>2.57104516739881</c:v>
                </c:pt>
                <c:pt idx="3">
                  <c:v>2.770407195483804</c:v>
                </c:pt>
                <c:pt idx="4">
                  <c:v>2.965042516421914</c:v>
                </c:pt>
                <c:pt idx="5">
                  <c:v>3.146644884696269</c:v>
                </c:pt>
                <c:pt idx="6">
                  <c:v>3.3069426785903175</c:v>
                </c:pt>
                <c:pt idx="7">
                  <c:v>3.4389999861836604</c:v>
                </c:pt>
                <c:pt idx="8">
                  <c:v>3.538321092325151</c:v>
                </c:pt>
                <c:pt idx="9">
                  <c:v>3.6033896185215313</c:v>
                </c:pt>
                <c:pt idx="10">
                  <c:v>3.6355146969192265</c:v>
                </c:pt>
                <c:pt idx="11">
                  <c:v>3.638142248415492</c:v>
                </c:pt>
                <c:pt idx="12">
                  <c:v>3.6159445354836484</c:v>
                </c:pt>
                <c:pt idx="13">
                  <c:v>3.5739768446638953</c:v>
                </c:pt>
                <c:pt idx="14">
                  <c:v>3.5170624915728483</c:v>
                </c:pt>
                <c:pt idx="15">
                  <c:v>3.449437621906535</c:v>
                </c:pt>
                <c:pt idx="16">
                  <c:v>3.374609030643694</c:v>
                </c:pt>
                <c:pt idx="17">
                  <c:v>3.295353227253858</c:v>
                </c:pt>
                <c:pt idx="18">
                  <c:v>3.213792134259449</c:v>
                </c:pt>
                <c:pt idx="19">
                  <c:v>3.1314995443321343</c:v>
                </c:pt>
                <c:pt idx="20">
                  <c:v>3.0496108410566567</c:v>
                </c:pt>
                <c:pt idx="21">
                  <c:v>2.968922106820419</c:v>
                </c:pt>
                <c:pt idx="22">
                  <c:v>2.8899733050803107</c:v>
                </c:pt>
                <c:pt idx="23">
                  <c:v>2.813114935988452</c:v>
                </c:pt>
                <c:pt idx="24">
                  <c:v>2.738559789665679</c:v>
                </c:pt>
                <c:pt idx="25">
                  <c:v>2.666422219557791</c:v>
                </c:pt>
                <c:pt idx="26">
                  <c:v>2.5967474227447327</c:v>
                </c:pt>
                <c:pt idx="27">
                  <c:v>2.5295329519489784</c:v>
                </c:pt>
                <c:pt idx="28">
                  <c:v>2.464744313789253</c:v>
                </c:pt>
                <c:pt idx="29">
                  <c:v>2.4023261359045054</c:v>
                </c:pt>
                <c:pt idx="30">
                  <c:v>2.342210056666752</c:v>
                </c:pt>
                <c:pt idx="31">
                  <c:v>2.28432021863822</c:v>
                </c:pt>
                <c:pt idx="32">
                  <c:v>2.228577029450361</c:v>
                </c:pt>
                <c:pt idx="33">
                  <c:v>2.17489968435674</c:v>
                </c:pt>
                <c:pt idx="34">
                  <c:v>2.1232078148345597</c:v>
                </c:pt>
                <c:pt idx="35">
                  <c:v>2.0734225292146684</c:v>
                </c:pt>
                <c:pt idx="36">
                  <c:v>2.0254670374781027</c:v>
                </c:pt>
                <c:pt idx="37">
                  <c:v>1.979266997413703</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1.979266997413703</c:v>
                </c:pt>
                <c:pt idx="38">
                  <c:v>1.9347506787965048</c:v>
                </c:pt>
                <c:pt idx="39">
                  <c:v>1.8918490126177836</c:v>
                </c:pt>
                <c:pt idx="40">
                  <c:v>1.8504955709663033</c:v>
                </c:pt>
                <c:pt idx="41">
                  <c:v>1.810626507847969</c:v>
                </c:pt>
                <c:pt idx="42">
                  <c:v>1.772180480449299</c:v>
                </c:pt>
                <c:pt idx="43">
                  <c:v>1.7350985628914888</c:v>
                </c:pt>
                <c:pt idx="44">
                  <c:v>1.6993241594743647</c:v>
                </c:pt>
                <c:pt idx="45">
                  <c:v>1.6648029210876518</c:v>
                </c:pt>
                <c:pt idx="46">
                  <c:v>1.6314826663612128</c:v>
                </c:pt>
                <c:pt idx="47">
                  <c:v>1.5993133078602604</c:v>
                </c:pt>
                <c:pt idx="48">
                  <c:v>1.568246782932259</c:v>
                </c:pt>
                <c:pt idx="49">
                  <c:v>1.5382369884835725</c:v>
                </c:pt>
                <c:pt idx="50">
                  <c:v>1.5092397188665796</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12.339311881718158</c:v>
                </c:pt>
                <c:pt idx="2">
                  <c:v>12.862891593982756</c:v>
                </c:pt>
                <c:pt idx="3">
                  <c:v>13.382536863727887</c:v>
                </c:pt>
                <c:pt idx="4">
                  <c:v>13.890532261519908</c:v>
                </c:pt>
                <c:pt idx="5">
                  <c:v>14.378581471607447</c:v>
                </c:pt>
                <c:pt idx="6">
                  <c:v>14.838232103154798</c:v>
                </c:pt>
                <c:pt idx="7">
                  <c:v>15.261381047376599</c:v>
                </c:pt>
                <c:pt idx="8">
                  <c:v>15.640801236891166</c:v>
                </c:pt>
                <c:pt idx="9">
                  <c:v>15.970617850784912</c:v>
                </c:pt>
                <c:pt idx="10">
                  <c:v>16.246665443190086</c:v>
                </c:pt>
                <c:pt idx="11">
                  <c:v>16.46667778456937</c:v>
                </c:pt>
                <c:pt idx="12">
                  <c:v>16.630293800227623</c:v>
                </c:pt>
                <c:pt idx="13">
                  <c:v>16.738896281138988</c:v>
                </c:pt>
                <c:pt idx="14">
                  <c:v>16.79532563204402</c:v>
                </c:pt>
                <c:pt idx="15">
                  <c:v>16.803523312170793</c:v>
                </c:pt>
                <c:pt idx="16">
                  <c:v>16.768158542852603</c:v>
                </c:pt>
                <c:pt idx="17">
                  <c:v>16.694281055193144</c:v>
                </c:pt>
                <c:pt idx="18">
                  <c:v>16.587027439701075</c:v>
                </c:pt>
                <c:pt idx="19">
                  <c:v>16.451393694628155</c:v>
                </c:pt>
                <c:pt idx="20">
                  <c:v>16.292074719066786</c:v>
                </c:pt>
                <c:pt idx="21">
                  <c:v>16.113363775292562</c:v>
                </c:pt>
                <c:pt idx="22">
                  <c:v>15.919101054000578</c:v>
                </c:pt>
                <c:pt idx="23">
                  <c:v>15.712659474566205</c:v>
                </c:pt>
                <c:pt idx="24">
                  <c:v>15.496956674215848</c:v>
                </c:pt>
                <c:pt idx="25">
                  <c:v>15.274483883732085</c:v>
                </c:pt>
                <c:pt idx="26">
                  <c:v>15.047344417379108</c:v>
                </c:pt>
                <c:pt idx="27">
                  <c:v>14.817296439257008</c:v>
                </c:pt>
                <c:pt idx="28">
                  <c:v>14.58579631981885</c:v>
                </c:pt>
                <c:pt idx="29">
                  <c:v>14.35404020515361</c:v>
                </c:pt>
                <c:pt idx="30">
                  <c:v>14.123002400925959</c:v>
                </c:pt>
                <c:pt idx="31">
                  <c:v>13.893469869793089</c:v>
                </c:pt>
                <c:pt idx="32">
                  <c:v>13.666072613323237</c:v>
                </c:pt>
                <c:pt idx="33">
                  <c:v>13.441310012152119</c:v>
                </c:pt>
                <c:pt idx="34">
                  <c:v>13.219573378457605</c:v>
                </c:pt>
                <c:pt idx="35">
                  <c:v>13.001165070253334</c:v>
                </c:pt>
                <c:pt idx="36">
                  <c:v>12.786314555782806</c:v>
                </c:pt>
                <c:pt idx="37">
                  <c:v>12.575191818989582</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12.575191818989582</c:v>
                </c:pt>
                <c:pt idx="38">
                  <c:v>12.367918478079272</c:v>
                </c:pt>
                <c:pt idx="39">
                  <c:v>12.164576958405853</c:v>
                </c:pt>
                <c:pt idx="40">
                  <c:v>11.965218024781915</c:v>
                </c:pt>
                <c:pt idx="41">
                  <c:v>11.769866940937098</c:v>
                </c:pt>
                <c:pt idx="42">
                  <c:v>11.578528487707368</c:v>
                </c:pt>
                <c:pt idx="43">
                  <c:v>11.391191038013726</c:v>
                </c:pt>
                <c:pt idx="44">
                  <c:v>11.207829856450637</c:v>
                </c:pt>
                <c:pt idx="45">
                  <c:v>11.028409764571405</c:v>
                </c:pt>
                <c:pt idx="46">
                  <c:v>10.852887289674175</c:v>
                </c:pt>
                <c:pt idx="47">
                  <c:v>10.681212394848421</c:v>
                </c:pt>
                <c:pt idx="48">
                  <c:v>10.513329870948635</c:v>
                </c:pt>
                <c:pt idx="49">
                  <c:v>10.349180456699662</c:v>
                </c:pt>
                <c:pt idx="50">
                  <c:v>10.188701740985376</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10.917561095031022</c:v>
                </c:pt>
                <c:pt idx="2">
                  <c:v>11.116484162445724</c:v>
                </c:pt>
                <c:pt idx="3">
                  <c:v>11.237080759637157</c:v>
                </c:pt>
                <c:pt idx="4">
                  <c:v>11.276434986688614</c:v>
                </c:pt>
                <c:pt idx="5">
                  <c:v>11.236810228338909</c:v>
                </c:pt>
                <c:pt idx="6">
                  <c:v>11.125017679794809</c:v>
                </c:pt>
                <c:pt idx="7">
                  <c:v>10.951148023528287</c:v>
                </c:pt>
                <c:pt idx="8">
                  <c:v>10.727045415328249</c:v>
                </c:pt>
                <c:pt idx="9">
                  <c:v>10.46488595236332</c:v>
                </c:pt>
                <c:pt idx="10">
                  <c:v>10.176092802299296</c:v>
                </c:pt>
                <c:pt idx="11">
                  <c:v>9.870664544576645</c:v>
                </c:pt>
                <c:pt idx="12">
                  <c:v>9.5568766131124</c:v>
                </c:pt>
                <c:pt idx="13">
                  <c:v>9.241258720163364</c:v>
                </c:pt>
                <c:pt idx="14">
                  <c:v>8.92874268948784</c:v>
                </c:pt>
                <c:pt idx="15">
                  <c:v>8.622893481275439</c:v>
                </c:pt>
                <c:pt idx="16">
                  <c:v>8.326162959302067</c:v>
                </c:pt>
                <c:pt idx="17">
                  <c:v>8.040130510422062</c:v>
                </c:pt>
                <c:pt idx="18">
                  <c:v>7.765712929077499</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7.765712929077499</c:v>
                </c:pt>
                <c:pt idx="19">
                  <c:v>7.503337804863327</c:v>
                </c:pt>
                <c:pt idx="20">
                  <c:v>7.253081355771744</c:v>
                </c:pt>
                <c:pt idx="21">
                  <c:v>7.014774870961377</c:v>
                </c:pt>
                <c:pt idx="22">
                  <c:v>6.788085032577417</c:v>
                </c:pt>
                <c:pt idx="23">
                  <c:v>6.5725733422650725</c:v>
                </c:pt>
                <c:pt idx="24">
                  <c:v>6.367739295848225</c:v>
                </c:pt>
                <c:pt idx="25">
                  <c:v>6.173051182271161</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0.47848588610339166</c:v>
                </c:pt>
                <c:pt idx="2">
                  <c:v>0.487082192479074</c:v>
                </c:pt>
                <c:pt idx="3">
                  <c:v>0.4956927649472952</c:v>
                </c:pt>
                <c:pt idx="4">
                  <c:v>0.50429921416682</c:v>
                </c:pt>
                <c:pt idx="5">
                  <c:v>0.5128820148887634</c:v>
                </c:pt>
                <c:pt idx="6">
                  <c:v>0.5214205934909979</c:v>
                </c:pt>
                <c:pt idx="7">
                  <c:v>0.5298934385150501</c:v>
                </c:pt>
                <c:pt idx="8">
                  <c:v>0.5382782343756557</c:v>
                </c:pt>
                <c:pt idx="9">
                  <c:v>0.5465520177760521</c:v>
                </c:pt>
                <c:pt idx="10">
                  <c:v>0.5546913556587935</c:v>
                </c:pt>
                <c:pt idx="11">
                  <c:v>0.5626725427754575</c:v>
                </c:pt>
                <c:pt idx="12">
                  <c:v>0.5704718162004551</c:v>
                </c:pt>
                <c:pt idx="13">
                  <c:v>0.5780655833777281</c:v>
                </c:pt>
                <c:pt idx="14">
                  <c:v>0.5854306596149887</c:v>
                </c:pt>
                <c:pt idx="15">
                  <c:v>0.5925445103651603</c:v>
                </c:pt>
                <c:pt idx="16">
                  <c:v>0.5993854931995496</c:v>
                </c:pt>
                <c:pt idx="17">
                  <c:v>0.605933094110601</c:v>
                </c:pt>
                <c:pt idx="18">
                  <c:v>0.6121681527123253</c:v>
                </c:pt>
                <c:pt idx="19">
                  <c:v>0.6180730710455179</c:v>
                </c:pt>
                <c:pt idx="20">
                  <c:v>0.6236320010466814</c:v>
                </c:pt>
                <c:pt idx="21">
                  <c:v>0.6288310062934274</c:v>
                </c:pt>
                <c:pt idx="22">
                  <c:v>0.6336581943719116</c:v>
                </c:pt>
                <c:pt idx="23">
                  <c:v>0.6381038170898997</c:v>
                </c:pt>
                <c:pt idx="24">
                  <c:v>0.6421603367390831</c:v>
                </c:pt>
                <c:pt idx="25">
                  <c:v>0.6458224576432896</c:v>
                </c:pt>
                <c:pt idx="26">
                  <c:v>0.6490871232645741</c:v>
                </c:pt>
                <c:pt idx="27">
                  <c:v>0.6519534801271757</c:v>
                </c:pt>
                <c:pt idx="28">
                  <c:v>0.6544228107156626</c:v>
                </c:pt>
                <c:pt idx="29">
                  <c:v>0.6564984382706881</c:v>
                </c:pt>
                <c:pt idx="30">
                  <c:v>0.6581856070180615</c:v>
                </c:pt>
                <c:pt idx="31">
                  <c:v>0.6594913418066117</c:v>
                </c:pt>
                <c:pt idx="32">
                  <c:v>0.6604242913934812</c:v>
                </c:pt>
                <c:pt idx="33">
                  <c:v>0.6609945597064857</c:v>
                </c:pt>
                <c:pt idx="34">
                  <c:v>0.6612135293460839</c:v>
                </c:pt>
                <c:pt idx="35">
                  <c:v>0.661093681384216</c:v>
                </c:pt>
                <c:pt idx="36">
                  <c:v>0.6606484151996871</c:v>
                </c:pt>
                <c:pt idx="37">
                  <c:v>0.659891871686581</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0.659891871686581</c:v>
                </c:pt>
                <c:pt idx="38">
                  <c:v>0.6588387627116097</c:v>
                </c:pt>
                <c:pt idx="39">
                  <c:v>0.6575042092048143</c:v>
                </c:pt>
                <c:pt idx="40">
                  <c:v>0.6559035897691339</c:v>
                </c:pt>
                <c:pt idx="41">
                  <c:v>0.6540524012087031</c:v>
                </c:pt>
                <c:pt idx="42">
                  <c:v>0.651966131919052</c:v>
                </c:pt>
                <c:pt idx="43">
                  <c:v>0.6496601486670139</c:v>
                </c:pt>
                <c:pt idx="44">
                  <c:v>0.6471495969220833</c:v>
                </c:pt>
                <c:pt idx="45">
                  <c:v>0.6444493145880699</c:v>
                </c:pt>
                <c:pt idx="46">
                  <c:v>0.6415737587264051</c:v>
                </c:pt>
                <c:pt idx="47">
                  <c:v>0.6385369446578457</c:v>
                </c:pt>
                <c:pt idx="48">
                  <c:v>0.6353523966757804</c:v>
                </c:pt>
                <c:pt idx="49">
                  <c:v>0.6320331094960436</c:v>
                </c:pt>
                <c:pt idx="50">
                  <c:v>0.6285915195007873</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0.9265100722458363</c:v>
                </c:pt>
                <c:pt idx="2">
                  <c:v>0.9478735022218824</c:v>
                </c:pt>
                <c:pt idx="3">
                  <c:v>0.9692187533100843</c:v>
                </c:pt>
                <c:pt idx="4">
                  <c:v>0.9904622607353032</c:v>
                </c:pt>
                <c:pt idx="5">
                  <c:v>1.0115148469447135</c:v>
                </c:pt>
                <c:pt idx="6">
                  <c:v>1.0322825974654157</c:v>
                </c:pt>
                <c:pt idx="7">
                  <c:v>1.0526679529998644</c:v>
                </c:pt>
                <c:pt idx="8">
                  <c:v>1.0725710054972022</c:v>
                </c:pt>
                <c:pt idx="9">
                  <c:v>1.0918909740535552</c:v>
                </c:pt>
                <c:pt idx="10">
                  <c:v>1.1105278243896126</c:v>
                </c:pt>
                <c:pt idx="11">
                  <c:v>1.1283839843197736</c:v>
                </c:pt>
                <c:pt idx="12">
                  <c:v>1.145366098115444</c:v>
                </c:pt>
                <c:pt idx="13">
                  <c:v>1.1613867560128248</c:v>
                </c:pt>
                <c:pt idx="14">
                  <c:v>1.1763661321705154</c:v>
                </c:pt>
                <c:pt idx="15">
                  <c:v>1.190233465709138</c:v>
                </c:pt>
                <c:pt idx="16">
                  <c:v>1.2029283252208904</c:v>
                </c:pt>
                <c:pt idx="17">
                  <c:v>1.2144016070302726</c:v>
                </c:pt>
                <c:pt idx="18">
                  <c:v>1.224616230793688</c:v>
                </c:pt>
                <c:pt idx="19">
                  <c:v>1.2335475116551802</c:v>
                </c:pt>
                <c:pt idx="20">
                  <c:v>1.2411832048168958</c:v>
                </c:pt>
                <c:pt idx="21">
                  <c:v>1.2475232346511058</c:v>
                </c:pt>
                <c:pt idx="22">
                  <c:v>1.2525791350988746</c:v>
                </c:pt>
                <c:pt idx="23">
                  <c:v>1.2563732400332637</c:v>
                </c:pt>
                <c:pt idx="24">
                  <c:v>1.2589376708199878</c:v>
                </c:pt>
                <c:pt idx="25">
                  <c:v>1.2603131731839752</c:v>
                </c:pt>
                <c:pt idx="26">
                  <c:v>1.260547856754014</c:v>
                </c:pt>
                <c:pt idx="27">
                  <c:v>1.2596958886941318</c:v>
                </c:pt>
                <c:pt idx="28">
                  <c:v>1.257816188247834</c:v>
                </c:pt>
                <c:pt idx="29">
                  <c:v>1.254971162550659</c:v>
                </c:pt>
                <c:pt idx="30">
                  <c:v>1.2512255164660573</c:v>
                </c:pt>
                <c:pt idx="31">
                  <c:v>1.246645161173336</c:v>
                </c:pt>
                <c:pt idx="32">
                  <c:v>1.24129623838019</c:v>
                </c:pt>
                <c:pt idx="33">
                  <c:v>1.2352442698013386</c:v>
                </c:pt>
                <c:pt idx="34">
                  <c:v>1.2285534352463168</c:v>
                </c:pt>
                <c:pt idx="35">
                  <c:v>1.2212859774622373</c:v>
                </c:pt>
                <c:pt idx="36">
                  <c:v>1.2135017278322908</c:v>
                </c:pt>
                <c:pt idx="37">
                  <c:v>1.2052577440969525</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1.2052577440969525</c:v>
                </c:pt>
                <c:pt idx="38">
                  <c:v>1.1966080493399094</c:v>
                </c:pt>
                <c:pt idx="39">
                  <c:v>1.1876034604209569</c:v>
                </c:pt>
                <c:pt idx="40">
                  <c:v>1.178291493688178</c:v>
                </c:pt>
                <c:pt idx="41">
                  <c:v>1.1687163360001809</c:v>
                </c:pt>
                <c:pt idx="42">
                  <c:v>1.1589188696911477</c:v>
                </c:pt>
                <c:pt idx="43">
                  <c:v>1.1489367409853575</c:v>
                </c:pt>
                <c:pt idx="44">
                  <c:v>1.1388044624058442</c:v>
                </c:pt>
                <c:pt idx="45">
                  <c:v>1.1285535408374203</c:v>
                </c:pt>
                <c:pt idx="46">
                  <c:v>1.1182126240295145</c:v>
                </c:pt>
                <c:pt idx="47">
                  <c:v>1.1078076594131196</c:v>
                </c:pt>
                <c:pt idx="48">
                  <c:v>1.097362060123826</c:v>
                </c:pt>
                <c:pt idx="49">
                  <c:v>1.0868968740511573</c:v>
                </c:pt>
                <c:pt idx="50">
                  <c:v>1.0764309525615334</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6.893178645549893</c:v>
                </c:pt>
                <c:pt idx="2">
                  <c:v>7.19990881621182</c:v>
                </c:pt>
                <c:pt idx="3">
                  <c:v>7.48748438538913</c:v>
                </c:pt>
                <c:pt idx="4">
                  <c:v>7.747671039020807</c:v>
                </c:pt>
                <c:pt idx="5">
                  <c:v>7.972885401294255</c:v>
                </c:pt>
                <c:pt idx="6">
                  <c:v>8.156952932281335</c:v>
                </c:pt>
                <c:pt idx="7">
                  <c:v>8.295725132864186</c:v>
                </c:pt>
                <c:pt idx="8">
                  <c:v>8.387425758512451</c:v>
                </c:pt>
                <c:pt idx="9">
                  <c:v>8.432664057741537</c:v>
                </c:pt>
                <c:pt idx="10">
                  <c:v>8.434140092877781</c:v>
                </c:pt>
                <c:pt idx="11">
                  <c:v>8.396137455423236</c:v>
                </c:pt>
                <c:pt idx="12">
                  <c:v>8.323928627352357</c:v>
                </c:pt>
                <c:pt idx="13">
                  <c:v>8.223206478603666</c:v>
                </c:pt>
                <c:pt idx="14">
                  <c:v>8.09961772049025</c:v>
                </c:pt>
                <c:pt idx="15">
                  <c:v>7.9584307923134485</c:v>
                </c:pt>
                <c:pt idx="16">
                  <c:v>7.804336084128723</c:v>
                </c:pt>
                <c:pt idx="17">
                  <c:v>7.641356050815126</c:v>
                </c:pt>
                <c:pt idx="18">
                  <c:v>7.4728353290605085</c:v>
                </c:pt>
                <c:pt idx="19">
                  <c:v>7.301482140489334</c:v>
                </c:pt>
                <c:pt idx="20">
                  <c:v>7.129437681910038</c:v>
                </c:pt>
                <c:pt idx="21">
                  <c:v>6.958356732169384</c:v>
                </c:pt>
                <c:pt idx="22">
                  <c:v>6.789488610248164</c:v>
                </c:pt>
                <c:pt idx="23">
                  <c:v>6.623752219664423</c:v>
                </c:pt>
                <c:pt idx="24">
                  <c:v>6.461802145892674</c:v>
                </c:pt>
                <c:pt idx="25">
                  <c:v>6.304084853114314</c:v>
                </c:pt>
                <c:pt idx="26">
                  <c:v>6.150885248189546</c:v>
                </c:pt>
                <c:pt idx="27">
                  <c:v>6.002364514936853</c:v>
                </c:pt>
                <c:pt idx="28">
                  <c:v>5.8585903842913085</c:v>
                </c:pt>
                <c:pt idx="29">
                  <c:v>5.719561048292817</c:v>
                </c:pt>
                <c:pt idx="30">
                  <c:v>5.5852238497481785</c:v>
                </c:pt>
                <c:pt idx="31">
                  <c:v>5.4554897485618055</c:v>
                </c:pt>
                <c:pt idx="32">
                  <c:v>5.330244417790115</c:v>
                </c:pt>
                <c:pt idx="33">
                  <c:v>5.209356678104776</c:v>
                </c:pt>
                <c:pt idx="34">
                  <c:v>5.092684848686053</c:v>
                </c:pt>
                <c:pt idx="35">
                  <c:v>4.980081479533001</c:v>
                </c:pt>
                <c:pt idx="36">
                  <c:v>4.871396835254285</c:v>
                </c:pt>
                <c:pt idx="37">
                  <c:v>4.766481422316945</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4.766481422316945</c:v>
                </c:pt>
                <c:pt idx="38">
                  <c:v>4.665187788449507</c:v>
                </c:pt>
                <c:pt idx="39">
                  <c:v>4.567371772189584</c:v>
                </c:pt>
                <c:pt idx="40">
                  <c:v>4.472893340291244</c:v>
                </c:pt>
                <c:pt idx="41">
                  <c:v>4.3816171189475615</c:v>
                </c:pt>
                <c:pt idx="42">
                  <c:v>4.293412699889072</c:v>
                </c:pt>
                <c:pt idx="43">
                  <c:v>4.208154783010799</c:v>
                </c:pt>
                <c:pt idx="44">
                  <c:v>4.1257232021253625</c:v>
                </c:pt>
                <c:pt idx="45">
                  <c:v>4.046002868817743</c:v>
                </c:pt>
                <c:pt idx="46">
                  <c:v>3.9688836604498756</c:v>
                </c:pt>
                <c:pt idx="47">
                  <c:v>3.894260271540728</c:v>
                </c:pt>
                <c:pt idx="48">
                  <c:v>3.8220320425622987</c:v>
                </c:pt>
                <c:pt idx="49">
                  <c:v>3.7521027762748878</c:v>
                </c:pt>
                <c:pt idx="50">
                  <c:v>3.68438054878582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0.07054822537434101</c:v>
                </c:pt>
                <c:pt idx="2">
                  <c:v>0.07056037866210937</c:v>
                </c:pt>
                <c:pt idx="3">
                  <c:v>0.07057251995340984</c:v>
                </c:pt>
                <c:pt idx="4">
                  <c:v>0.07058464923125506</c:v>
                </c:pt>
                <c:pt idx="5">
                  <c:v>0.07059676647863387</c:v>
                </c:pt>
                <c:pt idx="6">
                  <c:v>0.07060887167863052</c:v>
                </c:pt>
                <c:pt idx="7">
                  <c:v>0.07062096481427124</c:v>
                </c:pt>
                <c:pt idx="8">
                  <c:v>0.07063304586869479</c:v>
                </c:pt>
                <c:pt idx="9">
                  <c:v>0.07064511482493083</c:v>
                </c:pt>
                <c:pt idx="10">
                  <c:v>0.0706571716661334</c:v>
                </c:pt>
                <c:pt idx="11">
                  <c:v>0.07066921637538347</c:v>
                </c:pt>
                <c:pt idx="12">
                  <c:v>0.07068124893584847</c:v>
                </c:pt>
                <c:pt idx="13">
                  <c:v>0.07069326933065745</c:v>
                </c:pt>
                <c:pt idx="14">
                  <c:v>0.07070527754297427</c:v>
                </c:pt>
                <c:pt idx="15">
                  <c:v>0.07071727355598609</c:v>
                </c:pt>
                <c:pt idx="16">
                  <c:v>0.07072925735284388</c:v>
                </c:pt>
                <c:pt idx="17">
                  <c:v>0.07074122891679932</c:v>
                </c:pt>
                <c:pt idx="18">
                  <c:v>0.07075318823105096</c:v>
                </c:pt>
                <c:pt idx="19">
                  <c:v>0.07076513527882726</c:v>
                </c:pt>
                <c:pt idx="20">
                  <c:v>0.07077707004337311</c:v>
                </c:pt>
                <c:pt idx="21">
                  <c:v>0.07078899250795728</c:v>
                </c:pt>
                <c:pt idx="22">
                  <c:v>0.07080090265585076</c:v>
                </c:pt>
                <c:pt idx="23">
                  <c:v>0.07081280047034699</c:v>
                </c:pt>
                <c:pt idx="24">
                  <c:v>0.07082468593474726</c:v>
                </c:pt>
                <c:pt idx="25">
                  <c:v>0.07083655903236866</c:v>
                </c:pt>
                <c:pt idx="26">
                  <c:v>0.07084841974655481</c:v>
                </c:pt>
                <c:pt idx="27">
                  <c:v>0.07086026806064447</c:v>
                </c:pt>
                <c:pt idx="28">
                  <c:v>0.07087210395800642</c:v>
                </c:pt>
                <c:pt idx="29">
                  <c:v>0.07088392742201377</c:v>
                </c:pt>
                <c:pt idx="30">
                  <c:v>0.0708957384360671</c:v>
                </c:pt>
                <c:pt idx="31">
                  <c:v>0.07090753698357075</c:v>
                </c:pt>
                <c:pt idx="32">
                  <c:v>0.07091932304795086</c:v>
                </c:pt>
                <c:pt idx="33">
                  <c:v>0.07093109661264853</c:v>
                </c:pt>
                <c:pt idx="34">
                  <c:v>0.07094285766111402</c:v>
                </c:pt>
                <c:pt idx="35">
                  <c:v>0.07095460617681912</c:v>
                </c:pt>
                <c:pt idx="36">
                  <c:v>0.07096634214325746</c:v>
                </c:pt>
                <c:pt idx="37">
                  <c:v>0.07097806554392222</c:v>
                </c:pt>
                <c:pt idx="38">
                  <c:v>0.07098977636232189</c:v>
                </c:pt>
                <c:pt idx="39">
                  <c:v>0.07100147458201188</c:v>
                </c:pt>
                <c:pt idx="40">
                  <c:v>0.0710131601865232</c:v>
                </c:pt>
                <c:pt idx="41">
                  <c:v>0.07102483315942346</c:v>
                </c:pt>
                <c:pt idx="42">
                  <c:v>0.07103649348429555</c:v>
                </c:pt>
                <c:pt idx="43">
                  <c:v>0.07104814114473587</c:v>
                </c:pt>
                <c:pt idx="44">
                  <c:v>0.07105977612434734</c:v>
                </c:pt>
                <c:pt idx="45">
                  <c:v>0.0710713984067705</c:v>
                </c:pt>
                <c:pt idx="46">
                  <c:v>0.07108300797564569</c:v>
                </c:pt>
                <c:pt idx="47">
                  <c:v>0.07109460481463595</c:v>
                </c:pt>
                <c:pt idx="48">
                  <c:v>0.07110618890741467</c:v>
                </c:pt>
                <c:pt idx="49">
                  <c:v>0.07111776023767918</c:v>
                </c:pt>
                <c:pt idx="50">
                  <c:v>0.0711293187891364</c:v>
                </c:pt>
                <c:pt idx="51">
                  <c:v>0.07114086454551594</c:v>
                </c:pt>
                <c:pt idx="52">
                  <c:v>0.0711523974905633</c:v>
                </c:pt>
                <c:pt idx="53">
                  <c:v>0.07116391760803394</c:v>
                </c:pt>
                <c:pt idx="54">
                  <c:v>0.07117542488170332</c:v>
                </c:pt>
                <c:pt idx="55">
                  <c:v>0.0711869192953695</c:v>
                </c:pt>
                <c:pt idx="56">
                  <c:v>0.07119840083284676</c:v>
                </c:pt>
                <c:pt idx="57">
                  <c:v>0.07120986947795382</c:v>
                </c:pt>
                <c:pt idx="58">
                  <c:v>0.07122132521453808</c:v>
                </c:pt>
                <c:pt idx="59">
                  <c:v>0.07123276802647113</c:v>
                </c:pt>
                <c:pt idx="60">
                  <c:v>0.071244197897621</c:v>
                </c:pt>
                <c:pt idx="61">
                  <c:v>0.07125561481188947</c:v>
                </c:pt>
                <c:pt idx="62">
                  <c:v>0.07126701875319019</c:v>
                </c:pt>
                <c:pt idx="63">
                  <c:v>0.07127840970545345</c:v>
                </c:pt>
                <c:pt idx="64">
                  <c:v>0.0712897876526285</c:v>
                </c:pt>
                <c:pt idx="65">
                  <c:v>0.07130115257868216</c:v>
                </c:pt>
                <c:pt idx="66">
                  <c:v>0.07131250446759932</c:v>
                </c:pt>
                <c:pt idx="67">
                  <c:v>0.07132384330338151</c:v>
                </c:pt>
                <c:pt idx="68">
                  <c:v>0.07133516907004749</c:v>
                </c:pt>
                <c:pt idx="69">
                  <c:v>0.071346481751632</c:v>
                </c:pt>
                <c:pt idx="70">
                  <c:v>0.07135778133219821</c:v>
                </c:pt>
                <c:pt idx="71">
                  <c:v>0.07136906779581224</c:v>
                </c:pt>
                <c:pt idx="72">
                  <c:v>0.07138034112657275</c:v>
                </c:pt>
                <c:pt idx="73">
                  <c:v>0.07139160130858421</c:v>
                </c:pt>
                <c:pt idx="74">
                  <c:v>0.07140284832597261</c:v>
                </c:pt>
                <c:pt idx="75">
                  <c:v>0.07141408216289362</c:v>
                </c:pt>
                <c:pt idx="76">
                  <c:v>0.07142530280350227</c:v>
                </c:pt>
                <c:pt idx="77">
                  <c:v>0.07143651023198722</c:v>
                </c:pt>
                <c:pt idx="78">
                  <c:v>0.0714477044325471</c:v>
                </c:pt>
                <c:pt idx="79">
                  <c:v>0.07145888538940497</c:v>
                </c:pt>
                <c:pt idx="80">
                  <c:v>0.07147005308679938</c:v>
                </c:pt>
                <c:pt idx="81">
                  <c:v>0.07148120750898343</c:v>
                </c:pt>
                <c:pt idx="82">
                  <c:v>0.07149234864023836</c:v>
                </c:pt>
                <c:pt idx="83">
                  <c:v>0.07150347646485611</c:v>
                </c:pt>
                <c:pt idx="84">
                  <c:v>0.07151459096715422</c:v>
                </c:pt>
                <c:pt idx="85">
                  <c:v>0.07152569213146742</c:v>
                </c:pt>
                <c:pt idx="86">
                  <c:v>0.07153677994214103</c:v>
                </c:pt>
                <c:pt idx="87">
                  <c:v>0.07154785438355359</c:v>
                </c:pt>
                <c:pt idx="88">
                  <c:v>0.07155891544008797</c:v>
                </c:pt>
                <c:pt idx="89">
                  <c:v>0.07156996309616324</c:v>
                </c:pt>
                <c:pt idx="90">
                  <c:v>0.0715809973362022</c:v>
                </c:pt>
                <c:pt idx="91">
                  <c:v>0.07159201814465732</c:v>
                </c:pt>
                <c:pt idx="92">
                  <c:v>0.07160302550599108</c:v>
                </c:pt>
                <c:pt idx="93">
                  <c:v>0.07161401940470101</c:v>
                </c:pt>
                <c:pt idx="94">
                  <c:v>0.07162499982528737</c:v>
                </c:pt>
                <c:pt idx="95">
                  <c:v>0.07163596675227692</c:v>
                </c:pt>
                <c:pt idx="96">
                  <c:v>0.07164692017022148</c:v>
                </c:pt>
                <c:pt idx="97">
                  <c:v>0.07165786006368313</c:v>
                </c:pt>
                <c:pt idx="98">
                  <c:v>0.07166878641725073</c:v>
                </c:pt>
                <c:pt idx="99">
                  <c:v>0.07167969921553255</c:v>
                </c:pt>
                <c:pt idx="100">
                  <c:v>0.07169059844315291</c:v>
                </c:pt>
                <c:pt idx="101">
                  <c:v>0.07170148408475725</c:v>
                </c:pt>
                <c:pt idx="102">
                  <c:v>0.07171235612501818</c:v>
                </c:pt>
                <c:pt idx="103">
                  <c:v>0.0717232145486179</c:v>
                </c:pt>
                <c:pt idx="104">
                  <c:v>0.07173405934026952</c:v>
                </c:pt>
                <c:pt idx="105">
                  <c:v>0.07174489048469407</c:v>
                </c:pt>
                <c:pt idx="106">
                  <c:v>0.07175570796664706</c:v>
                </c:pt>
                <c:pt idx="107">
                  <c:v>0.07176651177089348</c:v>
                </c:pt>
                <c:pt idx="108">
                  <c:v>0.07177730188222506</c:v>
                </c:pt>
                <c:pt idx="109">
                  <c:v>0.07178807828545024</c:v>
                </c:pt>
                <c:pt idx="110">
                  <c:v>0.07179884096540104</c:v>
                </c:pt>
                <c:pt idx="111">
                  <c:v>0.071809589906932</c:v>
                </c:pt>
                <c:pt idx="112">
                  <c:v>0.07182032509491273</c:v>
                </c:pt>
                <c:pt idx="113">
                  <c:v>0.07183104651424105</c:v>
                </c:pt>
                <c:pt idx="114">
                  <c:v>0.07184175414982805</c:v>
                </c:pt>
                <c:pt idx="115">
                  <c:v>0.07185244798661107</c:v>
                </c:pt>
                <c:pt idx="116">
                  <c:v>0.07186312800954847</c:v>
                </c:pt>
                <c:pt idx="117">
                  <c:v>0.07187379420361865</c:v>
                </c:pt>
                <c:pt idx="118">
                  <c:v>0.07188444655382027</c:v>
                </c:pt>
                <c:pt idx="119">
                  <c:v>0.07189508504517639</c:v>
                </c:pt>
                <c:pt idx="120">
                  <c:v>0.07190570966272454</c:v>
                </c:pt>
                <c:pt idx="121">
                  <c:v>0.07191632039153575</c:v>
                </c:pt>
                <c:pt idx="122">
                  <c:v>0.07192691721669181</c:v>
                </c:pt>
                <c:pt idx="123">
                  <c:v>0.07193750012330408</c:v>
                </c:pt>
                <c:pt idx="124">
                  <c:v>0.07194806909649507</c:v>
                </c:pt>
                <c:pt idx="125">
                  <c:v>0.07195862412141896</c:v>
                </c:pt>
                <c:pt idx="126">
                  <c:v>0.07196916518325182</c:v>
                </c:pt>
                <c:pt idx="127">
                  <c:v>0.07197969226718419</c:v>
                </c:pt>
                <c:pt idx="128">
                  <c:v>0.0719902053584326</c:v>
                </c:pt>
                <c:pt idx="129">
                  <c:v>0.07200070444223955</c:v>
                </c:pt>
                <c:pt idx="130">
                  <c:v>0.07201118950386415</c:v>
                </c:pt>
                <c:pt idx="131">
                  <c:v>0.07202166052858702</c:v>
                </c:pt>
                <c:pt idx="132">
                  <c:v>0.07203211750171491</c:v>
                </c:pt>
                <c:pt idx="133">
                  <c:v>0.07204256040857877</c:v>
                </c:pt>
                <c:pt idx="134">
                  <c:v>0.07205298923452398</c:v>
                </c:pt>
                <c:pt idx="135">
                  <c:v>0.07206340396492658</c:v>
                </c:pt>
                <c:pt idx="136">
                  <c:v>0.07207380458517898</c:v>
                </c:pt>
                <c:pt idx="137">
                  <c:v>0.07208419108069987</c:v>
                </c:pt>
                <c:pt idx="138">
                  <c:v>0.07209456343693059</c:v>
                </c:pt>
                <c:pt idx="139">
                  <c:v>0.07210492163933438</c:v>
                </c:pt>
                <c:pt idx="140">
                  <c:v>0.07211526567339556</c:v>
                </c:pt>
                <c:pt idx="141">
                  <c:v>0.07212559552462304</c:v>
                </c:pt>
                <c:pt idx="142">
                  <c:v>0.07213591117854941</c:v>
                </c:pt>
                <c:pt idx="143">
                  <c:v>0.07214621262072933</c:v>
                </c:pt>
                <c:pt idx="144">
                  <c:v>0.07215649983674205</c:v>
                </c:pt>
                <c:pt idx="145">
                  <c:v>0.07216677281218561</c:v>
                </c:pt>
                <c:pt idx="146">
                  <c:v>0.07217703153268523</c:v>
                </c:pt>
                <c:pt idx="147">
                  <c:v>0.07218727598388909</c:v>
                </c:pt>
                <c:pt idx="148">
                  <c:v>0.07219750615146675</c:v>
                </c:pt>
                <c:pt idx="149">
                  <c:v>0.0722077220211149</c:v>
                </c:pt>
                <c:pt idx="150">
                  <c:v>0.07221792357854763</c:v>
                </c:pt>
                <c:pt idx="151">
                  <c:v>0.07222811080950854</c:v>
                </c:pt>
                <c:pt idx="152">
                  <c:v>0.07223828369976187</c:v>
                </c:pt>
                <c:pt idx="153">
                  <c:v>0.0722484422350966</c:v>
                </c:pt>
                <c:pt idx="154">
                  <c:v>0.07225858640132245</c:v>
                </c:pt>
                <c:pt idx="155">
                  <c:v>0.07226871618427769</c:v>
                </c:pt>
                <c:pt idx="156">
                  <c:v>0.07227883156982218</c:v>
                </c:pt>
                <c:pt idx="157">
                  <c:v>0.07228893254383886</c:v>
                </c:pt>
                <c:pt idx="158">
                  <c:v>0.07229901909223614</c:v>
                </c:pt>
                <c:pt idx="159">
                  <c:v>0.07230909120094477</c:v>
                </c:pt>
                <c:pt idx="160">
                  <c:v>0.07231914885592237</c:v>
                </c:pt>
                <c:pt idx="161">
                  <c:v>0.07232919204314747</c:v>
                </c:pt>
                <c:pt idx="162">
                  <c:v>0.07233922074862469</c:v>
                </c:pt>
                <c:pt idx="163">
                  <c:v>0.0723492349583854</c:v>
                </c:pt>
                <c:pt idx="164">
                  <c:v>0.07235923465847896</c:v>
                </c:pt>
                <c:pt idx="165">
                  <c:v>0.07236921983498443</c:v>
                </c:pt>
                <c:pt idx="166">
                  <c:v>0.0723791904740032</c:v>
                </c:pt>
                <c:pt idx="167">
                  <c:v>0.07238914656166545</c:v>
                </c:pt>
                <c:pt idx="168">
                  <c:v>0.07239908808411871</c:v>
                </c:pt>
                <c:pt idx="169">
                  <c:v>0.07240901502753856</c:v>
                </c:pt>
                <c:pt idx="170">
                  <c:v>0.07241892737812926</c:v>
                </c:pt>
                <c:pt idx="171">
                  <c:v>0.07242882512211452</c:v>
                </c:pt>
                <c:pt idx="172">
                  <c:v>0.07243870824574315</c:v>
                </c:pt>
                <c:pt idx="173">
                  <c:v>0.07244857673529324</c:v>
                </c:pt>
                <c:pt idx="174">
                  <c:v>0.07245843057706575</c:v>
                </c:pt>
                <c:pt idx="175">
                  <c:v>0.07246826975738525</c:v>
                </c:pt>
                <c:pt idx="176">
                  <c:v>0.0724780942626013</c:v>
                </c:pt>
                <c:pt idx="177">
                  <c:v>0.07248790407909107</c:v>
                </c:pt>
                <c:pt idx="178">
                  <c:v>0.07249769919325595</c:v>
                </c:pt>
                <c:pt idx="179">
                  <c:v>0.07250747959152147</c:v>
                </c:pt>
                <c:pt idx="180">
                  <c:v>0.07251724526034196</c:v>
                </c:pt>
                <c:pt idx="181">
                  <c:v>0.07252699618619383</c:v>
                </c:pt>
                <c:pt idx="182">
                  <c:v>0.07253673235558088</c:v>
                </c:pt>
                <c:pt idx="183">
                  <c:v>0.07254645375502826</c:v>
                </c:pt>
                <c:pt idx="184">
                  <c:v>0.0725561603710956</c:v>
                </c:pt>
                <c:pt idx="185">
                  <c:v>0.07256585219035858</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0.07256585219035858</c:v>
                </c:pt>
                <c:pt idx="186">
                  <c:v>0.07257552919942589</c:v>
                </c:pt>
                <c:pt idx="187">
                  <c:v>0.07258519138492683</c:v>
                </c:pt>
                <c:pt idx="188">
                  <c:v>0.07259483873352092</c:v>
                </c:pt>
                <c:pt idx="189">
                  <c:v>0.072604471231892</c:v>
                </c:pt>
                <c:pt idx="190">
                  <c:v>0.07261408886674893</c:v>
                </c:pt>
                <c:pt idx="191">
                  <c:v>0.07262369162482554</c:v>
                </c:pt>
                <c:pt idx="192">
                  <c:v>0.07263327949288674</c:v>
                </c:pt>
                <c:pt idx="193">
                  <c:v>0.072642852457721</c:v>
                </c:pt>
                <c:pt idx="194">
                  <c:v>0.07265241050613848</c:v>
                </c:pt>
                <c:pt idx="195">
                  <c:v>0.07266195362498455</c:v>
                </c:pt>
                <c:pt idx="196">
                  <c:v>0.07267148180112486</c:v>
                </c:pt>
                <c:pt idx="197">
                  <c:v>0.07268099502145155</c:v>
                </c:pt>
                <c:pt idx="198">
                  <c:v>0.07269049327288493</c:v>
                </c:pt>
                <c:pt idx="199">
                  <c:v>0.0726999765423752</c:v>
                </c:pt>
                <c:pt idx="200">
                  <c:v>0.07270944481689215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2.797489255873203</c:v>
                </c:pt>
                <c:pt idx="2">
                  <c:v>2.9671921723101735</c:v>
                </c:pt>
                <c:pt idx="3">
                  <c:v>3.14312898963658</c:v>
                </c:pt>
                <c:pt idx="4">
                  <c:v>3.3233193884578647</c:v>
                </c:pt>
                <c:pt idx="5">
                  <c:v>3.5052354350473167</c:v>
                </c:pt>
                <c:pt idx="6">
                  <c:v>3.685851277556876</c:v>
                </c:pt>
                <c:pt idx="7">
                  <c:v>3.861761345794456</c:v>
                </c:pt>
                <c:pt idx="8">
                  <c:v>4.029367628480822</c:v>
                </c:pt>
                <c:pt idx="9">
                  <c:v>4.185121501014127</c:v>
                </c:pt>
                <c:pt idx="10">
                  <c:v>4.325790091069698</c:v>
                </c:pt>
                <c:pt idx="11">
                  <c:v>4.448706763756752</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4.448706763756752</c:v>
                </c:pt>
                <c:pt idx="12">
                  <c:v>4.551964719836791</c:v>
                </c:pt>
                <c:pt idx="13">
                  <c:v>4.634523327408039</c:v>
                </c:pt>
                <c:pt idx="14">
                  <c:v>4.69621553971059</c:v>
                </c:pt>
                <c:pt idx="15">
                  <c:v>4.737665255881508</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0.13441562659490108</c:v>
                </c:pt>
                <c:pt idx="2">
                  <c:v>0.13476246380257606</c:v>
                </c:pt>
                <c:pt idx="3">
                  <c:v>0.13510620645145574</c:v>
                </c:pt>
                <c:pt idx="4">
                  <c:v>0.135446784776181</c:v>
                </c:pt>
                <c:pt idx="5">
                  <c:v>0.13578412933969497</c:v>
                </c:pt>
                <c:pt idx="6">
                  <c:v>0.13611817107516527</c:v>
                </c:pt>
                <c:pt idx="7">
                  <c:v>0.13644884132792268</c:v>
                </c:pt>
                <c:pt idx="8">
                  <c:v>0.13677607189771532</c:v>
                </c:pt>
                <c:pt idx="9">
                  <c:v>0.1370997950811916</c:v>
                </c:pt>
                <c:pt idx="10">
                  <c:v>0.13741994371426106</c:v>
                </c:pt>
                <c:pt idx="11">
                  <c:v>0.13773645121476866</c:v>
                </c:pt>
                <c:pt idx="12">
                  <c:v>0.1380492516252299</c:v>
                </c:pt>
                <c:pt idx="13">
                  <c:v>0.1383582796552548</c:v>
                </c:pt>
                <c:pt idx="14">
                  <c:v>0.13866347072416543</c:v>
                </c:pt>
                <c:pt idx="15">
                  <c:v>0.138964761003383</c:v>
                </c:pt>
                <c:pt idx="16">
                  <c:v>0.13926208745860308</c:v>
                </c:pt>
                <c:pt idx="17">
                  <c:v>0.1395553878917554</c:v>
                </c:pt>
                <c:pt idx="18">
                  <c:v>0.13984460098267265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0.13984460098267265</c:v>
                </c:pt>
                <c:pt idx="19">
                  <c:v>0.14012966633038143</c:v>
                </c:pt>
                <c:pt idx="20">
                  <c:v>0.14041052449408173</c:v>
                </c:pt>
                <c:pt idx="21">
                  <c:v>0.14068711703344755</c:v>
                </c:pt>
                <c:pt idx="22">
                  <c:v>0.1409593865487142</c:v>
                </c:pt>
                <c:pt idx="23">
                  <c:v>0.14122727671989668</c:v>
                </c:pt>
                <c:pt idx="24">
                  <c:v>0.14149073234560589</c:v>
                </c:pt>
                <c:pt idx="25">
                  <c:v>0.14174969938105106</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2.5316555135763883</c:v>
                </c:pt>
                <c:pt idx="2">
                  <c:v>2.8182703624258636</c:v>
                </c:pt>
                <c:pt idx="3">
                  <c:v>2.9364347294899624</c:v>
                </c:pt>
                <c:pt idx="4">
                  <c:v>2.893385630685687</c:v>
                </c:pt>
                <c:pt idx="5">
                  <c:v>2.7541473194458006</c:v>
                </c:pt>
                <c:pt idx="6">
                  <c:v>2.578479504322529</c:v>
                </c:pt>
                <c:pt idx="7">
                  <c:v>2.3999059348962306</c:v>
                </c:pt>
                <c:pt idx="8">
                  <c:v>2.232414265855506</c:v>
                </c:pt>
                <c:pt idx="9">
                  <c:v>2.080067589860492</c:v>
                </c:pt>
                <c:pt idx="10">
                  <c:v>1.9428239430518865</c:v>
                </c:pt>
                <c:pt idx="11">
                  <c:v>1.819277524694291</c:v>
                </c:pt>
                <c:pt idx="12">
                  <c:v>1.7077769036059975</c:v>
                </c:pt>
                <c:pt idx="13">
                  <c:v>1.606811336865095</c:v>
                </c:pt>
                <c:pt idx="14">
                  <c:v>1.515099617074728</c:v>
                </c:pt>
                <c:pt idx="15">
                  <c:v>1.4315738528310775</c:v>
                </c:pt>
                <c:pt idx="16">
                  <c:v>1.355336976244703</c:v>
                </c:pt>
                <c:pt idx="17">
                  <c:v>1.2856224418601219</c:v>
                </c:pt>
                <c:pt idx="18">
                  <c:v>1.221763631269561</c:v>
                </c:pt>
                <c:pt idx="19">
                  <c:v>1.1631727087536925</c:v>
                </c:pt>
                <c:pt idx="20">
                  <c:v>1.109326512707579</c:v>
                </c:pt>
                <c:pt idx="21">
                  <c:v>1.0597570467558814</c:v>
                </c:pt>
                <c:pt idx="22">
                  <c:v>1.0140447410452744</c:v>
                </c:pt>
                <c:pt idx="23">
                  <c:v>0.9718132948423831</c:v>
                </c:pt>
                <c:pt idx="24">
                  <c:v>0.9327254032012572</c:v>
                </c:pt>
                <c:pt idx="25">
                  <c:v>0.8964789951793909</c:v>
                </c:pt>
                <c:pt idx="26">
                  <c:v>0.8628038042725508</c:v>
                </c:pt>
                <c:pt idx="27">
                  <c:v>0.831458196140775</c:v>
                </c:pt>
                <c:pt idx="28">
                  <c:v>0.8022262289570613</c:v>
                </c:pt>
                <c:pt idx="29">
                  <c:v>0.7749149417314447</c:v>
                </c:pt>
                <c:pt idx="30">
                  <c:v>0.7493518706742525</c:v>
                </c:pt>
                <c:pt idx="31">
                  <c:v>0.7253827916716722</c:v>
                </c:pt>
                <c:pt idx="32">
                  <c:v>0.702869682833232</c:v>
                </c:pt>
                <c:pt idx="33">
                  <c:v>0.6816888970267664</c:v>
                </c:pt>
                <c:pt idx="34">
                  <c:v>0.6617295312171508</c:v>
                </c:pt>
                <c:pt idx="35">
                  <c:v>0.6428919774702038</c:v>
                </c:pt>
                <c:pt idx="36">
                  <c:v>0.625086639566799</c:v>
                </c:pt>
                <c:pt idx="37">
                  <c:v>0.6082327990769728</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0.6082327990769728</c:v>
                </c:pt>
                <c:pt idx="38">
                  <c:v>0.5922576152391716</c:v>
                </c:pt>
                <c:pt idx="39">
                  <c:v>0.577095243872508</c:v>
                </c:pt>
                <c:pt idx="40">
                  <c:v>0.5626860616590976</c:v>
                </c:pt>
                <c:pt idx="41">
                  <c:v>0.5489759833493262</c:v>
                </c:pt>
                <c:pt idx="42">
                  <c:v>0.5359158606809548</c:v>
                </c:pt>
                <c:pt idx="43">
                  <c:v>0.5234609530072102</c:v>
                </c:pt>
                <c:pt idx="44">
                  <c:v>0.5115704607652263</c:v>
                </c:pt>
                <c:pt idx="45">
                  <c:v>0.5002071139643934</c:v>
                </c:pt>
                <c:pt idx="46">
                  <c:v>0.4893368088263377</c:v>
                </c:pt>
                <c:pt idx="47">
                  <c:v>0.4789282865627294</c:v>
                </c:pt>
                <c:pt idx="48">
                  <c:v>0.46895284903659423</c:v>
                </c:pt>
                <c:pt idx="49">
                  <c:v>0.4593841067240092</c:v>
                </c:pt>
                <c:pt idx="50">
                  <c:v>0.4501977549820757</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8.13343895224452</c:v>
                </c:pt>
                <c:pt idx="2">
                  <c:v>8.839140179804147</c:v>
                </c:pt>
                <c:pt idx="3">
                  <c:v>9.367593336024006</c:v>
                </c:pt>
                <c:pt idx="4">
                  <c:v>9.65995307636109</c:v>
                </c:pt>
                <c:pt idx="5">
                  <c:v>9.71561414402473</c:v>
                </c:pt>
                <c:pt idx="6">
                  <c:v>9.580869124730647</c:v>
                </c:pt>
                <c:pt idx="7">
                  <c:v>9.318660506328174</c:v>
                </c:pt>
                <c:pt idx="8">
                  <c:v>8.984967189164266</c:v>
                </c:pt>
                <c:pt idx="9">
                  <c:v>8.619980072903354</c:v>
                </c:pt>
                <c:pt idx="10">
                  <c:v>8.2489073090644</c:v>
                </c:pt>
                <c:pt idx="11">
                  <c:v>7.885999997342988</c:v>
                </c:pt>
                <c:pt idx="12">
                  <c:v>7.538480334224751</c:v>
                </c:pt>
                <c:pt idx="13">
                  <c:v>7.2094153015518465</c:v>
                </c:pt>
                <c:pt idx="14">
                  <c:v>6.899570668258982</c:v>
                </c:pt>
                <c:pt idx="15">
                  <c:v>6.608525941934491</c:v>
                </c:pt>
                <c:pt idx="16">
                  <c:v>6.335312268831216</c:v>
                </c:pt>
                <c:pt idx="17">
                  <c:v>6.078760377028998</c:v>
                </c:pt>
                <c:pt idx="18">
                  <c:v>5.837679079267727</c:v>
                </c:pt>
                <c:pt idx="19">
                  <c:v>5.610938166795756</c:v>
                </c:pt>
                <c:pt idx="20">
                  <c:v>5.397499582107419</c:v>
                </c:pt>
                <c:pt idx="21">
                  <c:v>5.196422312401465</c:v>
                </c:pt>
                <c:pt idx="22">
                  <c:v>5.006855323796727</c:v>
                </c:pt>
                <c:pt idx="23">
                  <c:v>4.828026259516384</c:v>
                </c:pt>
                <c:pt idx="24">
                  <c:v>4.659229787987868</c:v>
                </c:pt>
                <c:pt idx="25">
                  <c:v>4.4998173187776755</c:v>
                </c:pt>
                <c:pt idx="26">
                  <c:v>4.349188634881978</c:v>
                </c:pt>
                <c:pt idx="27">
                  <c:v>4.206785406625783</c:v>
                </c:pt>
                <c:pt idx="28">
                  <c:v>4.072086302381388</c:v>
                </c:pt>
                <c:pt idx="29">
                  <c:v>3.944603341180522</c:v>
                </c:pt>
                <c:pt idx="30">
                  <c:v>3.823879151163268</c:v>
                </c:pt>
                <c:pt idx="31">
                  <c:v>3.709484853716239</c:v>
                </c:pt>
                <c:pt idx="32">
                  <c:v>3.601018358056247</c:v>
                </c:pt>
                <c:pt idx="33">
                  <c:v>3.498102911158103</c:v>
                </c:pt>
                <c:pt idx="34">
                  <c:v>3.400385797738924</c:v>
                </c:pt>
                <c:pt idx="35">
                  <c:v>3.307537123339319</c:v>
                </c:pt>
                <c:pt idx="36">
                  <c:v>3.219248641364114</c:v>
                </c:pt>
                <c:pt idx="37">
                  <c:v>3.135232604087353</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3.135232604087353</c:v>
                </c:pt>
                <c:pt idx="38">
                  <c:v>3.0552206300599543</c:v>
                </c:pt>
                <c:pt idx="39">
                  <c:v>2.9789625878704817</c:v>
                </c:pt>
                <c:pt idx="40">
                  <c:v>2.9062255002767117</c:v>
                </c:pt>
                <c:pt idx="41">
                  <c:v>2.836792474491183</c:v>
                </c:pt>
                <c:pt idx="42">
                  <c:v>2.770461664715222</c:v>
                </c:pt>
                <c:pt idx="43">
                  <c:v>2.707045272475312</c:v>
                </c:pt>
                <c:pt idx="44">
                  <c:v>2.6463685893336617</c:v>
                </c:pt>
                <c:pt idx="45">
                  <c:v>2.5882690853908565</c:v>
                </c:pt>
                <c:pt idx="46">
                  <c:v>2.532595545839206</c:v>
                </c:pt>
                <c:pt idx="47">
                  <c:v>2.479207256757751</c:v>
                </c:pt>
                <c:pt idx="48">
                  <c:v>2.427973240410889</c:v>
                </c:pt>
                <c:pt idx="49">
                  <c:v>2.378771539542023</c:v>
                </c:pt>
                <c:pt idx="50">
                  <c:v>2.3314885495384194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6.916537797096729</c:v>
                </c:pt>
                <c:pt idx="2">
                  <c:v>6.8637202050846815</c:v>
                </c:pt>
                <c:pt idx="3">
                  <c:v>6.531827898882747</c:v>
                </c:pt>
                <c:pt idx="4">
                  <c:v>6.0519388274179695</c:v>
                </c:pt>
                <c:pt idx="5">
                  <c:v>5.535649315470052</c:v>
                </c:pt>
                <c:pt idx="6">
                  <c:v>5.045018921371519</c:v>
                </c:pt>
                <c:pt idx="7">
                  <c:v>4.604200578246372</c:v>
                </c:pt>
                <c:pt idx="8">
                  <c:v>4.217356083892002</c:v>
                </c:pt>
                <c:pt idx="9">
                  <c:v>3.880377033087426</c:v>
                </c:pt>
                <c:pt idx="10">
                  <c:v>3.5866893226448298</c:v>
                </c:pt>
                <c:pt idx="11">
                  <c:v>3.3296783017882</c:v>
                </c:pt>
                <c:pt idx="12">
                  <c:v>3.1035213414403895</c:v>
                </c:pt>
                <c:pt idx="13">
                  <c:v>2.9033542046576186</c:v>
                </c:pt>
                <c:pt idx="14">
                  <c:v>2.7251934380128384</c:v>
                </c:pt>
                <c:pt idx="15">
                  <c:v>2.5657917169363818</c:v>
                </c:pt>
                <c:pt idx="16">
                  <c:v>2.422493532837272</c:v>
                </c:pt>
                <c:pt idx="17">
                  <c:v>2.293112518790112</c:v>
                </c:pt>
                <c:pt idx="18">
                  <c:v>2.1758336502723363</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2.1758336502723363</c:v>
                </c:pt>
                <c:pt idx="19">
                  <c:v>2.0691373635314956</c:v>
                </c:pt>
                <c:pt idx="20">
                  <c:v>1.9717411979678332</c:v>
                </c:pt>
                <c:pt idx="21">
                  <c:v>1.8825548579547404</c:v>
                </c:pt>
                <c:pt idx="22">
                  <c:v>1.8006453636814301</c:v>
                </c:pt>
                <c:pt idx="23">
                  <c:v>1.7252097510389712</c:v>
                </c:pt>
                <c:pt idx="24">
                  <c:v>1.655553439419205</c:v>
                </c:pt>
                <c:pt idx="25">
                  <c:v>1.5910728911476326</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0.47857454802262783</c:v>
                </c:pt>
                <c:pt idx="2">
                  <c:v>0.49582248285079</c:v>
                </c:pt>
                <c:pt idx="3">
                  <c:v>0.5119261015174786</c:v>
                </c:pt>
                <c:pt idx="4">
                  <c:v>0.5265174962759316</c:v>
                </c:pt>
                <c:pt idx="5">
                  <c:v>0.5392593747653722</c:v>
                </c:pt>
                <c:pt idx="6">
                  <c:v>0.5498714311145743</c:v>
                </c:pt>
                <c:pt idx="7">
                  <c:v>0.5581525098862137</c:v>
                </c:pt>
                <c:pt idx="8">
                  <c:v>0.5639949105613082</c:v>
                </c:pt>
                <c:pt idx="9">
                  <c:v>0.567388641875863</c:v>
                </c:pt>
                <c:pt idx="10">
                  <c:v>0.5684154682521224</c:v>
                </c:pt>
                <c:pt idx="11">
                  <c:v>0.5672345439250469</c:v>
                </c:pt>
                <c:pt idx="12">
                  <c:v>0.5640627277543445</c:v>
                </c:pt>
                <c:pt idx="13">
                  <c:v>0.5591530472373228</c:v>
                </c:pt>
                <c:pt idx="14">
                  <c:v>0.5527743288837926</c:v>
                </c:pt>
                <c:pt idx="15">
                  <c:v>0.5451940654168606</c:v>
                </c:pt>
                <c:pt idx="16">
                  <c:v>0.5366655267215893</c:v>
                </c:pt>
                <c:pt idx="17">
                  <c:v>0.5274192223892141</c:v>
                </c:pt>
                <c:pt idx="18">
                  <c:v>0.5176582210679386</c:v>
                </c:pt>
                <c:pt idx="19">
                  <c:v>0.5075565309218419</c:v>
                </c:pt>
                <c:pt idx="20">
                  <c:v>0.49725967946226</c:v>
                </c:pt>
                <c:pt idx="21">
                  <c:v>0.4868867118109408</c:v>
                </c:pt>
                <c:pt idx="22">
                  <c:v>0.4765329766895446</c:v>
                </c:pt>
                <c:pt idx="23">
                  <c:v>0.4662732349279963</c:v>
                </c:pt>
                <c:pt idx="24">
                  <c:v>0.45616477509408193</c:v>
                </c:pt>
                <c:pt idx="25">
                  <c:v>0.44625034165225985</c:v>
                </c:pt>
                <c:pt idx="26">
                  <c:v>0.4365607706181682</c:v>
                </c:pt>
                <c:pt idx="27">
                  <c:v>0.42711728947947203</c:v>
                </c:pt>
                <c:pt idx="28">
                  <c:v>0.4179334778601655</c:v>
                </c:pt>
                <c:pt idx="29">
                  <c:v>0.4090169088166623</c:v>
                </c:pt>
                <c:pt idx="30">
                  <c:v>0.40037050277249414</c:v>
                </c:pt>
                <c:pt idx="31">
                  <c:v>0.39199363083309513</c:v>
                </c:pt>
                <c:pt idx="32">
                  <c:v>0.3838830044262633</c:v>
                </c:pt>
                <c:pt idx="33">
                  <c:v>0.3760333858594894</c:v>
                </c:pt>
                <c:pt idx="34">
                  <c:v>0.36843815077262065</c:v>
                </c:pt>
                <c:pt idx="35">
                  <c:v>0.36108972940620016</c:v>
                </c:pt>
                <c:pt idx="36">
                  <c:v>0.3539799495831364</c:v>
                </c:pt>
                <c:pt idx="37">
                  <c:v>0.347100300573378</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0.347100300573378</c:v>
                </c:pt>
                <c:pt idx="38">
                  <c:v>0.3404421336974031</c:v>
                </c:pt>
                <c:pt idx="39">
                  <c:v>0.3339968126610915</c:v>
                </c:pt>
                <c:pt idx="40">
                  <c:v>0.32775582418822646</c:v>
                </c:pt>
                <c:pt idx="41">
                  <c:v>0.3217108574913769</c:v>
                </c:pt>
                <c:pt idx="42">
                  <c:v>0.3158538594480384</c:v>
                </c:pt>
                <c:pt idx="43">
                  <c:v>0.3101770709783587</c:v>
                </c:pt>
                <c:pt idx="44">
                  <c:v>0.30467304900440845</c:v>
                </c:pt>
                <c:pt idx="45">
                  <c:v>0.29933467746730913</c:v>
                </c:pt>
                <c:pt idx="46">
                  <c:v>0.29415517014927967</c:v>
                </c:pt>
                <c:pt idx="47">
                  <c:v>0.28912806746173414</c:v>
                </c:pt>
                <c:pt idx="48">
                  <c:v>0.2842472288909306</c:v>
                </c:pt>
                <c:pt idx="49">
                  <c:v>0.27950682241706704</c:v>
                </c:pt>
                <c:pt idx="50">
                  <c:v>0.2749013119239807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-0.35101707763552664</c:v>
                </c:pt>
                <c:pt idx="2">
                  <c:v>-0.36894388131648304</c:v>
                </c:pt>
                <c:pt idx="3">
                  <c:v>-0.38591555827454727</c:v>
                </c:pt>
                <c:pt idx="4">
                  <c:v>-0.4013849055715799</c:v>
                </c:pt>
                <c:pt idx="5">
                  <c:v>-0.41483461423649787</c:v>
                </c:pt>
                <c:pt idx="6">
                  <c:v>-0.42583521073555947</c:v>
                </c:pt>
                <c:pt idx="7">
                  <c:v>-0.4340942217918975</c:v>
                </c:pt>
                <c:pt idx="8">
                  <c:v>-0.4394848741468042</c:v>
                </c:pt>
                <c:pt idx="9">
                  <c:v>-0.4420483466185994</c:v>
                </c:pt>
                <c:pt idx="10">
                  <c:v>-0.4419713910107255</c:v>
                </c:pt>
                <c:pt idx="11">
                  <c:v>-0.4395474639314088</c:v>
                </c:pt>
                <c:pt idx="12">
                  <c:v>-0.43513199480011067</c:v>
                </c:pt>
                <c:pt idx="13">
                  <c:v>-0.4291010241757448</c:v>
                </c:pt>
                <c:pt idx="14">
                  <c:v>-0.4218188689051356</c:v>
                </c:pt>
                <c:pt idx="15">
                  <c:v>-0.4136166862792969</c:v>
                </c:pt>
                <c:pt idx="16">
                  <c:v>-0.40478106567839534</c:v>
                </c:pt>
                <c:pt idx="17">
                  <c:v>-0.39555039313368234</c:v>
                </c:pt>
                <c:pt idx="18">
                  <c:v>-0.3861164370705287</c:v>
                </c:pt>
                <c:pt idx="19">
                  <c:v>-0.3766289332177451</c:v>
                </c:pt>
                <c:pt idx="20">
                  <c:v>-0.3672015137064159</c:v>
                </c:pt>
                <c:pt idx="21">
                  <c:v>-0.3579178905122791</c:v>
                </c:pt>
                <c:pt idx="22">
                  <c:v>-0.34883765943710915</c:v>
                </c:pt>
                <c:pt idx="23">
                  <c:v>-0.3400014139704756</c:v>
                </c:pt>
                <c:pt idx="24">
                  <c:v>-0.33143506505156556</c:v>
                </c:pt>
                <c:pt idx="25">
                  <c:v>-0.32315338218443396</c:v>
                </c:pt>
                <c:pt idx="26">
                  <c:v>-0.31516283184972177</c:v>
                </c:pt>
                <c:pt idx="27">
                  <c:v>-0.3074638130200527</c:v>
                </c:pt>
                <c:pt idx="28">
                  <c:v>-0.30005239252698845</c:v>
                </c:pt>
                <c:pt idx="29">
                  <c:v>-0.2929216352319183</c:v>
                </c:pt>
                <c:pt idx="30">
                  <c:v>-0.2860626115956664</c:v>
                </c:pt>
                <c:pt idx="31">
                  <c:v>-0.2794651518066814</c:v>
                </c:pt>
                <c:pt idx="32">
                  <c:v>-0.2731184029144347</c:v>
                </c:pt>
                <c:pt idx="33">
                  <c:v>-0.26701123421722833</c:v>
                </c:pt>
                <c:pt idx="34">
                  <c:v>-0.26113252670744586</c:v>
                </c:pt>
                <c:pt idx="35">
                  <c:v>-0.25547137462798186</c:v>
                </c:pt>
                <c:pt idx="36">
                  <c:v>-0.25001722095515333</c:v>
                </c:pt>
                <c:pt idx="37">
                  <c:v>-0.24475994366770176</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-0.24475994366770176</c:v>
                </c:pt>
                <c:pt idx="38">
                  <c:v>-0.23968990576089055</c:v>
                </c:pt>
                <c:pt idx="39">
                  <c:v>-0.23479797891538265</c:v>
                </c:pt>
                <c:pt idx="40">
                  <c:v>-0.23007554835893212</c:v>
                </c:pt>
                <c:pt idx="41">
                  <c:v>-0.22551450462105507</c:v>
                </c:pt>
                <c:pt idx="42">
                  <c:v>-0.2211072264612828</c:v>
                </c:pt>
                <c:pt idx="43">
                  <c:v>-0.21684655815872203</c:v>
                </c:pt>
                <c:pt idx="44">
                  <c:v>-0.21272578351132437</c:v>
                </c:pt>
                <c:pt idx="45">
                  <c:v>-0.20873859825162622</c:v>
                </c:pt>
                <c:pt idx="46">
                  <c:v>-0.20487908209650413</c:v>
                </c:pt>
                <c:pt idx="47">
                  <c:v>-0.20114167127842092</c:v>
                </c:pt>
                <c:pt idx="48">
                  <c:v>-0.19752113212658465</c:v>
                </c:pt>
                <c:pt idx="49">
                  <c:v>-0.1940125360587957</c:v>
                </c:pt>
                <c:pt idx="50">
                  <c:v>-0.19061123619131326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1.0955114184002877</c:v>
                </c:pt>
                <c:pt idx="2">
                  <c:v>1.197222857231438</c:v>
                </c:pt>
                <c:pt idx="3">
                  <c:v>1.2428824085362356</c:v>
                </c:pt>
                <c:pt idx="4">
                  <c:v>1.231581115741819</c:v>
                </c:pt>
                <c:pt idx="5">
                  <c:v>1.180733993724394</c:v>
                </c:pt>
                <c:pt idx="6">
                  <c:v>1.1106813874414365</c:v>
                </c:pt>
                <c:pt idx="7">
                  <c:v>1.0356684400872673</c:v>
                </c:pt>
                <c:pt idx="8">
                  <c:v>0.9632121011201441</c:v>
                </c:pt>
                <c:pt idx="9">
                  <c:v>0.8964159668229156</c:v>
                </c:pt>
                <c:pt idx="10">
                  <c:v>0.8360781940676928</c:v>
                </c:pt>
                <c:pt idx="11">
                  <c:v>0.7819675717283053</c:v>
                </c:pt>
                <c:pt idx="12">
                  <c:v>0.7334753208511472</c:v>
                </c:pt>
                <c:pt idx="13">
                  <c:v>0.6899138503399446</c:v>
                </c:pt>
                <c:pt idx="14">
                  <c:v>0.6506384431346144</c:v>
                </c:pt>
                <c:pt idx="15">
                  <c:v>0.6150865639600038</c:v>
                </c:pt>
                <c:pt idx="16">
                  <c:v>0.5827817610843331</c:v>
                </c:pt>
                <c:pt idx="17">
                  <c:v>0.5533243048190158</c:v>
                </c:pt>
                <c:pt idx="18">
                  <c:v>0.526378441836324</c:v>
                </c:pt>
                <c:pt idx="19">
                  <c:v>0.5016602820078825</c:v>
                </c:pt>
                <c:pt idx="20">
                  <c:v>0.4789276371548057</c:v>
                </c:pt>
                <c:pt idx="21">
                  <c:v>0.4579719701536553</c:v>
                </c:pt>
                <c:pt idx="22">
                  <c:v>0.43861217858111856</c:v>
                </c:pt>
                <c:pt idx="23">
                  <c:v>0.4206898298357155</c:v>
                </c:pt>
                <c:pt idx="24">
                  <c:v>0.40406549048430723</c:v>
                </c:pt>
                <c:pt idx="25">
                  <c:v>0.38861586085869787</c:v>
                </c:pt>
                <c:pt idx="26">
                  <c:v>0.3742314975095758</c:v>
                </c:pt>
                <c:pt idx="27">
                  <c:v>0.360814966627717</c:v>
                </c:pt>
                <c:pt idx="28">
                  <c:v>0.3482793178183649</c:v>
                </c:pt>
                <c:pt idx="29">
                  <c:v>0.33654680102583456</c:v>
                </c:pt>
                <c:pt idx="30">
                  <c:v>0.3255477726667722</c:v>
                </c:pt>
                <c:pt idx="31">
                  <c:v>0.315219752859677</c:v>
                </c:pt>
                <c:pt idx="32">
                  <c:v>0.30550660627234355</c:v>
                </c:pt>
                <c:pt idx="33">
                  <c:v>0.2963578262291244</c:v>
                </c:pt>
                <c:pt idx="34">
                  <c:v>0.28772790651460606</c:v>
                </c:pt>
                <c:pt idx="35">
                  <c:v>0.27957578858963084</c:v>
                </c:pt>
                <c:pt idx="36">
                  <c:v>0.2718643742351035</c:v>
                </c:pt>
                <c:pt idx="37">
                  <c:v>0.2645600953059712</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0.2645600953059712</c:v>
                </c:pt>
                <c:pt idx="38">
                  <c:v>0.2576325335326916</c:v>
                </c:pt>
                <c:pt idx="39">
                  <c:v>0.2510540842896241</c:v>
                </c:pt>
                <c:pt idx="40">
                  <c:v>0.24479965904586315</c:v>
                </c:pt>
                <c:pt idx="41">
                  <c:v>0.23884642187818086</c:v>
                </c:pt>
                <c:pt idx="42">
                  <c:v>0.23317355599183978</c:v>
                </c:pt>
                <c:pt idx="43">
                  <c:v>0.22776205668503738</c:v>
                </c:pt>
                <c:pt idx="44">
                  <c:v>0.22259454762071643</c:v>
                </c:pt>
                <c:pt idx="45">
                  <c:v>0.21765511764561601</c:v>
                </c:pt>
                <c:pt idx="46">
                  <c:v>0.2129291757276136</c:v>
                </c:pt>
                <c:pt idx="47">
                  <c:v>0.20840332187480368</c:v>
                </c:pt>
                <c:pt idx="48">
                  <c:v>0.20406523215719063</c:v>
                </c:pt>
                <c:pt idx="49">
                  <c:v>0.19990355617940425</c:v>
                </c:pt>
                <c:pt idx="50">
                  <c:v>0.19590782555221797</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282257.9880475998</c:v>
                </c:pt>
                <c:pt idx="2">
                  <c:v>570050.440858841</c:v>
                </c:pt>
                <c:pt idx="3">
                  <c:v>863244.071018219</c:v>
                </c:pt>
                <c:pt idx="4">
                  <c:v>1161686.9279184341</c:v>
                </c:pt>
                <c:pt idx="5">
                  <c:v>1465208.336016655</c:v>
                </c:pt>
                <c:pt idx="6">
                  <c:v>1773618.974351883</c:v>
                </c:pt>
                <c:pt idx="7">
                  <c:v>2086711.1045618057</c:v>
                </c:pt>
                <c:pt idx="8">
                  <c:v>2404258.9528388977</c:v>
                </c:pt>
                <c:pt idx="9">
                  <c:v>2726019.2491722107</c:v>
                </c:pt>
                <c:pt idx="10">
                  <c:v>3051731.9250221252</c:v>
                </c:pt>
                <c:pt idx="11">
                  <c:v>3381120.9680719376</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3381120.9680719376</c:v>
                </c:pt>
                <c:pt idx="12">
                  <c:v>3713895.4302539825</c:v>
                </c:pt>
                <c:pt idx="13">
                  <c:v>4049750.5826177597</c:v>
                </c:pt>
                <c:pt idx="14">
                  <c:v>4388369.208079338</c:v>
                </c:pt>
                <c:pt idx="15">
                  <c:v>4729423.020596504</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9155.681548118591</c:v>
                </c:pt>
                <c:pt idx="2">
                  <c:v>18319.219570159912</c:v>
                </c:pt>
                <c:pt idx="3">
                  <c:v>27490.566207885742</c:v>
                </c:pt>
                <c:pt idx="4">
                  <c:v>36669.673389434814</c:v>
                </c:pt>
                <c:pt idx="5">
                  <c:v>45856.49283123016</c:v>
                </c:pt>
                <c:pt idx="6">
                  <c:v>55050.976039886475</c:v>
                </c:pt>
                <c:pt idx="7">
                  <c:v>64253.07431411743</c:v>
                </c:pt>
                <c:pt idx="8">
                  <c:v>73462.73874282837</c:v>
                </c:pt>
                <c:pt idx="9">
                  <c:v>82679.9202079773</c:v>
                </c:pt>
                <c:pt idx="10">
                  <c:v>91904.56938743591</c:v>
                </c:pt>
                <c:pt idx="11">
                  <c:v>101136.63675403595</c:v>
                </c:pt>
                <c:pt idx="12">
                  <c:v>110376.07257652283</c:v>
                </c:pt>
                <c:pt idx="13">
                  <c:v>119622.82692337036</c:v>
                </c:pt>
                <c:pt idx="14">
                  <c:v>128876.84965991974</c:v>
                </c:pt>
                <c:pt idx="15">
                  <c:v>138138.0904531479</c:v>
                </c:pt>
                <c:pt idx="16">
                  <c:v>147406.49877166748</c:v>
                </c:pt>
                <c:pt idx="17">
                  <c:v>156682.0238866806</c:v>
                </c:pt>
                <c:pt idx="18">
                  <c:v>165964.61487197876</c:v>
                </c:pt>
                <c:pt idx="19">
                  <c:v>175254.2206106186</c:v>
                </c:pt>
                <c:pt idx="20">
                  <c:v>184550.78978729248</c:v>
                </c:pt>
                <c:pt idx="21">
                  <c:v>193854.27089881897</c:v>
                </c:pt>
                <c:pt idx="22">
                  <c:v>203164.61224842072</c:v>
                </c:pt>
                <c:pt idx="23">
                  <c:v>212481.7619524002</c:v>
                </c:pt>
                <c:pt idx="24">
                  <c:v>221805.66793632507</c:v>
                </c:pt>
                <c:pt idx="25">
                  <c:v>231136.2779417038</c:v>
                </c:pt>
                <c:pt idx="26">
                  <c:v>240473.53952217102</c:v>
                </c:pt>
                <c:pt idx="27">
                  <c:v>249817.40005016327</c:v>
                </c:pt>
                <c:pt idx="28">
                  <c:v>259167.8067111969</c:v>
                </c:pt>
                <c:pt idx="29">
                  <c:v>268524.70651626587</c:v>
                </c:pt>
                <c:pt idx="30">
                  <c:v>277888.0462884903</c:v>
                </c:pt>
                <c:pt idx="31">
                  <c:v>287257.7726793289</c:v>
                </c:pt>
                <c:pt idx="32">
                  <c:v>296633.8321609497</c:v>
                </c:pt>
                <c:pt idx="33">
                  <c:v>306016.1710281372</c:v>
                </c:pt>
                <c:pt idx="34">
                  <c:v>315404.7354040146</c:v>
                </c:pt>
                <c:pt idx="35">
                  <c:v>324799.47123908997</c:v>
                </c:pt>
                <c:pt idx="36">
                  <c:v>334200.3243112564</c:v>
                </c:pt>
                <c:pt idx="37">
                  <c:v>343607.2402305603</c:v>
                </c:pt>
                <c:pt idx="38">
                  <c:v>353020.1644382477</c:v>
                </c:pt>
                <c:pt idx="39">
                  <c:v>362439.04220962524</c:v>
                </c:pt>
                <c:pt idx="40">
                  <c:v>371863.8186531067</c:v>
                </c:pt>
                <c:pt idx="41">
                  <c:v>381294.4387149811</c:v>
                </c:pt>
                <c:pt idx="42">
                  <c:v>390730.84717941284</c:v>
                </c:pt>
                <c:pt idx="43">
                  <c:v>400172.9886703491</c:v>
                </c:pt>
                <c:pt idx="44">
                  <c:v>409620.8076534271</c:v>
                </c:pt>
                <c:pt idx="45">
                  <c:v>419074.2484369278</c:v>
                </c:pt>
                <c:pt idx="46">
                  <c:v>428533.25517082214</c:v>
                </c:pt>
                <c:pt idx="47">
                  <c:v>437997.7718553543</c:v>
                </c:pt>
                <c:pt idx="48">
                  <c:v>447467.7423353195</c:v>
                </c:pt>
                <c:pt idx="49">
                  <c:v>456943.11030578613</c:v>
                </c:pt>
                <c:pt idx="50">
                  <c:v>466423.819314003</c:v>
                </c:pt>
                <c:pt idx="51">
                  <c:v>475909.8127555847</c:v>
                </c:pt>
                <c:pt idx="52">
                  <c:v>485401.0338859558</c:v>
                </c:pt>
                <c:pt idx="53">
                  <c:v>494897.4258108139</c:v>
                </c:pt>
                <c:pt idx="54">
                  <c:v>504398.93149757385</c:v>
                </c:pt>
                <c:pt idx="55">
                  <c:v>513905.49377059937</c:v>
                </c:pt>
                <c:pt idx="56">
                  <c:v>523417.0553159714</c:v>
                </c:pt>
                <c:pt idx="57">
                  <c:v>532933.5586824417</c:v>
                </c:pt>
                <c:pt idx="58">
                  <c:v>542454.9462814331</c:v>
                </c:pt>
                <c:pt idx="59">
                  <c:v>551981.1603927612</c:v>
                </c:pt>
                <c:pt idx="60">
                  <c:v>561512.143163681</c:v>
                </c:pt>
                <c:pt idx="61">
                  <c:v>571047.836607933</c:v>
                </c:pt>
                <c:pt idx="62">
                  <c:v>580588.1826143265</c:v>
                </c:pt>
                <c:pt idx="63">
                  <c:v>590133.1229429245</c:v>
                </c:pt>
                <c:pt idx="64">
                  <c:v>599682.5992279053</c:v>
                </c:pt>
                <c:pt idx="65">
                  <c:v>609236.5529813766</c:v>
                </c:pt>
                <c:pt idx="66">
                  <c:v>618794.9255924225</c:v>
                </c:pt>
                <c:pt idx="67">
                  <c:v>628357.6583309174</c:v>
                </c:pt>
                <c:pt idx="68">
                  <c:v>637924.6923503876</c:v>
                </c:pt>
                <c:pt idx="69">
                  <c:v>647495.9686841965</c:v>
                </c:pt>
                <c:pt idx="70">
                  <c:v>657071.4282541275</c:v>
                </c:pt>
                <c:pt idx="71">
                  <c:v>666651.0118694305</c:v>
                </c:pt>
                <c:pt idx="72">
                  <c:v>676234.6602268219</c:v>
                </c:pt>
                <c:pt idx="73">
                  <c:v>685822.3139152527</c:v>
                </c:pt>
                <c:pt idx="74">
                  <c:v>695413.9134159088</c:v>
                </c:pt>
                <c:pt idx="75">
                  <c:v>705009.3991060257</c:v>
                </c:pt>
                <c:pt idx="76">
                  <c:v>714608.7112569809</c:v>
                </c:pt>
                <c:pt idx="77">
                  <c:v>724211.7900419235</c:v>
                </c:pt>
                <c:pt idx="78">
                  <c:v>733818.5755310059</c:v>
                </c:pt>
                <c:pt idx="79">
                  <c:v>743429.0076990128</c:v>
                </c:pt>
                <c:pt idx="80">
                  <c:v>753043.0264234543</c:v>
                </c:pt>
                <c:pt idx="81">
                  <c:v>762660.5714893341</c:v>
                </c:pt>
                <c:pt idx="82">
                  <c:v>772281.5825872421</c:v>
                </c:pt>
                <c:pt idx="83">
                  <c:v>781905.9993200302</c:v>
                </c:pt>
                <c:pt idx="84">
                  <c:v>791533.7612009048</c:v>
                </c:pt>
                <c:pt idx="85">
                  <c:v>801164.8076562881</c:v>
                </c:pt>
                <c:pt idx="86">
                  <c:v>810799.0780305862</c:v>
                </c:pt>
                <c:pt idx="87">
                  <c:v>820436.5115833282</c:v>
                </c:pt>
                <c:pt idx="88">
                  <c:v>830077.0474939346</c:v>
                </c:pt>
                <c:pt idx="89">
                  <c:v>839720.6248636246</c:v>
                </c:pt>
                <c:pt idx="90">
                  <c:v>849367.182718277</c:v>
                </c:pt>
                <c:pt idx="91">
                  <c:v>859016.6600055695</c:v>
                </c:pt>
                <c:pt idx="92">
                  <c:v>868668.9956035614</c:v>
                </c:pt>
                <c:pt idx="93">
                  <c:v>878324.1283197403</c:v>
                </c:pt>
                <c:pt idx="94">
                  <c:v>887981.9968891144</c:v>
                </c:pt>
                <c:pt idx="95">
                  <c:v>897642.5399856567</c:v>
                </c:pt>
                <c:pt idx="96">
                  <c:v>907305.6962118149</c:v>
                </c:pt>
                <c:pt idx="97">
                  <c:v>916971.4041137695</c:v>
                </c:pt>
                <c:pt idx="98">
                  <c:v>926639.6021709442</c:v>
                </c:pt>
                <c:pt idx="99">
                  <c:v>936310.2288074493</c:v>
                </c:pt>
                <c:pt idx="100">
                  <c:v>945983.2223901749</c:v>
                </c:pt>
                <c:pt idx="101">
                  <c:v>955658.5212306976</c:v>
                </c:pt>
                <c:pt idx="102">
                  <c:v>965336.063586235</c:v>
                </c:pt>
                <c:pt idx="103">
                  <c:v>975015.7876644135</c:v>
                </c:pt>
                <c:pt idx="104">
                  <c:v>984697.6316261292</c:v>
                </c:pt>
                <c:pt idx="105">
                  <c:v>994381.53358078</c:v>
                </c:pt>
                <c:pt idx="106">
                  <c:v>1004067.431596756</c:v>
                </c:pt>
                <c:pt idx="107">
                  <c:v>1013755.2636966705</c:v>
                </c:pt>
                <c:pt idx="108">
                  <c:v>1023444.9678659439</c:v>
                </c:pt>
                <c:pt idx="109">
                  <c:v>1033136.4820480347</c:v>
                </c:pt>
                <c:pt idx="110">
                  <c:v>1042829.7441501617</c:v>
                </c:pt>
                <c:pt idx="111">
                  <c:v>1052524.6920452118</c:v>
                </c:pt>
                <c:pt idx="112">
                  <c:v>1062221.2635746002</c:v>
                </c:pt>
                <c:pt idx="113">
                  <c:v>1071919.3965473175</c:v>
                </c:pt>
                <c:pt idx="114">
                  <c:v>1081619.0287427902</c:v>
                </c:pt>
                <c:pt idx="115">
                  <c:v>1091320.0979175568</c:v>
                </c:pt>
                <c:pt idx="116">
                  <c:v>1101022.541800499</c:v>
                </c:pt>
                <c:pt idx="117">
                  <c:v>1110726.2980976105</c:v>
                </c:pt>
                <c:pt idx="118">
                  <c:v>1120431.3044967651</c:v>
                </c:pt>
                <c:pt idx="119">
                  <c:v>1130137.498664856</c:v>
                </c:pt>
                <c:pt idx="120">
                  <c:v>1139844.8182544708</c:v>
                </c:pt>
                <c:pt idx="121">
                  <c:v>1149553.2009019852</c:v>
                </c:pt>
                <c:pt idx="122">
                  <c:v>1159262.584233284</c:v>
                </c:pt>
                <c:pt idx="123">
                  <c:v>1168972.9058618546</c:v>
                </c:pt>
                <c:pt idx="124">
                  <c:v>1178684.1033945084</c:v>
                </c:pt>
                <c:pt idx="125">
                  <c:v>1188396.1144313812</c:v>
                </c:pt>
                <c:pt idx="126">
                  <c:v>1198108.8765678406</c:v>
                </c:pt>
                <c:pt idx="127">
                  <c:v>1207822.3273973465</c:v>
                </c:pt>
                <c:pt idx="128">
                  <c:v>1217536.4045143127</c:v>
                </c:pt>
                <c:pt idx="129">
                  <c:v>1227251.045513153</c:v>
                </c:pt>
                <c:pt idx="130">
                  <c:v>1236966.1879930496</c:v>
                </c:pt>
                <c:pt idx="131">
                  <c:v>1246681.769560814</c:v>
                </c:pt>
                <c:pt idx="132">
                  <c:v>1256397.7278280258</c:v>
                </c:pt>
                <c:pt idx="133">
                  <c:v>1266114.0004196167</c:v>
                </c:pt>
                <c:pt idx="134">
                  <c:v>1275830.5249710083</c:v>
                </c:pt>
                <c:pt idx="135">
                  <c:v>1285547.2391319275</c:v>
                </c:pt>
                <c:pt idx="136">
                  <c:v>1295264.0805664062</c:v>
                </c:pt>
                <c:pt idx="137">
                  <c:v>1304980.9869613647</c:v>
                </c:pt>
                <c:pt idx="138">
                  <c:v>1314697.896018982</c:v>
                </c:pt>
                <c:pt idx="139">
                  <c:v>1324414.7454662323</c:v>
                </c:pt>
                <c:pt idx="140">
                  <c:v>1334131.4730548859</c:v>
                </c:pt>
                <c:pt idx="141">
                  <c:v>1343848.0165615082</c:v>
                </c:pt>
                <c:pt idx="142">
                  <c:v>1353564.313791275</c:v>
                </c:pt>
                <c:pt idx="143">
                  <c:v>1363280.3025798798</c:v>
                </c:pt>
                <c:pt idx="144">
                  <c:v>1372995.9207954407</c:v>
                </c:pt>
                <c:pt idx="145">
                  <c:v>1382711.1063404083</c:v>
                </c:pt>
                <c:pt idx="146">
                  <c:v>1392425.797153473</c:v>
                </c:pt>
                <c:pt idx="147">
                  <c:v>1402139.931213379</c:v>
                </c:pt>
                <c:pt idx="148">
                  <c:v>1411853.4465351105</c:v>
                </c:pt>
                <c:pt idx="149">
                  <c:v>1421566.281179428</c:v>
                </c:pt>
                <c:pt idx="150">
                  <c:v>1431278.373251915</c:v>
                </c:pt>
                <c:pt idx="151">
                  <c:v>1440989.6609020233</c:v>
                </c:pt>
                <c:pt idx="152">
                  <c:v>1450700.0823287964</c:v>
                </c:pt>
                <c:pt idx="153">
                  <c:v>1460409.5757808685</c:v>
                </c:pt>
                <c:pt idx="154">
                  <c:v>1470118.0795602798</c:v>
                </c:pt>
                <c:pt idx="155">
                  <c:v>1479825.5320224762</c:v>
                </c:pt>
                <c:pt idx="156">
                  <c:v>1489531.871580124</c:v>
                </c:pt>
                <c:pt idx="157">
                  <c:v>1499237.0367040634</c:v>
                </c:pt>
                <c:pt idx="158">
                  <c:v>1508940.9659223557</c:v>
                </c:pt>
                <c:pt idx="159">
                  <c:v>1518643.5978279114</c:v>
                </c:pt>
                <c:pt idx="160">
                  <c:v>1528344.8710784912</c:v>
                </c:pt>
                <c:pt idx="161">
                  <c:v>1538044.724395752</c:v>
                </c:pt>
                <c:pt idx="162">
                  <c:v>1547743.0965709686</c:v>
                </c:pt>
                <c:pt idx="163">
                  <c:v>1557439.9264631271</c:v>
                </c:pt>
                <c:pt idx="164">
                  <c:v>1567135.1530036926</c:v>
                </c:pt>
                <c:pt idx="165">
                  <c:v>1576828.7151994705</c:v>
                </c:pt>
                <c:pt idx="166">
                  <c:v>1586520.5521316528</c:v>
                </c:pt>
                <c:pt idx="167">
                  <c:v>1596210.6029596329</c:v>
                </c:pt>
                <c:pt idx="168">
                  <c:v>1605898.8069200516</c:v>
                </c:pt>
                <c:pt idx="169">
                  <c:v>1615585.1033344269</c:v>
                </c:pt>
                <c:pt idx="170">
                  <c:v>1625269.4316034317</c:v>
                </c:pt>
                <c:pt idx="171">
                  <c:v>1634951.7312164307</c:v>
                </c:pt>
                <c:pt idx="172">
                  <c:v>1644631.9417476654</c:v>
                </c:pt>
                <c:pt idx="173">
                  <c:v>1654310.002861023</c:v>
                </c:pt>
                <c:pt idx="174">
                  <c:v>1663985.8543109894</c:v>
                </c:pt>
                <c:pt idx="175">
                  <c:v>1673659.4359436035</c:v>
                </c:pt>
                <c:pt idx="176">
                  <c:v>1683330.687702179</c:v>
                </c:pt>
                <c:pt idx="177">
                  <c:v>1692999.549621582</c:v>
                </c:pt>
                <c:pt idx="178">
                  <c:v>1702665.961839676</c:v>
                </c:pt>
                <c:pt idx="179">
                  <c:v>1712329.8645915985</c:v>
                </c:pt>
                <c:pt idx="180">
                  <c:v>1721991.1982126236</c:v>
                </c:pt>
                <c:pt idx="181">
                  <c:v>1731649.90314579</c:v>
                </c:pt>
                <c:pt idx="182">
                  <c:v>1741305.9199371338</c:v>
                </c:pt>
                <c:pt idx="183">
                  <c:v>1750959.1892375946</c:v>
                </c:pt>
                <c:pt idx="184">
                  <c:v>1760609.6518115997</c:v>
                </c:pt>
                <c:pt idx="185">
                  <c:v>1770257.2485294342</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1770257.2485294342</c:v>
                </c:pt>
                <c:pt idx="186">
                  <c:v>1779901.920378685</c:v>
                </c:pt>
                <c:pt idx="187">
                  <c:v>1789543.608458519</c:v>
                </c:pt>
                <c:pt idx="188">
                  <c:v>1799182.253982544</c:v>
                </c:pt>
                <c:pt idx="189">
                  <c:v>1808817.7982854843</c:v>
                </c:pt>
                <c:pt idx="190">
                  <c:v>1818450.1828184128</c:v>
                </c:pt>
                <c:pt idx="191">
                  <c:v>1828079.349155426</c:v>
                </c:pt>
                <c:pt idx="192">
                  <c:v>1837705.238992691</c:v>
                </c:pt>
                <c:pt idx="193">
                  <c:v>1847327.7941522598</c:v>
                </c:pt>
                <c:pt idx="194">
                  <c:v>1856946.956580162</c:v>
                </c:pt>
                <c:pt idx="195">
                  <c:v>1866562.668352127</c:v>
                </c:pt>
                <c:pt idx="196">
                  <c:v>1876174.871673584</c:v>
                </c:pt>
                <c:pt idx="197">
                  <c:v>1885783.5088796616</c:v>
                </c:pt>
                <c:pt idx="198">
                  <c:v>1895388.5224380493</c:v>
                </c:pt>
                <c:pt idx="199">
                  <c:v>1904989.8549556732</c:v>
                </c:pt>
                <c:pt idx="200">
                  <c:v>1914587.4491710663</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4754343.811222076</c:v>
                </c:pt>
                <c:pt idx="2">
                  <c:v>10297284.546607971</c:v>
                </c:pt>
                <c:pt idx="3">
                  <c:v>16643978.293574333</c:v>
                </c:pt>
                <c:pt idx="4">
                  <c:v>23751450.764842987</c:v>
                </c:pt>
                <c:pt idx="5">
                  <c:v>31508021.596425056</c:v>
                </c:pt>
                <c:pt idx="6">
                  <c:v>39735843.127391815</c:v>
                </c:pt>
                <c:pt idx="7">
                  <c:v>48209512.66257286</c:v>
                </c:pt>
                <c:pt idx="8">
                  <c:v>56687179.3712368</c:v>
                </c:pt>
                <c:pt idx="9">
                  <c:v>64944730.14523983</c:v>
                </c:pt>
                <c:pt idx="10">
                  <c:v>72802560.60370731</c:v>
                </c:pt>
                <c:pt idx="11">
                  <c:v>80138694.20424652</c:v>
                </c:pt>
                <c:pt idx="12">
                  <c:v>86888281.49854374</c:v>
                </c:pt>
                <c:pt idx="13">
                  <c:v>93033900.69585419</c:v>
                </c:pt>
                <c:pt idx="14">
                  <c:v>98592128.36309052</c:v>
                </c:pt>
                <c:pt idx="15">
                  <c:v>103600530.98737335</c:v>
                </c:pt>
                <c:pt idx="16">
                  <c:v>108107221.2433796</c:v>
                </c:pt>
                <c:pt idx="17">
                  <c:v>112163520.25515366</c:v>
                </c:pt>
                <c:pt idx="18">
                  <c:v>115819374.71559048</c:v>
                </c:pt>
                <c:pt idx="19">
                  <c:v>119120855.79626656</c:v>
                </c:pt>
                <c:pt idx="20">
                  <c:v>122109068.54453182</c:v>
                </c:pt>
                <c:pt idx="21">
                  <c:v>124819933.2218914</c:v>
                </c:pt>
                <c:pt idx="22">
                  <c:v>127284455.40769291</c:v>
                </c:pt>
                <c:pt idx="23">
                  <c:v>129529233.8356409</c:v>
                </c:pt>
                <c:pt idx="24">
                  <c:v>131577052.37977982</c:v>
                </c:pt>
                <c:pt idx="25">
                  <c:v>133447468.64141846</c:v>
                </c:pt>
                <c:pt idx="26">
                  <c:v>135157353.76625156</c:v>
                </c:pt>
                <c:pt idx="27">
                  <c:v>136721363.7835083</c:v>
                </c:pt>
                <c:pt idx="28">
                  <c:v>138152337.62945652</c:v>
                </c:pt>
                <c:pt idx="29">
                  <c:v>139461625.11428452</c:v>
                </c:pt>
                <c:pt idx="30">
                  <c:v>140659352.0705366</c:v>
                </c:pt>
                <c:pt idx="31">
                  <c:v>141754631.47252464</c:v>
                </c:pt>
                <c:pt idx="32">
                  <c:v>142755729.48742485</c:v>
                </c:pt>
                <c:pt idx="33">
                  <c:v>143670194.84825897</c:v>
                </c:pt>
                <c:pt idx="34">
                  <c:v>144504959.0093193</c:v>
                </c:pt>
                <c:pt idx="35">
                  <c:v>145266413.48224068</c:v>
                </c:pt>
                <c:pt idx="36">
                  <c:v>145960469.68637085</c:v>
                </c:pt>
                <c:pt idx="37">
                  <c:v>146592605.65260506</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146592605.65260506</c:v>
                </c:pt>
                <c:pt idx="38">
                  <c:v>147167903.03224373</c:v>
                </c:pt>
                <c:pt idx="39">
                  <c:v>147691077.0962925</c:v>
                </c:pt>
                <c:pt idx="40">
                  <c:v>148166501.76741982</c:v>
                </c:pt>
                <c:pt idx="41">
                  <c:v>148598231.19988823</c:v>
                </c:pt>
                <c:pt idx="42">
                  <c:v>148990019.00097656</c:v>
                </c:pt>
                <c:pt idx="43">
                  <c:v>149345335.85757446</c:v>
                </c:pt>
                <c:pt idx="44">
                  <c:v>149667386.07987022</c:v>
                </c:pt>
                <c:pt idx="45">
                  <c:v>149959123.38671684</c:v>
                </c:pt>
                <c:pt idx="46">
                  <c:v>150223266.1222248</c:v>
                </c:pt>
                <c:pt idx="47">
                  <c:v>150462311.999115</c:v>
                </c:pt>
                <c:pt idx="48">
                  <c:v>150678552.402071</c:v>
                </c:pt>
                <c:pt idx="49">
                  <c:v>150874086.24563408</c:v>
                </c:pt>
                <c:pt idx="50">
                  <c:v>151050833.35998917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29402936.122133255</c:v>
                </c:pt>
                <c:pt idx="2">
                  <c:v>61458879.385499954</c:v>
                </c:pt>
                <c:pt idx="3">
                  <c:v>96130353.85952759</c:v>
                </c:pt>
                <c:pt idx="4">
                  <c:v>133292087.5315628</c:v>
                </c:pt>
                <c:pt idx="5">
                  <c:v>172723077.7458477</c:v>
                </c:pt>
                <c:pt idx="6">
                  <c:v>214106617.36810493</c:v>
                </c:pt>
                <c:pt idx="7">
                  <c:v>257039930.2817955</c:v>
                </c:pt>
                <c:pt idx="8">
                  <c:v>301053479.4663601</c:v>
                </c:pt>
                <c:pt idx="9">
                  <c:v>345638091.5535221</c:v>
                </c:pt>
                <c:pt idx="10">
                  <c:v>390276354.4335041</c:v>
                </c:pt>
                <c:pt idx="11">
                  <c:v>434473851.44135284</c:v>
                </c:pt>
                <c:pt idx="12">
                  <c:v>477785994.16316795</c:v>
                </c:pt>
                <c:pt idx="13">
                  <c:v>519837397.1706867</c:v>
                </c:pt>
                <c:pt idx="14">
                  <c:v>560332454.9661674</c:v>
                </c:pt>
                <c:pt idx="15">
                  <c:v>599057474.6016979</c:v>
                </c:pt>
                <c:pt idx="16">
                  <c:v>635875953.8125019</c:v>
                </c:pt>
                <c:pt idx="17">
                  <c:v>670719194.1294727</c:v>
                </c:pt>
                <c:pt idx="18">
                  <c:v>703574459.0944958</c:v>
                </c:pt>
                <c:pt idx="19">
                  <c:v>734472522.6508179</c:v>
                </c:pt>
                <c:pt idx="20">
                  <c:v>763475919.0039768</c:v>
                </c:pt>
                <c:pt idx="21">
                  <c:v>790668671.1818237</c:v>
                </c:pt>
                <c:pt idx="22">
                  <c:v>816147837.2809048</c:v>
                </c:pt>
                <c:pt idx="23">
                  <c:v>840016904.1566563</c:v>
                </c:pt>
                <c:pt idx="24">
                  <c:v>862380870.8071728</c:v>
                </c:pt>
                <c:pt idx="25">
                  <c:v>883342771.7664089</c:v>
                </c:pt>
                <c:pt idx="26">
                  <c:v>903001364.3904552</c:v>
                </c:pt>
                <c:pt idx="27">
                  <c:v>921449716.8684444</c:v>
                </c:pt>
                <c:pt idx="28">
                  <c:v>938774466.7082424</c:v>
                </c:pt>
                <c:pt idx="29">
                  <c:v>955055559.5211277</c:v>
                </c:pt>
                <c:pt idx="30">
                  <c:v>970366317.6094875</c:v>
                </c:pt>
                <c:pt idx="31">
                  <c:v>984773723.3008442</c:v>
                </c:pt>
                <c:pt idx="32">
                  <c:v>998338831.6766682</c:v>
                </c:pt>
                <c:pt idx="33">
                  <c:v>1011117251.176424</c:v>
                </c:pt>
                <c:pt idx="34">
                  <c:v>1023159649.0614777</c:v>
                </c:pt>
                <c:pt idx="35">
                  <c:v>1034512252.7193966</c:v>
                </c:pt>
                <c:pt idx="36">
                  <c:v>1045217328.1394291</c:v>
                </c:pt>
                <c:pt idx="37">
                  <c:v>1055313624.3860378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1055313624.3860378</c:v>
                </c:pt>
                <c:pt idx="38">
                  <c:v>1064836778.2113018</c:v>
                </c:pt>
                <c:pt idx="39">
                  <c:v>1073819676.625208</c:v>
                </c:pt>
                <c:pt idx="40">
                  <c:v>1082292777.713602</c:v>
                </c:pt>
                <c:pt idx="41">
                  <c:v>1090284391.586111</c:v>
                </c:pt>
                <c:pt idx="42">
                  <c:v>1097820924.2989597</c:v>
                </c:pt>
                <c:pt idx="43">
                  <c:v>1104927088.1151028</c:v>
                </c:pt>
                <c:pt idx="44">
                  <c:v>1111626081.6725368</c:v>
                </c:pt>
                <c:pt idx="45">
                  <c:v>1117939743.630783</c:v>
                </c:pt>
                <c:pt idx="46">
                  <c:v>1123888683.2268963</c:v>
                </c:pt>
                <c:pt idx="47">
                  <c:v>1129492390.9483814</c:v>
                </c:pt>
                <c:pt idx="48">
                  <c:v>1134769332.2574482</c:v>
                </c:pt>
                <c:pt idx="49">
                  <c:v>1139737027.0054264</c:v>
                </c:pt>
                <c:pt idx="50">
                  <c:v>1144412116.8759365</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21848661.80020237</c:v>
                </c:pt>
                <c:pt idx="2">
                  <c:v>44493582.77698326</c:v>
                </c:pt>
                <c:pt idx="3">
                  <c:v>67464360.93491268</c:v>
                </c:pt>
                <c:pt idx="4">
                  <c:v>90267251.43283558</c:v>
                </c:pt>
                <c:pt idx="5">
                  <c:v>112437017.03132057</c:v>
                </c:pt>
                <c:pt idx="6">
                  <c:v>133581190.1182518</c:v>
                </c:pt>
                <c:pt idx="7">
                  <c:v>153407820.1228981</c:v>
                </c:pt>
                <c:pt idx="8">
                  <c:v>171733854.6491623</c:v>
                </c:pt>
                <c:pt idx="9">
                  <c:v>188477070.64912605</c:v>
                </c:pt>
                <c:pt idx="10">
                  <c:v>203637670.3782692</c:v>
                </c:pt>
                <c:pt idx="11">
                  <c:v>217275947.5940609</c:v>
                </c:pt>
                <c:pt idx="12">
                  <c:v>229490851.81599617</c:v>
                </c:pt>
                <c:pt idx="13">
                  <c:v>240402151.4652691</c:v>
                </c:pt>
                <c:pt idx="14">
                  <c:v>250137103.86919594</c:v>
                </c:pt>
                <c:pt idx="15">
                  <c:v>258821400.34556007</c:v>
                </c:pt>
                <c:pt idx="16">
                  <c:v>266573615.25022316</c:v>
                </c:pt>
                <c:pt idx="17">
                  <c:v>273502255.7717514</c:v>
                </c:pt>
                <c:pt idx="18">
                  <c:v>279704594.1875801</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279704594.1875801</c:v>
                </c:pt>
                <c:pt idx="19">
                  <c:v>285266632.5778332</c:v>
                </c:pt>
                <c:pt idx="20">
                  <c:v>290263726.2563267</c:v>
                </c:pt>
                <c:pt idx="21">
                  <c:v>294761542.7545681</c:v>
                </c:pt>
                <c:pt idx="22">
                  <c:v>298817148.6040726</c:v>
                </c:pt>
                <c:pt idx="23">
                  <c:v>302480098.542881</c:v>
                </c:pt>
                <c:pt idx="24">
                  <c:v>305793457.4889164</c:v>
                </c:pt>
                <c:pt idx="25">
                  <c:v>308794721.57639503</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956971.7737836838</c:v>
                </c:pt>
                <c:pt idx="2">
                  <c:v>1948328.773141861</c:v>
                </c:pt>
                <c:pt idx="3">
                  <c:v>2974156.594631195</c:v>
                </c:pt>
                <c:pt idx="4">
                  <c:v>4034393.7200756073</c:v>
                </c:pt>
                <c:pt idx="5">
                  <c:v>5128820.157493591</c:v>
                </c:pt>
                <c:pt idx="6">
                  <c:v>6257047.132432938</c:v>
                </c:pt>
                <c:pt idx="7">
                  <c:v>7418508.151755333</c:v>
                </c:pt>
                <c:pt idx="8">
                  <c:v>8612451.764624596</c:v>
                </c:pt>
                <c:pt idx="9">
                  <c:v>9837936.336716652</c:v>
                </c:pt>
                <c:pt idx="10">
                  <c:v>11093827.132118225</c:v>
                </c:pt>
                <c:pt idx="11">
                  <c:v>12378795.962252617</c:v>
                </c:pt>
                <c:pt idx="12">
                  <c:v>13691323.612306595</c:v>
                </c:pt>
                <c:pt idx="13">
                  <c:v>15029705.193667412</c:v>
                </c:pt>
                <c:pt idx="14">
                  <c:v>16392058.497458458</c:v>
                </c:pt>
                <c:pt idx="15">
                  <c:v>17776335.34162426</c:v>
                </c:pt>
                <c:pt idx="16">
                  <c:v>19180335.815514565</c:v>
                </c:pt>
                <c:pt idx="17">
                  <c:v>20601725.23537445</c:v>
                </c:pt>
                <c:pt idx="18">
                  <c:v>22038053.535758972</c:v>
                </c:pt>
                <c:pt idx="19">
                  <c:v>23486776.7403574</c:v>
                </c:pt>
                <c:pt idx="20">
                  <c:v>24945280.085011482</c:v>
                </c:pt>
                <c:pt idx="21">
                  <c:v>26410902.309981346</c:v>
                </c:pt>
                <c:pt idx="22">
                  <c:v>27880960.60052395</c:v>
                </c:pt>
                <c:pt idx="23">
                  <c:v>29352775.636781693</c:v>
                </c:pt>
                <c:pt idx="24">
                  <c:v>30823696.216583252</c:v>
                </c:pt>
                <c:pt idx="25">
                  <c:v>32291122.937704086</c:v>
                </c:pt>
                <c:pt idx="26">
                  <c:v>33752530.467692375</c:v>
                </c:pt>
                <c:pt idx="27">
                  <c:v>35205487.987155914</c:v>
                </c:pt>
                <c:pt idx="28">
                  <c:v>36647677.462670326</c:v>
                </c:pt>
                <c:pt idx="29">
                  <c:v>38076909.484547615</c:v>
                </c:pt>
                <c:pt idx="30">
                  <c:v>39491136.48812866</c:v>
                </c:pt>
                <c:pt idx="31">
                  <c:v>40888463.26119232</c:v>
                </c:pt>
                <c:pt idx="32">
                  <c:v>42267154.72043896</c:v>
                </c:pt>
                <c:pt idx="33">
                  <c:v>43625641.013892174</c:v>
                </c:pt>
                <c:pt idx="34">
                  <c:v>44962520.070736885</c:v>
                </c:pt>
                <c:pt idx="35">
                  <c:v>46276557.77396774</c:v>
                </c:pt>
                <c:pt idx="36">
                  <c:v>47566685.973246574</c:v>
                </c:pt>
                <c:pt idx="37">
                  <c:v>48831998.58540249</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48831998.58540249</c:v>
                </c:pt>
                <c:pt idx="38">
                  <c:v>50071746.04833126</c:v>
                </c:pt>
                <c:pt idx="39">
                  <c:v>51285328.40180588</c:v>
                </c:pt>
                <c:pt idx="40">
                  <c:v>52472287.2668705</c:v>
                </c:pt>
                <c:pt idx="41">
                  <c:v>53632296.985892296</c:v>
                </c:pt>
                <c:pt idx="42">
                  <c:v>54765155.16934776</c:v>
                </c:pt>
                <c:pt idx="43">
                  <c:v>55870772.87481117</c:v>
                </c:pt>
                <c:pt idx="44">
                  <c:v>56949164.61982536</c:v>
                </c:pt>
                <c:pt idx="45">
                  <c:v>58000438.40477753</c:v>
                </c:pt>
                <c:pt idx="46">
                  <c:v>59024785.89578724</c:v>
                </c:pt>
                <c:pt idx="47">
                  <c:v>60022472.891840935</c:v>
                </c:pt>
                <c:pt idx="48">
                  <c:v>60993830.17586517</c:v>
                </c:pt>
                <c:pt idx="49">
                  <c:v>61939244.82653332</c:v>
                </c:pt>
                <c:pt idx="50">
                  <c:v>62859152.04687595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1853305.7889108658</c:v>
                </c:pt>
                <c:pt idx="2">
                  <c:v>3792082.0654392242</c:v>
                </c:pt>
                <c:pt idx="3">
                  <c:v>5816219.706349373</c:v>
                </c:pt>
                <c:pt idx="4">
                  <c:v>7924940.896512032</c:v>
                </c:pt>
                <c:pt idx="5">
                  <c:v>10116742.985961914</c:v>
                </c:pt>
                <c:pt idx="6">
                  <c:v>12389352.860422134</c:v>
                </c:pt>
                <c:pt idx="7">
                  <c:v>14739694.853533745</c:v>
                </c:pt>
                <c:pt idx="8">
                  <c:v>17163875.032785416</c:v>
                </c:pt>
                <c:pt idx="9">
                  <c:v>19657184.28087902</c:v>
                </c:pt>
                <c:pt idx="10">
                  <c:v>22214121.965600967</c:v>
                </c:pt>
                <c:pt idx="11">
                  <c:v>24828441.16164112</c:v>
                </c:pt>
                <c:pt idx="12">
                  <c:v>27493215.397816658</c:v>
                </c:pt>
                <c:pt idx="13">
                  <c:v>30200925.81630993</c:v>
                </c:pt>
                <c:pt idx="14">
                  <c:v>32943566.527690887</c:v>
                </c:pt>
                <c:pt idx="15">
                  <c:v>35712764.91791153</c:v>
                </c:pt>
                <c:pt idx="16">
                  <c:v>38499912.80144119</c:v>
                </c:pt>
                <c:pt idx="17">
                  <c:v>41296303.69717598</c:v>
                </c:pt>
                <c:pt idx="18">
                  <c:v>44093271.187153816</c:v>
                </c:pt>
                <c:pt idx="19">
                  <c:v>46882323.32949638</c:v>
                </c:pt>
                <c:pt idx="20">
                  <c:v>49655268.430285454</c:v>
                </c:pt>
                <c:pt idx="21">
                  <c:v>52404328.09628105</c:v>
                </c:pt>
                <c:pt idx="22">
                  <c:v>55122234.32796192</c:v>
                </c:pt>
                <c:pt idx="23">
                  <c:v>57802308.38950729</c:v>
                </c:pt>
                <c:pt idx="24">
                  <c:v>60438520.22221565</c:v>
                </c:pt>
                <c:pt idx="25">
                  <c:v>63025528.16766071</c:v>
                </c:pt>
                <c:pt idx="26">
                  <c:v>65558699.666641235</c:v>
                </c:pt>
                <c:pt idx="27">
                  <c:v>68034114.34812927</c:v>
                </c:pt>
                <c:pt idx="28">
                  <c:v>70448551.48851109</c:v>
                </c:pt>
                <c:pt idx="29">
                  <c:v>72799464.19539928</c:v>
                </c:pt>
                <c:pt idx="30">
                  <c:v>75084942.86002064</c:v>
                </c:pt>
                <c:pt idx="31">
                  <c:v>77303670.44856644</c:v>
                </c:pt>
                <c:pt idx="32">
                  <c:v>79454872.09571457</c:v>
                </c:pt>
                <c:pt idx="33">
                  <c:v>81538261.25611591</c:v>
                </c:pt>
                <c:pt idx="34">
                  <c:v>83553984.39551353</c:v>
                </c:pt>
                <c:pt idx="35">
                  <c:v>85502565.8926878</c:v>
                </c:pt>
                <c:pt idx="36">
                  <c:v>87384854.50242615</c:v>
                </c:pt>
                <c:pt idx="37">
                  <c:v>89201972.41806984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89201972.41806984</c:v>
                </c:pt>
                <c:pt idx="38">
                  <c:v>90955267.6844883</c:v>
                </c:pt>
                <c:pt idx="39">
                  <c:v>92646270.4574709</c:v>
                </c:pt>
                <c:pt idx="40">
                  <c:v>94276653.3883419</c:v>
                </c:pt>
                <c:pt idx="41">
                  <c:v>95848196.23417854</c:v>
                </c:pt>
                <c:pt idx="42">
                  <c:v>97362754.65301037</c:v>
                </c:pt>
                <c:pt idx="43">
                  <c:v>98822233.03664494</c:v>
                </c:pt>
                <c:pt idx="44">
                  <c:v>100228561.15721798</c:v>
                </c:pt>
                <c:pt idx="45">
                  <c:v>101583674.35261536</c:v>
                </c:pt>
                <c:pt idx="46">
                  <c:v>102889496.94610214</c:v>
                </c:pt>
                <c:pt idx="47">
                  <c:v>104147928.58230019</c:v>
                </c:pt>
                <c:pt idx="48">
                  <c:v>105360833.16145706</c:v>
                </c:pt>
                <c:pt idx="49">
                  <c:v>106530030.0631218</c:v>
                </c:pt>
                <c:pt idx="50">
                  <c:v>107657287.36624813</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13986901.175357819</c:v>
                </c:pt>
                <c:pt idx="2">
                  <c:v>29223352.96548748</c:v>
                </c:pt>
                <c:pt idx="3">
                  <c:v>45591582.759028435</c:v>
                </c:pt>
                <c:pt idx="4">
                  <c:v>62906294.93453026</c:v>
                </c:pt>
                <c:pt idx="5">
                  <c:v>80921403.11082077</c:v>
                </c:pt>
                <c:pt idx="6">
                  <c:v>99346121.60546494</c:v>
                </c:pt>
                <c:pt idx="7">
                  <c:v>117868373.82911205</c:v>
                </c:pt>
                <c:pt idx="8">
                  <c:v>136181326.38819313</c:v>
                </c:pt>
                <c:pt idx="9">
                  <c:v>154007983.1969967</c:v>
                </c:pt>
                <c:pt idx="10">
                  <c:v>171119558.37739944</c:v>
                </c:pt>
                <c:pt idx="11">
                  <c:v>187345365.32540703</c:v>
                </c:pt>
                <c:pt idx="12">
                  <c:v>202574277.96598244</c:v>
                </c:pt>
                <c:pt idx="13">
                  <c:v>216749568.15722466</c:v>
                </c:pt>
                <c:pt idx="14">
                  <c:v>229859698.52859306</c:v>
                </c:pt>
                <c:pt idx="15">
                  <c:v>241927548.96672058</c:v>
                </c:pt>
                <c:pt idx="16">
                  <c:v>252999941.0265751</c:v>
                </c:pt>
                <c:pt idx="17">
                  <c:v>263138571.83822823</c:v>
                </c:pt>
                <c:pt idx="18">
                  <c:v>272412821.7132206</c:v>
                </c:pt>
                <c:pt idx="19">
                  <c:v>280894454.35318565</c:v>
                </c:pt>
                <c:pt idx="20">
                  <c:v>288653981.290514</c:v>
                </c:pt>
                <c:pt idx="21">
                  <c:v>295758363.6113262</c:v>
                </c:pt>
                <c:pt idx="22">
                  <c:v>302269717.7577038</c:v>
                </c:pt>
                <c:pt idx="23">
                  <c:v>308244732.9202442</c:v>
                </c:pt>
                <c:pt idx="24">
                  <c:v>313734565.1930866</c:v>
                </c:pt>
                <c:pt idx="25">
                  <c:v>318785031.3771477</c:v>
                </c:pt>
                <c:pt idx="26">
                  <c:v>323436975.26094437</c:v>
                </c:pt>
                <c:pt idx="27">
                  <c:v>327726718.95754814</c:v>
                </c:pt>
                <c:pt idx="28">
                  <c:v>331686541.78068924</c:v>
                </c:pt>
                <c:pt idx="29">
                  <c:v>335345150.7118988</c:v>
                </c:pt>
                <c:pt idx="30">
                  <c:v>338728121.5320873</c:v>
                </c:pt>
                <c:pt idx="31">
                  <c:v>341858299.8181343</c:v>
                </c:pt>
                <c:pt idx="32">
                  <c:v>344756157.60243416</c:v>
                </c:pt>
                <c:pt idx="33">
                  <c:v>347440105.616745</c:v>
                </c:pt>
                <c:pt idx="34">
                  <c:v>349926763.47301674</c:v>
                </c:pt>
                <c:pt idx="35">
                  <c:v>352231191.43585205</c:v>
                </c:pt>
                <c:pt idx="36">
                  <c:v>354367088.0090027</c:v>
                </c:pt>
                <c:pt idx="37">
                  <c:v>356346957.6641102</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356346957.6641102</c:v>
                </c:pt>
                <c:pt idx="38">
                  <c:v>358182252.86860466</c:v>
                </c:pt>
                <c:pt idx="39">
                  <c:v>359883494.24419403</c:v>
                </c:pt>
                <c:pt idx="40">
                  <c:v>361460372.28790283</c:v>
                </c:pt>
                <c:pt idx="41">
                  <c:v>362921833.66558456</c:v>
                </c:pt>
                <c:pt idx="42">
                  <c:v>364276154.6743374</c:v>
                </c:pt>
                <c:pt idx="43">
                  <c:v>365531004.0837097</c:v>
                </c:pt>
                <c:pt idx="44">
                  <c:v>366693497.2154255</c:v>
                </c:pt>
                <c:pt idx="45">
                  <c:v>367770242.8114109</c:v>
                </c:pt>
                <c:pt idx="46">
                  <c:v>368767383.9705219</c:v>
                </c:pt>
                <c:pt idx="47">
                  <c:v>369690634.2036762</c:v>
                </c:pt>
                <c:pt idx="48">
                  <c:v>370545309.4619312</c:v>
                </c:pt>
                <c:pt idx="49">
                  <c:v>371336356.82892036</c:v>
                </c:pt>
                <c:pt idx="50">
                  <c:v>372068380.43395996</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141766.46512889862</c:v>
                </c:pt>
                <c:pt idx="2">
                  <c:v>283581.8413925171</c:v>
                </c:pt>
                <c:pt idx="3">
                  <c:v>425446.05628967285</c:v>
                </c:pt>
                <c:pt idx="4">
                  <c:v>567359.0371818542</c:v>
                </c:pt>
                <c:pt idx="5">
                  <c:v>709320.7112941742</c:v>
                </c:pt>
                <c:pt idx="6">
                  <c:v>851331.0057163239</c:v>
                </c:pt>
                <c:pt idx="7">
                  <c:v>993389.8473997116</c:v>
                </c:pt>
                <c:pt idx="8">
                  <c:v>1135497.1631593704</c:v>
                </c:pt>
                <c:pt idx="9">
                  <c:v>1277652.8796768188</c:v>
                </c:pt>
                <c:pt idx="10">
                  <c:v>1419856.9234924316</c:v>
                </c:pt>
                <c:pt idx="11">
                  <c:v>1562109.2210159302</c:v>
                </c:pt>
                <c:pt idx="12">
                  <c:v>1704409.6985197067</c:v>
                </c:pt>
                <c:pt idx="13">
                  <c:v>1846758.2821388245</c:v>
                </c:pt>
                <c:pt idx="14">
                  <c:v>1989154.8978729248</c:v>
                </c:pt>
                <c:pt idx="15">
                  <c:v>2131599.471587181</c:v>
                </c:pt>
                <c:pt idx="16">
                  <c:v>2274091.9290132523</c:v>
                </c:pt>
                <c:pt idx="17">
                  <c:v>2416632.195745468</c:v>
                </c:pt>
                <c:pt idx="18">
                  <c:v>2559220.197241783</c:v>
                </c:pt>
                <c:pt idx="19">
                  <c:v>2701855.8588294983</c:v>
                </c:pt>
                <c:pt idx="20">
                  <c:v>2844539.105697632</c:v>
                </c:pt>
                <c:pt idx="21">
                  <c:v>2987269.862903595</c:v>
                </c:pt>
                <c:pt idx="22">
                  <c:v>3130048.055366516</c:v>
                </c:pt>
                <c:pt idx="23">
                  <c:v>3272873.6078767776</c:v>
                </c:pt>
                <c:pt idx="24">
                  <c:v>3415746.4450855255</c:v>
                </c:pt>
                <c:pt idx="25">
                  <c:v>3558666.4915122986</c:v>
                </c:pt>
                <c:pt idx="26">
                  <c:v>3701633.6715431213</c:v>
                </c:pt>
                <c:pt idx="27">
                  <c:v>3844647.909430504</c:v>
                </c:pt>
                <c:pt idx="28">
                  <c:v>3987709.129293442</c:v>
                </c:pt>
                <c:pt idx="29">
                  <c:v>4130817.2551145554</c:v>
                </c:pt>
                <c:pt idx="30">
                  <c:v>4273972.2107486725</c:v>
                </c:pt>
                <c:pt idx="31">
                  <c:v>4417173.919914246</c:v>
                </c:pt>
                <c:pt idx="32">
                  <c:v>4560422.30619812</c:v>
                </c:pt>
                <c:pt idx="33">
                  <c:v>4703717.29305172</c:v>
                </c:pt>
                <c:pt idx="34">
                  <c:v>4847058.803798676</c:v>
                </c:pt>
                <c:pt idx="35">
                  <c:v>4990446.761627197</c:v>
                </c:pt>
                <c:pt idx="36">
                  <c:v>5133881.089592934</c:v>
                </c:pt>
                <c:pt idx="37">
                  <c:v>5277361.710621834</c:v>
                </c:pt>
                <c:pt idx="38">
                  <c:v>5420888.547506332</c:v>
                </c:pt>
                <c:pt idx="39">
                  <c:v>5564461.522907257</c:v>
                </c:pt>
                <c:pt idx="40">
                  <c:v>5708080.559354782</c:v>
                </c:pt>
                <c:pt idx="41">
                  <c:v>5851745.579245567</c:v>
                </c:pt>
                <c:pt idx="42">
                  <c:v>5995456.50484848</c:v>
                </c:pt>
                <c:pt idx="43">
                  <c:v>6139213.25829792</c:v>
                </c:pt>
                <c:pt idx="44">
                  <c:v>6283015.761599541</c:v>
                </c:pt>
                <c:pt idx="45">
                  <c:v>6426863.936628342</c:v>
                </c:pt>
                <c:pt idx="46">
                  <c:v>6570757.705125809</c:v>
                </c:pt>
                <c:pt idx="47">
                  <c:v>6714696.988708496</c:v>
                </c:pt>
                <c:pt idx="48">
                  <c:v>6858681.70885849</c:v>
                </c:pt>
                <c:pt idx="49">
                  <c:v>7002711.786929131</c:v>
                </c:pt>
                <c:pt idx="50">
                  <c:v>7146787.144144058</c:v>
                </c:pt>
                <c:pt idx="51">
                  <c:v>7290907.70159626</c:v>
                </c:pt>
                <c:pt idx="52">
                  <c:v>7435073.380250931</c:v>
                </c:pt>
                <c:pt idx="53">
                  <c:v>7579284.100942612</c:v>
                </c:pt>
                <c:pt idx="54">
                  <c:v>7723539.784376144</c:v>
                </c:pt>
                <c:pt idx="55">
                  <c:v>7867840.351131439</c:v>
                </c:pt>
                <c:pt idx="56">
                  <c:v>8012185.721652985</c:v>
                </c:pt>
                <c:pt idx="57">
                  <c:v>8156575.816262245</c:v>
                </c:pt>
                <c:pt idx="58">
                  <c:v>8301010.555150986</c:v>
                </c:pt>
                <c:pt idx="59">
                  <c:v>8445489.858380318</c:v>
                </c:pt>
                <c:pt idx="60">
                  <c:v>8590013.645885468</c:v>
                </c:pt>
                <c:pt idx="61">
                  <c:v>8734581.83747387</c:v>
                </c:pt>
                <c:pt idx="62">
                  <c:v>8879194.352824211</c:v>
                </c:pt>
                <c:pt idx="63">
                  <c:v>9023851.111488342</c:v>
                </c:pt>
                <c:pt idx="64">
                  <c:v>9168552.032891273</c:v>
                </c:pt>
                <c:pt idx="65">
                  <c:v>9313297.03632927</c:v>
                </c:pt>
                <c:pt idx="66">
                  <c:v>9458086.04097271</c:v>
                </c:pt>
                <c:pt idx="67">
                  <c:v>9602918.965866089</c:v>
                </c:pt>
                <c:pt idx="68">
                  <c:v>9747795.729925156</c:v>
                </c:pt>
                <c:pt idx="69">
                  <c:v>9892716.251940727</c:v>
                </c:pt>
                <c:pt idx="70">
                  <c:v>10037680.450576782</c:v>
                </c:pt>
                <c:pt idx="71">
                  <c:v>10182688.244373322</c:v>
                </c:pt>
                <c:pt idx="72">
                  <c:v>10327739.551740646</c:v>
                </c:pt>
                <c:pt idx="73">
                  <c:v>10472834.290967941</c:v>
                </c:pt>
                <c:pt idx="74">
                  <c:v>10617972.380214691</c:v>
                </c:pt>
                <c:pt idx="75">
                  <c:v>10763153.73751831</c:v>
                </c:pt>
                <c:pt idx="76">
                  <c:v>10908378.280789375</c:v>
                </c:pt>
                <c:pt idx="77">
                  <c:v>11053645.927814484</c:v>
                </c:pt>
                <c:pt idx="78">
                  <c:v>11198956.596256256</c:v>
                </c:pt>
                <c:pt idx="79">
                  <c:v>11344310.203650475</c:v>
                </c:pt>
                <c:pt idx="80">
                  <c:v>11489706.667409897</c:v>
                </c:pt>
                <c:pt idx="81">
                  <c:v>11635145.904826164</c:v>
                </c:pt>
                <c:pt idx="82">
                  <c:v>11780627.833062172</c:v>
                </c:pt>
                <c:pt idx="83">
                  <c:v>11926152.369159698</c:v>
                </c:pt>
                <c:pt idx="84">
                  <c:v>12071719.430037498</c:v>
                </c:pt>
                <c:pt idx="85">
                  <c:v>12217328.932490349</c:v>
                </c:pt>
                <c:pt idx="86">
                  <c:v>12362980.793189049</c:v>
                </c:pt>
                <c:pt idx="87">
                  <c:v>12508674.928683281</c:v>
                </c:pt>
                <c:pt idx="88">
                  <c:v>12654411.255400658</c:v>
                </c:pt>
                <c:pt idx="89">
                  <c:v>12800189.689641953</c:v>
                </c:pt>
                <c:pt idx="90">
                  <c:v>12946010.147592545</c:v>
                </c:pt>
                <c:pt idx="91">
                  <c:v>13091872.545309067</c:v>
                </c:pt>
                <c:pt idx="92">
                  <c:v>13237776.798731804</c:v>
                </c:pt>
                <c:pt idx="93">
                  <c:v>13383722.82367611</c:v>
                </c:pt>
                <c:pt idx="94">
                  <c:v>13529710.535837173</c:v>
                </c:pt>
                <c:pt idx="95">
                  <c:v>13675739.850787163</c:v>
                </c:pt>
                <c:pt idx="96">
                  <c:v>13821810.683981895</c:v>
                </c:pt>
                <c:pt idx="97">
                  <c:v>13967922.950751305</c:v>
                </c:pt>
                <c:pt idx="98">
                  <c:v>14114076.566308022</c:v>
                </c:pt>
                <c:pt idx="99">
                  <c:v>14260271.44574356</c:v>
                </c:pt>
                <c:pt idx="100">
                  <c:v>14406507.50402832</c:v>
                </c:pt>
                <c:pt idx="101">
                  <c:v>14552784.656013489</c:v>
                </c:pt>
                <c:pt idx="102">
                  <c:v>14699102.816432</c:v>
                </c:pt>
                <c:pt idx="103">
                  <c:v>14845461.899895668</c:v>
                </c:pt>
                <c:pt idx="104">
                  <c:v>14991861.820897102</c:v>
                </c:pt>
                <c:pt idx="105">
                  <c:v>15138302.493810654</c:v>
                </c:pt>
                <c:pt idx="106">
                  <c:v>15284783.832891464</c:v>
                </c:pt>
                <c:pt idx="107">
                  <c:v>15431305.752277374</c:v>
                </c:pt>
                <c:pt idx="108">
                  <c:v>15577868.165985107</c:v>
                </c:pt>
                <c:pt idx="109">
                  <c:v>15724470.987915993</c:v>
                </c:pt>
                <c:pt idx="110">
                  <c:v>15871114.13185215</c:v>
                </c:pt>
                <c:pt idx="111">
                  <c:v>16017797.511458397</c:v>
                </c:pt>
                <c:pt idx="112">
                  <c:v>16164521.04028225</c:v>
                </c:pt>
                <c:pt idx="113">
                  <c:v>16311284.631753922</c:v>
                </c:pt>
                <c:pt idx="114">
                  <c:v>16458088.199185371</c:v>
                </c:pt>
                <c:pt idx="115">
                  <c:v>16604931.655774117</c:v>
                </c:pt>
                <c:pt idx="116">
                  <c:v>16751814.914600372</c:v>
                </c:pt>
                <c:pt idx="117">
                  <c:v>16898737.8886261</c:v>
                </c:pt>
                <c:pt idx="118">
                  <c:v>17045700.490701675</c:v>
                </c:pt>
                <c:pt idx="119">
                  <c:v>17192702.633555412</c:v>
                </c:pt>
                <c:pt idx="120">
                  <c:v>17339744.229804993</c:v>
                </c:pt>
                <c:pt idx="121">
                  <c:v>17486825.19195175</c:v>
                </c:pt>
                <c:pt idx="122">
                  <c:v>17633945.432380676</c:v>
                </c:pt>
                <c:pt idx="123">
                  <c:v>17781104.863363266</c:v>
                </c:pt>
                <c:pt idx="124">
                  <c:v>17928303.39705372</c:v>
                </c:pt>
                <c:pt idx="125">
                  <c:v>18075540.94549465</c:v>
                </c:pt>
                <c:pt idx="126">
                  <c:v>18222817.420614243</c:v>
                </c:pt>
                <c:pt idx="127">
                  <c:v>18370132.73422432</c:v>
                </c:pt>
                <c:pt idx="128">
                  <c:v>18517486.79802704</c:v>
                </c:pt>
                <c:pt idx="129">
                  <c:v>18664879.5236063</c:v>
                </c:pt>
                <c:pt idx="130">
                  <c:v>18812310.822437286</c:v>
                </c:pt>
                <c:pt idx="131">
                  <c:v>18959780.605877876</c:v>
                </c:pt>
                <c:pt idx="132">
                  <c:v>19107288.78517723</c:v>
                </c:pt>
                <c:pt idx="133">
                  <c:v>19254835.27147007</c:v>
                </c:pt>
                <c:pt idx="134">
                  <c:v>19402419.975777626</c:v>
                </c:pt>
                <c:pt idx="135">
                  <c:v>19550042.80901146</c:v>
                </c:pt>
                <c:pt idx="136">
                  <c:v>19697703.681970596</c:v>
                </c:pt>
                <c:pt idx="137">
                  <c:v>19845402.505342484</c:v>
                </c:pt>
                <c:pt idx="138">
                  <c:v>19993139.18970108</c:v>
                </c:pt>
                <c:pt idx="139">
                  <c:v>20140913.645515442</c:v>
                </c:pt>
                <c:pt idx="140">
                  <c:v>20288725.78313446</c:v>
                </c:pt>
                <c:pt idx="141">
                  <c:v>20436575.51280594</c:v>
                </c:pt>
                <c:pt idx="142">
                  <c:v>20584462.744662285</c:v>
                </c:pt>
                <c:pt idx="143">
                  <c:v>20732387.388726234</c:v>
                </c:pt>
                <c:pt idx="144">
                  <c:v>20880349.354911804</c:v>
                </c:pt>
                <c:pt idx="145">
                  <c:v>21028348.553022385</c:v>
                </c:pt>
                <c:pt idx="146">
                  <c:v>21176384.8927536</c:v>
                </c:pt>
                <c:pt idx="147">
                  <c:v>21324458.283691406</c:v>
                </c:pt>
                <c:pt idx="148">
                  <c:v>21472568.635311127</c:v>
                </c:pt>
                <c:pt idx="149">
                  <c:v>21620715.856983185</c:v>
                </c:pt>
                <c:pt idx="150">
                  <c:v>21768899.857966423</c:v>
                </c:pt>
                <c:pt idx="151">
                  <c:v>21917120.547413826</c:v>
                </c:pt>
                <c:pt idx="152">
                  <c:v>22065377.83436966</c:v>
                </c:pt>
                <c:pt idx="153">
                  <c:v>22213671.627771378</c:v>
                </c:pt>
                <c:pt idx="154">
                  <c:v>22362001.83644867</c:v>
                </c:pt>
                <c:pt idx="155">
                  <c:v>22510368.36912346</c:v>
                </c:pt>
                <c:pt idx="156">
                  <c:v>22658771.134412766</c:v>
                </c:pt>
                <c:pt idx="157">
                  <c:v>22807210.040825844</c:v>
                </c:pt>
                <c:pt idx="158">
                  <c:v>22955684.996767044</c:v>
                </c:pt>
                <c:pt idx="159">
                  <c:v>23104195.91053295</c:v>
                </c:pt>
                <c:pt idx="160">
                  <c:v>23252742.690315247</c:v>
                </c:pt>
                <c:pt idx="161">
                  <c:v>23401325.24420166</c:v>
                </c:pt>
                <c:pt idx="162">
                  <c:v>23549943.48017311</c:v>
                </c:pt>
                <c:pt idx="163">
                  <c:v>23698597.306106567</c:v>
                </c:pt>
                <c:pt idx="164">
                  <c:v>23847286.62977314</c:v>
                </c:pt>
                <c:pt idx="165">
                  <c:v>23996011.358840942</c:v>
                </c:pt>
                <c:pt idx="166">
                  <c:v>24144771.400874138</c:v>
                </c:pt>
                <c:pt idx="167">
                  <c:v>24293566.66333294</c:v>
                </c:pt>
                <c:pt idx="168">
                  <c:v>24442397.053572655</c:v>
                </c:pt>
                <c:pt idx="169">
                  <c:v>24591262.478845596</c:v>
                </c:pt>
                <c:pt idx="170">
                  <c:v>24740162.84630394</c:v>
                </c:pt>
                <c:pt idx="171">
                  <c:v>24889098.062994003</c:v>
                </c:pt>
                <c:pt idx="172">
                  <c:v>25038068.03586197</c:v>
                </c:pt>
                <c:pt idx="173">
                  <c:v>25187072.671749115</c:v>
                </c:pt>
                <c:pt idx="174">
                  <c:v>25336111.877397537</c:v>
                </c:pt>
                <c:pt idx="175">
                  <c:v>25485185.559444427</c:v>
                </c:pt>
                <c:pt idx="176">
                  <c:v>25634293.62443161</c:v>
                </c:pt>
                <c:pt idx="177">
                  <c:v>25783435.978794098</c:v>
                </c:pt>
                <c:pt idx="178">
                  <c:v>25932612.528866768</c:v>
                </c:pt>
                <c:pt idx="179">
                  <c:v>26081823.180887222</c:v>
                </c:pt>
                <c:pt idx="180">
                  <c:v>26231067.840991974</c:v>
                </c:pt>
                <c:pt idx="181">
                  <c:v>26380346.415213585</c:v>
                </c:pt>
                <c:pt idx="182">
                  <c:v>26529658.809491158</c:v>
                </c:pt>
                <c:pt idx="183">
                  <c:v>26679004.92965889</c:v>
                </c:pt>
                <c:pt idx="184">
                  <c:v>26828384.681455612</c:v>
                </c:pt>
                <c:pt idx="185">
                  <c:v>26977797.970519066</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26977797.970519066</c:v>
                </c:pt>
                <c:pt idx="186">
                  <c:v>27127244.70239067</c:v>
                </c:pt>
                <c:pt idx="187">
                  <c:v>27276724.782510757</c:v>
                </c:pt>
                <c:pt idx="188">
                  <c:v>27426238.11622429</c:v>
                </c:pt>
                <c:pt idx="189">
                  <c:v>27575784.608778</c:v>
                </c:pt>
                <c:pt idx="190">
                  <c:v>27725364.165319443</c:v>
                </c:pt>
                <c:pt idx="191">
                  <c:v>27874976.690900803</c:v>
                </c:pt>
                <c:pt idx="192">
                  <c:v>28024622.090478897</c:v>
                </c:pt>
                <c:pt idx="193">
                  <c:v>28174300.268909454</c:v>
                </c:pt>
                <c:pt idx="194">
                  <c:v>28324011.13095665</c:v>
                </c:pt>
                <c:pt idx="195">
                  <c:v>28473754.581285477</c:v>
                </c:pt>
                <c:pt idx="196">
                  <c:v>28623530.524466515</c:v>
                </c:pt>
                <c:pt idx="197">
                  <c:v>28773338.864976883</c:v>
                </c:pt>
                <c:pt idx="198">
                  <c:v>28923179.50719452</c:v>
                </c:pt>
                <c:pt idx="199">
                  <c:v>29073052.35540676</c:v>
                </c:pt>
                <c:pt idx="200">
                  <c:v>29222957.31380272</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6455631.877401352</c:v>
                </c:pt>
                <c:pt idx="2">
                  <c:v>13702493.463972092</c:v>
                </c:pt>
                <c:pt idx="3">
                  <c:v>21784329.391482353</c:v>
                </c:pt>
                <c:pt idx="4">
                  <c:v>30726607.400836945</c:v>
                </c:pt>
                <c:pt idx="5">
                  <c:v>40530209.821517944</c:v>
                </c:pt>
                <c:pt idx="6">
                  <c:v>51165785.14455986</c:v>
                </c:pt>
                <c:pt idx="7">
                  <c:v>62569844.36013603</c:v>
                </c:pt>
                <c:pt idx="8">
                  <c:v>74643702.64940453</c:v>
                </c:pt>
                <c:pt idx="9">
                  <c:v>87256079.87724972</c:v>
                </c:pt>
                <c:pt idx="10">
                  <c:v>100249572.30986595</c:v>
                </c:pt>
                <c:pt idx="11">
                  <c:v>113450415.22889233</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113450415.22889233</c:v>
                </c:pt>
                <c:pt idx="12">
                  <c:v>126680208.74699116</c:v>
                </c:pt>
                <c:pt idx="13">
                  <c:v>139767836.25570107</c:v>
                </c:pt>
                <c:pt idx="14">
                  <c:v>152559823.3064041</c:v>
                </c:pt>
                <c:pt idx="15">
                  <c:v>164927840.31590462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275167.32052230835</c:v>
                </c:pt>
                <c:pt idx="2">
                  <c:v>551750.7550725937</c:v>
                </c:pt>
                <c:pt idx="3">
                  <c:v>829731.4280757904</c:v>
                </c:pt>
                <c:pt idx="4">
                  <c:v>1109089.8985586166</c:v>
                </c:pt>
                <c:pt idx="5">
                  <c:v>1389806.1634693146</c:v>
                </c:pt>
                <c:pt idx="6">
                  <c:v>1671859.661488533</c:v>
                </c:pt>
                <c:pt idx="7">
                  <c:v>1955229.277358055</c:v>
                </c:pt>
                <c:pt idx="8">
                  <c:v>2239893.3467206955</c:v>
                </c:pt>
                <c:pt idx="9">
                  <c:v>2525829.661468506</c:v>
                </c:pt>
                <c:pt idx="10">
                  <c:v>2813015.475610733</c:v>
                </c:pt>
                <c:pt idx="11">
                  <c:v>3101427.5116539</c:v>
                </c:pt>
                <c:pt idx="12">
                  <c:v>3391041.9675006866</c:v>
                </c:pt>
                <c:pt idx="13">
                  <c:v>3681834.523859024</c:v>
                </c:pt>
                <c:pt idx="14">
                  <c:v>3973780.3521738052</c:v>
                </c:pt>
                <c:pt idx="15">
                  <c:v>4266854.12305069</c:v>
                </c:pt>
                <c:pt idx="16">
                  <c:v>4561030.015205383</c:v>
                </c:pt>
                <c:pt idx="17">
                  <c:v>4856281.724905968</c:v>
                </c:pt>
                <c:pt idx="18">
                  <c:v>5152582.475906372</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5152582.475906372</c:v>
                </c:pt>
                <c:pt idx="19">
                  <c:v>5449905.029880524</c:v>
                </c:pt>
                <c:pt idx="20">
                  <c:v>5748221.697338104</c:v>
                </c:pt>
                <c:pt idx="21">
                  <c:v>6047504.349002838</c:v>
                </c:pt>
                <c:pt idx="22">
                  <c:v>6347724.427677155</c:v>
                </c:pt>
                <c:pt idx="23">
                  <c:v>6648852.960548401</c:v>
                </c:pt>
                <c:pt idx="24">
                  <c:v>6950860.571939468</c:v>
                </c:pt>
                <c:pt idx="25">
                  <c:v>7253717.496509552</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5070802.132717133</c:v>
                </c:pt>
                <c:pt idx="2">
                  <c:v>11289927.202183723</c:v>
                </c:pt>
                <c:pt idx="3">
                  <c:v>17643998.018613815</c:v>
                </c:pt>
                <c:pt idx="4">
                  <c:v>23178318.21739292</c:v>
                </c:pt>
                <c:pt idx="5">
                  <c:v>27575957.386249542</c:v>
                </c:pt>
                <c:pt idx="6">
                  <c:v>30977842.291114807</c:v>
                </c:pt>
                <c:pt idx="7">
                  <c:v>33635515.901034355</c:v>
                </c:pt>
                <c:pt idx="8">
                  <c:v>35755796.87795925</c:v>
                </c:pt>
                <c:pt idx="9">
                  <c:v>37478534.72968292</c:v>
                </c:pt>
                <c:pt idx="10">
                  <c:v>38893863.131578445</c:v>
                </c:pt>
                <c:pt idx="11">
                  <c:v>40061519.018107414</c:v>
                </c:pt>
                <c:pt idx="12">
                  <c:v>41024072.03857994</c:v>
                </c:pt>
                <c:pt idx="13">
                  <c:v>41814526.78581715</c:v>
                </c:pt>
                <c:pt idx="14">
                  <c:v>42460223.80615997</c:v>
                </c:pt>
                <c:pt idx="15">
                  <c:v>42984651.2148428</c:v>
                </c:pt>
                <c:pt idx="16">
                  <c:v>43408219.355213165</c:v>
                </c:pt>
                <c:pt idx="17">
                  <c:v>43748599.352526665</c:v>
                </c:pt>
                <c:pt idx="18">
                  <c:v>44020927.14923477</c:v>
                </c:pt>
                <c:pt idx="19">
                  <c:v>44237999.397699356</c:v>
                </c:pt>
                <c:pt idx="20">
                  <c:v>44410496.99166107</c:v>
                </c:pt>
                <c:pt idx="21">
                  <c:v>44547232.455168724</c:v>
                </c:pt>
                <c:pt idx="22">
                  <c:v>44655405.10096741</c:v>
                </c:pt>
                <c:pt idx="23">
                  <c:v>44740848.059290886</c:v>
                </c:pt>
                <c:pt idx="24">
                  <c:v>44808255.85089207</c:v>
                </c:pt>
                <c:pt idx="25">
                  <c:v>44861386.25650501</c:v>
                </c:pt>
                <c:pt idx="26">
                  <c:v>44903234.31984234</c:v>
                </c:pt>
                <c:pt idx="27">
                  <c:v>44936179.08933067</c:v>
                </c:pt>
                <c:pt idx="28">
                  <c:v>44962105.31934929</c:v>
                </c:pt>
                <c:pt idx="29">
                  <c:v>44982503.11818981</c:v>
                </c:pt>
                <c:pt idx="30">
                  <c:v>44998548.73822594</c:v>
                </c:pt>
                <c:pt idx="31">
                  <c:v>45011169.581417084</c:v>
                </c:pt>
                <c:pt idx="32">
                  <c:v>45021096.19910145</c:v>
                </c:pt>
                <c:pt idx="33">
                  <c:v>45028903.7015419</c:v>
                </c:pt>
                <c:pt idx="34">
                  <c:v>45035044.62054157</c:v>
                </c:pt>
                <c:pt idx="35">
                  <c:v>45039874.92068958</c:v>
                </c:pt>
                <c:pt idx="36">
                  <c:v>45043674.54658413</c:v>
                </c:pt>
                <c:pt idx="37">
                  <c:v>45046663.629470825</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45046663.629470825</c:v>
                </c:pt>
                <c:pt idx="38">
                  <c:v>45049015.25595188</c:v>
                </c:pt>
                <c:pt idx="39">
                  <c:v>45050865.519830704</c:v>
                </c:pt>
                <c:pt idx="40">
                  <c:v>45052321.43050289</c:v>
                </c:pt>
                <c:pt idx="41">
                  <c:v>45053467.132419586</c:v>
                </c:pt>
                <c:pt idx="42">
                  <c:v>45054368.79497528</c:v>
                </c:pt>
                <c:pt idx="43">
                  <c:v>45055078.45639515</c:v>
                </c:pt>
                <c:pt idx="44">
                  <c:v>45055637.04511452</c:v>
                </c:pt>
                <c:pt idx="45">
                  <c:v>45056076.75457001</c:v>
                </c:pt>
                <c:pt idx="46">
                  <c:v>45056422.90979767</c:v>
                </c:pt>
                <c:pt idx="47">
                  <c:v>45056695.4346714</c:v>
                </c:pt>
                <c:pt idx="48">
                  <c:v>45056910.005288124</c:v>
                </c:pt>
                <c:pt idx="49">
                  <c:v>45057078.95672798</c:v>
                </c:pt>
                <c:pt idx="50">
                  <c:v>45057211.995983124</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19333597.009643555</c:v>
                </c:pt>
                <c:pt idx="2">
                  <c:v>42143018.344099045</c:v>
                </c:pt>
                <c:pt idx="3">
                  <c:v>67045685.50182152</c:v>
                </c:pt>
                <c:pt idx="4">
                  <c:v>92055375.89086246</c:v>
                </c:pt>
                <c:pt idx="5">
                  <c:v>115352338.1860466</c:v>
                </c:pt>
                <c:pt idx="6">
                  <c:v>135870067.90569878</c:v>
                </c:pt>
                <c:pt idx="7">
                  <c:v>153345398.91667175</c:v>
                </c:pt>
                <c:pt idx="8">
                  <c:v>168024997.747406</c:v>
                </c:pt>
                <c:pt idx="9">
                  <c:v>180352952.56012154</c:v>
                </c:pt>
                <c:pt idx="10">
                  <c:v>190780782.4014969</c:v>
                </c:pt>
                <c:pt idx="11">
                  <c:v>199689753.0611782</c:v>
                </c:pt>
                <c:pt idx="12">
                  <c:v>207376041.43498802</c:v>
                </c:pt>
                <c:pt idx="13">
                  <c:v>214061501.1247425</c:v>
                </c:pt>
                <c:pt idx="14">
                  <c:v>219910896.1386013</c:v>
                </c:pt>
                <c:pt idx="15">
                  <c:v>225047911.05449104</c:v>
                </c:pt>
                <c:pt idx="16">
                  <c:v>229567713.45463562</c:v>
                </c:pt>
                <c:pt idx="17">
                  <c:v>233546018.15966034</c:v>
                </c:pt>
                <c:pt idx="18">
                  <c:v>237045288.81519318</c:v>
                </c:pt>
                <c:pt idx="19">
                  <c:v>240118811.5667858</c:v>
                </c:pt>
                <c:pt idx="20">
                  <c:v>242813277.45260048</c:v>
                </c:pt>
                <c:pt idx="21">
                  <c:v>245170367.34961128</c:v>
                </c:pt>
                <c:pt idx="22">
                  <c:v>247227699.54074097</c:v>
                </c:pt>
                <c:pt idx="23">
                  <c:v>249019390.57026863</c:v>
                </c:pt>
                <c:pt idx="24">
                  <c:v>250576396.44658852</c:v>
                </c:pt>
                <c:pt idx="25">
                  <c:v>251926740.27144814</c:v>
                </c:pt>
                <c:pt idx="26">
                  <c:v>253095689.70183372</c:v>
                </c:pt>
                <c:pt idx="27">
                  <c:v>254105919.04599762</c:v>
                </c:pt>
                <c:pt idx="28">
                  <c:v>254977672.54876518</c:v>
                </c:pt>
                <c:pt idx="29">
                  <c:v>255728934.49032784</c:v>
                </c:pt>
                <c:pt idx="30">
                  <c:v>256375605.73487282</c:v>
                </c:pt>
                <c:pt idx="31">
                  <c:v>256931683.55464363</c:v>
                </c:pt>
                <c:pt idx="32">
                  <c:v>257409440.66379356</c:v>
                </c:pt>
                <c:pt idx="33">
                  <c:v>257819599.57010078</c:v>
                </c:pt>
                <c:pt idx="34">
                  <c:v>258171499.03782654</c:v>
                </c:pt>
                <c:pt idx="35">
                  <c:v>258473250.31515312</c:v>
                </c:pt>
                <c:pt idx="36">
                  <c:v>258731881.62467194</c:v>
                </c:pt>
                <c:pt idx="37">
                  <c:v>258953470.15087128</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258953470.15087128</c:v>
                </c:pt>
                <c:pt idx="38">
                  <c:v>259143261.3490162</c:v>
                </c:pt>
                <c:pt idx="39">
                  <c:v>259305775.84280396</c:v>
                </c:pt>
                <c:pt idx="40">
                  <c:v>259444904.48870277</c:v>
                </c:pt>
                <c:pt idx="41">
                  <c:v>259563992.384943</c:v>
                </c:pt>
                <c:pt idx="42">
                  <c:v>259665912.71590614</c:v>
                </c:pt>
                <c:pt idx="43">
                  <c:v>259753131.3699398</c:v>
                </c:pt>
                <c:pt idx="44">
                  <c:v>259827763.26842308</c:v>
                </c:pt>
                <c:pt idx="45">
                  <c:v>259891621.31154823</c:v>
                </c:pt>
                <c:pt idx="46">
                  <c:v>259946258.79314804</c:v>
                </c:pt>
                <c:pt idx="47">
                  <c:v>259993006.07180977</c:v>
                </c:pt>
                <c:pt idx="48">
                  <c:v>260033002.21484566</c:v>
                </c:pt>
                <c:pt idx="49">
                  <c:v>260067222.25991058</c:v>
                </c:pt>
                <c:pt idx="50">
                  <c:v>260096500.669096</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13840659.82599926</c:v>
                </c:pt>
                <c:pt idx="2">
                  <c:v>27469925.792840958</c:v>
                </c:pt>
                <c:pt idx="3">
                  <c:v>39212288.06373787</c:v>
                </c:pt>
                <c:pt idx="4">
                  <c:v>48441452.314463615</c:v>
                </c:pt>
                <c:pt idx="5">
                  <c:v>55385515.07975769</c:v>
                </c:pt>
                <c:pt idx="6">
                  <c:v>60571168.431713104</c:v>
                </c:pt>
                <c:pt idx="7">
                  <c:v>64490895.86865616</c:v>
                </c:pt>
                <c:pt idx="8">
                  <c:v>67510452.546978</c:v>
                </c:pt>
                <c:pt idx="9">
                  <c:v>69879924.62922287</c:v>
                </c:pt>
                <c:pt idx="10">
                  <c:v>71767142.20471191</c:v>
                </c:pt>
                <c:pt idx="11">
                  <c:v>73286401.61333656</c:v>
                </c:pt>
                <c:pt idx="12">
                  <c:v>74518060.72111988</c:v>
                </c:pt>
                <c:pt idx="13">
                  <c:v>75520797.04834175</c:v>
                </c:pt>
                <c:pt idx="14">
                  <c:v>76339026.06802368</c:v>
                </c:pt>
                <c:pt idx="15">
                  <c:v>77007373.7393074</c:v>
                </c:pt>
                <c:pt idx="16">
                  <c:v>77553422.2765398</c:v>
                </c:pt>
                <c:pt idx="17">
                  <c:v>77999458.80102062</c:v>
                </c:pt>
                <c:pt idx="18">
                  <c:v>78363646.7872982</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78363646.7872982</c:v>
                </c:pt>
                <c:pt idx="19">
                  <c:v>78660856.43848038</c:v>
                </c:pt>
                <c:pt idx="20">
                  <c:v>78903285.24472427</c:v>
                </c:pt>
                <c:pt idx="21">
                  <c:v>79100941.75508595</c:v>
                </c:pt>
                <c:pt idx="22">
                  <c:v>79262033.94530201</c:v>
                </c:pt>
                <c:pt idx="23">
                  <c:v>79393286.61627007</c:v>
                </c:pt>
                <c:pt idx="24">
                  <c:v>79500203.23106098</c:v>
                </c:pt>
                <c:pt idx="25">
                  <c:v>79587282.73599148</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957149.0974378586</c:v>
                </c:pt>
                <c:pt idx="2">
                  <c:v>1983289.9342985153</c:v>
                </c:pt>
                <c:pt idx="3">
                  <c:v>3071556.613600731</c:v>
                </c:pt>
                <c:pt idx="4">
                  <c:v>4212139.976388931</c:v>
                </c:pt>
                <c:pt idx="5">
                  <c:v>5392593.755586624</c:v>
                </c:pt>
                <c:pt idx="6">
                  <c:v>6598457.183102608</c:v>
                </c:pt>
                <c:pt idx="7">
                  <c:v>7814135.1499500275</c:v>
                </c:pt>
                <c:pt idx="8">
                  <c:v>9023918.582332611</c:v>
                </c:pt>
                <c:pt idx="9">
                  <c:v>10212995.568894386</c:v>
                </c:pt>
                <c:pt idx="10">
                  <c:v>11368309.381896019</c:v>
                </c:pt>
                <c:pt idx="11">
                  <c:v>12479159.98485279</c:v>
                </c:pt>
                <c:pt idx="12">
                  <c:v>13537505.48616314</c:v>
                </c:pt>
                <c:pt idx="13">
                  <c:v>14537979.249682426</c:v>
                </c:pt>
                <c:pt idx="14">
                  <c:v>15477681.2315979</c:v>
                </c:pt>
                <c:pt idx="15">
                  <c:v>16355821.986582756</c:v>
                </c:pt>
                <c:pt idx="16">
                  <c:v>17173296.88027382</c:v>
                </c:pt>
                <c:pt idx="17">
                  <c:v>17932253.58740902</c:v>
                </c:pt>
                <c:pt idx="18">
                  <c:v>18635695.985505104</c:v>
                </c:pt>
                <c:pt idx="19">
                  <c:v>19287148.202869415</c:v>
                </c:pt>
                <c:pt idx="20">
                  <c:v>19890387.207015038</c:v>
                </c:pt>
                <c:pt idx="21">
                  <c:v>20449241.925182343</c:v>
                </c:pt>
                <c:pt idx="22">
                  <c:v>20967451.00398445</c:v>
                </c:pt>
                <c:pt idx="23">
                  <c:v>21448568.836782455</c:v>
                </c:pt>
                <c:pt idx="24">
                  <c:v>21895909.234999657</c:v>
                </c:pt>
                <c:pt idx="25">
                  <c:v>22312517.11343193</c:v>
                </c:pt>
                <c:pt idx="26">
                  <c:v>22701160.103251457</c:v>
                </c:pt>
                <c:pt idx="27">
                  <c:v>23064333.663243294</c:v>
                </c:pt>
                <c:pt idx="28">
                  <c:v>23404274.79173088</c:v>
                </c:pt>
                <c:pt idx="29">
                  <c:v>23722980.74310875</c:v>
                </c:pt>
                <c:pt idx="30">
                  <c:v>24022230.198244095</c:v>
                </c:pt>
                <c:pt idx="31">
                  <c:v>24303605.143676758</c:v>
                </c:pt>
                <c:pt idx="32">
                  <c:v>24568512.315416336</c:v>
                </c:pt>
                <c:pt idx="33">
                  <c:v>24818203.498954773</c:v>
                </c:pt>
                <c:pt idx="34">
                  <c:v>25053794.28484726</c:v>
                </c:pt>
                <c:pt idx="35">
                  <c:v>25276281.090810776</c:v>
                </c:pt>
                <c:pt idx="36">
                  <c:v>25486556.402420044</c:v>
                </c:pt>
                <c:pt idx="37">
                  <c:v>25685422.27491188</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25685422.27491188</c:v>
                </c:pt>
                <c:pt idx="38">
                  <c:v>25873602.193526268</c:v>
                </c:pt>
                <c:pt idx="39">
                  <c:v>26051751.420124054</c:v>
                </c:pt>
                <c:pt idx="40">
                  <c:v>26220465.967645645</c:v>
                </c:pt>
                <c:pt idx="41">
                  <c:v>26380290.34690571</c:v>
                </c:pt>
                <c:pt idx="42">
                  <c:v>26531724.22626877</c:v>
                </c:pt>
                <c:pt idx="43">
                  <c:v>26675228.136790276</c:v>
                </c:pt>
                <c:pt idx="44">
                  <c:v>26811228.345054626</c:v>
                </c:pt>
                <c:pt idx="45">
                  <c:v>26940121.004737854</c:v>
                </c:pt>
                <c:pt idx="46">
                  <c:v>27062275.686424255</c:v>
                </c:pt>
                <c:pt idx="47">
                  <c:v>27178038.374102592</c:v>
                </c:pt>
                <c:pt idx="48">
                  <c:v>27287734.00623703</c:v>
                </c:pt>
                <c:pt idx="49">
                  <c:v>27391668.629587173</c:v>
                </c:pt>
                <c:pt idx="50">
                  <c:v>27490131.225117683</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-702079.3010444641</c:v>
                </c:pt>
                <c:pt idx="2">
                  <c:v>-1475868.3989048004</c:v>
                </c:pt>
                <c:pt idx="3">
                  <c:v>-2315636.4931793213</c:v>
                </c:pt>
                <c:pt idx="4">
                  <c:v>-3211275.1278295517</c:v>
                </c:pt>
                <c:pt idx="5">
                  <c:v>-4148597.1288661957</c:v>
                </c:pt>
                <c:pt idx="6">
                  <c:v>-5110330.840472221</c:v>
                </c:pt>
                <c:pt idx="7">
                  <c:v>-6077686.786613464</c:v>
                </c:pt>
                <c:pt idx="8">
                  <c:v>-7032186.870611191</c:v>
                </c:pt>
                <c:pt idx="9">
                  <c:v>-7957361.914380074</c:v>
                </c:pt>
                <c:pt idx="10">
                  <c:v>-8839983.600522041</c:v>
                </c:pt>
                <c:pt idx="11">
                  <c:v>-9670665.106498718</c:v>
                </c:pt>
                <c:pt idx="12">
                  <c:v>-10443854.590141296</c:v>
                </c:pt>
                <c:pt idx="13">
                  <c:v>-11157379.52041626</c:v>
                </c:pt>
                <c:pt idx="14">
                  <c:v>-11811747.419683456</c:v>
                </c:pt>
                <c:pt idx="15">
                  <c:v>-12409385.558259964</c:v>
                </c:pt>
                <c:pt idx="16">
                  <c:v>-12953944.298490524</c:v>
                </c:pt>
                <c:pt idx="17">
                  <c:v>-13449727.817421913</c:v>
                </c:pt>
                <c:pt idx="18">
                  <c:v>-13901269.166143417</c:v>
                </c:pt>
                <c:pt idx="19">
                  <c:v>-14313038.325543404</c:v>
                </c:pt>
                <c:pt idx="20">
                  <c:v>-14689259.047550201</c:v>
                </c:pt>
                <c:pt idx="21">
                  <c:v>-15033807.526882172</c:v>
                </c:pt>
                <c:pt idx="22">
                  <c:v>-15350168.576667786</c:v>
                </c:pt>
                <c:pt idx="23">
                  <c:v>-15641429.70521164</c:v>
                </c:pt>
                <c:pt idx="24">
                  <c:v>-15910298.44125557</c:v>
                </c:pt>
                <c:pt idx="25">
                  <c:v>-16159132.563127518</c:v>
                </c:pt>
                <c:pt idx="26">
                  <c:v>-16389976.27991867</c:v>
                </c:pt>
                <c:pt idx="27">
                  <c:v>-16604597.916586876</c:v>
                </c:pt>
                <c:pt idx="28">
                  <c:v>-16804526.416501045</c:v>
                </c:pt>
                <c:pt idx="29">
                  <c:v>-16991085.166752815</c:v>
                </c:pt>
                <c:pt idx="30">
                  <c:v>-17165422.429306984</c:v>
                </c:pt>
                <c:pt idx="31">
                  <c:v>-17328538.149630547</c:v>
                </c:pt>
                <c:pt idx="32">
                  <c:v>-17481307.20730114</c:v>
                </c:pt>
                <c:pt idx="33">
                  <c:v>-17624499.337192535</c:v>
                </c:pt>
                <c:pt idx="34">
                  <c:v>-17758796.03147316</c:v>
                </c:pt>
                <c:pt idx="35">
                  <c:v>-17884804.762994766</c:v>
                </c:pt>
                <c:pt idx="36">
                  <c:v>-18003070.87038994</c:v>
                </c:pt>
                <c:pt idx="37">
                  <c:v>-18114087.427410126</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-18114087.427410126</c:v>
                </c:pt>
                <c:pt idx="38">
                  <c:v>-18218303.392437935</c:v>
                </c:pt>
                <c:pt idx="39">
                  <c:v>-18316130.30350399</c:v>
                </c:pt>
                <c:pt idx="40">
                  <c:v>-18407947.753025055</c:v>
                </c:pt>
                <c:pt idx="41">
                  <c:v>-18494107.846328735</c:v>
                </c:pt>
                <c:pt idx="42">
                  <c:v>-18574938.820030212</c:v>
                </c:pt>
                <c:pt idx="43">
                  <c:v>-18650747.970788002</c:v>
                </c:pt>
                <c:pt idx="44">
                  <c:v>-18721824.022151947</c:v>
                </c:pt>
                <c:pt idx="45">
                  <c:v>-18788439.03700447</c:v>
                </c:pt>
                <c:pt idx="46">
                  <c:v>-18850849.96542549</c:v>
                </c:pt>
                <c:pt idx="47">
                  <c:v>-18909299.902508736</c:v>
                </c:pt>
                <c:pt idx="48">
                  <c:v>-18964019.11739731</c:v>
                </c:pt>
                <c:pt idx="49">
                  <c:v>-19015225.90360546</c:v>
                </c:pt>
                <c:pt idx="50">
                  <c:v>-19063127.29107666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2205024.15499115</c:v>
                </c:pt>
                <c:pt idx="2">
                  <c:v>4818966.778515816</c:v>
                </c:pt>
                <c:pt idx="3">
                  <c:v>7505007.329523087</c:v>
                </c:pt>
                <c:pt idx="4">
                  <c:v>9918789.246426582</c:v>
                </c:pt>
                <c:pt idx="5">
                  <c:v>11891807.875332832</c:v>
                </c:pt>
                <c:pt idx="6">
                  <c:v>13430044.079753876</c:v>
                </c:pt>
                <c:pt idx="7">
                  <c:v>14617063.479092598</c:v>
                </c:pt>
                <c:pt idx="8">
                  <c:v>15542993.888601303</c:v>
                </c:pt>
                <c:pt idx="9">
                  <c:v>16278900.072706223</c:v>
                </c:pt>
                <c:pt idx="10">
                  <c:v>16874757.025156975</c:v>
                </c:pt>
                <c:pt idx="11">
                  <c:v>17364403.894536972</c:v>
                </c:pt>
                <c:pt idx="12">
                  <c:v>17770833.419015884</c:v>
                </c:pt>
                <c:pt idx="13">
                  <c:v>18110138.116771698</c:v>
                </c:pt>
                <c:pt idx="14">
                  <c:v>18394099.599559784</c:v>
                </c:pt>
                <c:pt idx="15">
                  <c:v>18631780.34346962</c:v>
                </c:pt>
                <c:pt idx="16">
                  <c:v>18830463.90437603</c:v>
                </c:pt>
                <c:pt idx="17">
                  <c:v>18996197.10004425</c:v>
                </c:pt>
                <c:pt idx="18">
                  <c:v>19134101.31128311</c:v>
                </c:pt>
                <c:pt idx="19">
                  <c:v>19248556.273338318</c:v>
                </c:pt>
                <c:pt idx="20">
                  <c:v>19343316.861793518</c:v>
                </c:pt>
                <c:pt idx="21">
                  <c:v>19421596.26134491</c:v>
                </c:pt>
                <c:pt idx="22">
                  <c:v>19486132.670038223</c:v>
                </c:pt>
                <c:pt idx="23">
                  <c:v>19539247.538092613</c:v>
                </c:pt>
                <c:pt idx="24">
                  <c:v>19582898.549123764</c:v>
                </c:pt>
                <c:pt idx="25">
                  <c:v>19618728.292015076</c:v>
                </c:pt>
                <c:pt idx="26">
                  <c:v>19648108.681656837</c:v>
                </c:pt>
                <c:pt idx="27">
                  <c:v>19672180.971565247</c:v>
                </c:pt>
                <c:pt idx="28">
                  <c:v>19691891.271701813</c:v>
                </c:pt>
                <c:pt idx="29">
                  <c:v>19708021.640286446</c:v>
                </c:pt>
                <c:pt idx="30">
                  <c:v>19721216.96674633</c:v>
                </c:pt>
                <c:pt idx="31">
                  <c:v>19732007.970707893</c:v>
                </c:pt>
                <c:pt idx="32">
                  <c:v>19740830.704050064</c:v>
                </c:pt>
                <c:pt idx="33">
                  <c:v>19748042.96622181</c:v>
                </c:pt>
                <c:pt idx="34">
                  <c:v>19753938.037893295</c:v>
                </c:pt>
                <c:pt idx="35">
                  <c:v>19758756.11419964</c:v>
                </c:pt>
                <c:pt idx="36">
                  <c:v>19762693.78463745</c:v>
                </c:pt>
                <c:pt idx="37">
                  <c:v>19765911.867733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19765911.867733</c:v>
                </c:pt>
                <c:pt idx="38">
                  <c:v>19768541.869009018</c:v>
                </c:pt>
                <c:pt idx="39">
                  <c:v>19770691.29299164</c:v>
                </c:pt>
                <c:pt idx="40">
                  <c:v>19772448.005223274</c:v>
                </c:pt>
                <c:pt idx="41">
                  <c:v>19773883.809467316</c:v>
                </c:pt>
                <c:pt idx="42">
                  <c:v>19775057.378204346</c:v>
                </c:pt>
                <c:pt idx="43">
                  <c:v>19776016.651392937</c:v>
                </c:pt>
                <c:pt idx="44">
                  <c:v>19776800.798747063</c:v>
                </c:pt>
                <c:pt idx="45">
                  <c:v>19777441.82419491</c:v>
                </c:pt>
                <c:pt idx="46">
                  <c:v>19777965.877282143</c:v>
                </c:pt>
                <c:pt idx="47">
                  <c:v>19778394.324796677</c:v>
                </c:pt>
                <c:pt idx="48">
                  <c:v>19778744.6262846</c:v>
                </c:pt>
                <c:pt idx="49">
                  <c:v>19779031.049258232</c:v>
                </c:pt>
                <c:pt idx="50">
                  <c:v>19779265.2534256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-1717742.0119524002</c:v>
                </c:pt>
                <c:pt idx="2">
                  <c:v>-3429949.559141159</c:v>
                </c:pt>
                <c:pt idx="3">
                  <c:v>-5136755.928981781</c:v>
                </c:pt>
                <c:pt idx="4">
                  <c:v>-6838313.072081566</c:v>
                </c:pt>
                <c:pt idx="5">
                  <c:v>-8534791.663983345</c:v>
                </c:pt>
                <c:pt idx="6">
                  <c:v>-10226381.025648117</c:v>
                </c:pt>
                <c:pt idx="7">
                  <c:v>-11913288.895438194</c:v>
                </c:pt>
                <c:pt idx="8">
                  <c:v>-13595741.047161102</c:v>
                </c:pt>
                <c:pt idx="9">
                  <c:v>-15273980.75082779</c:v>
                </c:pt>
                <c:pt idx="10">
                  <c:v>-16948268.074977875</c:v>
                </c:pt>
                <c:pt idx="11">
                  <c:v>-18618879.031928062</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-18618879.031928062</c:v>
                </c:pt>
                <c:pt idx="12">
                  <c:v>-20286104.569746017</c:v>
                </c:pt>
                <c:pt idx="13">
                  <c:v>-21950249.41738224</c:v>
                </c:pt>
                <c:pt idx="14">
                  <c:v>-23611630.791920662</c:v>
                </c:pt>
                <c:pt idx="15">
                  <c:v>-25270576.979403496</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-1990844.3184518814</c:v>
                </c:pt>
                <c:pt idx="2">
                  <c:v>-3981680.78042984</c:v>
                </c:pt>
                <c:pt idx="3">
                  <c:v>-5972509.433792114</c:v>
                </c:pt>
                <c:pt idx="4">
                  <c:v>-7963330.326610565</c:v>
                </c:pt>
                <c:pt idx="5">
                  <c:v>-9954143.50716877</c:v>
                </c:pt>
                <c:pt idx="6">
                  <c:v>-11944949.023960114</c:v>
                </c:pt>
                <c:pt idx="7">
                  <c:v>-13935746.925685883</c:v>
                </c:pt>
                <c:pt idx="8">
                  <c:v>-15926537.261257172</c:v>
                </c:pt>
                <c:pt idx="9">
                  <c:v>-17917320.079792023</c:v>
                </c:pt>
                <c:pt idx="10">
                  <c:v>-19908095.430612564</c:v>
                </c:pt>
                <c:pt idx="11">
                  <c:v>-21898863.363245964</c:v>
                </c:pt>
                <c:pt idx="12">
                  <c:v>-23889623.927423477</c:v>
                </c:pt>
                <c:pt idx="13">
                  <c:v>-25880377.17307663</c:v>
                </c:pt>
                <c:pt idx="14">
                  <c:v>-27871123.15034008</c:v>
                </c:pt>
                <c:pt idx="15">
                  <c:v>-29861861.909546852</c:v>
                </c:pt>
                <c:pt idx="16">
                  <c:v>-31852593.501228333</c:v>
                </c:pt>
                <c:pt idx="17">
                  <c:v>-33843317.97611332</c:v>
                </c:pt>
                <c:pt idx="18">
                  <c:v>-35834035.38512802</c:v>
                </c:pt>
                <c:pt idx="19">
                  <c:v>-37824745.77938938</c:v>
                </c:pt>
                <c:pt idx="20">
                  <c:v>-39815449.21021271</c:v>
                </c:pt>
                <c:pt idx="21">
                  <c:v>-41806145.72910118</c:v>
                </c:pt>
                <c:pt idx="22">
                  <c:v>-43796835.38775158</c:v>
                </c:pt>
                <c:pt idx="23">
                  <c:v>-45787518.2380476</c:v>
                </c:pt>
                <c:pt idx="24">
                  <c:v>-47778194.332063675</c:v>
                </c:pt>
                <c:pt idx="25">
                  <c:v>-49768863.722058296</c:v>
                </c:pt>
                <c:pt idx="26">
                  <c:v>-51759526.46047783</c:v>
                </c:pt>
                <c:pt idx="27">
                  <c:v>-53750182.59994984</c:v>
                </c:pt>
                <c:pt idx="28">
                  <c:v>-55740832.1932888</c:v>
                </c:pt>
                <c:pt idx="29">
                  <c:v>-57731475.293483734</c:v>
                </c:pt>
                <c:pt idx="30">
                  <c:v>-59722111.95371151</c:v>
                </c:pt>
                <c:pt idx="31">
                  <c:v>-61712742.22732067</c:v>
                </c:pt>
                <c:pt idx="32">
                  <c:v>-63703366.16783905</c:v>
                </c:pt>
                <c:pt idx="33">
                  <c:v>-65693983.82897186</c:v>
                </c:pt>
                <c:pt idx="34">
                  <c:v>-67684595.26459599</c:v>
                </c:pt>
                <c:pt idx="35">
                  <c:v>-69675200.52876091</c:v>
                </c:pt>
                <c:pt idx="36">
                  <c:v>-71665799.67568874</c:v>
                </c:pt>
                <c:pt idx="37">
                  <c:v>-73656392.75976944</c:v>
                </c:pt>
                <c:pt idx="38">
                  <c:v>-75646979.83556175</c:v>
                </c:pt>
                <c:pt idx="39">
                  <c:v>-77637560.95779037</c:v>
                </c:pt>
                <c:pt idx="40">
                  <c:v>-79628136.1813469</c:v>
                </c:pt>
                <c:pt idx="41">
                  <c:v>-81618705.56128502</c:v>
                </c:pt>
                <c:pt idx="42">
                  <c:v>-83609269.15282059</c:v>
                </c:pt>
                <c:pt idx="43">
                  <c:v>-85599827.01132965</c:v>
                </c:pt>
                <c:pt idx="44">
                  <c:v>-87590379.19234657</c:v>
                </c:pt>
                <c:pt idx="45">
                  <c:v>-89580925.75156307</c:v>
                </c:pt>
                <c:pt idx="46">
                  <c:v>-91571466.74482918</c:v>
                </c:pt>
                <c:pt idx="47">
                  <c:v>-93562002.22814465</c:v>
                </c:pt>
                <c:pt idx="48">
                  <c:v>-95552532.25766468</c:v>
                </c:pt>
                <c:pt idx="49">
                  <c:v>-97543056.88969421</c:v>
                </c:pt>
                <c:pt idx="50">
                  <c:v>-99533576.180686</c:v>
                </c:pt>
                <c:pt idx="51">
                  <c:v>-101524090.18724442</c:v>
                </c:pt>
                <c:pt idx="52">
                  <c:v>-103514598.96611404</c:v>
                </c:pt>
                <c:pt idx="53">
                  <c:v>-105505102.57418919</c:v>
                </c:pt>
                <c:pt idx="54">
                  <c:v>-107495601.06850243</c:v>
                </c:pt>
                <c:pt idx="55">
                  <c:v>-109486094.5062294</c:v>
                </c:pt>
                <c:pt idx="56">
                  <c:v>-111476582.94468403</c:v>
                </c:pt>
                <c:pt idx="57">
                  <c:v>-113467066.44131756</c:v>
                </c:pt>
                <c:pt idx="58">
                  <c:v>-115457545.05371857</c:v>
                </c:pt>
                <c:pt idx="59">
                  <c:v>-117448018.83960724</c:v>
                </c:pt>
                <c:pt idx="60">
                  <c:v>-119438487.85683632</c:v>
                </c:pt>
                <c:pt idx="61">
                  <c:v>-121428952.16339207</c:v>
                </c:pt>
                <c:pt idx="62">
                  <c:v>-123419411.81738567</c:v>
                </c:pt>
                <c:pt idx="63">
                  <c:v>-125409866.87705708</c:v>
                </c:pt>
                <c:pt idx="64">
                  <c:v>-127400317.4007721</c:v>
                </c:pt>
                <c:pt idx="65">
                  <c:v>-129390763.44701862</c:v>
                </c:pt>
                <c:pt idx="66">
                  <c:v>-131381205.07440758</c:v>
                </c:pt>
                <c:pt idx="67">
                  <c:v>-133371642.34166908</c:v>
                </c:pt>
                <c:pt idx="68">
                  <c:v>-135362075.3076496</c:v>
                </c:pt>
                <c:pt idx="69">
                  <c:v>-137352504.0313158</c:v>
                </c:pt>
                <c:pt idx="70">
                  <c:v>-139342928.57174587</c:v>
                </c:pt>
                <c:pt idx="71">
                  <c:v>-141333348.98813057</c:v>
                </c:pt>
                <c:pt idx="72">
                  <c:v>-143323765.33977318</c:v>
                </c:pt>
                <c:pt idx="73">
                  <c:v>-145314177.68608475</c:v>
                </c:pt>
                <c:pt idx="74">
                  <c:v>-147304586.0865841</c:v>
                </c:pt>
                <c:pt idx="75">
                  <c:v>-149294990.60089397</c:v>
                </c:pt>
                <c:pt idx="76">
                  <c:v>-151285391.28874302</c:v>
                </c:pt>
                <c:pt idx="77">
                  <c:v>-153275788.20995808</c:v>
                </c:pt>
                <c:pt idx="78">
                  <c:v>-155266181.424469</c:v>
                </c:pt>
                <c:pt idx="79">
                  <c:v>-157256570.992301</c:v>
                </c:pt>
                <c:pt idx="80">
                  <c:v>-159246956.97357655</c:v>
                </c:pt>
                <c:pt idx="81">
                  <c:v>-161237339.42851067</c:v>
                </c:pt>
                <c:pt idx="82">
                  <c:v>-163227718.41741276</c:v>
                </c:pt>
                <c:pt idx="83">
                  <c:v>-165218094.00067997</c:v>
                </c:pt>
                <c:pt idx="84">
                  <c:v>-167208466.2387991</c:v>
                </c:pt>
                <c:pt idx="85">
                  <c:v>-169198835.1923437</c:v>
                </c:pt>
                <c:pt idx="86">
                  <c:v>-171189200.9219694</c:v>
                </c:pt>
                <c:pt idx="87">
                  <c:v>-173179563.48841667</c:v>
                </c:pt>
                <c:pt idx="88">
                  <c:v>-175169922.95250607</c:v>
                </c:pt>
                <c:pt idx="89">
                  <c:v>-177160279.37513638</c:v>
                </c:pt>
                <c:pt idx="90">
                  <c:v>-179150632.81728172</c:v>
                </c:pt>
                <c:pt idx="91">
                  <c:v>-181140983.33999443</c:v>
                </c:pt>
                <c:pt idx="92">
                  <c:v>-183131331.00439644</c:v>
                </c:pt>
                <c:pt idx="93">
                  <c:v>-185121675.87168026</c:v>
                </c:pt>
                <c:pt idx="94">
                  <c:v>-187112018.0031109</c:v>
                </c:pt>
                <c:pt idx="95">
                  <c:v>-189102357.46001434</c:v>
                </c:pt>
                <c:pt idx="96">
                  <c:v>-191092694.3037882</c:v>
                </c:pt>
                <c:pt idx="97">
                  <c:v>-193083028.59588623</c:v>
                </c:pt>
                <c:pt idx="98">
                  <c:v>-195073360.39782906</c:v>
                </c:pt>
                <c:pt idx="99">
                  <c:v>-197063689.77119255</c:v>
                </c:pt>
                <c:pt idx="100">
                  <c:v>-199054016.77760983</c:v>
                </c:pt>
                <c:pt idx="101">
                  <c:v>-201044341.4787693</c:v>
                </c:pt>
                <c:pt idx="102">
                  <c:v>-203034663.93641376</c:v>
                </c:pt>
                <c:pt idx="103">
                  <c:v>-205024984.2123356</c:v>
                </c:pt>
                <c:pt idx="104">
                  <c:v>-207015302.36837387</c:v>
                </c:pt>
                <c:pt idx="105">
                  <c:v>-209005618.46641922</c:v>
                </c:pt>
                <c:pt idx="106">
                  <c:v>-210995932.56840324</c:v>
                </c:pt>
                <c:pt idx="107">
                  <c:v>-212986244.73630333</c:v>
                </c:pt>
                <c:pt idx="108">
                  <c:v>-214976555.03213406</c:v>
                </c:pt>
                <c:pt idx="109">
                  <c:v>-216966863.51795197</c:v>
                </c:pt>
                <c:pt idx="110">
                  <c:v>-218957170.25584984</c:v>
                </c:pt>
                <c:pt idx="111">
                  <c:v>-220947475.3079548</c:v>
                </c:pt>
                <c:pt idx="112">
                  <c:v>-222937778.7364254</c:v>
                </c:pt>
                <c:pt idx="113">
                  <c:v>-224928080.60345268</c:v>
                </c:pt>
                <c:pt idx="114">
                  <c:v>-226918380.9712572</c:v>
                </c:pt>
                <c:pt idx="115">
                  <c:v>-228908679.90208244</c:v>
                </c:pt>
                <c:pt idx="116">
                  <c:v>-230898977.4581995</c:v>
                </c:pt>
                <c:pt idx="117">
                  <c:v>-232889273.7019024</c:v>
                </c:pt>
                <c:pt idx="118">
                  <c:v>-234879568.69550323</c:v>
                </c:pt>
                <c:pt idx="119">
                  <c:v>-236869862.50133514</c:v>
                </c:pt>
                <c:pt idx="120">
                  <c:v>-238860155.18174553</c:v>
                </c:pt>
                <c:pt idx="121">
                  <c:v>-240850446.799098</c:v>
                </c:pt>
                <c:pt idx="122">
                  <c:v>-242840737.41576672</c:v>
                </c:pt>
                <c:pt idx="123">
                  <c:v>-244831027.09413815</c:v>
                </c:pt>
                <c:pt idx="124">
                  <c:v>-246821315.8966055</c:v>
                </c:pt>
                <c:pt idx="125">
                  <c:v>-248811603.88556862</c:v>
                </c:pt>
                <c:pt idx="126">
                  <c:v>-250801891.12343216</c:v>
                </c:pt>
                <c:pt idx="127">
                  <c:v>-252792177.67260265</c:v>
                </c:pt>
                <c:pt idx="128">
                  <c:v>-254782463.5954857</c:v>
                </c:pt>
                <c:pt idx="129">
                  <c:v>-256772748.95448685</c:v>
                </c:pt>
                <c:pt idx="130">
                  <c:v>-258763033.81200695</c:v>
                </c:pt>
                <c:pt idx="131">
                  <c:v>-260753318.2304392</c:v>
                </c:pt>
                <c:pt idx="132">
                  <c:v>-262743602.27217197</c:v>
                </c:pt>
                <c:pt idx="133">
                  <c:v>-264733885.99958038</c:v>
                </c:pt>
                <c:pt idx="134">
                  <c:v>-266724169.475029</c:v>
                </c:pt>
                <c:pt idx="135">
                  <c:v>-268714452.7608681</c:v>
                </c:pt>
                <c:pt idx="136">
                  <c:v>-270704735.9194336</c:v>
                </c:pt>
                <c:pt idx="137">
                  <c:v>-272695019.01303864</c:v>
                </c:pt>
                <c:pt idx="138">
                  <c:v>-274685302.103981</c:v>
                </c:pt>
                <c:pt idx="139">
                  <c:v>-276675585.25453377</c:v>
                </c:pt>
                <c:pt idx="140">
                  <c:v>-278665868.5269451</c:v>
                </c:pt>
                <c:pt idx="141">
                  <c:v>-280656151.9834385</c:v>
                </c:pt>
                <c:pt idx="142">
                  <c:v>-282646435.6862087</c:v>
                </c:pt>
                <c:pt idx="143">
                  <c:v>-284636719.6974201</c:v>
                </c:pt>
                <c:pt idx="144">
                  <c:v>-286627004.07920456</c:v>
                </c:pt>
                <c:pt idx="145">
                  <c:v>-288617288.8936596</c:v>
                </c:pt>
                <c:pt idx="146">
                  <c:v>-290607574.2028465</c:v>
                </c:pt>
                <c:pt idx="147">
                  <c:v>-292597860.0687866</c:v>
                </c:pt>
                <c:pt idx="148">
                  <c:v>-294588146.5534649</c:v>
                </c:pt>
                <c:pt idx="149">
                  <c:v>-296578433.7188206</c:v>
                </c:pt>
                <c:pt idx="150">
                  <c:v>-298568721.6267481</c:v>
                </c:pt>
                <c:pt idx="151">
                  <c:v>-300559010.339098</c:v>
                </c:pt>
                <c:pt idx="152">
                  <c:v>-302549299.9176712</c:v>
                </c:pt>
                <c:pt idx="153">
                  <c:v>-304539590.42421913</c:v>
                </c:pt>
                <c:pt idx="154">
                  <c:v>-306529881.9204397</c:v>
                </c:pt>
                <c:pt idx="155">
                  <c:v>-308520174.4679775</c:v>
                </c:pt>
                <c:pt idx="156">
                  <c:v>-310510468.1284199</c:v>
                </c:pt>
                <c:pt idx="157">
                  <c:v>-312500762.96329594</c:v>
                </c:pt>
                <c:pt idx="158">
                  <c:v>-314491059.03407764</c:v>
                </c:pt>
                <c:pt idx="159">
                  <c:v>-316481356.4021721</c:v>
                </c:pt>
                <c:pt idx="160">
                  <c:v>-318471655.1289215</c:v>
                </c:pt>
                <c:pt idx="161">
                  <c:v>-320461955.27560425</c:v>
                </c:pt>
                <c:pt idx="162">
                  <c:v>-322452256.90342903</c:v>
                </c:pt>
                <c:pt idx="163">
                  <c:v>-324442560.0735369</c:v>
                </c:pt>
                <c:pt idx="164">
                  <c:v>-326432864.8469963</c:v>
                </c:pt>
                <c:pt idx="165">
                  <c:v>-328423171.2848005</c:v>
                </c:pt>
                <c:pt idx="166">
                  <c:v>-330413479.44786835</c:v>
                </c:pt>
                <c:pt idx="167">
                  <c:v>-332403789.39704037</c:v>
                </c:pt>
                <c:pt idx="168">
                  <c:v>-334394101.19307995</c:v>
                </c:pt>
                <c:pt idx="169">
                  <c:v>-336384414.8966656</c:v>
                </c:pt>
                <c:pt idx="170">
                  <c:v>-338374730.56839657</c:v>
                </c:pt>
                <c:pt idx="171">
                  <c:v>-340365048.26878357</c:v>
                </c:pt>
                <c:pt idx="172">
                  <c:v>-342355368.05825233</c:v>
                </c:pt>
                <c:pt idx="173">
                  <c:v>-344345689.997139</c:v>
                </c:pt>
                <c:pt idx="174">
                  <c:v>-346336014.145689</c:v>
                </c:pt>
                <c:pt idx="175">
                  <c:v>-348326340.5640564</c:v>
                </c:pt>
                <c:pt idx="176">
                  <c:v>-350316669.3122978</c:v>
                </c:pt>
                <c:pt idx="177">
                  <c:v>-352307000.4503784</c:v>
                </c:pt>
                <c:pt idx="178">
                  <c:v>-354297334.0381603</c:v>
                </c:pt>
                <c:pt idx="179">
                  <c:v>-356287670.1354084</c:v>
                </c:pt>
                <c:pt idx="180">
                  <c:v>-358278008.8017874</c:v>
                </c:pt>
                <c:pt idx="181">
                  <c:v>-360268350.0968542</c:v>
                </c:pt>
                <c:pt idx="182">
                  <c:v>-362258694.08006287</c:v>
                </c:pt>
                <c:pt idx="183">
                  <c:v>-364249040.8107624</c:v>
                </c:pt>
                <c:pt idx="184">
                  <c:v>-366239390.3481884</c:v>
                </c:pt>
                <c:pt idx="185">
                  <c:v>-368229742.75147057</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-368229742.75147057</c:v>
                </c:pt>
                <c:pt idx="186">
                  <c:v>-370220098.0796213</c:v>
                </c:pt>
                <c:pt idx="187">
                  <c:v>-372210456.3915415</c:v>
                </c:pt>
                <c:pt idx="188">
                  <c:v>-374200817.74601746</c:v>
                </c:pt>
                <c:pt idx="189">
                  <c:v>-376191182.2017145</c:v>
                </c:pt>
                <c:pt idx="190">
                  <c:v>-378181549.8171816</c:v>
                </c:pt>
                <c:pt idx="191">
                  <c:v>-380171920.6508446</c:v>
                </c:pt>
                <c:pt idx="192">
                  <c:v>-382162294.7610073</c:v>
                </c:pt>
                <c:pt idx="193">
                  <c:v>-384152672.20584774</c:v>
                </c:pt>
                <c:pt idx="194">
                  <c:v>-386143053.04341984</c:v>
                </c:pt>
                <c:pt idx="195">
                  <c:v>-388133437.3316479</c:v>
                </c:pt>
                <c:pt idx="196">
                  <c:v>-390123825.1283264</c:v>
                </c:pt>
                <c:pt idx="197">
                  <c:v>-392114216.49112034</c:v>
                </c:pt>
                <c:pt idx="198">
                  <c:v>-394104611.47756195</c:v>
                </c:pt>
                <c:pt idx="199">
                  <c:v>-396095010.1450443</c:v>
                </c:pt>
                <c:pt idx="200">
                  <c:v>-398085412.55082893</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2754343.8112220764</c:v>
                </c:pt>
                <c:pt idx="2">
                  <c:v>6297284.546607971</c:v>
                </c:pt>
                <c:pt idx="3">
                  <c:v>10643978.293574333</c:v>
                </c:pt>
                <c:pt idx="4">
                  <c:v>15751450.764842987</c:v>
                </c:pt>
                <c:pt idx="5">
                  <c:v>21508021.596425056</c:v>
                </c:pt>
                <c:pt idx="6">
                  <c:v>27735843.127391815</c:v>
                </c:pt>
                <c:pt idx="7">
                  <c:v>34209512.66257286</c:v>
                </c:pt>
                <c:pt idx="8">
                  <c:v>40687179.3712368</c:v>
                </c:pt>
                <c:pt idx="9">
                  <c:v>46944730.14523983</c:v>
                </c:pt>
                <c:pt idx="10">
                  <c:v>52802560.60370731</c:v>
                </c:pt>
                <c:pt idx="11">
                  <c:v>58138694.20424652</c:v>
                </c:pt>
                <c:pt idx="12">
                  <c:v>62888281.49854374</c:v>
                </c:pt>
                <c:pt idx="13">
                  <c:v>67033900.69585419</c:v>
                </c:pt>
                <c:pt idx="14">
                  <c:v>70592128.36309052</c:v>
                </c:pt>
                <c:pt idx="15">
                  <c:v>73600530.98737335</c:v>
                </c:pt>
                <c:pt idx="16">
                  <c:v>76107221.2433796</c:v>
                </c:pt>
                <c:pt idx="17">
                  <c:v>78163520.25515366</c:v>
                </c:pt>
                <c:pt idx="18">
                  <c:v>79819374.71559048</c:v>
                </c:pt>
                <c:pt idx="19">
                  <c:v>81120855.79626656</c:v>
                </c:pt>
                <c:pt idx="20">
                  <c:v>82109068.54453182</c:v>
                </c:pt>
                <c:pt idx="21">
                  <c:v>82819933.2218914</c:v>
                </c:pt>
                <c:pt idx="22">
                  <c:v>83284455.40769291</c:v>
                </c:pt>
                <c:pt idx="23">
                  <c:v>83529233.8356409</c:v>
                </c:pt>
                <c:pt idx="24">
                  <c:v>83577052.37977982</c:v>
                </c:pt>
                <c:pt idx="25">
                  <c:v>83447468.64141846</c:v>
                </c:pt>
                <c:pt idx="26">
                  <c:v>83157353.76625156</c:v>
                </c:pt>
                <c:pt idx="27">
                  <c:v>82721363.7835083</c:v>
                </c:pt>
                <c:pt idx="28">
                  <c:v>82152337.62945652</c:v>
                </c:pt>
                <c:pt idx="29">
                  <c:v>81461625.11428452</c:v>
                </c:pt>
                <c:pt idx="30">
                  <c:v>80659352.07053661</c:v>
                </c:pt>
                <c:pt idx="31">
                  <c:v>79754631.47252464</c:v>
                </c:pt>
                <c:pt idx="32">
                  <c:v>78755729.48742485</c:v>
                </c:pt>
                <c:pt idx="33">
                  <c:v>77670194.84825897</c:v>
                </c:pt>
                <c:pt idx="34">
                  <c:v>76504959.0093193</c:v>
                </c:pt>
                <c:pt idx="35">
                  <c:v>75266413.48224068</c:v>
                </c:pt>
                <c:pt idx="36">
                  <c:v>73960469.68637085</c:v>
                </c:pt>
                <c:pt idx="37">
                  <c:v>72592605.65260506</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72592605.65260506</c:v>
                </c:pt>
                <c:pt idx="38">
                  <c:v>71167903.03224373</c:v>
                </c:pt>
                <c:pt idx="39">
                  <c:v>69691077.0962925</c:v>
                </c:pt>
                <c:pt idx="40">
                  <c:v>68166501.76741982</c:v>
                </c:pt>
                <c:pt idx="41">
                  <c:v>66598231.19988823</c:v>
                </c:pt>
                <c:pt idx="42">
                  <c:v>64990019.00097656</c:v>
                </c:pt>
                <c:pt idx="43">
                  <c:v>63345335.85757446</c:v>
                </c:pt>
                <c:pt idx="44">
                  <c:v>61667386.079870224</c:v>
                </c:pt>
                <c:pt idx="45">
                  <c:v>59959123.38671684</c:v>
                </c:pt>
                <c:pt idx="46">
                  <c:v>58223266.12222481</c:v>
                </c:pt>
                <c:pt idx="47">
                  <c:v>56462311.99911499</c:v>
                </c:pt>
                <c:pt idx="48">
                  <c:v>54678552.402071</c:v>
                </c:pt>
                <c:pt idx="49">
                  <c:v>52874086.24563408</c:v>
                </c:pt>
                <c:pt idx="50">
                  <c:v>51050833.359989166</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27402936.122133255</c:v>
                </c:pt>
                <c:pt idx="2">
                  <c:v>57458879.385499954</c:v>
                </c:pt>
                <c:pt idx="3">
                  <c:v>90130353.85952759</c:v>
                </c:pt>
                <c:pt idx="4">
                  <c:v>125292087.5315628</c:v>
                </c:pt>
                <c:pt idx="5">
                  <c:v>162723077.7458477</c:v>
                </c:pt>
                <c:pt idx="6">
                  <c:v>202106617.36810493</c:v>
                </c:pt>
                <c:pt idx="7">
                  <c:v>243039930.2817955</c:v>
                </c:pt>
                <c:pt idx="8">
                  <c:v>285053479.4663601</c:v>
                </c:pt>
                <c:pt idx="9">
                  <c:v>327638091.5535221</c:v>
                </c:pt>
                <c:pt idx="10">
                  <c:v>370276354.4335041</c:v>
                </c:pt>
                <c:pt idx="11">
                  <c:v>412473851.44135284</c:v>
                </c:pt>
                <c:pt idx="12">
                  <c:v>453785994.16316795</c:v>
                </c:pt>
                <c:pt idx="13">
                  <c:v>493837397.1706867</c:v>
                </c:pt>
                <c:pt idx="14">
                  <c:v>532332454.96616745</c:v>
                </c:pt>
                <c:pt idx="15">
                  <c:v>569057474.6016979</c:v>
                </c:pt>
                <c:pt idx="16">
                  <c:v>603875953.8125019</c:v>
                </c:pt>
                <c:pt idx="17">
                  <c:v>636719194.1294727</c:v>
                </c:pt>
                <c:pt idx="18">
                  <c:v>667574459.0944958</c:v>
                </c:pt>
                <c:pt idx="19">
                  <c:v>696472522.6508179</c:v>
                </c:pt>
                <c:pt idx="20">
                  <c:v>723475919.0039768</c:v>
                </c:pt>
                <c:pt idx="21">
                  <c:v>748668671.1818237</c:v>
                </c:pt>
                <c:pt idx="22">
                  <c:v>772147837.2809048</c:v>
                </c:pt>
                <c:pt idx="23">
                  <c:v>794016904.1566563</c:v>
                </c:pt>
                <c:pt idx="24">
                  <c:v>814380870.8071728</c:v>
                </c:pt>
                <c:pt idx="25">
                  <c:v>833342771.7664089</c:v>
                </c:pt>
                <c:pt idx="26">
                  <c:v>851001364.3904552</c:v>
                </c:pt>
                <c:pt idx="27">
                  <c:v>867449716.8684444</c:v>
                </c:pt>
                <c:pt idx="28">
                  <c:v>882774466.7082424</c:v>
                </c:pt>
                <c:pt idx="29">
                  <c:v>897055559.5211277</c:v>
                </c:pt>
                <c:pt idx="30">
                  <c:v>910366317.6094875</c:v>
                </c:pt>
                <c:pt idx="31">
                  <c:v>922773723.3008442</c:v>
                </c:pt>
                <c:pt idx="32">
                  <c:v>934338831.6766682</c:v>
                </c:pt>
                <c:pt idx="33">
                  <c:v>945117251.176424</c:v>
                </c:pt>
                <c:pt idx="34">
                  <c:v>955159649.0614777</c:v>
                </c:pt>
                <c:pt idx="35">
                  <c:v>964512252.7193966</c:v>
                </c:pt>
                <c:pt idx="36">
                  <c:v>973217328.1394291</c:v>
                </c:pt>
                <c:pt idx="37">
                  <c:v>981313624.3860378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981313624.3860378</c:v>
                </c:pt>
                <c:pt idx="38">
                  <c:v>988836778.2113018</c:v>
                </c:pt>
                <c:pt idx="39">
                  <c:v>995819676.6252079</c:v>
                </c:pt>
                <c:pt idx="40">
                  <c:v>1002292777.7136021</c:v>
                </c:pt>
                <c:pt idx="41">
                  <c:v>1008284391.5861111</c:v>
                </c:pt>
                <c:pt idx="42">
                  <c:v>1013820924.2989597</c:v>
                </c:pt>
                <c:pt idx="43">
                  <c:v>1018927088.1151028</c:v>
                </c:pt>
                <c:pt idx="44">
                  <c:v>1023626081.6725368</c:v>
                </c:pt>
                <c:pt idx="45">
                  <c:v>1027939743.6307831</c:v>
                </c:pt>
                <c:pt idx="46">
                  <c:v>1031888683.2268963</c:v>
                </c:pt>
                <c:pt idx="47">
                  <c:v>1035492390.9483814</c:v>
                </c:pt>
                <c:pt idx="48">
                  <c:v>1038769332.2574482</c:v>
                </c:pt>
                <c:pt idx="49">
                  <c:v>1041737027.0054264</c:v>
                </c:pt>
                <c:pt idx="50">
                  <c:v>1044412116.8759365</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19848661.80020237</c:v>
                </c:pt>
                <c:pt idx="2">
                  <c:v>40493582.77698326</c:v>
                </c:pt>
                <c:pt idx="3">
                  <c:v>61464360.93491268</c:v>
                </c:pt>
                <c:pt idx="4">
                  <c:v>82267251.43283558</c:v>
                </c:pt>
                <c:pt idx="5">
                  <c:v>102437017.03132057</c:v>
                </c:pt>
                <c:pt idx="6">
                  <c:v>121581190.1182518</c:v>
                </c:pt>
                <c:pt idx="7">
                  <c:v>139407820.1228981</c:v>
                </c:pt>
                <c:pt idx="8">
                  <c:v>155733854.6491623</c:v>
                </c:pt>
                <c:pt idx="9">
                  <c:v>170477070.64912605</c:v>
                </c:pt>
                <c:pt idx="10">
                  <c:v>183637670.3782692</c:v>
                </c:pt>
                <c:pt idx="11">
                  <c:v>195275947.5940609</c:v>
                </c:pt>
                <c:pt idx="12">
                  <c:v>205490851.81599617</c:v>
                </c:pt>
                <c:pt idx="13">
                  <c:v>214402151.4652691</c:v>
                </c:pt>
                <c:pt idx="14">
                  <c:v>222137103.86919594</c:v>
                </c:pt>
                <c:pt idx="15">
                  <c:v>228821400.34556007</c:v>
                </c:pt>
                <c:pt idx="16">
                  <c:v>234573615.25022316</c:v>
                </c:pt>
                <c:pt idx="17">
                  <c:v>239502255.7717514</c:v>
                </c:pt>
                <c:pt idx="18">
                  <c:v>243704594.1875801</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243704594.1875801</c:v>
                </c:pt>
                <c:pt idx="19">
                  <c:v>247266632.57783318</c:v>
                </c:pt>
                <c:pt idx="20">
                  <c:v>250263726.25632668</c:v>
                </c:pt>
                <c:pt idx="21">
                  <c:v>252761542.7545681</c:v>
                </c:pt>
                <c:pt idx="22">
                  <c:v>254817148.60407257</c:v>
                </c:pt>
                <c:pt idx="23">
                  <c:v>256480098.542881</c:v>
                </c:pt>
                <c:pt idx="24">
                  <c:v>257793457.4889164</c:v>
                </c:pt>
                <c:pt idx="25">
                  <c:v>258794721.57639503</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-1043028.2262163162</c:v>
                </c:pt>
                <c:pt idx="2">
                  <c:v>-2051671.226858139</c:v>
                </c:pt>
                <c:pt idx="3">
                  <c:v>-3025843.405368805</c:v>
                </c:pt>
                <c:pt idx="4">
                  <c:v>-3965606.2799243927</c:v>
                </c:pt>
                <c:pt idx="5">
                  <c:v>-4871179.842506409</c:v>
                </c:pt>
                <c:pt idx="6">
                  <c:v>-5742952.867567062</c:v>
                </c:pt>
                <c:pt idx="7">
                  <c:v>-6581491.848244667</c:v>
                </c:pt>
                <c:pt idx="8">
                  <c:v>-7387548.235375404</c:v>
                </c:pt>
                <c:pt idx="9">
                  <c:v>-8162063.663283348</c:v>
                </c:pt>
                <c:pt idx="10">
                  <c:v>-8906172.867881775</c:v>
                </c:pt>
                <c:pt idx="11">
                  <c:v>-9621204.037747383</c:v>
                </c:pt>
                <c:pt idx="12">
                  <c:v>-10308676.387693405</c:v>
                </c:pt>
                <c:pt idx="13">
                  <c:v>-10970294.806332588</c:v>
                </c:pt>
                <c:pt idx="14">
                  <c:v>-11607941.502541542</c:v>
                </c:pt>
                <c:pt idx="15">
                  <c:v>-12223664.65837574</c:v>
                </c:pt>
                <c:pt idx="16">
                  <c:v>-12819664.184485435</c:v>
                </c:pt>
                <c:pt idx="17">
                  <c:v>-13398274.76462555</c:v>
                </c:pt>
                <c:pt idx="18">
                  <c:v>-13961946.464241028</c:v>
                </c:pt>
                <c:pt idx="19">
                  <c:v>-14513223.259642601</c:v>
                </c:pt>
                <c:pt idx="20">
                  <c:v>-15054719.914988518</c:v>
                </c:pt>
                <c:pt idx="21">
                  <c:v>-15589097.690018654</c:v>
                </c:pt>
                <c:pt idx="22">
                  <c:v>-16119039.399476051</c:v>
                </c:pt>
                <c:pt idx="23">
                  <c:v>-16647224.363218307</c:v>
                </c:pt>
                <c:pt idx="24">
                  <c:v>-17176303.783416748</c:v>
                </c:pt>
                <c:pt idx="25">
                  <c:v>-17708877.062295914</c:v>
                </c:pt>
                <c:pt idx="26">
                  <c:v>-18247469.532307625</c:v>
                </c:pt>
                <c:pt idx="27">
                  <c:v>-18794512.012844086</c:v>
                </c:pt>
                <c:pt idx="28">
                  <c:v>-19352322.537329674</c:v>
                </c:pt>
                <c:pt idx="29">
                  <c:v>-19923090.515452385</c:v>
                </c:pt>
                <c:pt idx="30">
                  <c:v>-20508863.511871338</c:v>
                </c:pt>
                <c:pt idx="31">
                  <c:v>-21111536.73880768</c:v>
                </c:pt>
                <c:pt idx="32">
                  <c:v>-21732845.279561043</c:v>
                </c:pt>
                <c:pt idx="33">
                  <c:v>-22374358.986107826</c:v>
                </c:pt>
                <c:pt idx="34">
                  <c:v>-23037479.929263115</c:v>
                </c:pt>
                <c:pt idx="35">
                  <c:v>-23723442.226032257</c:v>
                </c:pt>
                <c:pt idx="36">
                  <c:v>-24433314.026753426</c:v>
                </c:pt>
                <c:pt idx="37">
                  <c:v>-25168001.41459751</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-25168001.41459751</c:v>
                </c:pt>
                <c:pt idx="38">
                  <c:v>-25928253.95166874</c:v>
                </c:pt>
                <c:pt idx="39">
                  <c:v>-26714671.598194122</c:v>
                </c:pt>
                <c:pt idx="40">
                  <c:v>-27527712.7331295</c:v>
                </c:pt>
                <c:pt idx="41">
                  <c:v>-28367703.014107704</c:v>
                </c:pt>
                <c:pt idx="42">
                  <c:v>-29234844.830652237</c:v>
                </c:pt>
                <c:pt idx="43">
                  <c:v>-30129227.125188828</c:v>
                </c:pt>
                <c:pt idx="44">
                  <c:v>-31050835.380174637</c:v>
                </c:pt>
                <c:pt idx="45">
                  <c:v>-31999561.595222473</c:v>
                </c:pt>
                <c:pt idx="46">
                  <c:v>-32975214.10421276</c:v>
                </c:pt>
                <c:pt idx="47">
                  <c:v>-33977527.108159065</c:v>
                </c:pt>
                <c:pt idx="48">
                  <c:v>-35006169.82413483</c:v>
                </c:pt>
                <c:pt idx="49">
                  <c:v>-36060755.17346668</c:v>
                </c:pt>
                <c:pt idx="50">
                  <c:v>-37140847.95312405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-146694.21108913422</c:v>
                </c:pt>
                <c:pt idx="2">
                  <c:v>-207917.93456077576</c:v>
                </c:pt>
                <c:pt idx="3">
                  <c:v>-183780.29365062714</c:v>
                </c:pt>
                <c:pt idx="4">
                  <c:v>-75059.10348796844</c:v>
                </c:pt>
                <c:pt idx="5">
                  <c:v>116742.98596191406</c:v>
                </c:pt>
                <c:pt idx="6">
                  <c:v>389352.8604221344</c:v>
                </c:pt>
                <c:pt idx="7">
                  <c:v>739694.8535337448</c:v>
                </c:pt>
                <c:pt idx="8">
                  <c:v>1163875.0327854156</c:v>
                </c:pt>
                <c:pt idx="9">
                  <c:v>1657184.2808790207</c:v>
                </c:pt>
                <c:pt idx="10">
                  <c:v>2214121.9656009674</c:v>
                </c:pt>
                <c:pt idx="11">
                  <c:v>2828441.161641121</c:v>
                </c:pt>
                <c:pt idx="12">
                  <c:v>3493215.397816658</c:v>
                </c:pt>
                <c:pt idx="13">
                  <c:v>4200925.816309929</c:v>
                </c:pt>
                <c:pt idx="14">
                  <c:v>4943566.527690887</c:v>
                </c:pt>
                <c:pt idx="15">
                  <c:v>5712764.91791153</c:v>
                </c:pt>
                <c:pt idx="16">
                  <c:v>6499912.801441193</c:v>
                </c:pt>
                <c:pt idx="17">
                  <c:v>7296303.69717598</c:v>
                </c:pt>
                <c:pt idx="18">
                  <c:v>8093271.187153816</c:v>
                </c:pt>
                <c:pt idx="19">
                  <c:v>8882323.329496384</c:v>
                </c:pt>
                <c:pt idx="20">
                  <c:v>9655268.430285454</c:v>
                </c:pt>
                <c:pt idx="21">
                  <c:v>10404328.096281052</c:v>
                </c:pt>
                <c:pt idx="22">
                  <c:v>11122234.327961922</c:v>
                </c:pt>
                <c:pt idx="23">
                  <c:v>11802308.389507294</c:v>
                </c:pt>
                <c:pt idx="24">
                  <c:v>12438520.222215652</c:v>
                </c:pt>
                <c:pt idx="25">
                  <c:v>13025528.167660713</c:v>
                </c:pt>
                <c:pt idx="26">
                  <c:v>13558699.666641235</c:v>
                </c:pt>
                <c:pt idx="27">
                  <c:v>14034114.348129272</c:v>
                </c:pt>
                <c:pt idx="28">
                  <c:v>14448551.488511086</c:v>
                </c:pt>
                <c:pt idx="29">
                  <c:v>14799464.195399284</c:v>
                </c:pt>
                <c:pt idx="30">
                  <c:v>15084942.860020638</c:v>
                </c:pt>
                <c:pt idx="31">
                  <c:v>15303670.448566437</c:v>
                </c:pt>
                <c:pt idx="32">
                  <c:v>15454872.09571457</c:v>
                </c:pt>
                <c:pt idx="33">
                  <c:v>15538261.256115913</c:v>
                </c:pt>
                <c:pt idx="34">
                  <c:v>15553984.395513535</c:v>
                </c:pt>
                <c:pt idx="35">
                  <c:v>15502565.892687798</c:v>
                </c:pt>
                <c:pt idx="36">
                  <c:v>15384854.502426147</c:v>
                </c:pt>
                <c:pt idx="37">
                  <c:v>15201972.41806984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15201972.41806984</c:v>
                </c:pt>
                <c:pt idx="38">
                  <c:v>14955267.684488297</c:v>
                </c:pt>
                <c:pt idx="39">
                  <c:v>14646270.457470894</c:v>
                </c:pt>
                <c:pt idx="40">
                  <c:v>14276653.388341904</c:v>
                </c:pt>
                <c:pt idx="41">
                  <c:v>13848196.234178543</c:v>
                </c:pt>
                <c:pt idx="42">
                  <c:v>13362754.653010368</c:v>
                </c:pt>
                <c:pt idx="43">
                  <c:v>12822233.036644936</c:v>
                </c:pt>
                <c:pt idx="44">
                  <c:v>12228561.15721798</c:v>
                </c:pt>
                <c:pt idx="45">
                  <c:v>11583674.352615356</c:v>
                </c:pt>
                <c:pt idx="46">
                  <c:v>10889496.946102142</c:v>
                </c:pt>
                <c:pt idx="47">
                  <c:v>10147928.582300186</c:v>
                </c:pt>
                <c:pt idx="48">
                  <c:v>9360833.161457062</c:v>
                </c:pt>
                <c:pt idx="49">
                  <c:v>8530030.063121796</c:v>
                </c:pt>
                <c:pt idx="50">
                  <c:v>7657287.366248131</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11986901.175357819</c:v>
                </c:pt>
                <c:pt idx="2">
                  <c:v>25223352.96548748</c:v>
                </c:pt>
                <c:pt idx="3">
                  <c:v>39591582.759028435</c:v>
                </c:pt>
                <c:pt idx="4">
                  <c:v>54906294.93453026</c:v>
                </c:pt>
                <c:pt idx="5">
                  <c:v>70921403.11082077</c:v>
                </c:pt>
                <c:pt idx="6">
                  <c:v>87346121.60546494</c:v>
                </c:pt>
                <c:pt idx="7">
                  <c:v>103868373.82911205</c:v>
                </c:pt>
                <c:pt idx="8">
                  <c:v>120181326.38819313</c:v>
                </c:pt>
                <c:pt idx="9">
                  <c:v>136007983.1969967</c:v>
                </c:pt>
                <c:pt idx="10">
                  <c:v>151119558.37739944</c:v>
                </c:pt>
                <c:pt idx="11">
                  <c:v>165345365.32540703</c:v>
                </c:pt>
                <c:pt idx="12">
                  <c:v>178574277.96598244</c:v>
                </c:pt>
                <c:pt idx="13">
                  <c:v>190749568.15722466</c:v>
                </c:pt>
                <c:pt idx="14">
                  <c:v>201859698.52859306</c:v>
                </c:pt>
                <c:pt idx="15">
                  <c:v>211927548.96672058</c:v>
                </c:pt>
                <c:pt idx="16">
                  <c:v>220999941.0265751</c:v>
                </c:pt>
                <c:pt idx="17">
                  <c:v>229138571.83822823</c:v>
                </c:pt>
                <c:pt idx="18">
                  <c:v>236412821.7132206</c:v>
                </c:pt>
                <c:pt idx="19">
                  <c:v>242894454.35318565</c:v>
                </c:pt>
                <c:pt idx="20">
                  <c:v>248653981.290514</c:v>
                </c:pt>
                <c:pt idx="21">
                  <c:v>253758363.61132622</c:v>
                </c:pt>
                <c:pt idx="22">
                  <c:v>258269717.75770378</c:v>
                </c:pt>
                <c:pt idx="23">
                  <c:v>262244732.92024422</c:v>
                </c:pt>
                <c:pt idx="24">
                  <c:v>265734565.19308662</c:v>
                </c:pt>
                <c:pt idx="25">
                  <c:v>268785031.3771477</c:v>
                </c:pt>
                <c:pt idx="26">
                  <c:v>271436975.26094437</c:v>
                </c:pt>
                <c:pt idx="27">
                  <c:v>273726718.95754814</c:v>
                </c:pt>
                <c:pt idx="28">
                  <c:v>275686541.78068924</c:v>
                </c:pt>
                <c:pt idx="29">
                  <c:v>277345150.7118988</c:v>
                </c:pt>
                <c:pt idx="30">
                  <c:v>278728121.5320873</c:v>
                </c:pt>
                <c:pt idx="31">
                  <c:v>279858299.8181343</c:v>
                </c:pt>
                <c:pt idx="32">
                  <c:v>280756157.60243416</c:v>
                </c:pt>
                <c:pt idx="33">
                  <c:v>281440105.616745</c:v>
                </c:pt>
                <c:pt idx="34">
                  <c:v>281926763.47301674</c:v>
                </c:pt>
                <c:pt idx="35">
                  <c:v>282231191.43585205</c:v>
                </c:pt>
                <c:pt idx="36">
                  <c:v>282367088.0090027</c:v>
                </c:pt>
                <c:pt idx="37">
                  <c:v>282346957.6641102</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282346957.6641102</c:v>
                </c:pt>
                <c:pt idx="38">
                  <c:v>282182252.86860466</c:v>
                </c:pt>
                <c:pt idx="39">
                  <c:v>281883494.24419403</c:v>
                </c:pt>
                <c:pt idx="40">
                  <c:v>281460372.28790283</c:v>
                </c:pt>
                <c:pt idx="41">
                  <c:v>280921833.66558456</c:v>
                </c:pt>
                <c:pt idx="42">
                  <c:v>280276154.6743374</c:v>
                </c:pt>
                <c:pt idx="43">
                  <c:v>279531004.0837097</c:v>
                </c:pt>
                <c:pt idx="44">
                  <c:v>278693497.2154255</c:v>
                </c:pt>
                <c:pt idx="45">
                  <c:v>277770242.8114109</c:v>
                </c:pt>
                <c:pt idx="46">
                  <c:v>276767383.9705219</c:v>
                </c:pt>
                <c:pt idx="47">
                  <c:v>275690634.2036762</c:v>
                </c:pt>
                <c:pt idx="48">
                  <c:v>274545309.4619312</c:v>
                </c:pt>
                <c:pt idx="49">
                  <c:v>273336356.82892036</c:v>
                </c:pt>
                <c:pt idx="50">
                  <c:v>272068380.43395996</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-1858233.5348711014</c:v>
                </c:pt>
                <c:pt idx="2">
                  <c:v>-3716418.158607483</c:v>
                </c:pt>
                <c:pt idx="3">
                  <c:v>-5574553.943710327</c:v>
                </c:pt>
                <c:pt idx="4">
                  <c:v>-7432640.962818146</c:v>
                </c:pt>
                <c:pt idx="5">
                  <c:v>-9290679.288705826</c:v>
                </c:pt>
                <c:pt idx="6">
                  <c:v>-11148668.994283676</c:v>
                </c:pt>
                <c:pt idx="7">
                  <c:v>-13006610.152600288</c:v>
                </c:pt>
                <c:pt idx="8">
                  <c:v>-14864502.83684063</c:v>
                </c:pt>
                <c:pt idx="9">
                  <c:v>-16722347.120323181</c:v>
                </c:pt>
                <c:pt idx="10">
                  <c:v>-18580143.07650757</c:v>
                </c:pt>
                <c:pt idx="11">
                  <c:v>-20437890.77898407</c:v>
                </c:pt>
                <c:pt idx="12">
                  <c:v>-22295590.301480293</c:v>
                </c:pt>
                <c:pt idx="13">
                  <c:v>-24153241.717861176</c:v>
                </c:pt>
                <c:pt idx="14">
                  <c:v>-26010845.102127075</c:v>
                </c:pt>
                <c:pt idx="15">
                  <c:v>-27868400.52841282</c:v>
                </c:pt>
                <c:pt idx="16">
                  <c:v>-29725908.070986748</c:v>
                </c:pt>
                <c:pt idx="17">
                  <c:v>-31583367.80425453</c:v>
                </c:pt>
                <c:pt idx="18">
                  <c:v>-33440779.802758217</c:v>
                </c:pt>
                <c:pt idx="19">
                  <c:v>-35298144.1411705</c:v>
                </c:pt>
                <c:pt idx="20">
                  <c:v>-37155460.89430237</c:v>
                </c:pt>
                <c:pt idx="21">
                  <c:v>-39012730.137096405</c:v>
                </c:pt>
                <c:pt idx="22">
                  <c:v>-40869951.944633484</c:v>
                </c:pt>
                <c:pt idx="23">
                  <c:v>-42727126.39212322</c:v>
                </c:pt>
                <c:pt idx="24">
                  <c:v>-44584253.554914474</c:v>
                </c:pt>
                <c:pt idx="25">
                  <c:v>-46441333.5084877</c:v>
                </c:pt>
                <c:pt idx="26">
                  <c:v>-48298366.32845688</c:v>
                </c:pt>
                <c:pt idx="27">
                  <c:v>-50155352.090569496</c:v>
                </c:pt>
                <c:pt idx="28">
                  <c:v>-52012290.87070656</c:v>
                </c:pt>
                <c:pt idx="29">
                  <c:v>-53869182.744885445</c:v>
                </c:pt>
                <c:pt idx="30">
                  <c:v>-55726027.78925133</c:v>
                </c:pt>
                <c:pt idx="31">
                  <c:v>-57582826.080085754</c:v>
                </c:pt>
                <c:pt idx="32">
                  <c:v>-59439577.69380188</c:v>
                </c:pt>
                <c:pt idx="33">
                  <c:v>-61296282.70694828</c:v>
                </c:pt>
                <c:pt idx="34">
                  <c:v>-63152941.196201324</c:v>
                </c:pt>
                <c:pt idx="35">
                  <c:v>-65009553.2383728</c:v>
                </c:pt>
                <c:pt idx="36">
                  <c:v>-66866118.91040707</c:v>
                </c:pt>
                <c:pt idx="37">
                  <c:v>-68722638.28937817</c:v>
                </c:pt>
                <c:pt idx="38">
                  <c:v>-70579111.45249367</c:v>
                </c:pt>
                <c:pt idx="39">
                  <c:v>-72435538.47709274</c:v>
                </c:pt>
                <c:pt idx="40">
                  <c:v>-74291919.44064522</c:v>
                </c:pt>
                <c:pt idx="41">
                  <c:v>-76148254.42075443</c:v>
                </c:pt>
                <c:pt idx="42">
                  <c:v>-78004543.49515152</c:v>
                </c:pt>
                <c:pt idx="43">
                  <c:v>-79860786.74170208</c:v>
                </c:pt>
                <c:pt idx="44">
                  <c:v>-81716984.23840046</c:v>
                </c:pt>
                <c:pt idx="45">
                  <c:v>-83573136.06337166</c:v>
                </c:pt>
                <c:pt idx="46">
                  <c:v>-85429242.29487419</c:v>
                </c:pt>
                <c:pt idx="47">
                  <c:v>-87285303.0112915</c:v>
                </c:pt>
                <c:pt idx="48">
                  <c:v>-89141318.29114151</c:v>
                </c:pt>
                <c:pt idx="49">
                  <c:v>-90997288.21307087</c:v>
                </c:pt>
                <c:pt idx="50">
                  <c:v>-92853212.85585594</c:v>
                </c:pt>
                <c:pt idx="51">
                  <c:v>-94709092.29840374</c:v>
                </c:pt>
                <c:pt idx="52">
                  <c:v>-96564926.61974907</c:v>
                </c:pt>
                <c:pt idx="53">
                  <c:v>-98420715.89905739</c:v>
                </c:pt>
                <c:pt idx="54">
                  <c:v>-100276460.21562386</c:v>
                </c:pt>
                <c:pt idx="55">
                  <c:v>-102132159.64886856</c:v>
                </c:pt>
                <c:pt idx="56">
                  <c:v>-103987814.27834702</c:v>
                </c:pt>
                <c:pt idx="57">
                  <c:v>-105843424.18373775</c:v>
                </c:pt>
                <c:pt idx="58">
                  <c:v>-107698989.44484901</c:v>
                </c:pt>
                <c:pt idx="59">
                  <c:v>-109554510.14161968</c:v>
                </c:pt>
                <c:pt idx="60">
                  <c:v>-111409986.35411453</c:v>
                </c:pt>
                <c:pt idx="61">
                  <c:v>-113265418.16252613</c:v>
                </c:pt>
                <c:pt idx="62">
                  <c:v>-115120805.64717579</c:v>
                </c:pt>
                <c:pt idx="63">
                  <c:v>-116976148.88851166</c:v>
                </c:pt>
                <c:pt idx="64">
                  <c:v>-118831447.96710873</c:v>
                </c:pt>
                <c:pt idx="65">
                  <c:v>-120686702.96367073</c:v>
                </c:pt>
                <c:pt idx="66">
                  <c:v>-122541913.95902729</c:v>
                </c:pt>
                <c:pt idx="67">
                  <c:v>-124397081.03413391</c:v>
                </c:pt>
                <c:pt idx="68">
                  <c:v>-126252204.27007484</c:v>
                </c:pt>
                <c:pt idx="69">
                  <c:v>-128107283.74805927</c:v>
                </c:pt>
                <c:pt idx="70">
                  <c:v>-129962319.54942322</c:v>
                </c:pt>
                <c:pt idx="71">
                  <c:v>-131817311.75562668</c:v>
                </c:pt>
                <c:pt idx="72">
                  <c:v>-133672260.44825935</c:v>
                </c:pt>
                <c:pt idx="73">
                  <c:v>-135527165.70903206</c:v>
                </c:pt>
                <c:pt idx="74">
                  <c:v>-137382027.6197853</c:v>
                </c:pt>
                <c:pt idx="75">
                  <c:v>-139236846.2624817</c:v>
                </c:pt>
                <c:pt idx="76">
                  <c:v>-141091621.71921062</c:v>
                </c:pt>
                <c:pt idx="77">
                  <c:v>-142946354.07218552</c:v>
                </c:pt>
                <c:pt idx="78">
                  <c:v>-144801043.40374374</c:v>
                </c:pt>
                <c:pt idx="79">
                  <c:v>-146655689.79634953</c:v>
                </c:pt>
                <c:pt idx="80">
                  <c:v>-148510293.3325901</c:v>
                </c:pt>
                <c:pt idx="81">
                  <c:v>-150364854.09517384</c:v>
                </c:pt>
                <c:pt idx="82">
                  <c:v>-152219372.16693783</c:v>
                </c:pt>
                <c:pt idx="83">
                  <c:v>-154073847.6308403</c:v>
                </c:pt>
                <c:pt idx="84">
                  <c:v>-155928280.5699625</c:v>
                </c:pt>
                <c:pt idx="85">
                  <c:v>-157782671.06750965</c:v>
                </c:pt>
                <c:pt idx="86">
                  <c:v>-159637019.20681095</c:v>
                </c:pt>
                <c:pt idx="87">
                  <c:v>-161491325.07131672</c:v>
                </c:pt>
                <c:pt idx="88">
                  <c:v>-163345588.74459934</c:v>
                </c:pt>
                <c:pt idx="89">
                  <c:v>-165199810.31035805</c:v>
                </c:pt>
                <c:pt idx="90">
                  <c:v>-167053989.85240746</c:v>
                </c:pt>
                <c:pt idx="91">
                  <c:v>-168908127.45469093</c:v>
                </c:pt>
                <c:pt idx="92">
                  <c:v>-170762223.2012682</c:v>
                </c:pt>
                <c:pt idx="93">
                  <c:v>-172616277.1763239</c:v>
                </c:pt>
                <c:pt idx="94">
                  <c:v>-174470289.46416283</c:v>
                </c:pt>
                <c:pt idx="95">
                  <c:v>-176324260.14921284</c:v>
                </c:pt>
                <c:pt idx="96">
                  <c:v>-178178189.3160181</c:v>
                </c:pt>
                <c:pt idx="97">
                  <c:v>-180032077.0492487</c:v>
                </c:pt>
                <c:pt idx="98">
                  <c:v>-181885923.43369198</c:v>
                </c:pt>
                <c:pt idx="99">
                  <c:v>-183739728.55425644</c:v>
                </c:pt>
                <c:pt idx="100">
                  <c:v>-185593492.49597168</c:v>
                </c:pt>
                <c:pt idx="101">
                  <c:v>-187447215.3439865</c:v>
                </c:pt>
                <c:pt idx="102">
                  <c:v>-189300897.183568</c:v>
                </c:pt>
                <c:pt idx="103">
                  <c:v>-191154538.10010433</c:v>
                </c:pt>
                <c:pt idx="104">
                  <c:v>-193008138.1791029</c:v>
                </c:pt>
                <c:pt idx="105">
                  <c:v>-194861697.50618935</c:v>
                </c:pt>
                <c:pt idx="106">
                  <c:v>-196715216.16710854</c:v>
                </c:pt>
                <c:pt idx="107">
                  <c:v>-198568694.24772263</c:v>
                </c:pt>
                <c:pt idx="108">
                  <c:v>-200422131.8340149</c:v>
                </c:pt>
                <c:pt idx="109">
                  <c:v>-202275529.012084</c:v>
                </c:pt>
                <c:pt idx="110">
                  <c:v>-204128885.86814785</c:v>
                </c:pt>
                <c:pt idx="111">
                  <c:v>-205982202.4885416</c:v>
                </c:pt>
                <c:pt idx="112">
                  <c:v>-207835478.95971775</c:v>
                </c:pt>
                <c:pt idx="113">
                  <c:v>-209688715.36824608</c:v>
                </c:pt>
                <c:pt idx="114">
                  <c:v>-211541911.80081463</c:v>
                </c:pt>
                <c:pt idx="115">
                  <c:v>-213395068.34422588</c:v>
                </c:pt>
                <c:pt idx="116">
                  <c:v>-215248185.08539963</c:v>
                </c:pt>
                <c:pt idx="117">
                  <c:v>-217101262.1113739</c:v>
                </c:pt>
                <c:pt idx="118">
                  <c:v>-218954299.50929832</c:v>
                </c:pt>
                <c:pt idx="119">
                  <c:v>-220807297.3664446</c:v>
                </c:pt>
                <c:pt idx="120">
                  <c:v>-222660255.770195</c:v>
                </c:pt>
                <c:pt idx="121">
                  <c:v>-224513174.80804825</c:v>
                </c:pt>
                <c:pt idx="122">
                  <c:v>-226366054.56761932</c:v>
                </c:pt>
                <c:pt idx="123">
                  <c:v>-228218895.13663673</c:v>
                </c:pt>
                <c:pt idx="124">
                  <c:v>-230071696.60294628</c:v>
                </c:pt>
                <c:pt idx="125">
                  <c:v>-231924459.05450535</c:v>
                </c:pt>
                <c:pt idx="126">
                  <c:v>-233777182.57938576</c:v>
                </c:pt>
                <c:pt idx="127">
                  <c:v>-235629867.26577568</c:v>
                </c:pt>
                <c:pt idx="128">
                  <c:v>-237482513.20197296</c:v>
                </c:pt>
                <c:pt idx="129">
                  <c:v>-239335120.4763937</c:v>
                </c:pt>
                <c:pt idx="130">
                  <c:v>-241187689.1775627</c:v>
                </c:pt>
                <c:pt idx="131">
                  <c:v>-243040219.39412212</c:v>
                </c:pt>
                <c:pt idx="132">
                  <c:v>-244892711.21482277</c:v>
                </c:pt>
                <c:pt idx="133">
                  <c:v>-246745164.72852993</c:v>
                </c:pt>
                <c:pt idx="134">
                  <c:v>-248597580.02422237</c:v>
                </c:pt>
                <c:pt idx="135">
                  <c:v>-250449957.19098854</c:v>
                </c:pt>
                <c:pt idx="136">
                  <c:v>-252302296.3180294</c:v>
                </c:pt>
                <c:pt idx="137">
                  <c:v>-254154597.49465752</c:v>
                </c:pt>
                <c:pt idx="138">
                  <c:v>-256006860.81029892</c:v>
                </c:pt>
                <c:pt idx="139">
                  <c:v>-257859086.35448456</c:v>
                </c:pt>
                <c:pt idx="140">
                  <c:v>-259711274.21686554</c:v>
                </c:pt>
                <c:pt idx="141">
                  <c:v>-261563424.48719406</c:v>
                </c:pt>
                <c:pt idx="142">
                  <c:v>-263415537.25533772</c:v>
                </c:pt>
                <c:pt idx="143">
                  <c:v>-265267612.61127377</c:v>
                </c:pt>
                <c:pt idx="144">
                  <c:v>-267119650.6450882</c:v>
                </c:pt>
                <c:pt idx="145">
                  <c:v>-268971651.4469776</c:v>
                </c:pt>
                <c:pt idx="146">
                  <c:v>-270823615.1072464</c:v>
                </c:pt>
                <c:pt idx="147">
                  <c:v>-272675541.7163086</c:v>
                </c:pt>
                <c:pt idx="148">
                  <c:v>-274527431.3646889</c:v>
                </c:pt>
                <c:pt idx="149">
                  <c:v>-276379284.1430168</c:v>
                </c:pt>
                <c:pt idx="150">
                  <c:v>-278231100.1420336</c:v>
                </c:pt>
                <c:pt idx="151">
                  <c:v>-280082879.4525862</c:v>
                </c:pt>
                <c:pt idx="152">
                  <c:v>-281934622.16563034</c:v>
                </c:pt>
                <c:pt idx="153">
                  <c:v>-283786328.3722286</c:v>
                </c:pt>
                <c:pt idx="154">
                  <c:v>-285637998.16355133</c:v>
                </c:pt>
                <c:pt idx="155">
                  <c:v>-287489631.63087654</c:v>
                </c:pt>
                <c:pt idx="156">
                  <c:v>-289341228.86558723</c:v>
                </c:pt>
                <c:pt idx="157">
                  <c:v>-291192789.95917416</c:v>
                </c:pt>
                <c:pt idx="158">
                  <c:v>-293044315.00323296</c:v>
                </c:pt>
                <c:pt idx="159">
                  <c:v>-294895804.08946705</c:v>
                </c:pt>
                <c:pt idx="160">
                  <c:v>-296747257.30968475</c:v>
                </c:pt>
                <c:pt idx="161">
                  <c:v>-298598674.75579834</c:v>
                </c:pt>
                <c:pt idx="162">
                  <c:v>-300450056.5198269</c:v>
                </c:pt>
                <c:pt idx="163">
                  <c:v>-302301402.69389343</c:v>
                </c:pt>
                <c:pt idx="164">
                  <c:v>-304152713.37022686</c:v>
                </c:pt>
                <c:pt idx="165">
                  <c:v>-306003988.64115906</c:v>
                </c:pt>
                <c:pt idx="166">
                  <c:v>-307855228.59912586</c:v>
                </c:pt>
                <c:pt idx="167">
                  <c:v>-309706433.33666706</c:v>
                </c:pt>
                <c:pt idx="168">
                  <c:v>-311557602.94642735</c:v>
                </c:pt>
                <c:pt idx="169">
                  <c:v>-313408737.5211544</c:v>
                </c:pt>
                <c:pt idx="170">
                  <c:v>-315259837.15369606</c:v>
                </c:pt>
                <c:pt idx="171">
                  <c:v>-317110901.937006</c:v>
                </c:pt>
                <c:pt idx="172">
                  <c:v>-318961931.96413803</c:v>
                </c:pt>
                <c:pt idx="173">
                  <c:v>-320812927.3282509</c:v>
                </c:pt>
                <c:pt idx="174">
                  <c:v>-322663888.12260246</c:v>
                </c:pt>
                <c:pt idx="175">
                  <c:v>-324514814.4405556</c:v>
                </c:pt>
                <c:pt idx="176">
                  <c:v>-326365706.3755684</c:v>
                </c:pt>
                <c:pt idx="177">
                  <c:v>-328216564.0212059</c:v>
                </c:pt>
                <c:pt idx="178">
                  <c:v>-330067387.47113323</c:v>
                </c:pt>
                <c:pt idx="179">
                  <c:v>-331918176.8191128</c:v>
                </c:pt>
                <c:pt idx="180">
                  <c:v>-333768932.159008</c:v>
                </c:pt>
                <c:pt idx="181">
                  <c:v>-335619653.5847864</c:v>
                </c:pt>
                <c:pt idx="182">
                  <c:v>-337470341.19050884</c:v>
                </c:pt>
                <c:pt idx="183">
                  <c:v>-339320995.0703411</c:v>
                </c:pt>
                <c:pt idx="184">
                  <c:v>-341171615.3185444</c:v>
                </c:pt>
                <c:pt idx="185">
                  <c:v>-343022202.02948093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-343022202.02948093</c:v>
                </c:pt>
                <c:pt idx="186">
                  <c:v>-344872755.2976093</c:v>
                </c:pt>
                <c:pt idx="187">
                  <c:v>-346723275.21748924</c:v>
                </c:pt>
                <c:pt idx="188">
                  <c:v>-348573761.8837757</c:v>
                </c:pt>
                <c:pt idx="189">
                  <c:v>-350424215.391222</c:v>
                </c:pt>
                <c:pt idx="190">
                  <c:v>-352274635.83468056</c:v>
                </c:pt>
                <c:pt idx="191">
                  <c:v>-354125023.3090992</c:v>
                </c:pt>
                <c:pt idx="192">
                  <c:v>-355975377.9095211</c:v>
                </c:pt>
                <c:pt idx="193">
                  <c:v>-357825699.73109055</c:v>
                </c:pt>
                <c:pt idx="194">
                  <c:v>-359675988.86904335</c:v>
                </c:pt>
                <c:pt idx="195">
                  <c:v>-361526245.4187145</c:v>
                </c:pt>
                <c:pt idx="196">
                  <c:v>-363376469.4755335</c:v>
                </c:pt>
                <c:pt idx="197">
                  <c:v>-365226661.1350231</c:v>
                </c:pt>
                <c:pt idx="198">
                  <c:v>-367076820.4928055</c:v>
                </c:pt>
                <c:pt idx="199">
                  <c:v>-368926947.64459324</c:v>
                </c:pt>
                <c:pt idx="200">
                  <c:v>-370777042.6861973</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4455631.877401352</c:v>
                </c:pt>
                <c:pt idx="2">
                  <c:v>9702493.463972092</c:v>
                </c:pt>
                <c:pt idx="3">
                  <c:v>15784329.391482353</c:v>
                </c:pt>
                <c:pt idx="4">
                  <c:v>22726607.400836945</c:v>
                </c:pt>
                <c:pt idx="5">
                  <c:v>30530209.821517944</c:v>
                </c:pt>
                <c:pt idx="6">
                  <c:v>39165785.14455986</c:v>
                </c:pt>
                <c:pt idx="7">
                  <c:v>48569844.36013603</c:v>
                </c:pt>
                <c:pt idx="8">
                  <c:v>58643702.649404526</c:v>
                </c:pt>
                <c:pt idx="9">
                  <c:v>69256079.87724972</c:v>
                </c:pt>
                <c:pt idx="10">
                  <c:v>80249572.30986595</c:v>
                </c:pt>
                <c:pt idx="11">
                  <c:v>91450415.22889233</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91450415.22889233</c:v>
                </c:pt>
                <c:pt idx="12">
                  <c:v>102680208.74699116</c:v>
                </c:pt>
                <c:pt idx="13">
                  <c:v>113767836.25570107</c:v>
                </c:pt>
                <c:pt idx="14">
                  <c:v>124559823.30640411</c:v>
                </c:pt>
                <c:pt idx="15">
                  <c:v>134927840.31590462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-1724832.6794776917</c:v>
                </c:pt>
                <c:pt idx="2">
                  <c:v>-3448249.2449274063</c:v>
                </c:pt>
                <c:pt idx="3">
                  <c:v>-5170268.57192421</c:v>
                </c:pt>
                <c:pt idx="4">
                  <c:v>-6890910.101441383</c:v>
                </c:pt>
                <c:pt idx="5">
                  <c:v>-8610193.836530685</c:v>
                </c:pt>
                <c:pt idx="6">
                  <c:v>-10328140.338511467</c:v>
                </c:pt>
                <c:pt idx="7">
                  <c:v>-12044770.722641945</c:v>
                </c:pt>
                <c:pt idx="8">
                  <c:v>-13760106.653279305</c:v>
                </c:pt>
                <c:pt idx="9">
                  <c:v>-15474170.338531494</c:v>
                </c:pt>
                <c:pt idx="10">
                  <c:v>-17186984.524389267</c:v>
                </c:pt>
                <c:pt idx="11">
                  <c:v>-18898572.4883461</c:v>
                </c:pt>
                <c:pt idx="12">
                  <c:v>-20608958.032499313</c:v>
                </c:pt>
                <c:pt idx="13">
                  <c:v>-22318165.476140976</c:v>
                </c:pt>
                <c:pt idx="14">
                  <c:v>-24026219.647826195</c:v>
                </c:pt>
                <c:pt idx="15">
                  <c:v>-25733145.87694931</c:v>
                </c:pt>
                <c:pt idx="16">
                  <c:v>-27438969.984794617</c:v>
                </c:pt>
                <c:pt idx="17">
                  <c:v>-29143718.275094032</c:v>
                </c:pt>
                <c:pt idx="18">
                  <c:v>-30847417.524093628</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-30847417.524093628</c:v>
                </c:pt>
                <c:pt idx="19">
                  <c:v>-32550094.970119476</c:v>
                </c:pt>
                <c:pt idx="20">
                  <c:v>-34251778.302661896</c:v>
                </c:pt>
                <c:pt idx="21">
                  <c:v>-35952495.65099716</c:v>
                </c:pt>
                <c:pt idx="22">
                  <c:v>-37652275.572322845</c:v>
                </c:pt>
                <c:pt idx="23">
                  <c:v>-39351147.0394516</c:v>
                </c:pt>
                <c:pt idx="24">
                  <c:v>-41049139.42806053</c:v>
                </c:pt>
                <c:pt idx="25">
                  <c:v>-42746282.50349045</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3070802.1327171326</c:v>
                </c:pt>
                <c:pt idx="2">
                  <c:v>7289927.202183723</c:v>
                </c:pt>
                <c:pt idx="3">
                  <c:v>11643998.018613815</c:v>
                </c:pt>
                <c:pt idx="4">
                  <c:v>15178318.217392921</c:v>
                </c:pt>
                <c:pt idx="5">
                  <c:v>17575957.386249542</c:v>
                </c:pt>
                <c:pt idx="6">
                  <c:v>18977842.291114807</c:v>
                </c:pt>
                <c:pt idx="7">
                  <c:v>19635515.901034355</c:v>
                </c:pt>
                <c:pt idx="8">
                  <c:v>19755796.87795925</c:v>
                </c:pt>
                <c:pt idx="9">
                  <c:v>19478534.729682922</c:v>
                </c:pt>
                <c:pt idx="10">
                  <c:v>18893863.131578445</c:v>
                </c:pt>
                <c:pt idx="11">
                  <c:v>18061519.018107414</c:v>
                </c:pt>
                <c:pt idx="12">
                  <c:v>17024072.03857994</c:v>
                </c:pt>
                <c:pt idx="13">
                  <c:v>15814526.785817146</c:v>
                </c:pt>
                <c:pt idx="14">
                  <c:v>14460223.806159973</c:v>
                </c:pt>
                <c:pt idx="15">
                  <c:v>12984651.214842796</c:v>
                </c:pt>
                <c:pt idx="16">
                  <c:v>11408219.355213165</c:v>
                </c:pt>
                <c:pt idx="17">
                  <c:v>9748599.352526665</c:v>
                </c:pt>
                <c:pt idx="18">
                  <c:v>8020927.149234772</c:v>
                </c:pt>
                <c:pt idx="19">
                  <c:v>6237999.397699356</c:v>
                </c:pt>
                <c:pt idx="20">
                  <c:v>4410496.991661072</c:v>
                </c:pt>
                <c:pt idx="21">
                  <c:v>2547232.455168724</c:v>
                </c:pt>
                <c:pt idx="22">
                  <c:v>655405.1009674072</c:v>
                </c:pt>
                <c:pt idx="23">
                  <c:v>-1259151.940709114</c:v>
                </c:pt>
                <c:pt idx="24">
                  <c:v>-3191744.149107933</c:v>
                </c:pt>
                <c:pt idx="25">
                  <c:v>-5138613.7434949875</c:v>
                </c:pt>
                <c:pt idx="26">
                  <c:v>-7096765.680157661</c:v>
                </c:pt>
                <c:pt idx="27">
                  <c:v>-9063820.910669327</c:v>
                </c:pt>
                <c:pt idx="28">
                  <c:v>-11037894.680650711</c:v>
                </c:pt>
                <c:pt idx="29">
                  <c:v>-13017496.881810188</c:v>
                </c:pt>
                <c:pt idx="30">
                  <c:v>-15001451.261774063</c:v>
                </c:pt>
                <c:pt idx="31">
                  <c:v>-16988830.418582916</c:v>
                </c:pt>
                <c:pt idx="32">
                  <c:v>-18978903.800898552</c:v>
                </c:pt>
                <c:pt idx="33">
                  <c:v>-20971096.2984581</c:v>
                </c:pt>
                <c:pt idx="34">
                  <c:v>-22964955.379458427</c:v>
                </c:pt>
                <c:pt idx="35">
                  <c:v>-24960125.079310417</c:v>
                </c:pt>
                <c:pt idx="36">
                  <c:v>-26956325.45341587</c:v>
                </c:pt>
                <c:pt idx="37">
                  <c:v>-28953336.370529175</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-28953336.370529175</c:v>
                </c:pt>
                <c:pt idx="38">
                  <c:v>-30950984.74404812</c:v>
                </c:pt>
                <c:pt idx="39">
                  <c:v>-32949134.480169296</c:v>
                </c:pt>
                <c:pt idx="40">
                  <c:v>-34947678.56949711</c:v>
                </c:pt>
                <c:pt idx="41">
                  <c:v>-36946532.867580414</c:v>
                </c:pt>
                <c:pt idx="42">
                  <c:v>-38945631.20502472</c:v>
                </c:pt>
                <c:pt idx="43">
                  <c:v>-40944921.54360485</c:v>
                </c:pt>
                <c:pt idx="44">
                  <c:v>-42944362.95488548</c:v>
                </c:pt>
                <c:pt idx="45">
                  <c:v>-44943923.24542999</c:v>
                </c:pt>
                <c:pt idx="46">
                  <c:v>-46943577.09020233</c:v>
                </c:pt>
                <c:pt idx="47">
                  <c:v>-48943304.5653286</c:v>
                </c:pt>
                <c:pt idx="48">
                  <c:v>-50943089.994711876</c:v>
                </c:pt>
                <c:pt idx="49">
                  <c:v>-52942921.04327202</c:v>
                </c:pt>
                <c:pt idx="50">
                  <c:v>-54942788.004016876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17333597.009643555</c:v>
                </c:pt>
                <c:pt idx="2">
                  <c:v>38143018.344099045</c:v>
                </c:pt>
                <c:pt idx="3">
                  <c:v>61045685.50182152</c:v>
                </c:pt>
                <c:pt idx="4">
                  <c:v>84055375.89086246</c:v>
                </c:pt>
                <c:pt idx="5">
                  <c:v>105352338.1860466</c:v>
                </c:pt>
                <c:pt idx="6">
                  <c:v>123870067.90569878</c:v>
                </c:pt>
                <c:pt idx="7">
                  <c:v>139345398.91667175</c:v>
                </c:pt>
                <c:pt idx="8">
                  <c:v>152024997.747406</c:v>
                </c:pt>
                <c:pt idx="9">
                  <c:v>162352952.56012154</c:v>
                </c:pt>
                <c:pt idx="10">
                  <c:v>170780782.4014969</c:v>
                </c:pt>
                <c:pt idx="11">
                  <c:v>177689753.0611782</c:v>
                </c:pt>
                <c:pt idx="12">
                  <c:v>183376041.43498802</c:v>
                </c:pt>
                <c:pt idx="13">
                  <c:v>188061501.1247425</c:v>
                </c:pt>
                <c:pt idx="14">
                  <c:v>191910896.1386013</c:v>
                </c:pt>
                <c:pt idx="15">
                  <c:v>195047911.05449104</c:v>
                </c:pt>
                <c:pt idx="16">
                  <c:v>197567713.45463562</c:v>
                </c:pt>
                <c:pt idx="17">
                  <c:v>199546018.15966034</c:v>
                </c:pt>
                <c:pt idx="18">
                  <c:v>201045288.81519318</c:v>
                </c:pt>
                <c:pt idx="19">
                  <c:v>202118811.5667858</c:v>
                </c:pt>
                <c:pt idx="20">
                  <c:v>202813277.45260048</c:v>
                </c:pt>
                <c:pt idx="21">
                  <c:v>203170367.34961128</c:v>
                </c:pt>
                <c:pt idx="22">
                  <c:v>203227699.54074097</c:v>
                </c:pt>
                <c:pt idx="23">
                  <c:v>203019390.57026863</c:v>
                </c:pt>
                <c:pt idx="24">
                  <c:v>202576396.44658852</c:v>
                </c:pt>
                <c:pt idx="25">
                  <c:v>201926740.27144814</c:v>
                </c:pt>
                <c:pt idx="26">
                  <c:v>201095689.70183372</c:v>
                </c:pt>
                <c:pt idx="27">
                  <c:v>200105919.04599762</c:v>
                </c:pt>
                <c:pt idx="28">
                  <c:v>198977672.54876518</c:v>
                </c:pt>
                <c:pt idx="29">
                  <c:v>197728934.49032784</c:v>
                </c:pt>
                <c:pt idx="30">
                  <c:v>196375605.73487282</c:v>
                </c:pt>
                <c:pt idx="31">
                  <c:v>194931683.55464363</c:v>
                </c:pt>
                <c:pt idx="32">
                  <c:v>193409440.66379356</c:v>
                </c:pt>
                <c:pt idx="33">
                  <c:v>191819599.57010078</c:v>
                </c:pt>
                <c:pt idx="34">
                  <c:v>190171499.03782654</c:v>
                </c:pt>
                <c:pt idx="35">
                  <c:v>188473250.31515312</c:v>
                </c:pt>
                <c:pt idx="36">
                  <c:v>186731881.62467194</c:v>
                </c:pt>
                <c:pt idx="37">
                  <c:v>184953470.15087128</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184953470.15087128</c:v>
                </c:pt>
                <c:pt idx="38">
                  <c:v>183143261.3490162</c:v>
                </c:pt>
                <c:pt idx="39">
                  <c:v>181305775.84280396</c:v>
                </c:pt>
                <c:pt idx="40">
                  <c:v>179444904.48870277</c:v>
                </c:pt>
                <c:pt idx="41">
                  <c:v>177563992.384943</c:v>
                </c:pt>
                <c:pt idx="42">
                  <c:v>175665912.71590614</c:v>
                </c:pt>
                <c:pt idx="43">
                  <c:v>173753131.3699398</c:v>
                </c:pt>
                <c:pt idx="44">
                  <c:v>171827763.26842308</c:v>
                </c:pt>
                <c:pt idx="45">
                  <c:v>169891621.31154823</c:v>
                </c:pt>
                <c:pt idx="46">
                  <c:v>167946258.79314804</c:v>
                </c:pt>
                <c:pt idx="47">
                  <c:v>165993006.07180977</c:v>
                </c:pt>
                <c:pt idx="48">
                  <c:v>164033002.21484566</c:v>
                </c:pt>
                <c:pt idx="49">
                  <c:v>162067222.25991058</c:v>
                </c:pt>
                <c:pt idx="50">
                  <c:v>160096500.669096</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11840659.82599926</c:v>
                </c:pt>
                <c:pt idx="2">
                  <c:v>23469925.792840958</c:v>
                </c:pt>
                <c:pt idx="3">
                  <c:v>33212288.06373787</c:v>
                </c:pt>
                <c:pt idx="4">
                  <c:v>40441452.314463615</c:v>
                </c:pt>
                <c:pt idx="5">
                  <c:v>45385515.07975769</c:v>
                </c:pt>
                <c:pt idx="6">
                  <c:v>48571168.431713104</c:v>
                </c:pt>
                <c:pt idx="7">
                  <c:v>50490895.86865616</c:v>
                </c:pt>
                <c:pt idx="8">
                  <c:v>51510452.546978</c:v>
                </c:pt>
                <c:pt idx="9">
                  <c:v>51879924.62922287</c:v>
                </c:pt>
                <c:pt idx="10">
                  <c:v>51767142.204711914</c:v>
                </c:pt>
                <c:pt idx="11">
                  <c:v>51286401.61333656</c:v>
                </c:pt>
                <c:pt idx="12">
                  <c:v>50518060.72111988</c:v>
                </c:pt>
                <c:pt idx="13">
                  <c:v>49520797.04834175</c:v>
                </c:pt>
                <c:pt idx="14">
                  <c:v>48339026.06802368</c:v>
                </c:pt>
                <c:pt idx="15">
                  <c:v>47007373.7393074</c:v>
                </c:pt>
                <c:pt idx="16">
                  <c:v>45553422.2765398</c:v>
                </c:pt>
                <c:pt idx="17">
                  <c:v>43999458.80102062</c:v>
                </c:pt>
                <c:pt idx="18">
                  <c:v>42363646.7872982</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42363646.7872982</c:v>
                </c:pt>
                <c:pt idx="19">
                  <c:v>40660856.43848038</c:v>
                </c:pt>
                <c:pt idx="20">
                  <c:v>38903285.24472427</c:v>
                </c:pt>
                <c:pt idx="21">
                  <c:v>37100941.755085945</c:v>
                </c:pt>
                <c:pt idx="22">
                  <c:v>35262033.94530201</c:v>
                </c:pt>
                <c:pt idx="23">
                  <c:v>33393286.616270065</c:v>
                </c:pt>
                <c:pt idx="24">
                  <c:v>31500203.23106098</c:v>
                </c:pt>
                <c:pt idx="25">
                  <c:v>29587282.735991478</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-1042850.9025621414</c:v>
                </c:pt>
                <c:pt idx="2">
                  <c:v>-2016710.0657014847</c:v>
                </c:pt>
                <c:pt idx="3">
                  <c:v>-2928443.386399269</c:v>
                </c:pt>
                <c:pt idx="4">
                  <c:v>-3787860.0236110687</c:v>
                </c:pt>
                <c:pt idx="5">
                  <c:v>-4607406.244413376</c:v>
                </c:pt>
                <c:pt idx="6">
                  <c:v>-5401542.816897392</c:v>
                </c:pt>
                <c:pt idx="7">
                  <c:v>-6185864.8500499725</c:v>
                </c:pt>
                <c:pt idx="8">
                  <c:v>-6976081.417667389</c:v>
                </c:pt>
                <c:pt idx="9">
                  <c:v>-7787004.431105614</c:v>
                </c:pt>
                <c:pt idx="10">
                  <c:v>-8631690.618103981</c:v>
                </c:pt>
                <c:pt idx="11">
                  <c:v>-9520840.01514721</c:v>
                </c:pt>
                <c:pt idx="12">
                  <c:v>-10462494.51383686</c:v>
                </c:pt>
                <c:pt idx="13">
                  <c:v>-11462020.750317574</c:v>
                </c:pt>
                <c:pt idx="14">
                  <c:v>-12522318.7684021</c:v>
                </c:pt>
                <c:pt idx="15">
                  <c:v>-13644178.013417244</c:v>
                </c:pt>
                <c:pt idx="16">
                  <c:v>-14826703.119726181</c:v>
                </c:pt>
                <c:pt idx="17">
                  <c:v>-16067746.41259098</c:v>
                </c:pt>
                <c:pt idx="18">
                  <c:v>-17364304.014494896</c:v>
                </c:pt>
                <c:pt idx="19">
                  <c:v>-18712851.797130585</c:v>
                </c:pt>
                <c:pt idx="20">
                  <c:v>-20109612.792984962</c:v>
                </c:pt>
                <c:pt idx="21">
                  <c:v>-21550758.074817657</c:v>
                </c:pt>
                <c:pt idx="22">
                  <c:v>-23032548.99601555</c:v>
                </c:pt>
                <c:pt idx="23">
                  <c:v>-24551431.163217545</c:v>
                </c:pt>
                <c:pt idx="24">
                  <c:v>-26104090.765000343</c:v>
                </c:pt>
                <c:pt idx="25">
                  <c:v>-27687482.88656807</c:v>
                </c:pt>
                <c:pt idx="26">
                  <c:v>-29298839.896748543</c:v>
                </c:pt>
                <c:pt idx="27">
                  <c:v>-30935666.336756706</c:v>
                </c:pt>
                <c:pt idx="28">
                  <c:v>-32595725.20826912</c:v>
                </c:pt>
                <c:pt idx="29">
                  <c:v>-34277019.25689125</c:v>
                </c:pt>
                <c:pt idx="30">
                  <c:v>-35977769.801755905</c:v>
                </c:pt>
                <c:pt idx="31">
                  <c:v>-37696394.85632324</c:v>
                </c:pt>
                <c:pt idx="32">
                  <c:v>-39431487.684583664</c:v>
                </c:pt>
                <c:pt idx="33">
                  <c:v>-41181796.50104523</c:v>
                </c:pt>
                <c:pt idx="34">
                  <c:v>-42946205.71515274</c:v>
                </c:pt>
                <c:pt idx="35">
                  <c:v>-44723718.909189224</c:v>
                </c:pt>
                <c:pt idx="36">
                  <c:v>-46513443.597579956</c:v>
                </c:pt>
                <c:pt idx="37">
                  <c:v>-48314577.72508812</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-48314577.72508812</c:v>
                </c:pt>
                <c:pt idx="38">
                  <c:v>-50126397.80647373</c:v>
                </c:pt>
                <c:pt idx="39">
                  <c:v>-51948248.579875946</c:v>
                </c:pt>
                <c:pt idx="40">
                  <c:v>-53779534.032354355</c:v>
                </c:pt>
                <c:pt idx="41">
                  <c:v>-55619709.65309429</c:v>
                </c:pt>
                <c:pt idx="42">
                  <c:v>-57468275.77373123</c:v>
                </c:pt>
                <c:pt idx="43">
                  <c:v>-59324771.863209724</c:v>
                </c:pt>
                <c:pt idx="44">
                  <c:v>-61188771.65494537</c:v>
                </c:pt>
                <c:pt idx="45">
                  <c:v>-63059878.995262146</c:v>
                </c:pt>
                <c:pt idx="46">
                  <c:v>-64937724.313575745</c:v>
                </c:pt>
                <c:pt idx="47">
                  <c:v>-66821961.62589741</c:v>
                </c:pt>
                <c:pt idx="48">
                  <c:v>-68712265.99376297</c:v>
                </c:pt>
                <c:pt idx="49">
                  <c:v>-70608331.37041283</c:v>
                </c:pt>
                <c:pt idx="50">
                  <c:v>-72509868.77488232</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-2702079.301044464</c:v>
                </c:pt>
                <c:pt idx="2">
                  <c:v>-5475868.3989048</c:v>
                </c:pt>
                <c:pt idx="3">
                  <c:v>-8315636.493179321</c:v>
                </c:pt>
                <c:pt idx="4">
                  <c:v>-11211275.127829552</c:v>
                </c:pt>
                <c:pt idx="5">
                  <c:v>-14148597.128866196</c:v>
                </c:pt>
                <c:pt idx="6">
                  <c:v>-17110330.84047222</c:v>
                </c:pt>
                <c:pt idx="7">
                  <c:v>-20077686.786613464</c:v>
                </c:pt>
                <c:pt idx="8">
                  <c:v>-23032186.87061119</c:v>
                </c:pt>
                <c:pt idx="9">
                  <c:v>-25957361.914380074</c:v>
                </c:pt>
                <c:pt idx="10">
                  <c:v>-28839983.60052204</c:v>
                </c:pt>
                <c:pt idx="11">
                  <c:v>-31670665.10649872</c:v>
                </c:pt>
                <c:pt idx="12">
                  <c:v>-34443854.5901413</c:v>
                </c:pt>
                <c:pt idx="13">
                  <c:v>-37157379.52041626</c:v>
                </c:pt>
                <c:pt idx="14">
                  <c:v>-39811747.41968346</c:v>
                </c:pt>
                <c:pt idx="15">
                  <c:v>-42409385.558259964</c:v>
                </c:pt>
                <c:pt idx="16">
                  <c:v>-44953944.298490524</c:v>
                </c:pt>
                <c:pt idx="17">
                  <c:v>-47449727.81742191</c:v>
                </c:pt>
                <c:pt idx="18">
                  <c:v>-49901269.16614342</c:v>
                </c:pt>
                <c:pt idx="19">
                  <c:v>-52313038.3255434</c:v>
                </c:pt>
                <c:pt idx="20">
                  <c:v>-54689259.0475502</c:v>
                </c:pt>
                <c:pt idx="21">
                  <c:v>-57033807.52688217</c:v>
                </c:pt>
                <c:pt idx="22">
                  <c:v>-59350168.576667786</c:v>
                </c:pt>
                <c:pt idx="23">
                  <c:v>-61641429.70521164</c:v>
                </c:pt>
                <c:pt idx="24">
                  <c:v>-63910298.44125557</c:v>
                </c:pt>
                <c:pt idx="25">
                  <c:v>-66159132.56312752</c:v>
                </c:pt>
                <c:pt idx="26">
                  <c:v>-68389976.27991867</c:v>
                </c:pt>
                <c:pt idx="27">
                  <c:v>-70604597.91658688</c:v>
                </c:pt>
                <c:pt idx="28">
                  <c:v>-72804526.41650105</c:v>
                </c:pt>
                <c:pt idx="29">
                  <c:v>-74991085.16675282</c:v>
                </c:pt>
                <c:pt idx="30">
                  <c:v>-77165422.42930698</c:v>
                </c:pt>
                <c:pt idx="31">
                  <c:v>-79328538.14963055</c:v>
                </c:pt>
                <c:pt idx="32">
                  <c:v>-81481307.20730114</c:v>
                </c:pt>
                <c:pt idx="33">
                  <c:v>-83624499.33719254</c:v>
                </c:pt>
                <c:pt idx="34">
                  <c:v>-85758796.03147316</c:v>
                </c:pt>
                <c:pt idx="35">
                  <c:v>-87884804.76299477</c:v>
                </c:pt>
                <c:pt idx="36">
                  <c:v>-90003070.87038994</c:v>
                </c:pt>
                <c:pt idx="37">
                  <c:v>-92114087.42741013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-92114087.42741013</c:v>
                </c:pt>
                <c:pt idx="38">
                  <c:v>-94218303.39243793</c:v>
                </c:pt>
                <c:pt idx="39">
                  <c:v>-96316130.30350399</c:v>
                </c:pt>
                <c:pt idx="40">
                  <c:v>-98407947.75302505</c:v>
                </c:pt>
                <c:pt idx="41">
                  <c:v>-100494107.84632874</c:v>
                </c:pt>
                <c:pt idx="42">
                  <c:v>-102574938.82003021</c:v>
                </c:pt>
                <c:pt idx="43">
                  <c:v>-104650747.970788</c:v>
                </c:pt>
                <c:pt idx="44">
                  <c:v>-106721824.02215195</c:v>
                </c:pt>
                <c:pt idx="45">
                  <c:v>-108788439.03700447</c:v>
                </c:pt>
                <c:pt idx="46">
                  <c:v>-110850849.96542549</c:v>
                </c:pt>
                <c:pt idx="47">
                  <c:v>-112909299.90250874</c:v>
                </c:pt>
                <c:pt idx="48">
                  <c:v>-114964019.11739731</c:v>
                </c:pt>
                <c:pt idx="49">
                  <c:v>-117015225.90360546</c:v>
                </c:pt>
                <c:pt idx="50">
                  <c:v>-119063127.29107666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205024.1549911499</c:v>
                </c:pt>
                <c:pt idx="2">
                  <c:v>818966.7785158157</c:v>
                </c:pt>
                <c:pt idx="3">
                  <c:v>1505007.3295230865</c:v>
                </c:pt>
                <c:pt idx="4">
                  <c:v>1918789.2464265823</c:v>
                </c:pt>
                <c:pt idx="5">
                  <c:v>1891807.8753328323</c:v>
                </c:pt>
                <c:pt idx="6">
                  <c:v>1430044.0797538757</c:v>
                </c:pt>
                <c:pt idx="7">
                  <c:v>617063.479092598</c:v>
                </c:pt>
                <c:pt idx="8">
                  <c:v>-457006.1113986969</c:v>
                </c:pt>
                <c:pt idx="9">
                  <c:v>-1721099.9272937775</c:v>
                </c:pt>
                <c:pt idx="10">
                  <c:v>-3125242.974843025</c:v>
                </c:pt>
                <c:pt idx="11">
                  <c:v>-4635596.105463028</c:v>
                </c:pt>
                <c:pt idx="12">
                  <c:v>-6229166.580984116</c:v>
                </c:pt>
                <c:pt idx="13">
                  <c:v>-7889861.883228302</c:v>
                </c:pt>
                <c:pt idx="14">
                  <c:v>-9605900.400440216</c:v>
                </c:pt>
                <c:pt idx="15">
                  <c:v>-11368219.65653038</c:v>
                </c:pt>
                <c:pt idx="16">
                  <c:v>-13169536.09562397</c:v>
                </c:pt>
                <c:pt idx="17">
                  <c:v>-15003802.89995575</c:v>
                </c:pt>
                <c:pt idx="18">
                  <c:v>-16865898.68871689</c:v>
                </c:pt>
                <c:pt idx="19">
                  <c:v>-18751443.726661682</c:v>
                </c:pt>
                <c:pt idx="20">
                  <c:v>-20656683.138206482</c:v>
                </c:pt>
                <c:pt idx="21">
                  <c:v>-22578403.73865509</c:v>
                </c:pt>
                <c:pt idx="22">
                  <c:v>-24513867.329961777</c:v>
                </c:pt>
                <c:pt idx="23">
                  <c:v>-26460752.461907387</c:v>
                </c:pt>
                <c:pt idx="24">
                  <c:v>-28417101.450876236</c:v>
                </c:pt>
                <c:pt idx="25">
                  <c:v>-30381271.707984924</c:v>
                </c:pt>
                <c:pt idx="26">
                  <c:v>-32351891.318343163</c:v>
                </c:pt>
                <c:pt idx="27">
                  <c:v>-34327819.02843475</c:v>
                </c:pt>
                <c:pt idx="28">
                  <c:v>-36308108.72829819</c:v>
                </c:pt>
                <c:pt idx="29">
                  <c:v>-38291978.359713554</c:v>
                </c:pt>
                <c:pt idx="30">
                  <c:v>-40278783.03325367</c:v>
                </c:pt>
                <c:pt idx="31">
                  <c:v>-42267992.02929211</c:v>
                </c:pt>
                <c:pt idx="32">
                  <c:v>-44259169.295949936</c:v>
                </c:pt>
                <c:pt idx="33">
                  <c:v>-46251957.03377819</c:v>
                </c:pt>
                <c:pt idx="34">
                  <c:v>-48246061.962106705</c:v>
                </c:pt>
                <c:pt idx="35">
                  <c:v>-50241243.88580036</c:v>
                </c:pt>
                <c:pt idx="36">
                  <c:v>-52237306.21536255</c:v>
                </c:pt>
                <c:pt idx="37">
                  <c:v>-54234088.132267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-54234088.132267</c:v>
                </c:pt>
                <c:pt idx="38">
                  <c:v>-56231458.13099098</c:v>
                </c:pt>
                <c:pt idx="39">
                  <c:v>-58229308.70700836</c:v>
                </c:pt>
                <c:pt idx="40">
                  <c:v>-60227551.994776726</c:v>
                </c:pt>
                <c:pt idx="41">
                  <c:v>-62226116.190532684</c:v>
                </c:pt>
                <c:pt idx="42">
                  <c:v>-64224942.621795654</c:v>
                </c:pt>
                <c:pt idx="43">
                  <c:v>-66223983.34860706</c:v>
                </c:pt>
                <c:pt idx="44">
                  <c:v>-68223199.20125294</c:v>
                </c:pt>
                <c:pt idx="45">
                  <c:v>-70222558.17580509</c:v>
                </c:pt>
                <c:pt idx="46">
                  <c:v>-72222034.12271786</c:v>
                </c:pt>
                <c:pt idx="47">
                  <c:v>-74221605.67520332</c:v>
                </c:pt>
                <c:pt idx="48">
                  <c:v>-76221255.3737154</c:v>
                </c:pt>
                <c:pt idx="49">
                  <c:v>-78220968.95074177</c:v>
                </c:pt>
                <c:pt idx="50">
                  <c:v>-80220734.7465744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0.1411289940237999</c:v>
                </c:pt>
                <c:pt idx="2">
                  <c:v>0.14251261021471023</c:v>
                </c:pt>
                <c:pt idx="3">
                  <c:v>0.14387401183636983</c:v>
                </c:pt>
                <c:pt idx="4">
                  <c:v>0.14521086598980426</c:v>
                </c:pt>
                <c:pt idx="5">
                  <c:v>0.14652083360166548</c:v>
                </c:pt>
                <c:pt idx="6">
                  <c:v>0.14780158119599024</c:v>
                </c:pt>
                <c:pt idx="7">
                  <c:v>0.1490507931829861</c:v>
                </c:pt>
                <c:pt idx="8">
                  <c:v>0.1502661845524311</c:v>
                </c:pt>
                <c:pt idx="9">
                  <c:v>0.1514455138429006</c:v>
                </c:pt>
                <c:pt idx="10">
                  <c:v>0.15258659625110627</c:v>
                </c:pt>
                <c:pt idx="11">
                  <c:v>0.15368731673054262</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0.15368731673054262</c:v>
                </c:pt>
                <c:pt idx="12">
                  <c:v>0.15474564292724927</c:v>
                </c:pt>
                <c:pt idx="13">
                  <c:v>0.15575963779299076</c:v>
                </c:pt>
                <c:pt idx="14">
                  <c:v>0.1567274717171192</c:v>
                </c:pt>
                <c:pt idx="15">
                  <c:v>0.1576474340198835</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0.0045778407740592955</c:v>
                </c:pt>
                <c:pt idx="2">
                  <c:v>0.004579804892539978</c:v>
                </c:pt>
                <c:pt idx="3">
                  <c:v>0.0045817610346476235</c:v>
                </c:pt>
                <c:pt idx="4">
                  <c:v>0.004583709173679352</c:v>
                </c:pt>
                <c:pt idx="5">
                  <c:v>0.004585649283123016</c:v>
                </c:pt>
                <c:pt idx="6">
                  <c:v>0.004587581336657206</c:v>
                </c:pt>
                <c:pt idx="7">
                  <c:v>0.004589505308151245</c:v>
                </c:pt>
                <c:pt idx="8">
                  <c:v>0.004591421171426773</c:v>
                </c:pt>
                <c:pt idx="9">
                  <c:v>0.004593328900443183</c:v>
                </c:pt>
                <c:pt idx="10">
                  <c:v>0.004595228469371796</c:v>
                </c:pt>
                <c:pt idx="11">
                  <c:v>0.00459711985245618</c:v>
                </c:pt>
                <c:pt idx="12">
                  <c:v>0.0045990030240217845</c:v>
                </c:pt>
                <c:pt idx="13">
                  <c:v>0.004600877958591168</c:v>
                </c:pt>
                <c:pt idx="14">
                  <c:v>0.0046027446307114195</c:v>
                </c:pt>
                <c:pt idx="15">
                  <c:v>0.00460460301510493</c:v>
                </c:pt>
                <c:pt idx="16">
                  <c:v>0.004606453086614609</c:v>
                </c:pt>
                <c:pt idx="17">
                  <c:v>0.004608294820196489</c:v>
                </c:pt>
                <c:pt idx="18">
                  <c:v>0.004610128190888299</c:v>
                </c:pt>
                <c:pt idx="19">
                  <c:v>0.0046119531739636475</c:v>
                </c:pt>
                <c:pt idx="20">
                  <c:v>0.004613769744682312</c:v>
                </c:pt>
                <c:pt idx="21">
                  <c:v>0.0046155778785433085</c:v>
                </c:pt>
                <c:pt idx="22">
                  <c:v>0.004617377551100471</c:v>
                </c:pt>
                <c:pt idx="23">
                  <c:v>0.0046191687380956565</c:v>
                </c:pt>
                <c:pt idx="24">
                  <c:v>0.004620951415340106</c:v>
                </c:pt>
                <c:pt idx="25">
                  <c:v>0.004622725558834076</c:v>
                </c:pt>
                <c:pt idx="26">
                  <c:v>0.004624491144657135</c:v>
                </c:pt>
                <c:pt idx="27">
                  <c:v>0.004626248149077097</c:v>
                </c:pt>
                <c:pt idx="28">
                  <c:v>0.00462799654841423</c:v>
                </c:pt>
                <c:pt idx="29">
                  <c:v>0.004629736319245964</c:v>
                </c:pt>
                <c:pt idx="30">
                  <c:v>0.004631467438141505</c:v>
                </c:pt>
                <c:pt idx="31">
                  <c:v>0.00463318988192466</c:v>
                </c:pt>
                <c:pt idx="32">
                  <c:v>0.004634903627514839</c:v>
                </c:pt>
                <c:pt idx="33">
                  <c:v>0.0046366086519414726</c:v>
                </c:pt>
                <c:pt idx="34">
                  <c:v>0.0046383049324119794</c:v>
                </c:pt>
                <c:pt idx="35">
                  <c:v>0.004639992446272714</c:v>
                </c:pt>
                <c:pt idx="36">
                  <c:v>0.004641671170989672</c:v>
                </c:pt>
                <c:pt idx="37">
                  <c:v>0.004643341084196761</c:v>
                </c:pt>
                <c:pt idx="38">
                  <c:v>0.004645002163661154</c:v>
                </c:pt>
                <c:pt idx="39">
                  <c:v>0.004646654387302888</c:v>
                </c:pt>
                <c:pt idx="40">
                  <c:v>0.0046482977331638335</c:v>
                </c:pt>
                <c:pt idx="41">
                  <c:v>0.004649932179450989</c:v>
                </c:pt>
                <c:pt idx="42">
                  <c:v>0.00465155770451682</c:v>
                </c:pt>
                <c:pt idx="43">
                  <c:v>0.004653174286864525</c:v>
                </c:pt>
                <c:pt idx="44">
                  <c:v>0.004654781905152581</c:v>
                </c:pt>
                <c:pt idx="45">
                  <c:v>0.004656380538188087</c:v>
                </c:pt>
                <c:pt idx="46">
                  <c:v>0.004657970164900241</c:v>
                </c:pt>
                <c:pt idx="47">
                  <c:v>0.004659550764418663</c:v>
                </c:pt>
                <c:pt idx="48">
                  <c:v>0.004661122315992912</c:v>
                </c:pt>
                <c:pt idx="49">
                  <c:v>0.004662684799038634</c:v>
                </c:pt>
                <c:pt idx="50">
                  <c:v>0.00466423819314003</c:v>
                </c:pt>
                <c:pt idx="51">
                  <c:v>0.004665782477995929</c:v>
                </c:pt>
                <c:pt idx="52">
                  <c:v>0.004667317633518806</c:v>
                </c:pt>
                <c:pt idx="53">
                  <c:v>0.004668843639724659</c:v>
                </c:pt>
                <c:pt idx="54">
                  <c:v>0.004670360476829388</c:v>
                </c:pt>
                <c:pt idx="55">
                  <c:v>0.004671868125187267</c:v>
                </c:pt>
                <c:pt idx="56">
                  <c:v>0.004673366565321173</c:v>
                </c:pt>
                <c:pt idx="57">
                  <c:v>0.004674855777916155</c:v>
                </c:pt>
                <c:pt idx="58">
                  <c:v>0.0046763357438054575</c:v>
                </c:pt>
                <c:pt idx="59">
                  <c:v>0.004677806444006451</c:v>
                </c:pt>
                <c:pt idx="60">
                  <c:v>0.004679267859697342</c:v>
                </c:pt>
                <c:pt idx="61">
                  <c:v>0.004680719972196172</c:v>
                </c:pt>
                <c:pt idx="62">
                  <c:v>0.004682162763018762</c:v>
                </c:pt>
                <c:pt idx="63">
                  <c:v>0.0046835962138327344</c:v>
                </c:pt>
                <c:pt idx="64">
                  <c:v>0.00468502030646801</c:v>
                </c:pt>
                <c:pt idx="65">
                  <c:v>0.004686435022933666</c:v>
                </c:pt>
                <c:pt idx="66">
                  <c:v>0.00468784034539714</c:v>
                </c:pt>
                <c:pt idx="67">
                  <c:v>0.004689236256200876</c:v>
                </c:pt>
                <c:pt idx="68">
                  <c:v>0.004690622737870497</c:v>
                </c:pt>
                <c:pt idx="69">
                  <c:v>0.0046919997730738875</c:v>
                </c:pt>
                <c:pt idx="70">
                  <c:v>0.00469336734467234</c:v>
                </c:pt>
                <c:pt idx="71">
                  <c:v>0.004694725435700215</c:v>
                </c:pt>
                <c:pt idx="72">
                  <c:v>0.0046960740293529295</c:v>
                </c:pt>
                <c:pt idx="73">
                  <c:v>0.00469741310900858</c:v>
                </c:pt>
                <c:pt idx="74">
                  <c:v>0.0046987426582156</c:v>
                </c:pt>
                <c:pt idx="75">
                  <c:v>0.004700062660706838</c:v>
                </c:pt>
                <c:pt idx="76">
                  <c:v>0.004701373100374874</c:v>
                </c:pt>
                <c:pt idx="77">
                  <c:v>0.004702673961311191</c:v>
                </c:pt>
                <c:pt idx="78">
                  <c:v>0.004703965227762858</c:v>
                </c:pt>
                <c:pt idx="79">
                  <c:v>0.004705246884170967</c:v>
                </c:pt>
                <c:pt idx="80">
                  <c:v>0.004706518915146589</c:v>
                </c:pt>
                <c:pt idx="81">
                  <c:v>0.004707781305489716</c:v>
                </c:pt>
                <c:pt idx="82">
                  <c:v>0.004709034040166111</c:v>
                </c:pt>
                <c:pt idx="83">
                  <c:v>0.004710277104337531</c:v>
                </c:pt>
                <c:pt idx="84">
                  <c:v>0.004711510483338719</c:v>
                </c:pt>
                <c:pt idx="85">
                  <c:v>0.004712734162684048</c:v>
                </c:pt>
                <c:pt idx="86">
                  <c:v>0.004713948128084804</c:v>
                </c:pt>
                <c:pt idx="87">
                  <c:v>0.004715152365421427</c:v>
                </c:pt>
                <c:pt idx="88">
                  <c:v>0.004716346860760993</c:v>
                </c:pt>
                <c:pt idx="89">
                  <c:v>0.004717531600357441</c:v>
                </c:pt>
                <c:pt idx="90">
                  <c:v>0.004718706570657094</c:v>
                </c:pt>
                <c:pt idx="91">
                  <c:v>0.0047198717582723594</c:v>
                </c:pt>
                <c:pt idx="92">
                  <c:v>0.0047210271500193555</c:v>
                </c:pt>
                <c:pt idx="93">
                  <c:v>0.00472217273290183</c:v>
                </c:pt>
                <c:pt idx="94">
                  <c:v>0.0047233084940910336</c:v>
                </c:pt>
                <c:pt idx="95">
                  <c:v>0.004724434420977141</c:v>
                </c:pt>
                <c:pt idx="96">
                  <c:v>0.004725550501103203</c:v>
                </c:pt>
                <c:pt idx="97">
                  <c:v>0.004726656722235926</c:v>
                </c:pt>
                <c:pt idx="98">
                  <c:v>0.004727753072300736</c:v>
                </c:pt>
                <c:pt idx="99">
                  <c:v>0.004728839539431562</c:v>
                </c:pt>
                <c:pt idx="100">
                  <c:v>0.004729916111950875</c:v>
                </c:pt>
                <c:pt idx="101">
                  <c:v>0.00473098277836979</c:v>
                </c:pt>
                <c:pt idx="102">
                  <c:v>0.004732039527383505</c:v>
                </c:pt>
                <c:pt idx="103">
                  <c:v>0.004733086347885503</c:v>
                </c:pt>
                <c:pt idx="104">
                  <c:v>0.0047341232289717745</c:v>
                </c:pt>
                <c:pt idx="105">
                  <c:v>0.004735150159908477</c:v>
                </c:pt>
                <c:pt idx="106">
                  <c:v>0.004736167130173378</c:v>
                </c:pt>
                <c:pt idx="107">
                  <c:v>0.004737174129423694</c:v>
                </c:pt>
                <c:pt idx="108">
                  <c:v>0.004738171147527518</c:v>
                </c:pt>
                <c:pt idx="109">
                  <c:v>0.004739158174532269</c:v>
                </c:pt>
                <c:pt idx="110">
                  <c:v>0.004740135200682553</c:v>
                </c:pt>
                <c:pt idx="111">
                  <c:v>0.004741102216419873</c:v>
                </c:pt>
                <c:pt idx="112">
                  <c:v>0.004742059212386608</c:v>
                </c:pt>
                <c:pt idx="113">
                  <c:v>0.004743006179412909</c:v>
                </c:pt>
                <c:pt idx="114">
                  <c:v>0.0047439431085210095</c:v>
                </c:pt>
                <c:pt idx="115">
                  <c:v>0.004744869990945899</c:v>
                </c:pt>
                <c:pt idx="116">
                  <c:v>0.004745786818105599</c:v>
                </c:pt>
                <c:pt idx="117">
                  <c:v>0.00474669358161372</c:v>
                </c:pt>
                <c:pt idx="118">
                  <c:v>0.004747590273291378</c:v>
                </c:pt>
                <c:pt idx="119">
                  <c:v>0.004748476885146453</c:v>
                </c:pt>
                <c:pt idx="120">
                  <c:v>0.004749353409393629</c:v>
                </c:pt>
                <c:pt idx="121">
                  <c:v>0.004750219838437955</c:v>
                </c:pt>
                <c:pt idx="122">
                  <c:v>0.004751076164890508</c:v>
                </c:pt>
                <c:pt idx="123">
                  <c:v>0.004751922381552255</c:v>
                </c:pt>
                <c:pt idx="124">
                  <c:v>0.004752758481429469</c:v>
                </c:pt>
                <c:pt idx="125">
                  <c:v>0.004753584457725525</c:v>
                </c:pt>
                <c:pt idx="126">
                  <c:v>0.004754400303840637</c:v>
                </c:pt>
                <c:pt idx="127">
                  <c:v>0.00475520601337538</c:v>
                </c:pt>
                <c:pt idx="128">
                  <c:v>0.004756001580134034</c:v>
                </c:pt>
                <c:pt idx="129">
                  <c:v>0.004756786998112997</c:v>
                </c:pt>
                <c:pt idx="130">
                  <c:v>0.00475756226151173</c:v>
                </c:pt>
                <c:pt idx="131">
                  <c:v>0.004758327364735931</c:v>
                </c:pt>
                <c:pt idx="132">
                  <c:v>0.004759082302378885</c:v>
                </c:pt>
                <c:pt idx="133">
                  <c:v>0.004759827069246679</c:v>
                </c:pt>
                <c:pt idx="134">
                  <c:v>0.004760561660339583</c:v>
                </c:pt>
                <c:pt idx="135">
                  <c:v>0.0047612860708589905</c:v>
                </c:pt>
                <c:pt idx="136">
                  <c:v>0.004762000296200023</c:v>
                </c:pt>
                <c:pt idx="137">
                  <c:v>0.004762704331975784</c:v>
                </c:pt>
                <c:pt idx="138">
                  <c:v>0.004763398173981819</c:v>
                </c:pt>
                <c:pt idx="139">
                  <c:v>0.0047640818182238575</c:v>
                </c:pt>
                <c:pt idx="140">
                  <c:v>0.004764755260910306</c:v>
                </c:pt>
                <c:pt idx="141">
                  <c:v>0.004765418498445064</c:v>
                </c:pt>
                <c:pt idx="142">
                  <c:v>0.004766071527434067</c:v>
                </c:pt>
                <c:pt idx="143">
                  <c:v>0.004766714344684894</c:v>
                </c:pt>
                <c:pt idx="144">
                  <c:v>0.004767346947206391</c:v>
                </c:pt>
                <c:pt idx="145">
                  <c:v>0.004767969332208305</c:v>
                </c:pt>
                <c:pt idx="146">
                  <c:v>0.004768581497100934</c:v>
                </c:pt>
                <c:pt idx="147">
                  <c:v>0.004769183439501288</c:v>
                </c:pt>
                <c:pt idx="148">
                  <c:v>0.004769775157213211</c:v>
                </c:pt>
                <c:pt idx="149">
                  <c:v>0.004770356648253114</c:v>
                </c:pt>
                <c:pt idx="150">
                  <c:v>0.0047709279108397165</c:v>
                </c:pt>
                <c:pt idx="151">
                  <c:v>0.004771488943384183</c:v>
                </c:pt>
                <c:pt idx="152">
                  <c:v>0.00477203974450262</c:v>
                </c:pt>
                <c:pt idx="153">
                  <c:v>0.004772580313009374</c:v>
                </c:pt>
                <c:pt idx="154">
                  <c:v>0.004773110647922987</c:v>
                </c:pt>
                <c:pt idx="155">
                  <c:v>0.004773630748459601</c:v>
                </c:pt>
                <c:pt idx="156">
                  <c:v>0.0047741406140388585</c:v>
                </c:pt>
                <c:pt idx="157">
                  <c:v>0.004774640244280457</c:v>
                </c:pt>
                <c:pt idx="158">
                  <c:v>0.004775129638994797</c:v>
                </c:pt>
                <c:pt idx="159">
                  <c:v>0.004775608798200979</c:v>
                </c:pt>
                <c:pt idx="160">
                  <c:v>0.004776077722120285</c:v>
                </c:pt>
                <c:pt idx="161">
                  <c:v>0.004776536411166932</c:v>
                </c:pt>
                <c:pt idx="162">
                  <c:v>0.004776984865959779</c:v>
                </c:pt>
                <c:pt idx="163">
                  <c:v>0.004777423087310206</c:v>
                </c:pt>
                <c:pt idx="164">
                  <c:v>0.0047778510762307705</c:v>
                </c:pt>
                <c:pt idx="165">
                  <c:v>0.004778268833937789</c:v>
                </c:pt>
                <c:pt idx="166">
                  <c:v>0.004778676361842328</c:v>
                </c:pt>
                <c:pt idx="167">
                  <c:v>0.004779073661555787</c:v>
                </c:pt>
                <c:pt idx="168">
                  <c:v>0.004779460734881106</c:v>
                </c:pt>
                <c:pt idx="169">
                  <c:v>0.0047798375838296655</c:v>
                </c:pt>
                <c:pt idx="170">
                  <c:v>0.004780204210598328</c:v>
                </c:pt>
                <c:pt idx="171">
                  <c:v>0.004780560617591903</c:v>
                </c:pt>
                <c:pt idx="172">
                  <c:v>0.004780906807406004</c:v>
                </c:pt>
                <c:pt idx="173">
                  <c:v>0.004781242782835327</c:v>
                </c:pt>
                <c:pt idx="174">
                  <c:v>0.004781568546870659</c:v>
                </c:pt>
                <c:pt idx="175">
                  <c:v>0.00478188410269601</c:v>
                </c:pt>
                <c:pt idx="176">
                  <c:v>0.004782189453699372</c:v>
                </c:pt>
                <c:pt idx="177">
                  <c:v>0.004782484603450796</c:v>
                </c:pt>
                <c:pt idx="178">
                  <c:v>0.004782769555729427</c:v>
                </c:pt>
                <c:pt idx="179">
                  <c:v>0.004783044314501671</c:v>
                </c:pt>
                <c:pt idx="180">
                  <c:v>0.004783308883923954</c:v>
                </c:pt>
                <c:pt idx="181">
                  <c:v>0.004783563268358536</c:v>
                </c:pt>
                <c:pt idx="182">
                  <c:v>0.004783807472354763</c:v>
                </c:pt>
                <c:pt idx="183">
                  <c:v>0.0047840415006491655</c:v>
                </c:pt>
                <c:pt idx="184">
                  <c:v>0.004784265358183695</c:v>
                </c:pt>
                <c:pt idx="185">
                  <c:v>0.004784479050079552</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0.004784479050079552</c:v>
                </c:pt>
                <c:pt idx="186">
                  <c:v>0.004784682581663132</c:v>
                </c:pt>
                <c:pt idx="187">
                  <c:v>0.004784875958445238</c:v>
                </c:pt>
                <c:pt idx="188">
                  <c:v>0.004785059186123787</c:v>
                </c:pt>
                <c:pt idx="189">
                  <c:v>0.0047852322705965195</c:v>
                </c:pt>
                <c:pt idx="190">
                  <c:v>0.004785395217943192</c:v>
                </c:pt>
                <c:pt idx="191">
                  <c:v>0.004785548034438288</c:v>
                </c:pt>
                <c:pt idx="192">
                  <c:v>0.0047856907265434664</c:v>
                </c:pt>
                <c:pt idx="193">
                  <c:v>0.00478582330091259</c:v>
                </c:pt>
                <c:pt idx="194">
                  <c:v>0.0047859457643818605</c:v>
                </c:pt>
                <c:pt idx="195">
                  <c:v>0.004786058123979813</c:v>
                </c:pt>
                <c:pt idx="196">
                  <c:v>0.004786160386922408</c:v>
                </c:pt>
                <c:pt idx="197">
                  <c:v>0.004786252560608278</c:v>
                </c:pt>
                <c:pt idx="198">
                  <c:v>0.004786334652621337</c:v>
                </c:pt>
                <c:pt idx="199">
                  <c:v>0.004786406670742898</c:v>
                </c:pt>
                <c:pt idx="200">
                  <c:v>0.0047864686229276655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2.3771719056110383</c:v>
                </c:pt>
                <c:pt idx="2">
                  <c:v>2.5743211366519927</c:v>
                </c:pt>
                <c:pt idx="3">
                  <c:v>2.7739963822623888</c:v>
                </c:pt>
                <c:pt idx="4">
                  <c:v>2.968931345605373</c:v>
                </c:pt>
                <c:pt idx="5">
                  <c:v>3.1508021596425055</c:v>
                </c:pt>
                <c:pt idx="6">
                  <c:v>3.3113202606159846</c:v>
                </c:pt>
                <c:pt idx="7">
                  <c:v>3.4435366187552043</c:v>
                </c:pt>
                <c:pt idx="8">
                  <c:v>3.5429487107023</c:v>
                </c:pt>
                <c:pt idx="9">
                  <c:v>3.608040563624435</c:v>
                </c:pt>
                <c:pt idx="10">
                  <c:v>3.6401280301853656</c:v>
                </c:pt>
                <c:pt idx="11">
                  <c:v>3.642667918374842</c:v>
                </c:pt>
                <c:pt idx="12">
                  <c:v>3.6203450624393225</c:v>
                </c:pt>
                <c:pt idx="13">
                  <c:v>3.5782269498405457</c:v>
                </c:pt>
                <c:pt idx="14">
                  <c:v>3.5211474415389468</c:v>
                </c:pt>
                <c:pt idx="15">
                  <c:v>3.4533510329124453</c:v>
                </c:pt>
                <c:pt idx="16">
                  <c:v>3.3783506638556124</c:v>
                </c:pt>
                <c:pt idx="17">
                  <c:v>3.2989270663280488</c:v>
                </c:pt>
                <c:pt idx="18">
                  <c:v>3.2172048532108466</c:v>
                </c:pt>
                <c:pt idx="19">
                  <c:v>3.134759363059646</c:v>
                </c:pt>
                <c:pt idx="20">
                  <c:v>3.0527267136132954</c:v>
                </c:pt>
                <c:pt idx="21">
                  <c:v>2.9719031719497955</c:v>
                </c:pt>
                <c:pt idx="22">
                  <c:v>2.8928285319930205</c:v>
                </c:pt>
                <c:pt idx="23">
                  <c:v>2.8158529094704545</c:v>
                </c:pt>
                <c:pt idx="24">
                  <c:v>2.741188591245413</c:v>
                </c:pt>
                <c:pt idx="25">
                  <c:v>2.668949372828369</c:v>
                </c:pt>
                <c:pt idx="26">
                  <c:v>2.5991798801202224</c:v>
                </c:pt>
                <c:pt idx="27">
                  <c:v>2.5318771071020056</c:v>
                </c:pt>
                <c:pt idx="28">
                  <c:v>2.467006029097438</c:v>
                </c:pt>
                <c:pt idx="29">
                  <c:v>2.4045107778324915</c:v>
                </c:pt>
                <c:pt idx="30">
                  <c:v>2.3443225345089433</c:v>
                </c:pt>
                <c:pt idx="31">
                  <c:v>2.2863650237503976</c:v>
                </c:pt>
                <c:pt idx="32">
                  <c:v>2.230558273241013</c:v>
                </c:pt>
                <c:pt idx="33">
                  <c:v>2.17682113406453</c:v>
                </c:pt>
                <c:pt idx="34">
                  <c:v>2.1250729266076367</c:v>
                </c:pt>
                <c:pt idx="35">
                  <c:v>2.075234478317724</c:v>
                </c:pt>
                <c:pt idx="36">
                  <c:v>2.0272287456440394</c:v>
                </c:pt>
                <c:pt idx="37">
                  <c:v>1.980981157467636</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1.980981157467636</c:v>
                </c:pt>
                <c:pt idx="38">
                  <c:v>1.936419776740049</c:v>
                </c:pt>
                <c:pt idx="39">
                  <c:v>1.8934753473883654</c:v>
                </c:pt>
                <c:pt idx="40">
                  <c:v>1.8520812720927478</c:v>
                </c:pt>
                <c:pt idx="41">
                  <c:v>1.8121735512181492</c:v>
                </c:pt>
                <c:pt idx="42">
                  <c:v>1.773690702392578</c:v>
                </c:pt>
                <c:pt idx="43">
                  <c:v>1.7365736727624939</c:v>
                </c:pt>
                <c:pt idx="44">
                  <c:v>1.7007657509076162</c:v>
                </c:pt>
                <c:pt idx="45">
                  <c:v>1.6662124820746316</c:v>
                </c:pt>
                <c:pt idx="46">
                  <c:v>1.6328615882850523</c:v>
                </c:pt>
                <c:pt idx="47">
                  <c:v>1.6006628936076064</c:v>
                </c:pt>
                <c:pt idx="48">
                  <c:v>1.5695682541882396</c:v>
                </c:pt>
                <c:pt idx="49">
                  <c:v>1.5395314923023886</c:v>
                </c:pt>
                <c:pt idx="50">
                  <c:v>1.5105083335998917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14.701468061066628</c:v>
                </c:pt>
                <c:pt idx="2">
                  <c:v>15.364719846374989</c:v>
                </c:pt>
                <c:pt idx="3">
                  <c:v>16.021725643254598</c:v>
                </c:pt>
                <c:pt idx="4">
                  <c:v>16.66151094144535</c:v>
                </c:pt>
                <c:pt idx="5">
                  <c:v>17.27230777458477</c:v>
                </c:pt>
                <c:pt idx="6">
                  <c:v>17.842218114008745</c:v>
                </c:pt>
                <c:pt idx="7">
                  <c:v>18.35999502012825</c:v>
                </c:pt>
                <c:pt idx="8">
                  <c:v>18.815842466647506</c:v>
                </c:pt>
                <c:pt idx="9">
                  <c:v>19.202116197417894</c:v>
                </c:pt>
                <c:pt idx="10">
                  <c:v>19.513817721675206</c:v>
                </c:pt>
                <c:pt idx="11">
                  <c:v>19.7488114291524</c:v>
                </c:pt>
                <c:pt idx="12">
                  <c:v>19.907749756798665</c:v>
                </c:pt>
                <c:pt idx="13">
                  <c:v>19.993746045026413</c:v>
                </c:pt>
                <c:pt idx="14">
                  <c:v>20.011873391648837</c:v>
                </c:pt>
                <c:pt idx="15">
                  <c:v>19.968582486723264</c:v>
                </c:pt>
                <c:pt idx="16">
                  <c:v>19.871123556640686</c:v>
                </c:pt>
                <c:pt idx="17">
                  <c:v>19.72703512145508</c:v>
                </c:pt>
                <c:pt idx="18">
                  <c:v>19.543734974847105</c:v>
                </c:pt>
                <c:pt idx="19">
                  <c:v>19.32822428028468</c:v>
                </c:pt>
                <c:pt idx="20">
                  <c:v>19.086897975099422</c:v>
                </c:pt>
                <c:pt idx="21">
                  <c:v>18.825444551948184</c:v>
                </c:pt>
                <c:pt idx="22">
                  <c:v>18.548814483656926</c:v>
                </c:pt>
                <c:pt idx="23">
                  <c:v>18.26123704688383</c:v>
                </c:pt>
                <c:pt idx="24">
                  <c:v>17.966268141816098</c:v>
                </c:pt>
                <c:pt idx="25">
                  <c:v>17.666855435328177</c:v>
                </c:pt>
                <c:pt idx="26">
                  <c:v>17.365410853662603</c:v>
                </c:pt>
                <c:pt idx="27">
                  <c:v>17.063883645711933</c:v>
                </c:pt>
                <c:pt idx="28">
                  <c:v>16.763829762647187</c:v>
                </c:pt>
                <c:pt idx="29">
                  <c:v>16.466475164157373</c:v>
                </c:pt>
                <c:pt idx="30">
                  <c:v>16.172771960158126</c:v>
                </c:pt>
                <c:pt idx="31">
                  <c:v>15.883447150013616</c:v>
                </c:pt>
                <c:pt idx="32">
                  <c:v>15.59904424494794</c:v>
                </c:pt>
                <c:pt idx="33">
                  <c:v>15.31995835115794</c:v>
                </c:pt>
                <c:pt idx="34">
                  <c:v>15.046465427374672</c:v>
                </c:pt>
                <c:pt idx="35">
                  <c:v>14.778746467419952</c:v>
                </c:pt>
                <c:pt idx="36">
                  <c:v>14.516907335269849</c:v>
                </c:pt>
                <c:pt idx="37">
                  <c:v>14.260994924135646</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14.260994924135646</c:v>
                </c:pt>
                <c:pt idx="38">
                  <c:v>14.011010239622392</c:v>
                </c:pt>
                <c:pt idx="39">
                  <c:v>13.766918931092409</c:v>
                </c:pt>
                <c:pt idx="40">
                  <c:v>13.528659721420025</c:v>
                </c:pt>
                <c:pt idx="41">
                  <c:v>13.296151116903793</c:v>
                </c:pt>
                <c:pt idx="42">
                  <c:v>13.06929671784476</c:v>
                </c:pt>
                <c:pt idx="43">
                  <c:v>12.847989396687241</c:v>
                </c:pt>
                <c:pt idx="44">
                  <c:v>12.632114564460647</c:v>
                </c:pt>
                <c:pt idx="45">
                  <c:v>12.4215527070087</c:v>
                </c:pt>
                <c:pt idx="46">
                  <c:v>12.216181339422786</c:v>
                </c:pt>
                <c:pt idx="47">
                  <c:v>12.015876499450867</c:v>
                </c:pt>
                <c:pt idx="48">
                  <c:v>11.820513877681751</c:v>
                </c:pt>
                <c:pt idx="49">
                  <c:v>11.629969663320677</c:v>
                </c:pt>
                <c:pt idx="50">
                  <c:v>11.444121168759365</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10.924330900101184</c:v>
                </c:pt>
                <c:pt idx="2">
                  <c:v>11.123395694245815</c:v>
                </c:pt>
                <c:pt idx="3">
                  <c:v>11.24406015581878</c:v>
                </c:pt>
                <c:pt idx="4">
                  <c:v>11.283406429104447</c:v>
                </c:pt>
                <c:pt idx="5">
                  <c:v>11.243701703132057</c:v>
                </c:pt>
                <c:pt idx="6">
                  <c:v>11.13176584318765</c:v>
                </c:pt>
                <c:pt idx="7">
                  <c:v>10.957701437349865</c:v>
                </c:pt>
                <c:pt idx="8">
                  <c:v>10.733365915572643</c:v>
                </c:pt>
                <c:pt idx="9">
                  <c:v>10.470948369395892</c:v>
                </c:pt>
                <c:pt idx="10">
                  <c:v>10.18188351891346</c:v>
                </c:pt>
                <c:pt idx="11">
                  <c:v>9.876179436093677</c:v>
                </c:pt>
                <c:pt idx="12">
                  <c:v>9.562118825666508</c:v>
                </c:pt>
                <c:pt idx="13">
                  <c:v>9.246236594818042</c:v>
                </c:pt>
                <c:pt idx="14">
                  <c:v>8.933467995328426</c:v>
                </c:pt>
                <c:pt idx="15">
                  <c:v>8.62738001151867</c:v>
                </c:pt>
                <c:pt idx="16">
                  <c:v>8.330425476569474</c:v>
                </c:pt>
                <c:pt idx="17">
                  <c:v>8.044183993286806</c:v>
                </c:pt>
                <c:pt idx="18">
                  <c:v>7.769572060766114</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7.769572060766114</c:v>
                </c:pt>
                <c:pt idx="19">
                  <c:v>7.507016646785083</c:v>
                </c:pt>
                <c:pt idx="20">
                  <c:v>7.256593156408167</c:v>
                </c:pt>
                <c:pt idx="21">
                  <c:v>7.018131970346859</c:v>
                </c:pt>
                <c:pt idx="22">
                  <c:v>6.791298831910741</c:v>
                </c:pt>
                <c:pt idx="23">
                  <c:v>6.5756543161495875</c:v>
                </c:pt>
                <c:pt idx="24">
                  <c:v>6.370697031019092</c:v>
                </c:pt>
                <c:pt idx="25">
                  <c:v>6.175894431527901</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0.4784858868918419</c:v>
                </c:pt>
                <c:pt idx="2">
                  <c:v>0.48708219328546526</c:v>
                </c:pt>
                <c:pt idx="3">
                  <c:v>0.49569276577186583</c:v>
                </c:pt>
                <c:pt idx="4">
                  <c:v>0.504299215009451</c:v>
                </c:pt>
                <c:pt idx="5">
                  <c:v>0.5128820157493591</c:v>
                </c:pt>
                <c:pt idx="6">
                  <c:v>0.5214205943694115</c:v>
                </c:pt>
                <c:pt idx="7">
                  <c:v>0.5298934394110952</c:v>
                </c:pt>
                <c:pt idx="8">
                  <c:v>0.5382782352890372</c:v>
                </c:pt>
                <c:pt idx="9">
                  <c:v>0.5465520187064806</c:v>
                </c:pt>
                <c:pt idx="10">
                  <c:v>0.5546913566059113</c:v>
                </c:pt>
                <c:pt idx="11">
                  <c:v>0.5626725437387553</c:v>
                </c:pt>
                <c:pt idx="12">
                  <c:v>0.5704718171794414</c:v>
                </c:pt>
                <c:pt idx="13">
                  <c:v>0.5780655843718235</c:v>
                </c:pt>
                <c:pt idx="14">
                  <c:v>0.5854306606235163</c:v>
                </c:pt>
                <c:pt idx="15">
                  <c:v>0.5925445113874753</c:v>
                </c:pt>
                <c:pt idx="16">
                  <c:v>0.5993854942348301</c:v>
                </c:pt>
                <c:pt idx="17">
                  <c:v>0.605933095158072</c:v>
                </c:pt>
                <c:pt idx="18">
                  <c:v>0.6121681537710826</c:v>
                </c:pt>
                <c:pt idx="19">
                  <c:v>0.6180730721146684</c:v>
                </c:pt>
                <c:pt idx="20">
                  <c:v>0.623632002125287</c:v>
                </c:pt>
                <c:pt idx="21">
                  <c:v>0.6288310073805082</c:v>
                </c:pt>
                <c:pt idx="22">
                  <c:v>0.6336581954664534</c:v>
                </c:pt>
                <c:pt idx="23">
                  <c:v>0.6381038181909063</c:v>
                </c:pt>
                <c:pt idx="24">
                  <c:v>0.6421603378454844</c:v>
                </c:pt>
                <c:pt idx="25">
                  <c:v>0.6458224587540817</c:v>
                </c:pt>
                <c:pt idx="26">
                  <c:v>0.6490871243786995</c:v>
                </c:pt>
                <c:pt idx="27">
                  <c:v>0.6519534812436281</c:v>
                </c:pt>
                <c:pt idx="28">
                  <c:v>0.6544228118333987</c:v>
                </c:pt>
                <c:pt idx="29">
                  <c:v>0.656498439388752</c:v>
                </c:pt>
                <c:pt idx="30">
                  <c:v>0.6581856081354777</c:v>
                </c:pt>
                <c:pt idx="31">
                  <c:v>0.6594913429224568</c:v>
                </c:pt>
                <c:pt idx="32">
                  <c:v>0.6604242925068587</c:v>
                </c:pt>
                <c:pt idx="33">
                  <c:v>0.6609945608165481</c:v>
                </c:pt>
                <c:pt idx="34">
                  <c:v>0.661213530452013</c:v>
                </c:pt>
                <c:pt idx="35">
                  <c:v>0.6610936824852535</c:v>
                </c:pt>
                <c:pt idx="36">
                  <c:v>0.6606484162950913</c:v>
                </c:pt>
                <c:pt idx="37">
                  <c:v>0.6598918727757093</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0.6598918727757093</c:v>
                </c:pt>
                <c:pt idx="38">
                  <c:v>0.6588387637938323</c:v>
                </c:pt>
                <c:pt idx="39">
                  <c:v>0.6575042102795625</c:v>
                </c:pt>
                <c:pt idx="40">
                  <c:v>0.6559035908358812</c:v>
                </c:pt>
                <c:pt idx="41">
                  <c:v>0.6540524022669792</c:v>
                </c:pt>
                <c:pt idx="42">
                  <c:v>0.6519661329684258</c:v>
                </c:pt>
                <c:pt idx="43">
                  <c:v>0.6496601497071066</c:v>
                </c:pt>
                <c:pt idx="44">
                  <c:v>0.647149597952561</c:v>
                </c:pt>
                <c:pt idx="45">
                  <c:v>0.6444493156086392</c:v>
                </c:pt>
                <c:pt idx="46">
                  <c:v>0.6415737597368179</c:v>
                </c:pt>
                <c:pt idx="47">
                  <c:v>0.6385369456578823</c:v>
                </c:pt>
                <c:pt idx="48">
                  <c:v>0.6353523976652622</c:v>
                </c:pt>
                <c:pt idx="49">
                  <c:v>0.6320331104748298</c:v>
                </c:pt>
                <c:pt idx="50">
                  <c:v>0.6285915204687595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0.9266528944554329</c:v>
                </c:pt>
                <c:pt idx="2">
                  <c:v>0.9480205163598061</c:v>
                </c:pt>
                <c:pt idx="3">
                  <c:v>0.9693699510582288</c:v>
                </c:pt>
                <c:pt idx="4">
                  <c:v>0.9906176120640039</c:v>
                </c:pt>
                <c:pt idx="5">
                  <c:v>1.0116742985961915</c:v>
                </c:pt>
                <c:pt idx="6">
                  <c:v>1.0324460717018444</c:v>
                </c:pt>
                <c:pt idx="7">
                  <c:v>1.0528353466809817</c:v>
                </c:pt>
                <c:pt idx="8">
                  <c:v>1.0727421895490885</c:v>
                </c:pt>
                <c:pt idx="9">
                  <c:v>1.0920657933821678</c:v>
                </c:pt>
                <c:pt idx="10">
                  <c:v>1.1107060982800483</c:v>
                </c:pt>
                <c:pt idx="11">
                  <c:v>1.1285655073473237</c:v>
                </c:pt>
                <c:pt idx="12">
                  <c:v>1.1455506415756942</c:v>
                </c:pt>
                <c:pt idx="13">
                  <c:v>1.161574069858074</c:v>
                </c:pt>
                <c:pt idx="14">
                  <c:v>1.1765559474175318</c:v>
                </c:pt>
                <c:pt idx="15">
                  <c:v>1.1904254972637176</c:v>
                </c:pt>
                <c:pt idx="16">
                  <c:v>1.2031222750450372</c:v>
                </c:pt>
                <c:pt idx="17">
                  <c:v>1.2145971675639995</c:v>
                </c:pt>
                <c:pt idx="18">
                  <c:v>1.2248130885320505</c:v>
                </c:pt>
                <c:pt idx="19">
                  <c:v>1.2337453507762206</c:v>
                </c:pt>
                <c:pt idx="20">
                  <c:v>1.2413817107571363</c:v>
                </c:pt>
                <c:pt idx="21">
                  <c:v>1.2477220975305012</c:v>
                </c:pt>
                <c:pt idx="22">
                  <c:v>1.2527780529082255</c:v>
                </c:pt>
                <c:pt idx="23">
                  <c:v>1.256571921511028</c:v>
                </c:pt>
                <c:pt idx="24">
                  <c:v>1.2591358379628261</c:v>
                </c:pt>
                <c:pt idx="25">
                  <c:v>1.2605105633532143</c:v>
                </c:pt>
                <c:pt idx="26">
                  <c:v>1.2607442243584852</c:v>
                </c:pt>
                <c:pt idx="27">
                  <c:v>1.2598910064468383</c:v>
                </c:pt>
                <c:pt idx="28">
                  <c:v>1.2580098480091266</c:v>
                </c:pt>
                <c:pt idx="29">
                  <c:v>1.2551631757827464</c:v>
                </c:pt>
                <c:pt idx="30">
                  <c:v>1.2514157143336773</c:v>
                </c:pt>
                <c:pt idx="31">
                  <c:v>1.2468333943317167</c:v>
                </c:pt>
                <c:pt idx="32">
                  <c:v>1.24148237649554</c:v>
                </c:pt>
                <c:pt idx="33">
                  <c:v>1.235428200850241</c:v>
                </c:pt>
                <c:pt idx="34">
                  <c:v>1.228735064639905</c:v>
                </c:pt>
                <c:pt idx="35">
                  <c:v>1.2214652270383972</c:v>
                </c:pt>
                <c:pt idx="36">
                  <c:v>1.2136785347559187</c:v>
                </c:pt>
                <c:pt idx="37">
                  <c:v>1.2054320597036465</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1.2054320597036465</c:v>
                </c:pt>
                <c:pt idx="38">
                  <c:v>1.1967798379537933</c:v>
                </c:pt>
                <c:pt idx="39">
                  <c:v>1.1877726981727037</c:v>
                </c:pt>
                <c:pt idx="40">
                  <c:v>1.1784581673542738</c:v>
                </c:pt>
                <c:pt idx="41">
                  <c:v>1.168880441880226</c:v>
                </c:pt>
                <c:pt idx="42">
                  <c:v>1.1590804125358378</c:v>
                </c:pt>
                <c:pt idx="43">
                  <c:v>1.1490957329842435</c:v>
                </c:pt>
                <c:pt idx="44">
                  <c:v>1.1389609222411134</c:v>
                </c:pt>
                <c:pt idx="45">
                  <c:v>1.1287074928068372</c:v>
                </c:pt>
                <c:pt idx="46">
                  <c:v>1.1183640972402407</c:v>
                </c:pt>
                <c:pt idx="47">
                  <c:v>1.1079566870457467</c:v>
                </c:pt>
                <c:pt idx="48">
                  <c:v>1.0975086787651778</c:v>
                </c:pt>
                <c:pt idx="49">
                  <c:v>1.0870411230930797</c:v>
                </c:pt>
                <c:pt idx="50">
                  <c:v>1.0765728736624813</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6.993450587678909</c:v>
                </c:pt>
                <c:pt idx="2">
                  <c:v>7.30583824137187</c:v>
                </c:pt>
                <c:pt idx="3">
                  <c:v>7.598597126504739</c:v>
                </c:pt>
                <c:pt idx="4">
                  <c:v>7.863286866816282</c:v>
                </c:pt>
                <c:pt idx="5">
                  <c:v>8.092140311082076</c:v>
                </c:pt>
                <c:pt idx="6">
                  <c:v>8.278843467122078</c:v>
                </c:pt>
                <c:pt idx="7">
                  <c:v>8.41916955922229</c:v>
                </c:pt>
                <c:pt idx="8">
                  <c:v>8.51133289926207</c:v>
                </c:pt>
                <c:pt idx="9">
                  <c:v>8.555999066499815</c:v>
                </c:pt>
                <c:pt idx="10">
                  <c:v>8.555977918869972</c:v>
                </c:pt>
                <c:pt idx="11">
                  <c:v>8.515698423882137</c:v>
                </c:pt>
                <c:pt idx="12">
                  <c:v>8.440594915249267</c:v>
                </c:pt>
                <c:pt idx="13">
                  <c:v>8.336521852200947</c:v>
                </c:pt>
                <c:pt idx="14">
                  <c:v>8.209274947449753</c:v>
                </c:pt>
                <c:pt idx="15">
                  <c:v>8.06425163222402</c:v>
                </c:pt>
                <c:pt idx="16">
                  <c:v>7.906248157080472</c:v>
                </c:pt>
                <c:pt idx="17">
                  <c:v>7.739369759947889</c:v>
                </c:pt>
                <c:pt idx="18">
                  <c:v>7.567022825367239</c:v>
                </c:pt>
                <c:pt idx="19">
                  <c:v>7.391959325083833</c:v>
                </c:pt>
                <c:pt idx="20">
                  <c:v>7.21634953226285</c:v>
                </c:pt>
                <c:pt idx="21">
                  <c:v>7.0418658002696715</c:v>
                </c:pt>
                <c:pt idx="22">
                  <c:v>6.869766312675086</c:v>
                </c:pt>
                <c:pt idx="23">
                  <c:v>6.700972454787918</c:v>
                </c:pt>
                <c:pt idx="24">
                  <c:v>6.536136774855971</c:v>
                </c:pt>
                <c:pt idx="25">
                  <c:v>6.375700627542954</c:v>
                </c:pt>
                <c:pt idx="26">
                  <c:v>6.219941831941238</c:v>
                </c:pt>
                <c:pt idx="27">
                  <c:v>6.06901331402867</c:v>
                </c:pt>
                <c:pt idx="28">
                  <c:v>5.9229739603694505</c:v>
                </c:pt>
                <c:pt idx="29">
                  <c:v>5.7818129433086</c:v>
                </c:pt>
                <c:pt idx="30">
                  <c:v>5.645468692201455</c:v>
                </c:pt>
                <c:pt idx="31">
                  <c:v>5.5138435454537795</c:v>
                </c:pt>
                <c:pt idx="32">
                  <c:v>5.3868149625380335</c:v>
                </c:pt>
                <c:pt idx="33">
                  <c:v>5.264244024496136</c:v>
                </c:pt>
                <c:pt idx="34">
                  <c:v>5.145981815779658</c:v>
                </c:pt>
                <c:pt idx="35">
                  <c:v>5.031874163369315</c:v>
                </c:pt>
                <c:pt idx="36">
                  <c:v>4.921765111236148</c:v>
                </c:pt>
                <c:pt idx="37">
                  <c:v>4.815499427893381</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4.815499427893381</c:v>
                </c:pt>
                <c:pt idx="38">
                  <c:v>4.712924379850062</c:v>
                </c:pt>
                <c:pt idx="39">
                  <c:v>4.613890951848641</c:v>
                </c:pt>
                <c:pt idx="40">
                  <c:v>4.5182546535987855</c:v>
                </c:pt>
                <c:pt idx="41">
                  <c:v>4.425876020312007</c:v>
                </c:pt>
                <c:pt idx="42">
                  <c:v>4.336620888980207</c:v>
                </c:pt>
                <c:pt idx="43">
                  <c:v>4.250360512601276</c:v>
                </c:pt>
                <c:pt idx="44">
                  <c:v>4.166971559266199</c:v>
                </c:pt>
                <c:pt idx="45">
                  <c:v>4.086336031237899</c:v>
                </c:pt>
                <c:pt idx="46">
                  <c:v>4.008341130114369</c:v>
                </c:pt>
                <c:pt idx="47">
                  <c:v>3.932879087273151</c:v>
                </c:pt>
                <c:pt idx="48">
                  <c:v>3.8598469735617837</c:v>
                </c:pt>
                <c:pt idx="49">
                  <c:v>3.7891464982542895</c:v>
                </c:pt>
                <c:pt idx="50">
                  <c:v>3.7206838043395996</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0.07088323256444931</c:v>
                </c:pt>
                <c:pt idx="2">
                  <c:v>0.07089546034812927</c:v>
                </c:pt>
                <c:pt idx="3">
                  <c:v>0.07090767604827881</c:v>
                </c:pt>
                <c:pt idx="4">
                  <c:v>0.07091987964773178</c:v>
                </c:pt>
                <c:pt idx="5">
                  <c:v>0.07093207112941742</c:v>
                </c:pt>
                <c:pt idx="6">
                  <c:v>0.07094425047636033</c:v>
                </c:pt>
                <c:pt idx="7">
                  <c:v>0.07095641767140798</c:v>
                </c:pt>
                <c:pt idx="8">
                  <c:v>0.07096857269746065</c:v>
                </c:pt>
                <c:pt idx="9">
                  <c:v>0.07098071553760105</c:v>
                </c:pt>
                <c:pt idx="10">
                  <c:v>0.07099284617462158</c:v>
                </c:pt>
                <c:pt idx="11">
                  <c:v>0.07100496459163319</c:v>
                </c:pt>
                <c:pt idx="12">
                  <c:v>0.07101707077165445</c:v>
                </c:pt>
                <c:pt idx="13">
                  <c:v>0.0710291646976471</c:v>
                </c:pt>
                <c:pt idx="14">
                  <c:v>0.07104124635260446</c:v>
                </c:pt>
                <c:pt idx="15">
                  <c:v>0.0710533157195727</c:v>
                </c:pt>
                <c:pt idx="16">
                  <c:v>0.07106537278166414</c:v>
                </c:pt>
                <c:pt idx="17">
                  <c:v>0.07107741752192553</c:v>
                </c:pt>
                <c:pt idx="18">
                  <c:v>0.07108944992338287</c:v>
                </c:pt>
                <c:pt idx="19">
                  <c:v>0.07110146996919732</c:v>
                </c:pt>
                <c:pt idx="20">
                  <c:v>0.07111347764244079</c:v>
                </c:pt>
                <c:pt idx="21">
                  <c:v>0.07112547292627606</c:v>
                </c:pt>
                <c:pt idx="22">
                  <c:v>0.07113745580378446</c:v>
                </c:pt>
                <c:pt idx="23">
                  <c:v>0.07114942625819082</c:v>
                </c:pt>
                <c:pt idx="24">
                  <c:v>0.07116138427261512</c:v>
                </c:pt>
                <c:pt idx="25">
                  <c:v>0.07117332983024598</c:v>
                </c:pt>
                <c:pt idx="26">
                  <c:v>0.0711852629142908</c:v>
                </c:pt>
                <c:pt idx="27">
                  <c:v>0.0711971835079723</c:v>
                </c:pt>
                <c:pt idx="28">
                  <c:v>0.07120909159452575</c:v>
                </c:pt>
                <c:pt idx="29">
                  <c:v>0.0712209871571475</c:v>
                </c:pt>
                <c:pt idx="30">
                  <c:v>0.07123287017914454</c:v>
                </c:pt>
                <c:pt idx="31">
                  <c:v>0.07124474064377816</c:v>
                </c:pt>
                <c:pt idx="32">
                  <c:v>0.07125659853434563</c:v>
                </c:pt>
                <c:pt idx="33">
                  <c:v>0.07126844383411697</c:v>
                </c:pt>
                <c:pt idx="34">
                  <c:v>0.07128027652645111</c:v>
                </c:pt>
                <c:pt idx="35">
                  <c:v>0.07129209659467425</c:v>
                </c:pt>
                <c:pt idx="36">
                  <c:v>0.07130390402212408</c:v>
                </c:pt>
                <c:pt idx="37">
                  <c:v>0.07131569879218694</c:v>
                </c:pt>
                <c:pt idx="38">
                  <c:v>0.07132748088824122</c:v>
                </c:pt>
                <c:pt idx="39">
                  <c:v>0.07133925029368278</c:v>
                </c:pt>
                <c:pt idx="40">
                  <c:v>0.07135100699193478</c:v>
                </c:pt>
                <c:pt idx="41">
                  <c:v>0.07136275096640936</c:v>
                </c:pt>
                <c:pt idx="42">
                  <c:v>0.07137448220057714</c:v>
                </c:pt>
                <c:pt idx="43">
                  <c:v>0.07138620067788279</c:v>
                </c:pt>
                <c:pt idx="44">
                  <c:v>0.07139790638181297</c:v>
                </c:pt>
                <c:pt idx="45">
                  <c:v>0.07140959929587046</c:v>
                </c:pt>
                <c:pt idx="46">
                  <c:v>0.0714212794035414</c:v>
                </c:pt>
                <c:pt idx="47">
                  <c:v>0.07143294668838826</c:v>
                </c:pt>
                <c:pt idx="48">
                  <c:v>0.0714446011339426</c:v>
                </c:pt>
                <c:pt idx="49">
                  <c:v>0.07145624272376663</c:v>
                </c:pt>
                <c:pt idx="50">
                  <c:v>0.07146787144144058</c:v>
                </c:pt>
                <c:pt idx="51">
                  <c:v>0.07147948727055158</c:v>
                </c:pt>
                <c:pt idx="52">
                  <c:v>0.07149109019472048</c:v>
                </c:pt>
                <c:pt idx="53">
                  <c:v>0.0715026801975718</c:v>
                </c:pt>
                <c:pt idx="54">
                  <c:v>0.07151425726274208</c:v>
                </c:pt>
                <c:pt idx="55">
                  <c:v>0.07152582137392217</c:v>
                </c:pt>
                <c:pt idx="56">
                  <c:v>0.07153737251475879</c:v>
                </c:pt>
                <c:pt idx="57">
                  <c:v>0.07154891066896707</c:v>
                </c:pt>
                <c:pt idx="58">
                  <c:v>0.07156043582026712</c:v>
                </c:pt>
                <c:pt idx="59">
                  <c:v>0.07157194795237558</c:v>
                </c:pt>
                <c:pt idx="60">
                  <c:v>0.07158344704904557</c:v>
                </c:pt>
                <c:pt idx="61">
                  <c:v>0.07159493309404812</c:v>
                </c:pt>
                <c:pt idx="62">
                  <c:v>0.07160640607116299</c:v>
                </c:pt>
                <c:pt idx="63">
                  <c:v>0.07161786596419319</c:v>
                </c:pt>
                <c:pt idx="64">
                  <c:v>0.07162931275696308</c:v>
                </c:pt>
                <c:pt idx="65">
                  <c:v>0.07164074643330207</c:v>
                </c:pt>
                <c:pt idx="66">
                  <c:v>0.07165216697706599</c:v>
                </c:pt>
                <c:pt idx="67">
                  <c:v>0.071663574372135</c:v>
                </c:pt>
                <c:pt idx="68">
                  <c:v>0.07167496860239085</c:v>
                </c:pt>
                <c:pt idx="69">
                  <c:v>0.0716863496517444</c:v>
                </c:pt>
                <c:pt idx="70">
                  <c:v>0.07169771750411988</c:v>
                </c:pt>
                <c:pt idx="71">
                  <c:v>0.07170907214347409</c:v>
                </c:pt>
                <c:pt idx="72">
                  <c:v>0.07172041355375448</c:v>
                </c:pt>
                <c:pt idx="73">
                  <c:v>0.0717317417189585</c:v>
                </c:pt>
                <c:pt idx="74">
                  <c:v>0.07174305662307223</c:v>
                </c:pt>
                <c:pt idx="75">
                  <c:v>0.07175435825012207</c:v>
                </c:pt>
                <c:pt idx="76">
                  <c:v>0.07176564658414063</c:v>
                </c:pt>
                <c:pt idx="77">
                  <c:v>0.07177692160918496</c:v>
                </c:pt>
                <c:pt idx="78">
                  <c:v>0.07178818330933498</c:v>
                </c:pt>
                <c:pt idx="79">
                  <c:v>0.07179943166867389</c:v>
                </c:pt>
                <c:pt idx="80">
                  <c:v>0.07181066667131185</c:v>
                </c:pt>
                <c:pt idx="81">
                  <c:v>0.07182188830139608</c:v>
                </c:pt>
                <c:pt idx="82">
                  <c:v>0.07183309654306202</c:v>
                </c:pt>
                <c:pt idx="83">
                  <c:v>0.07184429138048011</c:v>
                </c:pt>
                <c:pt idx="84">
                  <c:v>0.07185547279784225</c:v>
                </c:pt>
                <c:pt idx="85">
                  <c:v>0.07186664077935499</c:v>
                </c:pt>
                <c:pt idx="86">
                  <c:v>0.07187779530923866</c:v>
                </c:pt>
                <c:pt idx="87">
                  <c:v>0.071888936371743</c:v>
                </c:pt>
                <c:pt idx="88">
                  <c:v>0.0719000639511401</c:v>
                </c:pt>
                <c:pt idx="89">
                  <c:v>0.07191117803169636</c:v>
                </c:pt>
                <c:pt idx="90">
                  <c:v>0.07192227859773635</c:v>
                </c:pt>
                <c:pt idx="91">
                  <c:v>0.0719333656335663</c:v>
                </c:pt>
                <c:pt idx="92">
                  <c:v>0.07194443912354241</c:v>
                </c:pt>
                <c:pt idx="93">
                  <c:v>0.07195549905202209</c:v>
                </c:pt>
                <c:pt idx="94">
                  <c:v>0.07196654540338922</c:v>
                </c:pt>
                <c:pt idx="95">
                  <c:v>0.0719775781620377</c:v>
                </c:pt>
                <c:pt idx="96">
                  <c:v>0.0719885973124057</c:v>
                </c:pt>
                <c:pt idx="97">
                  <c:v>0.07199960283892425</c:v>
                </c:pt>
                <c:pt idx="98">
                  <c:v>0.07201059472606133</c:v>
                </c:pt>
                <c:pt idx="99">
                  <c:v>0.0720215729583008</c:v>
                </c:pt>
                <c:pt idx="100">
                  <c:v>0.0720325375201416</c:v>
                </c:pt>
                <c:pt idx="101">
                  <c:v>0.07204348839610639</c:v>
                </c:pt>
                <c:pt idx="102">
                  <c:v>0.0720544255707451</c:v>
                </c:pt>
                <c:pt idx="103">
                  <c:v>0.07206534902861975</c:v>
                </c:pt>
                <c:pt idx="104">
                  <c:v>0.07207625875431299</c:v>
                </c:pt>
                <c:pt idx="105">
                  <c:v>0.07208715473243169</c:v>
                </c:pt>
                <c:pt idx="106">
                  <c:v>0.07209803694760125</c:v>
                </c:pt>
                <c:pt idx="107">
                  <c:v>0.07210890538447372</c:v>
                </c:pt>
                <c:pt idx="108">
                  <c:v>0.07211976002770883</c:v>
                </c:pt>
                <c:pt idx="109">
                  <c:v>0.07213060086199996</c:v>
                </c:pt>
                <c:pt idx="110">
                  <c:v>0.07214142787205523</c:v>
                </c:pt>
                <c:pt idx="111">
                  <c:v>0.0721522410426054</c:v>
                </c:pt>
                <c:pt idx="112">
                  <c:v>0.0721630403584029</c:v>
                </c:pt>
                <c:pt idx="113">
                  <c:v>0.0721738258042209</c:v>
                </c:pt>
                <c:pt idx="114">
                  <c:v>0.07218459736484813</c:v>
                </c:pt>
                <c:pt idx="115">
                  <c:v>0.07219535502510485</c:v>
                </c:pt>
                <c:pt idx="116">
                  <c:v>0.0722060987698292</c:v>
                </c:pt>
                <c:pt idx="117">
                  <c:v>0.07221682858387221</c:v>
                </c:pt>
                <c:pt idx="118">
                  <c:v>0.07222754445212574</c:v>
                </c:pt>
                <c:pt idx="119">
                  <c:v>0.07223824635947652</c:v>
                </c:pt>
                <c:pt idx="120">
                  <c:v>0.07224893429085413</c:v>
                </c:pt>
                <c:pt idx="121">
                  <c:v>0.07225960823120559</c:v>
                </c:pt>
                <c:pt idx="122">
                  <c:v>0.07227026816549457</c:v>
                </c:pt>
                <c:pt idx="123">
                  <c:v>0.07228091407871247</c:v>
                </c:pt>
                <c:pt idx="124">
                  <c:v>0.07229154595586176</c:v>
                </c:pt>
                <c:pt idx="125">
                  <c:v>0.07230216378197861</c:v>
                </c:pt>
                <c:pt idx="126">
                  <c:v>0.07231276754212002</c:v>
                </c:pt>
                <c:pt idx="127">
                  <c:v>0.07232335722135559</c:v>
                </c:pt>
                <c:pt idx="128">
                  <c:v>0.07233393280479312</c:v>
                </c:pt>
                <c:pt idx="129">
                  <c:v>0.0723444942775438</c:v>
                </c:pt>
                <c:pt idx="130">
                  <c:v>0.0723550416247588</c:v>
                </c:pt>
                <c:pt idx="131">
                  <c:v>0.07236557483159495</c:v>
                </c:pt>
                <c:pt idx="132">
                  <c:v>0.07237609388324709</c:v>
                </c:pt>
                <c:pt idx="133">
                  <c:v>0.07238659876492508</c:v>
                </c:pt>
                <c:pt idx="134">
                  <c:v>0.07239708946185681</c:v>
                </c:pt>
                <c:pt idx="135">
                  <c:v>0.0724075659593017</c:v>
                </c:pt>
                <c:pt idx="136">
                  <c:v>0.07241802824253896</c:v>
                </c:pt>
                <c:pt idx="137">
                  <c:v>0.07242847629687038</c:v>
                </c:pt>
                <c:pt idx="138">
                  <c:v>0.07243891010761261</c:v>
                </c:pt>
                <c:pt idx="139">
                  <c:v>0.07244932966012749</c:v>
                </c:pt>
                <c:pt idx="140">
                  <c:v>0.07245973493976593</c:v>
                </c:pt>
                <c:pt idx="141">
                  <c:v>0.07247012593193596</c:v>
                </c:pt>
                <c:pt idx="142">
                  <c:v>0.0724805026220503</c:v>
                </c:pt>
                <c:pt idx="143">
                  <c:v>0.07249086499554627</c:v>
                </c:pt>
                <c:pt idx="144">
                  <c:v>0.07250121303788822</c:v>
                </c:pt>
                <c:pt idx="145">
                  <c:v>0.07251154673455995</c:v>
                </c:pt>
                <c:pt idx="146">
                  <c:v>0.07252186607107397</c:v>
                </c:pt>
                <c:pt idx="147">
                  <c:v>0.07253217103296397</c:v>
                </c:pt>
                <c:pt idx="148">
                  <c:v>0.07254246160578083</c:v>
                </c:pt>
                <c:pt idx="149">
                  <c:v>0.07255273777511136</c:v>
                </c:pt>
                <c:pt idx="150">
                  <c:v>0.07256299952655475</c:v>
                </c:pt>
                <c:pt idx="151">
                  <c:v>0.07257324684574115</c:v>
                </c:pt>
                <c:pt idx="152">
                  <c:v>0.07258347971832124</c:v>
                </c:pt>
                <c:pt idx="153">
                  <c:v>0.07259369812997182</c:v>
                </c:pt>
                <c:pt idx="154">
                  <c:v>0.07260390206639178</c:v>
                </c:pt>
                <c:pt idx="155">
                  <c:v>0.07261409151330148</c:v>
                </c:pt>
                <c:pt idx="156">
                  <c:v>0.07262426645645118</c:v>
                </c:pt>
                <c:pt idx="157">
                  <c:v>0.07263442688161097</c:v>
                </c:pt>
                <c:pt idx="158">
                  <c:v>0.07264457277457925</c:v>
                </c:pt>
                <c:pt idx="159">
                  <c:v>0.07265470412117281</c:v>
                </c:pt>
                <c:pt idx="160">
                  <c:v>0.07266482090723514</c:v>
                </c:pt>
                <c:pt idx="161">
                  <c:v>0.0726749231186387</c:v>
                </c:pt>
                <c:pt idx="162">
                  <c:v>0.07268501074127504</c:v>
                </c:pt>
                <c:pt idx="163">
                  <c:v>0.0726950837610631</c:v>
                </c:pt>
                <c:pt idx="164">
                  <c:v>0.0727051421639425</c:v>
                </c:pt>
                <c:pt idx="165">
                  <c:v>0.07271518593588164</c:v>
                </c:pt>
                <c:pt idx="166">
                  <c:v>0.07272521506287391</c:v>
                </c:pt>
                <c:pt idx="167">
                  <c:v>0.07273522953093695</c:v>
                </c:pt>
                <c:pt idx="168">
                  <c:v>0.07274522932610909</c:v>
                </c:pt>
                <c:pt idx="169">
                  <c:v>0.07275521443445443</c:v>
                </c:pt>
                <c:pt idx="170">
                  <c:v>0.07276518484207041</c:v>
                </c:pt>
                <c:pt idx="171">
                  <c:v>0.07277514053507018</c:v>
                </c:pt>
                <c:pt idx="172">
                  <c:v>0.07278508149959875</c:v>
                </c:pt>
                <c:pt idx="173">
                  <c:v>0.07279500772181825</c:v>
                </c:pt>
                <c:pt idx="174">
                  <c:v>0.07280491918792396</c:v>
                </c:pt>
                <c:pt idx="175">
                  <c:v>0.07281481588412693</c:v>
                </c:pt>
                <c:pt idx="176">
                  <c:v>0.07282469779668072</c:v>
                </c:pt>
                <c:pt idx="177">
                  <c:v>0.07283456491184774</c:v>
                </c:pt>
                <c:pt idx="178">
                  <c:v>0.07284441721591789</c:v>
                </c:pt>
                <c:pt idx="179">
                  <c:v>0.07285425469521571</c:v>
                </c:pt>
                <c:pt idx="180">
                  <c:v>0.07286407733608882</c:v>
                </c:pt>
                <c:pt idx="181">
                  <c:v>0.07287388512489941</c:v>
                </c:pt>
                <c:pt idx="182">
                  <c:v>0.07288367804805262</c:v>
                </c:pt>
                <c:pt idx="183">
                  <c:v>0.07289345609196418</c:v>
                </c:pt>
                <c:pt idx="184">
                  <c:v>0.0729032192430859</c:v>
                </c:pt>
                <c:pt idx="185">
                  <c:v>0.07291296748788936</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0.07291296748788936</c:v>
                </c:pt>
                <c:pt idx="186">
                  <c:v>0.07292270081287815</c:v>
                </c:pt>
                <c:pt idx="187">
                  <c:v>0.07293241920457422</c:v>
                </c:pt>
                <c:pt idx="188">
                  <c:v>0.07294212264953269</c:v>
                </c:pt>
                <c:pt idx="189">
                  <c:v>0.07295181113433333</c:v>
                </c:pt>
                <c:pt idx="190">
                  <c:v>0.07296148464557749</c:v>
                </c:pt>
                <c:pt idx="191">
                  <c:v>0.07297114316989739</c:v>
                </c:pt>
                <c:pt idx="192">
                  <c:v>0.07298078669395545</c:v>
                </c:pt>
                <c:pt idx="193">
                  <c:v>0.07299041520442864</c:v>
                </c:pt>
                <c:pt idx="194">
                  <c:v>0.0730000286880326</c:v>
                </c:pt>
                <c:pt idx="195">
                  <c:v>0.07300962713150122</c:v>
                </c:pt>
                <c:pt idx="196">
                  <c:v>0.07301921052159825</c:v>
                </c:pt>
                <c:pt idx="197">
                  <c:v>0.07302877884511899</c:v>
                </c:pt>
                <c:pt idx="198">
                  <c:v>0.07303833208887504</c:v>
                </c:pt>
                <c:pt idx="199">
                  <c:v>0.07304787023971548</c:v>
                </c:pt>
                <c:pt idx="200">
                  <c:v>0.07305739328450679</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3.227815938700676</c:v>
                </c:pt>
                <c:pt idx="2">
                  <c:v>3.425623365993023</c:v>
                </c:pt>
                <c:pt idx="3">
                  <c:v>3.630721565247059</c:v>
                </c:pt>
                <c:pt idx="4">
                  <c:v>3.840825925104618</c:v>
                </c:pt>
                <c:pt idx="5">
                  <c:v>4.053020982151795</c:v>
                </c:pt>
                <c:pt idx="6">
                  <c:v>4.263815428713322</c:v>
                </c:pt>
                <c:pt idx="7">
                  <c:v>4.469274597152574</c:v>
                </c:pt>
                <c:pt idx="8">
                  <c:v>4.665231415587783</c:v>
                </c:pt>
                <c:pt idx="9">
                  <c:v>4.84755999318054</c:v>
                </c:pt>
                <c:pt idx="10">
                  <c:v>5.012478615493298</c:v>
                </c:pt>
                <c:pt idx="11">
                  <c:v>5.156837055858742</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5.156837055858742</c:v>
                </c:pt>
                <c:pt idx="12">
                  <c:v>5.278342031124631</c:v>
                </c:pt>
                <c:pt idx="13">
                  <c:v>5.375686009834657</c:v>
                </c:pt>
                <c:pt idx="14">
                  <c:v>5.448565118085861</c:v>
                </c:pt>
                <c:pt idx="15">
                  <c:v>5.497594677196821</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0.13758366026115418</c:v>
                </c:pt>
                <c:pt idx="2">
                  <c:v>0.1379376887681484</c:v>
                </c:pt>
                <c:pt idx="3">
                  <c:v>0.13828857134596506</c:v>
                </c:pt>
                <c:pt idx="4">
                  <c:v>0.13863623731982708</c:v>
                </c:pt>
                <c:pt idx="5">
                  <c:v>0.13898061634693146</c:v>
                </c:pt>
                <c:pt idx="6">
                  <c:v>0.13932163845737774</c:v>
                </c:pt>
                <c:pt idx="7">
                  <c:v>0.13965923409700393</c:v>
                </c:pt>
                <c:pt idx="8">
                  <c:v>0.13999333417004348</c:v>
                </c:pt>
                <c:pt idx="9">
                  <c:v>0.14032387008158365</c:v>
                </c:pt>
                <c:pt idx="10">
                  <c:v>0.14065077378053664</c:v>
                </c:pt>
                <c:pt idx="11">
                  <c:v>0.14097397780245</c:v>
                </c:pt>
                <c:pt idx="12">
                  <c:v>0.14129341531252862</c:v>
                </c:pt>
                <c:pt idx="13">
                  <c:v>0.141609020148424</c:v>
                </c:pt>
                <c:pt idx="14">
                  <c:v>0.1419207268633502</c:v>
                </c:pt>
                <c:pt idx="15">
                  <c:v>0.14222847076835632</c:v>
                </c:pt>
                <c:pt idx="16">
                  <c:v>0.14253218797516823</c:v>
                </c:pt>
                <c:pt idx="17">
                  <c:v>0.1428318154384108</c:v>
                </c:pt>
                <c:pt idx="18">
                  <c:v>0.14312729099739924</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0.14312729099739924</c:v>
                </c:pt>
                <c:pt idx="19">
                  <c:v>0.14341855341790852</c:v>
                </c:pt>
                <c:pt idx="20">
                  <c:v>0.1437055424334526</c:v>
                </c:pt>
                <c:pt idx="21">
                  <c:v>0.14398819878578187</c:v>
                </c:pt>
                <c:pt idx="22">
                  <c:v>0.1442664642653899</c:v>
                </c:pt>
                <c:pt idx="23">
                  <c:v>0.14454028175105219</c:v>
                </c:pt>
                <c:pt idx="24">
                  <c:v>0.14480959524873893</c:v>
                </c:pt>
                <c:pt idx="25">
                  <c:v>0.14507434993019103</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2.5354010663585664</c:v>
                </c:pt>
                <c:pt idx="2">
                  <c:v>2.8224818005459307</c:v>
                </c:pt>
                <c:pt idx="3">
                  <c:v>2.940666336435636</c:v>
                </c:pt>
                <c:pt idx="4">
                  <c:v>2.897289777174115</c:v>
                </c:pt>
                <c:pt idx="5">
                  <c:v>2.7575957386249543</c:v>
                </c:pt>
                <c:pt idx="6">
                  <c:v>2.5814868575929006</c:v>
                </c:pt>
                <c:pt idx="7">
                  <c:v>2.4025368500738824</c:v>
                </c:pt>
                <c:pt idx="8">
                  <c:v>2.234737304872453</c:v>
                </c:pt>
                <c:pt idx="9">
                  <c:v>2.0821408183157177</c:v>
                </c:pt>
                <c:pt idx="10">
                  <c:v>1.9446931565789223</c:v>
                </c:pt>
                <c:pt idx="11">
                  <c:v>1.8209781371867007</c:v>
                </c:pt>
                <c:pt idx="12">
                  <c:v>1.7093363349408308</c:v>
                </c:pt>
                <c:pt idx="13">
                  <c:v>1.6082510302237365</c:v>
                </c:pt>
                <c:pt idx="14">
                  <c:v>1.5164365645057134</c:v>
                </c:pt>
                <c:pt idx="15">
                  <c:v>1.4328217071614266</c:v>
                </c:pt>
                <c:pt idx="16">
                  <c:v>1.3565068548504113</c:v>
                </c:pt>
                <c:pt idx="17">
                  <c:v>1.2867235103684314</c:v>
                </c:pt>
                <c:pt idx="18">
                  <c:v>1.222803531923188</c:v>
                </c:pt>
                <c:pt idx="19">
                  <c:v>1.1641578788868252</c:v>
                </c:pt>
                <c:pt idx="20">
                  <c:v>1.1102624247915267</c:v>
                </c:pt>
                <c:pt idx="21">
                  <c:v>1.0606483917897316</c:v>
                </c:pt>
                <c:pt idx="22">
                  <c:v>1.014895570476532</c:v>
                </c:pt>
                <c:pt idx="23">
                  <c:v>0.972627131723715</c:v>
                </c:pt>
                <c:pt idx="24">
                  <c:v>0.9335053302269181</c:v>
                </c:pt>
                <c:pt idx="25">
                  <c:v>0.8972277251301003</c:v>
                </c:pt>
                <c:pt idx="26">
                  <c:v>0.863523736920045</c:v>
                </c:pt>
                <c:pt idx="27">
                  <c:v>0.8321514646172347</c:v>
                </c:pt>
                <c:pt idx="28">
                  <c:v>0.802894737845523</c:v>
                </c:pt>
                <c:pt idx="29">
                  <c:v>0.7755603985894796</c:v>
                </c:pt>
                <c:pt idx="30">
                  <c:v>0.7499758123037656</c:v>
                </c:pt>
                <c:pt idx="31">
                  <c:v>0.7259866061518885</c:v>
                </c:pt>
                <c:pt idx="32">
                  <c:v>0.7034546281109602</c:v>
                </c:pt>
                <c:pt idx="33">
                  <c:v>0.6822561166900288</c:v>
                </c:pt>
                <c:pt idx="34">
                  <c:v>0.6622800679491407</c:v>
                </c:pt>
                <c:pt idx="35">
                  <c:v>0.6434267845812798</c:v>
                </c:pt>
                <c:pt idx="36">
                  <c:v>0.6256065909247795</c:v>
                </c:pt>
                <c:pt idx="37">
                  <c:v>0.6087386976955517</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0.6087386976955517</c:v>
                </c:pt>
                <c:pt idx="38">
                  <c:v>0.592750200736209</c:v>
                </c:pt>
                <c:pt idx="39">
                  <c:v>0.5775751989721886</c:v>
                </c:pt>
                <c:pt idx="40">
                  <c:v>0.5631540178812862</c:v>
                </c:pt>
                <c:pt idx="41">
                  <c:v>0.5494325260051169</c:v>
                </c:pt>
                <c:pt idx="42">
                  <c:v>0.5363615332735152</c:v>
                </c:pt>
                <c:pt idx="43">
                  <c:v>0.5238962611208738</c:v>
                </c:pt>
                <c:pt idx="44">
                  <c:v>0.511995875512665</c:v>
                </c:pt>
                <c:pt idx="45">
                  <c:v>0.5006230750507779</c:v>
                </c:pt>
                <c:pt idx="46">
                  <c:v>0.48974372728040944</c:v>
                </c:pt>
                <c:pt idx="47">
                  <c:v>0.47932654717735534</c:v>
                </c:pt>
                <c:pt idx="48">
                  <c:v>0.46934281255508464</c:v>
                </c:pt>
                <c:pt idx="49">
                  <c:v>0.45976611180334676</c:v>
                </c:pt>
                <c:pt idx="50">
                  <c:v>0.45057211995983126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9.666798504821777</c:v>
                </c:pt>
                <c:pt idx="2">
                  <c:v>10.535754586024762</c:v>
                </c:pt>
                <c:pt idx="3">
                  <c:v>11.174280916970252</c:v>
                </c:pt>
                <c:pt idx="4">
                  <c:v>11.506921986357808</c:v>
                </c:pt>
                <c:pt idx="5">
                  <c:v>11.53523381860466</c:v>
                </c:pt>
                <c:pt idx="6">
                  <c:v>11.32250565880823</c:v>
                </c:pt>
                <c:pt idx="7">
                  <c:v>10.953242779762268</c:v>
                </c:pt>
                <c:pt idx="8">
                  <c:v>10.501562359212876</c:v>
                </c:pt>
                <c:pt idx="9">
                  <c:v>10.019608475562308</c:v>
                </c:pt>
                <c:pt idx="10">
                  <c:v>9.539039120074845</c:v>
                </c:pt>
                <c:pt idx="11">
                  <c:v>9.076806957326282</c:v>
                </c:pt>
                <c:pt idx="12">
                  <c:v>8.640668393124502</c:v>
                </c:pt>
                <c:pt idx="13">
                  <c:v>8.233134658643943</c:v>
                </c:pt>
                <c:pt idx="14">
                  <c:v>7.8539605763786176</c:v>
                </c:pt>
                <c:pt idx="15">
                  <c:v>7.501597035149701</c:v>
                </c:pt>
                <c:pt idx="16">
                  <c:v>7.173991045457363</c:v>
                </c:pt>
                <c:pt idx="17">
                  <c:v>6.869000534107657</c:v>
                </c:pt>
                <c:pt idx="18">
                  <c:v>6.584591355977588</c:v>
                </c:pt>
                <c:pt idx="19">
                  <c:v>6.318916093862785</c:v>
                </c:pt>
                <c:pt idx="20">
                  <c:v>6.070331936315012</c:v>
                </c:pt>
                <c:pt idx="21">
                  <c:v>5.837389698800268</c:v>
                </c:pt>
                <c:pt idx="22">
                  <c:v>5.618811353198659</c:v>
                </c:pt>
                <c:pt idx="23">
                  <c:v>5.413465012397144</c:v>
                </c:pt>
                <c:pt idx="24">
                  <c:v>5.2203415926372605</c:v>
                </c:pt>
                <c:pt idx="25">
                  <c:v>5.038534805428963</c:v>
                </c:pt>
                <c:pt idx="26">
                  <c:v>4.867224801958341</c:v>
                </c:pt>
                <c:pt idx="27">
                  <c:v>4.705665167518474</c:v>
                </c:pt>
                <c:pt idx="28">
                  <c:v>4.553172724085092</c:v>
                </c:pt>
                <c:pt idx="29">
                  <c:v>4.409119560178066</c:v>
                </c:pt>
                <c:pt idx="30">
                  <c:v>4.27292676224788</c:v>
                </c:pt>
                <c:pt idx="31">
                  <c:v>4.144059412171671</c:v>
                </c:pt>
                <c:pt idx="32">
                  <c:v>4.022022510371775</c:v>
                </c:pt>
                <c:pt idx="33">
                  <c:v>3.9063575692439514</c:v>
                </c:pt>
                <c:pt idx="34">
                  <c:v>3.7966396917327434</c:v>
                </c:pt>
                <c:pt idx="35">
                  <c:v>3.6924750045021875</c:v>
                </c:pt>
                <c:pt idx="36">
                  <c:v>3.5934983558982214</c:v>
                </c:pt>
                <c:pt idx="37">
                  <c:v>3.499371218255017</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3.499371218255017</c:v>
                </c:pt>
                <c:pt idx="38">
                  <c:v>3.4097797545923183</c:v>
                </c:pt>
                <c:pt idx="39">
                  <c:v>3.3244330236256916</c:v>
                </c:pt>
                <c:pt idx="40">
                  <c:v>3.2430613061087845</c:v>
                </c:pt>
                <c:pt idx="41">
                  <c:v>3.1654145412797927</c:v>
                </c:pt>
                <c:pt idx="42">
                  <c:v>3.091260865665549</c:v>
                </c:pt>
                <c:pt idx="43">
                  <c:v>3.0203852484876723</c:v>
                </c:pt>
                <c:pt idx="44">
                  <c:v>2.9525882189593533</c:v>
                </c:pt>
                <c:pt idx="45">
                  <c:v>2.887684681239425</c:v>
                </c:pt>
                <c:pt idx="46">
                  <c:v>2.8255028129690003</c:v>
                </c:pt>
                <c:pt idx="47">
                  <c:v>2.765883043317125</c:v>
                </c:pt>
                <c:pt idx="48">
                  <c:v>2.708677106404642</c:v>
                </c:pt>
                <c:pt idx="49">
                  <c:v>2.653747165917455</c:v>
                </c:pt>
                <c:pt idx="50">
                  <c:v>2.6009650066909598</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6.92032991299963</c:v>
                </c:pt>
                <c:pt idx="2">
                  <c:v>6.867481448210239</c:v>
                </c:pt>
                <c:pt idx="3">
                  <c:v>6.5353813439563115</c:v>
                </c:pt>
                <c:pt idx="4">
                  <c:v>6.055181539307952</c:v>
                </c:pt>
                <c:pt idx="5">
                  <c:v>5.538551507975769</c:v>
                </c:pt>
                <c:pt idx="6">
                  <c:v>5.047597369309425</c:v>
                </c:pt>
                <c:pt idx="7">
                  <c:v>4.606492562046869</c:v>
                </c:pt>
                <c:pt idx="8">
                  <c:v>4.219403284186125</c:v>
                </c:pt>
                <c:pt idx="9">
                  <c:v>3.8822180349568263</c:v>
                </c:pt>
                <c:pt idx="10">
                  <c:v>3.5883571102355956</c:v>
                </c:pt>
                <c:pt idx="11">
                  <c:v>3.33120007333348</c:v>
                </c:pt>
                <c:pt idx="12">
                  <c:v>3.1049191967133285</c:v>
                </c:pt>
                <c:pt idx="13">
                  <c:v>2.9046460403208365</c:v>
                </c:pt>
                <c:pt idx="14">
                  <c:v>2.726393788143703</c:v>
                </c:pt>
                <c:pt idx="15">
                  <c:v>2.5669124579769136</c:v>
                </c:pt>
                <c:pt idx="16">
                  <c:v>2.423544446141869</c:v>
                </c:pt>
                <c:pt idx="17">
                  <c:v>2.294101729441783</c:v>
                </c:pt>
                <c:pt idx="18">
                  <c:v>2.176767966313839</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2.176767966313839</c:v>
                </c:pt>
                <c:pt idx="19">
                  <c:v>2.0700225378547468</c:v>
                </c:pt>
                <c:pt idx="20">
                  <c:v>1.9725821311181069</c:v>
                </c:pt>
                <c:pt idx="21">
                  <c:v>1.8833557560734748</c:v>
                </c:pt>
                <c:pt idx="22">
                  <c:v>1.8014098623932275</c:v>
                </c:pt>
                <c:pt idx="23">
                  <c:v>1.7259410133971753</c:v>
                </c:pt>
                <c:pt idx="24">
                  <c:v>1.6562542339804371</c:v>
                </c:pt>
                <c:pt idx="25">
                  <c:v>1.5917456547198297</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0.4785745487189293</c:v>
                </c:pt>
                <c:pt idx="2">
                  <c:v>0.4958224835746288</c:v>
                </c:pt>
                <c:pt idx="3">
                  <c:v>0.5119261022667885</c:v>
                </c:pt>
                <c:pt idx="4">
                  <c:v>0.5265174970486164</c:v>
                </c:pt>
                <c:pt idx="5">
                  <c:v>0.5392593755586624</c:v>
                </c:pt>
                <c:pt idx="6">
                  <c:v>0.5498714319252173</c:v>
                </c:pt>
                <c:pt idx="7">
                  <c:v>0.5581525107107163</c:v>
                </c:pt>
                <c:pt idx="8">
                  <c:v>0.5639949113957882</c:v>
                </c:pt>
                <c:pt idx="9">
                  <c:v>0.5673886427163548</c:v>
                </c:pt>
                <c:pt idx="10">
                  <c:v>0.5684154690948009</c:v>
                </c:pt>
                <c:pt idx="11">
                  <c:v>0.567234544766036</c:v>
                </c:pt>
                <c:pt idx="12">
                  <c:v>0.5640627285901308</c:v>
                </c:pt>
                <c:pt idx="13">
                  <c:v>0.5591530480647087</c:v>
                </c:pt>
                <c:pt idx="14">
                  <c:v>0.552774329699925</c:v>
                </c:pt>
                <c:pt idx="15">
                  <c:v>0.5451940662194252</c:v>
                </c:pt>
                <c:pt idx="16">
                  <c:v>0.5366655275085569</c:v>
                </c:pt>
                <c:pt idx="17">
                  <c:v>0.5274192231590888</c:v>
                </c:pt>
                <c:pt idx="18">
                  <c:v>0.5176582218195862</c:v>
                </c:pt>
                <c:pt idx="19">
                  <c:v>0.5075565316544582</c:v>
                </c:pt>
                <c:pt idx="20">
                  <c:v>0.4972596801753759</c:v>
                </c:pt>
                <c:pt idx="21">
                  <c:v>0.4868867125043415</c:v>
                </c:pt>
                <c:pt idx="22">
                  <c:v>0.476532977363283</c:v>
                </c:pt>
                <c:pt idx="23">
                  <c:v>0.4662732355822273</c:v>
                </c:pt>
                <c:pt idx="24">
                  <c:v>0.45616477572915953</c:v>
                </c:pt>
                <c:pt idx="25">
                  <c:v>0.44625034226863863</c:v>
                </c:pt>
                <c:pt idx="26">
                  <c:v>0.43656077121637415</c:v>
                </c:pt>
                <c:pt idx="27">
                  <c:v>0.427117290060061</c:v>
                </c:pt>
                <c:pt idx="28">
                  <c:v>0.4179334784237657</c:v>
                </c:pt>
                <c:pt idx="29">
                  <c:v>0.40901690936394397</c:v>
                </c:pt>
                <c:pt idx="30">
                  <c:v>0.40037050330406826</c:v>
                </c:pt>
                <c:pt idx="31">
                  <c:v>0.3919936313496251</c:v>
                </c:pt>
                <c:pt idx="32">
                  <c:v>0.38388300492838023</c:v>
                </c:pt>
                <c:pt idx="33">
                  <c:v>0.3760333863477996</c:v>
                </c:pt>
                <c:pt idx="34">
                  <c:v>0.3684381512477538</c:v>
                </c:pt>
                <c:pt idx="35">
                  <c:v>0.3610897298687254</c:v>
                </c:pt>
                <c:pt idx="36">
                  <c:v>0.3539799500336117</c:v>
                </c:pt>
                <c:pt idx="37">
                  <c:v>0.3471003010123227</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0.3471003010123227</c:v>
                </c:pt>
                <c:pt idx="38">
                  <c:v>0.34044213412534563</c:v>
                </c:pt>
                <c:pt idx="39">
                  <c:v>0.33399681307851353</c:v>
                </c:pt>
                <c:pt idx="40">
                  <c:v>0.32775582459557057</c:v>
                </c:pt>
                <c:pt idx="41">
                  <c:v>0.321710857889094</c:v>
                </c:pt>
                <c:pt idx="42">
                  <c:v>0.31585385983653297</c:v>
                </c:pt>
                <c:pt idx="43">
                  <c:v>0.31017707135802647</c:v>
                </c:pt>
                <c:pt idx="44">
                  <c:v>0.30467304937562073</c:v>
                </c:pt>
                <c:pt idx="45">
                  <c:v>0.2993346778304206</c:v>
                </c:pt>
                <c:pt idx="46">
                  <c:v>0.2941551705046115</c:v>
                </c:pt>
                <c:pt idx="47">
                  <c:v>0.28912806780960204</c:v>
                </c:pt>
                <c:pt idx="48">
                  <c:v>0.28424722923163576</c:v>
                </c:pt>
                <c:pt idx="49">
                  <c:v>0.2795068227508895</c:v>
                </c:pt>
                <c:pt idx="50">
                  <c:v>0.2749013122511768</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-0.35103965052223207</c:v>
                </c:pt>
                <c:pt idx="2">
                  <c:v>-0.3689670997262001</c:v>
                </c:pt>
                <c:pt idx="3">
                  <c:v>-0.38593941552988686</c:v>
                </c:pt>
                <c:pt idx="4">
                  <c:v>-0.40140939097869394</c:v>
                </c:pt>
                <c:pt idx="5">
                  <c:v>-0.41485971288661955</c:v>
                </c:pt>
                <c:pt idx="6">
                  <c:v>-0.4258609033726851</c:v>
                </c:pt>
                <c:pt idx="7">
                  <c:v>-0.4341204847581046</c:v>
                </c:pt>
                <c:pt idx="8">
                  <c:v>-0.4395116794131994</c:v>
                </c:pt>
                <c:pt idx="9">
                  <c:v>-0.4420756619100041</c:v>
                </c:pt>
                <c:pt idx="10">
                  <c:v>-0.44199918002610206</c:v>
                </c:pt>
                <c:pt idx="11">
                  <c:v>-0.4395756866590326</c:v>
                </c:pt>
                <c:pt idx="12">
                  <c:v>-0.435160607922554</c:v>
                </c:pt>
                <c:pt idx="13">
                  <c:v>-0.4291299815544715</c:v>
                </c:pt>
                <c:pt idx="14">
                  <c:v>-0.42184812213155204</c:v>
                </c:pt>
                <c:pt idx="15">
                  <c:v>-0.41364618527533215</c:v>
                </c:pt>
                <c:pt idx="16">
                  <c:v>-0.4048107593278289</c:v>
                </c:pt>
                <c:pt idx="17">
                  <c:v>-0.3955802299241739</c:v>
                </c:pt>
                <c:pt idx="18">
                  <c:v>-0.38614636572620603</c:v>
                </c:pt>
                <c:pt idx="19">
                  <c:v>-0.3766589033037738</c:v>
                </c:pt>
                <c:pt idx="20">
                  <c:v>-0.367231476188755</c:v>
                </c:pt>
                <c:pt idx="21">
                  <c:v>-0.35794779825909934</c:v>
                </c:pt>
                <c:pt idx="22">
                  <c:v>-0.3488674676515406</c:v>
                </c:pt>
                <c:pt idx="23">
                  <c:v>-0.3400310805480791</c:v>
                </c:pt>
                <c:pt idx="24">
                  <c:v>-0.331464550859491</c:v>
                </c:pt>
                <c:pt idx="25">
                  <c:v>-0.32318265126255036</c:v>
                </c:pt>
                <c:pt idx="26">
                  <c:v>-0.3151918515368975</c:v>
                </c:pt>
                <c:pt idx="27">
                  <c:v>-0.30749255401086806</c:v>
                </c:pt>
                <c:pt idx="28">
                  <c:v>-0.3000808288660901</c:v>
                </c:pt>
                <c:pt idx="29">
                  <c:v>-0.2929497442543589</c:v>
                </c:pt>
                <c:pt idx="30">
                  <c:v>-0.28609037382178304</c:v>
                </c:pt>
                <c:pt idx="31">
                  <c:v>-0.2794925508004927</c:v>
                </c:pt>
                <c:pt idx="32">
                  <c:v>-0.2731454251140803</c:v>
                </c:pt>
                <c:pt idx="33">
                  <c:v>-0.26703786874534147</c:v>
                </c:pt>
                <c:pt idx="34">
                  <c:v>-0.26115876516872294</c:v>
                </c:pt>
                <c:pt idx="35">
                  <c:v>-0.2554972108999252</c:v>
                </c:pt>
                <c:pt idx="36">
                  <c:v>-0.25004265097763806</c:v>
                </c:pt>
                <c:pt idx="37">
                  <c:v>-0.24478496523527196</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-0.24478496523527196</c:v>
                </c:pt>
                <c:pt idx="38">
                  <c:v>-0.23971451832155177</c:v>
                </c:pt>
                <c:pt idx="39">
                  <c:v>-0.23482218337825628</c:v>
                </c:pt>
                <c:pt idx="40">
                  <c:v>-0.2300993469128132</c:v>
                </c:pt>
                <c:pt idx="41">
                  <c:v>-0.22553790056498457</c:v>
                </c:pt>
                <c:pt idx="42">
                  <c:v>-0.22113022404797872</c:v>
                </c:pt>
                <c:pt idx="43">
                  <c:v>-0.21686916245102328</c:v>
                </c:pt>
                <c:pt idx="44">
                  <c:v>-0.21274800025172666</c:v>
                </c:pt>
                <c:pt idx="45">
                  <c:v>-0.20876043374449413</c:v>
                </c:pt>
                <c:pt idx="46">
                  <c:v>-0.20490054310245098</c:v>
                </c:pt>
                <c:pt idx="47">
                  <c:v>-0.2011627649203057</c:v>
                </c:pt>
                <c:pt idx="48">
                  <c:v>-0.19754186580622196</c:v>
                </c:pt>
                <c:pt idx="49">
                  <c:v>-0.1940329173837292</c:v>
                </c:pt>
                <c:pt idx="50">
                  <c:v>-0.1906312729107666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1.102512077495575</c:v>
                </c:pt>
                <c:pt idx="2">
                  <c:v>1.204741694628954</c:v>
                </c:pt>
                <c:pt idx="3">
                  <c:v>1.2508345549205144</c:v>
                </c:pt>
                <c:pt idx="4">
                  <c:v>1.2398486558033228</c:v>
                </c:pt>
                <c:pt idx="5">
                  <c:v>1.1891807875332832</c:v>
                </c:pt>
                <c:pt idx="6">
                  <c:v>1.1191703399794897</c:v>
                </c:pt>
                <c:pt idx="7">
                  <c:v>1.0440759627923284</c:v>
                </c:pt>
                <c:pt idx="8">
                  <c:v>0.9714371180375815</c:v>
                </c:pt>
                <c:pt idx="9">
                  <c:v>0.9043833373725679</c:v>
                </c:pt>
                <c:pt idx="10">
                  <c:v>0.8437378512578487</c:v>
                </c:pt>
                <c:pt idx="11">
                  <c:v>0.789291086115317</c:v>
                </c:pt>
                <c:pt idx="12">
                  <c:v>0.7404513924589952</c:v>
                </c:pt>
                <c:pt idx="13">
                  <c:v>0.6965437737219884</c:v>
                </c:pt>
                <c:pt idx="14">
                  <c:v>0.6569321285557066</c:v>
                </c:pt>
                <c:pt idx="15">
                  <c:v>0.6210593447823206</c:v>
                </c:pt>
                <c:pt idx="16">
                  <c:v>0.5884519970117509</c:v>
                </c:pt>
                <c:pt idx="17">
                  <c:v>0.5587116794130662</c:v>
                </c:pt>
                <c:pt idx="18">
                  <c:v>0.5315028142023086</c:v>
                </c:pt>
                <c:pt idx="19">
                  <c:v>0.5065409545615347</c:v>
                </c:pt>
                <c:pt idx="20">
                  <c:v>0.48358292154483795</c:v>
                </c:pt>
                <c:pt idx="21">
                  <c:v>0.4624189586034502</c:v>
                </c:pt>
                <c:pt idx="22">
                  <c:v>0.4428666515917778</c:v>
                </c:pt>
                <c:pt idx="23">
                  <c:v>0.42476625082810027</c:v>
                </c:pt>
                <c:pt idx="24">
                  <c:v>0.4079770531067451</c:v>
                </c:pt>
                <c:pt idx="25">
                  <c:v>0.3923745658403015</c:v>
                </c:pt>
                <c:pt idx="26">
                  <c:v>0.37784824387801613</c:v>
                </c:pt>
                <c:pt idx="27">
                  <c:v>0.3642996476215786</c:v>
                </c:pt>
                <c:pt idx="28">
                  <c:v>0.3516409155661038</c:v>
                </c:pt>
                <c:pt idx="29">
                  <c:v>0.33979347655666287</c:v>
                </c:pt>
                <c:pt idx="30">
                  <c:v>0.32868694944577215</c:v>
                </c:pt>
                <c:pt idx="31">
                  <c:v>0.3182581930759338</c:v>
                </c:pt>
                <c:pt idx="32">
                  <c:v>0.30845047975078227</c:v>
                </c:pt>
                <c:pt idx="33">
                  <c:v>0.299212772215482</c:v>
                </c:pt>
                <c:pt idx="34">
                  <c:v>0.2904990887925485</c:v>
                </c:pt>
                <c:pt idx="35">
                  <c:v>0.28226794448856624</c:v>
                </c:pt>
                <c:pt idx="36">
                  <c:v>0.2744818581199646</c:v>
                </c:pt>
                <c:pt idx="37">
                  <c:v>0.26710691713152707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0.26710691713152707</c:v>
                </c:pt>
                <c:pt idx="38">
                  <c:v>0.26011239301327654</c:v>
                </c:pt>
                <c:pt idx="39">
                  <c:v>0.2534704011922005</c:v>
                </c:pt>
                <c:pt idx="40">
                  <c:v>0.24715560006529091</c:v>
                </c:pt>
                <c:pt idx="41">
                  <c:v>0.24114492450569897</c:v>
                </c:pt>
                <c:pt idx="42">
                  <c:v>0.23541734974052791</c:v>
                </c:pt>
                <c:pt idx="43">
                  <c:v>0.2299536819929411</c:v>
                </c:pt>
                <c:pt idx="44">
                  <c:v>0.22473637271303482</c:v>
                </c:pt>
                <c:pt idx="45">
                  <c:v>0.21974935360216566</c:v>
                </c:pt>
                <c:pt idx="46">
                  <c:v>0.21497788997045808</c:v>
                </c:pt>
                <c:pt idx="47">
                  <c:v>0.21040845026379443</c:v>
                </c:pt>
                <c:pt idx="48">
                  <c:v>0.20602858985713124</c:v>
                </c:pt>
                <c:pt idx="49">
                  <c:v>0.20182684744141052</c:v>
                </c:pt>
                <c:pt idx="50">
                  <c:v>0.19779265253425599</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2024 expected sales: 65.31 Mln. Packs, 14.76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57 972 448</a:t>
                      </a:r>
                    </a:p>
                  </a:txBody>
                  <a:tcPr marB="0" marT="0"/>
                </a:tc>
                <a:tc>
                  <a:txBody>
                    <a:bodyPr/>
                    <a:lstStyle/>
                    <a:p>
                      <a:pPr algn="ctr">
                        <a:defRPr sz="1000">
                          <a:latin typeface="Calibri"/>
                        </a:defRPr>
                      </a:pPr>
                      <a:r>
                        <a:t>57 775 883</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62 740 138</a:t>
                      </a:r>
                    </a:p>
                  </a:txBody>
                  <a:tcPr marB="0" marT="0"/>
                </a:tc>
                <a:tc>
                  <a:txBody>
                    <a:bodyPr/>
                    <a:lstStyle/>
                    <a:p>
                      <a:pPr algn="ctr">
                        <a:defRPr sz="1000">
                          <a:latin typeface="Calibri"/>
                        </a:defRPr>
                      </a:pPr>
                      <a:r>
                        <a:t>62 807 217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66 305 870</a:t>
                      </a:r>
                    </a:p>
                  </a:txBody>
                  <a:tcPr marB="0" marT="0"/>
                </a:tc>
                <a:tc>
                  <a:txBody>
                    <a:bodyPr/>
                    <a:lstStyle/>
                    <a:p>
                      <a:pPr algn="ctr">
                        <a:defRPr sz="1000">
                          <a:latin typeface="Calibri"/>
                        </a:defRPr>
                      </a:pPr>
                      <a:r>
                        <a:t>66 266 108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66 201 828</a:t>
                      </a:r>
                    </a:p>
                  </a:txBody>
                  <a:tcPr marB="0" marT="0"/>
                </a:tc>
                <a:tc>
                  <a:txBody>
                    <a:bodyPr/>
                    <a:lstStyle/>
                    <a:p>
                      <a:pPr algn="ctr">
                        <a:defRPr sz="1000">
                          <a:latin typeface="Calibri"/>
                        </a:defRPr>
                      </a:pPr>
                      <a:r>
                        <a:t>65 909 284</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64 695 425</a:t>
                      </a:r>
                    </a:p>
                  </a:txBody>
                  <a:tcPr marB="0" marT="0"/>
                </a:tc>
                <a:tc>
                  <a:txBody>
                    <a:bodyPr/>
                    <a:lstStyle/>
                    <a:p>
                      <a:pPr algn="ctr">
                        <a:defRPr sz="1000">
                          <a:latin typeface="Calibri"/>
                        </a:defRPr>
                      </a:pPr>
                      <a:r>
                        <a:t>65 311 684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34 351 813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34 862 821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13 179 528 718</a:t>
                      </a:r>
                    </a:p>
                  </a:txBody>
                  <a:tcPr marB="0" marT="0"/>
                </a:tc>
                <a:tc>
                  <a:txBody>
                    <a:bodyPr/>
                    <a:lstStyle/>
                    <a:p>
                      <a:pPr algn="ctr">
                        <a:defRPr sz="1000">
                          <a:latin typeface="Calibri"/>
                        </a:defRPr>
                      </a:pPr>
                      <a:r>
                        <a:t>13 148 186 160</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14 210 678 623</a:t>
                      </a:r>
                    </a:p>
                  </a:txBody>
                  <a:tcPr marB="0" marT="0"/>
                </a:tc>
                <a:tc>
                  <a:txBody>
                    <a:bodyPr/>
                    <a:lstStyle/>
                    <a:p>
                      <a:pPr algn="ctr">
                        <a:defRPr sz="1000">
                          <a:latin typeface="Calibri"/>
                        </a:defRPr>
                      </a:pPr>
                      <a:r>
                        <a:t>14 239 261 031</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14 903 269 897</a:t>
                      </a:r>
                    </a:p>
                  </a:txBody>
                  <a:tcPr marB="0" marT="0"/>
                </a:tc>
                <a:tc>
                  <a:txBody>
                    <a:bodyPr/>
                    <a:lstStyle/>
                    <a:p>
                      <a:pPr algn="ctr">
                        <a:defRPr sz="1000">
                          <a:latin typeface="Calibri"/>
                        </a:defRPr>
                      </a:pPr>
                      <a:r>
                        <a:t>14 893 721 348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14 944 860 668</a:t>
                      </a:r>
                    </a:p>
                  </a:txBody>
                  <a:tcPr marB="0" marT="0"/>
                </a:tc>
                <a:tc>
                  <a:txBody>
                    <a:bodyPr/>
                    <a:lstStyle/>
                    <a:p>
                      <a:pPr algn="ctr">
                        <a:defRPr sz="1000">
                          <a:latin typeface="Calibri"/>
                        </a:defRPr>
                      </a:pPr>
                      <a:r>
                        <a:t>14 893 329 831</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14 628 434 104</a:t>
                      </a:r>
                    </a:p>
                  </a:txBody>
                  <a:tcPr marB="0" marT="0"/>
                </a:tc>
                <a:tc>
                  <a:txBody>
                    <a:bodyPr/>
                    <a:lstStyle/>
                    <a:p>
                      <a:pPr algn="ctr">
                        <a:defRPr sz="1000">
                          <a:latin typeface="Calibri"/>
                        </a:defRPr>
                      </a:pPr>
                      <a:r>
                        <a:t>14 756 232 577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8 242 444 696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8 388 506 638</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2024 expected sales: 12.41 Mln. Packs, 2.25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10 252 816</a:t>
                      </a:r>
                    </a:p>
                  </a:txBody>
                  <a:tcPr marB="0" marT="0"/>
                </a:tc>
                <a:tc>
                  <a:txBody>
                    <a:bodyPr/>
                    <a:lstStyle/>
                    <a:p>
                      <a:pPr algn="ctr">
                        <a:defRPr sz="1000">
                          <a:latin typeface="Calibri"/>
                        </a:defRPr>
                      </a:pPr>
                      <a:r>
                        <a:t>10 191 105</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11 685 220</a:t>
                      </a:r>
                    </a:p>
                  </a:txBody>
                  <a:tcPr marB="0" marT="0"/>
                </a:tc>
                <a:tc>
                  <a:txBody>
                    <a:bodyPr/>
                    <a:lstStyle/>
                    <a:p>
                      <a:pPr algn="ctr">
                        <a:defRPr sz="1000">
                          <a:latin typeface="Calibri"/>
                        </a:defRPr>
                      </a:pPr>
                      <a:r>
                        <a:t>11 683 702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13 124 639</a:t>
                      </a:r>
                    </a:p>
                  </a:txBody>
                  <a:tcPr marB="0" marT="0"/>
                </a:tc>
                <a:tc>
                  <a:txBody>
                    <a:bodyPr/>
                    <a:lstStyle/>
                    <a:p>
                      <a:pPr algn="ctr">
                        <a:defRPr sz="1000">
                          <a:latin typeface="Calibri"/>
                        </a:defRPr>
                      </a:pPr>
                      <a:r>
                        <a:t>13 093 209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12 818 519</a:t>
                      </a:r>
                    </a:p>
                  </a:txBody>
                  <a:tcPr marB="0" marT="0"/>
                </a:tc>
                <a:tc>
                  <a:txBody>
                    <a:bodyPr/>
                    <a:lstStyle/>
                    <a:p>
                      <a:pPr algn="ctr">
                        <a:defRPr sz="1000">
                          <a:latin typeface="Calibri"/>
                        </a:defRPr>
                      </a:pPr>
                      <a:r>
                        <a:t>12 724 726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12 192 886</a:t>
                      </a:r>
                    </a:p>
                  </a:txBody>
                  <a:tcPr marB="0" marT="0"/>
                </a:tc>
                <a:tc>
                  <a:txBody>
                    <a:bodyPr/>
                    <a:lstStyle/>
                    <a:p>
                      <a:pPr algn="ctr">
                        <a:defRPr sz="1000">
                          <a:latin typeface="Calibri"/>
                        </a:defRPr>
                      </a:pPr>
                      <a:r>
                        <a:t>12 407 629</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6 140 136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6 149 523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1 850 150 341</a:t>
                      </a:r>
                    </a:p>
                  </a:txBody>
                  <a:tcPr marB="0" marT="0"/>
                </a:tc>
                <a:tc>
                  <a:txBody>
                    <a:bodyPr/>
                    <a:lstStyle/>
                    <a:p>
                      <a:pPr algn="ctr">
                        <a:defRPr sz="1000">
                          <a:latin typeface="Calibri"/>
                        </a:defRPr>
                      </a:pPr>
                      <a:r>
                        <a:t>1 842 806 143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2 128 404 253</a:t>
                      </a:r>
                    </a:p>
                  </a:txBody>
                  <a:tcPr marB="0" marT="0"/>
                </a:tc>
                <a:tc>
                  <a:txBody>
                    <a:bodyPr/>
                    <a:lstStyle/>
                    <a:p>
                      <a:pPr algn="ctr">
                        <a:defRPr sz="1000">
                          <a:latin typeface="Calibri"/>
                        </a:defRPr>
                      </a:pPr>
                      <a:r>
                        <a:t>2 131 067 523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2 399 467 208</a:t>
                      </a:r>
                    </a:p>
                  </a:txBody>
                  <a:tcPr marB="0" marT="0"/>
                </a:tc>
                <a:tc>
                  <a:txBody>
                    <a:bodyPr/>
                    <a:lstStyle/>
                    <a:p>
                      <a:pPr algn="ctr">
                        <a:defRPr sz="1000">
                          <a:latin typeface="Calibri"/>
                        </a:defRPr>
                      </a:pPr>
                      <a:r>
                        <a:t>2 396 970 970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2 350 698 379</a:t>
                      </a:r>
                    </a:p>
                  </a:txBody>
                  <a:tcPr marB="0" marT="0"/>
                </a:tc>
                <a:tc>
                  <a:txBody>
                    <a:bodyPr/>
                    <a:lstStyle/>
                    <a:p>
                      <a:pPr algn="ctr">
                        <a:defRPr sz="1000">
                          <a:latin typeface="Calibri"/>
                        </a:defRPr>
                      </a:pPr>
                      <a:r>
                        <a:t>2 332 727 461</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2 211 150 399</a:t>
                      </a:r>
                    </a:p>
                  </a:txBody>
                  <a:tcPr marB="0" marT="0"/>
                </a:tc>
                <a:tc>
                  <a:txBody>
                    <a:bodyPr/>
                    <a:lstStyle/>
                    <a:p>
                      <a:pPr algn="ctr">
                        <a:defRPr sz="1000">
                          <a:latin typeface="Calibri"/>
                        </a:defRPr>
                      </a:pPr>
                      <a:r>
                        <a:t>2 252 139 051</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943 950 305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945 043 075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2024 expected sales: 20.83 Mln. Packs, 4.65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18 967 326</a:t>
                      </a:r>
                    </a:p>
                  </a:txBody>
                  <a:tcPr marB="0" marT="0"/>
                </a:tc>
                <a:tc>
                  <a:txBody>
                    <a:bodyPr/>
                    <a:lstStyle/>
                    <a:p>
                      <a:pPr algn="ctr">
                        <a:defRPr sz="1000">
                          <a:latin typeface="Calibri"/>
                        </a:defRPr>
                      </a:pPr>
                      <a:r>
                        <a:t>18 998 447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19 795 544</a:t>
                      </a:r>
                    </a:p>
                  </a:txBody>
                  <a:tcPr marB="0" marT="0"/>
                </a:tc>
                <a:tc>
                  <a:txBody>
                    <a:bodyPr/>
                    <a:lstStyle/>
                    <a:p>
                      <a:pPr algn="ctr">
                        <a:defRPr sz="1000">
                          <a:latin typeface="Calibri"/>
                        </a:defRPr>
                      </a:pPr>
                      <a:r>
                        <a:t>19 930 540</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20 688 357</a:t>
                      </a:r>
                    </a:p>
                  </a:txBody>
                  <a:tcPr marB="0" marT="0"/>
                </a:tc>
                <a:tc>
                  <a:txBody>
                    <a:bodyPr/>
                    <a:lstStyle/>
                    <a:p>
                      <a:pPr algn="ctr">
                        <a:defRPr sz="1000">
                          <a:latin typeface="Calibri"/>
                        </a:defRPr>
                      </a:pPr>
                      <a:r>
                        <a:t>20 829 661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20 793 204</a:t>
                      </a:r>
                    </a:p>
                  </a:txBody>
                  <a:tcPr marB="0" marT="0"/>
                </a:tc>
                <a:tc>
                  <a:txBody>
                    <a:bodyPr/>
                    <a:lstStyle/>
                    <a:p>
                      <a:pPr algn="ctr">
                        <a:defRPr sz="1000">
                          <a:latin typeface="Calibri"/>
                        </a:defRPr>
                      </a:pPr>
                      <a:r>
                        <a:t>20 628 143</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20 909 363</a:t>
                      </a:r>
                    </a:p>
                  </a:txBody>
                  <a:tcPr marB="0" marT="0"/>
                </a:tc>
                <a:tc>
                  <a:txBody>
                    <a:bodyPr/>
                    <a:lstStyle/>
                    <a:p>
                      <a:pPr algn="ctr">
                        <a:defRPr sz="1000">
                          <a:latin typeface="Calibri"/>
                        </a:defRPr>
                      </a:pPr>
                      <a:r>
                        <a:t>20 825 653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11 129 755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11 272 696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4 257 754 357</a:t>
                      </a:r>
                    </a:p>
                  </a:txBody>
                  <a:tcPr marB="0" marT="0"/>
                </a:tc>
                <a:tc>
                  <a:txBody>
                    <a:bodyPr/>
                    <a:lstStyle/>
                    <a:p>
                      <a:pPr algn="ctr">
                        <a:defRPr sz="1000">
                          <a:latin typeface="Calibri"/>
                        </a:defRPr>
                      </a:pPr>
                      <a:r>
                        <a:t>4 263 274 604</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4 410 970 820</a:t>
                      </a:r>
                    </a:p>
                  </a:txBody>
                  <a:tcPr marB="0" marT="0"/>
                </a:tc>
                <a:tc>
                  <a:txBody>
                    <a:bodyPr/>
                    <a:lstStyle/>
                    <a:p>
                      <a:pPr algn="ctr">
                        <a:defRPr sz="1000">
                          <a:latin typeface="Calibri"/>
                        </a:defRPr>
                      </a:pPr>
                      <a:r>
                        <a:t>4 452 219 374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4 584 538 673</a:t>
                      </a:r>
                    </a:p>
                  </a:txBody>
                  <a:tcPr marB="0" marT="0"/>
                </a:tc>
                <a:tc>
                  <a:txBody>
                    <a:bodyPr/>
                    <a:lstStyle/>
                    <a:p>
                      <a:pPr algn="ctr">
                        <a:defRPr sz="1000">
                          <a:latin typeface="Calibri"/>
                        </a:defRPr>
                      </a:pPr>
                      <a:r>
                        <a:t>4 624 798 224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4 632 705 292</a:t>
                      </a:r>
                    </a:p>
                  </a:txBody>
                  <a:tcPr marB="0" marT="0"/>
                </a:tc>
                <a:tc>
                  <a:txBody>
                    <a:bodyPr/>
                    <a:lstStyle/>
                    <a:p>
                      <a:pPr algn="ctr">
                        <a:defRPr sz="1000">
                          <a:latin typeface="Calibri"/>
                        </a:defRPr>
                      </a:pPr>
                      <a:r>
                        <a:t>4 602 861 078</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4 673 232 626</a:t>
                      </a:r>
                    </a:p>
                  </a:txBody>
                  <a:tcPr marB="0" marT="0"/>
                </a:tc>
                <a:tc>
                  <a:txBody>
                    <a:bodyPr/>
                    <a:lstStyle/>
                    <a:p>
                      <a:pPr algn="ctr">
                        <a:defRPr sz="1000">
                          <a:latin typeface="Calibri"/>
                        </a:defRPr>
                      </a:pPr>
                      <a:r>
                        <a:t>4 645 186 512</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2 750 320 527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2 786 507 752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2024 expected sales: 16.92 Mln. Packs, 4.77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15 203 673</a:t>
                      </a:r>
                    </a:p>
                  </a:txBody>
                  <a:tcPr marB="0" marT="0"/>
                </a:tc>
                <a:tc>
                  <a:txBody>
                    <a:bodyPr/>
                    <a:lstStyle/>
                    <a:p>
                      <a:pPr algn="ctr">
                        <a:defRPr sz="1000">
                          <a:latin typeface="Calibri"/>
                        </a:defRPr>
                      </a:pPr>
                      <a:r>
                        <a:t>15 275 504</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16 536 016</a:t>
                      </a:r>
                    </a:p>
                  </a:txBody>
                  <a:tcPr marB="0" marT="0"/>
                </a:tc>
                <a:tc>
                  <a:txBody>
                    <a:bodyPr/>
                    <a:lstStyle/>
                    <a:p>
                      <a:pPr algn="ctr">
                        <a:defRPr sz="1000">
                          <a:latin typeface="Calibri"/>
                        </a:defRPr>
                      </a:pPr>
                      <a:r>
                        <a:t>16 535 223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17 245 209</a:t>
                      </a:r>
                    </a:p>
                  </a:txBody>
                  <a:tcPr marB="0" marT="0"/>
                </a:tc>
                <a:tc>
                  <a:txBody>
                    <a:bodyPr/>
                    <a:lstStyle/>
                    <a:p>
                      <a:pPr algn="ctr">
                        <a:defRPr sz="1000">
                          <a:latin typeface="Calibri"/>
                        </a:defRPr>
                      </a:pPr>
                      <a:r>
                        <a:t>16 988 326</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17 197 167</a:t>
                      </a:r>
                    </a:p>
                  </a:txBody>
                  <a:tcPr marB="0" marT="0"/>
                </a:tc>
                <a:tc>
                  <a:txBody>
                    <a:bodyPr/>
                    <a:lstStyle/>
                    <a:p>
                      <a:pPr algn="ctr">
                        <a:defRPr sz="1000">
                          <a:latin typeface="Calibri"/>
                        </a:defRPr>
                      </a:pPr>
                      <a:r>
                        <a:t>17 151 405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16 667 825</a:t>
                      </a:r>
                    </a:p>
                  </a:txBody>
                  <a:tcPr marB="0" marT="0"/>
                </a:tc>
                <a:tc>
                  <a:txBody>
                    <a:bodyPr/>
                    <a:lstStyle/>
                    <a:p>
                      <a:pPr algn="ctr">
                        <a:defRPr sz="1000">
                          <a:latin typeface="Calibri"/>
                        </a:defRPr>
                      </a:pPr>
                      <a:r>
                        <a:t>16 922 233</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8 554 660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8 885 643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4 293 223 015</a:t>
                      </a:r>
                    </a:p>
                  </a:txBody>
                  <a:tcPr marB="0" marT="0"/>
                </a:tc>
                <a:tc>
                  <a:txBody>
                    <a:bodyPr/>
                    <a:lstStyle/>
                    <a:p>
                      <a:pPr algn="ctr">
                        <a:defRPr sz="1000">
                          <a:latin typeface="Calibri"/>
                        </a:defRPr>
                      </a:pPr>
                      <a:r>
                        <a:t>4 313 663 057</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4 666 986 375</a:t>
                      </a:r>
                    </a:p>
                  </a:txBody>
                  <a:tcPr marB="0" marT="0"/>
                </a:tc>
                <a:tc>
                  <a:txBody>
                    <a:bodyPr/>
                    <a:lstStyle/>
                    <a:p>
                      <a:pPr algn="ctr">
                        <a:defRPr sz="1000">
                          <a:latin typeface="Calibri"/>
                        </a:defRPr>
                      </a:pPr>
                      <a:r>
                        <a:t>4 672 092 228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4 844 212 249</a:t>
                      </a:r>
                    </a:p>
                  </a:txBody>
                  <a:tcPr marB="0" marT="0"/>
                </a:tc>
                <a:tc>
                  <a:txBody>
                    <a:bodyPr/>
                    <a:lstStyle/>
                    <a:p>
                      <a:pPr algn="ctr">
                        <a:defRPr sz="1000">
                          <a:latin typeface="Calibri"/>
                        </a:defRPr>
                      </a:pPr>
                      <a:r>
                        <a:t>4 772 298 060</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4 855 108 428</a:t>
                      </a:r>
                    </a:p>
                  </a:txBody>
                  <a:tcPr marB="0" marT="0"/>
                </a:tc>
                <a:tc>
                  <a:txBody>
                    <a:bodyPr/>
                    <a:lstStyle/>
                    <a:p>
                      <a:pPr algn="ctr">
                        <a:defRPr sz="1000">
                          <a:latin typeface="Calibri"/>
                        </a:defRPr>
                      </a:pPr>
                      <a:r>
                        <a:t>4 848 699 941</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4 703 477 648</a:t>
                      </a:r>
                    </a:p>
                  </a:txBody>
                  <a:tcPr marB="0" marT="0"/>
                </a:tc>
                <a:tc>
                  <a:txBody>
                    <a:bodyPr/>
                    <a:lstStyle/>
                    <a:p>
                      <a:pPr algn="ctr">
                        <a:defRPr sz="1000">
                          <a:latin typeface="Calibri"/>
                        </a:defRPr>
                      </a:pPr>
                      <a:r>
                        <a:t>4 769 323 078</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2 603 199 404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2 705 461 880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2024 expected sales: 15.16 Mln. Packs, 3.09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13 548 633</a:t>
                      </a:r>
                    </a:p>
                  </a:txBody>
                  <a:tcPr marB="0" marT="0"/>
                </a:tc>
                <a:tc>
                  <a:txBody>
                    <a:bodyPr/>
                    <a:lstStyle/>
                    <a:p>
                      <a:pPr algn="ctr">
                        <a:defRPr sz="1000">
                          <a:latin typeface="Calibri"/>
                        </a:defRPr>
                      </a:pPr>
                      <a:r>
                        <a:t>13 310 827</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14 723 358</a:t>
                      </a:r>
                    </a:p>
                  </a:txBody>
                  <a:tcPr marB="0" marT="0"/>
                </a:tc>
                <a:tc>
                  <a:txBody>
                    <a:bodyPr/>
                    <a:lstStyle/>
                    <a:p>
                      <a:pPr algn="ctr">
                        <a:defRPr sz="1000">
                          <a:latin typeface="Calibri"/>
                        </a:defRPr>
                      </a:pPr>
                      <a:r>
                        <a:t>14 657 752</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15 247 665</a:t>
                      </a:r>
                    </a:p>
                  </a:txBody>
                  <a:tcPr marB="0" marT="0"/>
                </a:tc>
                <a:tc>
                  <a:txBody>
                    <a:bodyPr/>
                    <a:lstStyle/>
                    <a:p>
                      <a:pPr algn="ctr">
                        <a:defRPr sz="1000">
                          <a:latin typeface="Calibri"/>
                        </a:defRPr>
                      </a:pPr>
                      <a:r>
                        <a:t>15 354 913</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15 392 938</a:t>
                      </a:r>
                    </a:p>
                  </a:txBody>
                  <a:tcPr marB="0" marT="0"/>
                </a:tc>
                <a:tc>
                  <a:txBody>
                    <a:bodyPr/>
                    <a:lstStyle/>
                    <a:p>
                      <a:pPr algn="ctr">
                        <a:defRPr sz="1000">
                          <a:latin typeface="Calibri"/>
                        </a:defRPr>
                      </a:pPr>
                      <a:r>
                        <a:t>15 405 010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14 925 351</a:t>
                      </a:r>
                    </a:p>
                  </a:txBody>
                  <a:tcPr marB="0" marT="0"/>
                </a:tc>
                <a:tc>
                  <a:txBody>
                    <a:bodyPr/>
                    <a:lstStyle/>
                    <a:p>
                      <a:pPr algn="ctr">
                        <a:defRPr sz="1000">
                          <a:latin typeface="Calibri"/>
                        </a:defRPr>
                      </a:pPr>
                      <a:r>
                        <a:t>15 156 169</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8 527 262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8 554 959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2 778 401 006</a:t>
                      </a:r>
                    </a:p>
                  </a:txBody>
                  <a:tcPr marB="0" marT="0"/>
                </a:tc>
                <a:tc>
                  <a:txBody>
                    <a:bodyPr/>
                    <a:lstStyle/>
                    <a:p>
                      <a:pPr algn="ctr">
                        <a:defRPr sz="1000">
                          <a:latin typeface="Calibri"/>
                        </a:defRPr>
                      </a:pPr>
                      <a:r>
                        <a:t>2 728 442 356</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3 004 317 175</a:t>
                      </a:r>
                    </a:p>
                  </a:txBody>
                  <a:tcPr marB="0" marT="0"/>
                </a:tc>
                <a:tc>
                  <a:txBody>
                    <a:bodyPr/>
                    <a:lstStyle/>
                    <a:p>
                      <a:pPr algn="ctr">
                        <a:defRPr sz="1000">
                          <a:latin typeface="Calibri"/>
                        </a:defRPr>
                      </a:pPr>
                      <a:r>
                        <a:t>2 983 881 906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3 075 051 767</a:t>
                      </a:r>
                    </a:p>
                  </a:txBody>
                  <a:tcPr marB="0" marT="0"/>
                </a:tc>
                <a:tc>
                  <a:txBody>
                    <a:bodyPr/>
                    <a:lstStyle/>
                    <a:p>
                      <a:pPr algn="ctr">
                        <a:defRPr sz="1000">
                          <a:latin typeface="Calibri"/>
                        </a:defRPr>
                      </a:pPr>
                      <a:r>
                        <a:t>3 099 654 094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3 106 348 569</a:t>
                      </a:r>
                    </a:p>
                  </a:txBody>
                  <a:tcPr marB="0" marT="0"/>
                </a:tc>
                <a:tc>
                  <a:txBody>
                    <a:bodyPr/>
                    <a:lstStyle/>
                    <a:p>
                      <a:pPr algn="ctr">
                        <a:defRPr sz="1000">
                          <a:latin typeface="Calibri"/>
                        </a:defRPr>
                      </a:pPr>
                      <a:r>
                        <a:t>3 109 041 350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3 040 573 432</a:t>
                      </a:r>
                    </a:p>
                  </a:txBody>
                  <a:tcPr marB="0" marT="0"/>
                </a:tc>
                <a:tc>
                  <a:txBody>
                    <a:bodyPr/>
                    <a:lstStyle/>
                    <a:p>
                      <a:pPr algn="ctr">
                        <a:defRPr sz="1000">
                          <a:latin typeface="Calibri"/>
                        </a:defRPr>
                      </a:pPr>
                      <a:r>
                        <a:t>3 089 583 935</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1 944 974 460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1 951 493 930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4898580"/>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bdg_brnd_dgt_display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PR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a:t>
                      </a:r>
                    </a:p>
                  </a:txBody>
                  <a:tcPr/>
                </a:tc>
                <a:tc>
                  <a:txBody>
                    <a:bodyPr/>
                    <a:lstStyle/>
                    <a:p>
                      <a:pPr algn="ctr">
                        <a:defRPr sz="1000">
                          <a:latin typeface="Calibri"/>
                        </a:defRPr>
                      </a:pPr>
                      <a:r>
                        <a:t>10.0</a:t>
                      </a:r>
                    </a:p>
                  </a:txBody>
                  <a:tcPr/>
                </a:tc>
              </a:tr>
              <a:tr h="244929">
                <a:tc>
                  <a:txBody>
                    <a:bodyPr/>
                    <a:lstStyle/>
                    <a:p>
                      <a:pPr algn="ctr">
                        <a:defRPr sz="1000">
                          <a:latin typeface="Calibri"/>
                        </a:defRPr>
                      </a:pPr>
                      <a:r>
                        <a:t>bdg_reg_dgt_perform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a:t>
                      </a:r>
                    </a:p>
                  </a:txBody>
                  <a:tcPr/>
                </a:tc>
                <a:tc>
                  <a:txBody>
                    <a:bodyPr/>
                    <a:lstStyle/>
                    <a:p>
                      <a:pPr algn="ctr">
                        <a:defRPr sz="1000">
                          <a:latin typeface="Calibri"/>
                        </a:defRPr>
                      </a:pPr>
                      <a:r>
                        <a:t>10.0</a:t>
                      </a:r>
                    </a:p>
                  </a:txBody>
                  <a:tcPr/>
                </a:tc>
              </a:tr>
              <a:tr h="244929">
                <a:tc>
                  <a:txBody>
                    <a:bodyPr/>
                    <a:lstStyle/>
                    <a:p>
                      <a:pPr algn="ctr">
                        <a:defRPr sz="1000">
                          <a:latin typeface="Calibri"/>
                        </a:defRPr>
                      </a:pPr>
                      <a:r>
                        <a:t>bdg_reg_dgt_special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a:t>
                      </a:r>
                    </a:p>
                  </a:txBody>
                  <a:tcPr/>
                </a:tc>
                <a:tc>
                  <a:txBody>
                    <a:bodyPr/>
                    <a:lstStyle/>
                    <a:p>
                      <a:pPr algn="ctr">
                        <a:defRPr sz="1000">
                          <a:latin typeface="Calibri"/>
                        </a:defRPr>
                      </a:pPr>
                      <a:r>
                        <a:t>10.0</a:t>
                      </a:r>
                    </a:p>
                  </a:txBody>
                  <a:tcPr/>
                </a:tc>
              </a:tr>
              <a:tr h="244929">
                <a:tc>
                  <a:txBody>
                    <a:bodyPr/>
                    <a:lstStyle/>
                    <a:p>
                      <a:pPr algn="ctr">
                        <a:defRPr sz="1000">
                          <a:latin typeface="Calibri"/>
                        </a:defRPr>
                      </a:pPr>
                      <a:r>
                        <a:t>bdg_reg_dgt_video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Reg 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25</a:t>
                      </a:r>
                    </a:p>
                  </a:txBody>
                  <a:tcPr/>
                </a:tc>
                <a:tc>
                  <a:txBody>
                    <a:bodyPr/>
                    <a:lstStyle/>
                    <a:p>
                      <a:pPr algn="ctr">
                        <a:defRPr sz="1000">
                          <a:latin typeface="Calibri"/>
                        </a:defRPr>
                      </a:pPr>
                      <a:r>
                        <a:t>125.0</a:t>
                      </a:r>
                    </a:p>
                  </a:txBody>
                  <a:tcPr/>
                </a:tc>
              </a:tr>
              <a:tr h="244929">
                <a:tc>
                  <a:txBody>
                    <a:bodyPr/>
                    <a:lstStyle/>
                    <a:p>
                      <a:pPr algn="ctr">
                        <a:defRPr sz="1000">
                          <a:latin typeface="Calibri"/>
                        </a:defRPr>
                      </a:pPr>
                      <a:r>
                        <a:t>nobdg_price_index</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256</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1280.0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7157593"/>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8 100 940</a:t>
                      </a:r>
                    </a:p>
                  </a:txBody>
                  <a:tcPr/>
                </a:tc>
                <a:tc>
                  <a:txBody>
                    <a:bodyPr/>
                    <a:lstStyle/>
                    <a:p>
                      <a:pPr algn="ctr">
                        <a:defRPr sz="1000">
                          <a:latin typeface="Calibri"/>
                        </a:defRPr>
                      </a:pPr>
                      <a:r>
                        <a:t>39 611 041</a:t>
                      </a:r>
                    </a:p>
                  </a:txBody>
                  <a:tcPr/>
                </a:tc>
                <a:tc>
                  <a:txBody>
                    <a:bodyPr/>
                    <a:lstStyle/>
                    <a:p>
                      <a:pPr algn="ctr">
                        <a:defRPr sz="1000">
                          <a:latin typeface="Calibri"/>
                        </a:defRPr>
                      </a:pPr>
                      <a:r>
                        <a:t>11 312 645</a:t>
                      </a:r>
                    </a:p>
                  </a:txBody>
                  <a:tcPr/>
                </a:tc>
                <a:tc>
                  <a:txBody>
                    <a:bodyPr/>
                    <a:lstStyle/>
                    <a:p>
                      <a:pPr algn="ctr">
                        <a:defRPr sz="1000">
                          <a:latin typeface="Calibri"/>
                        </a:defRPr>
                      </a:pPr>
                      <a:r>
                        <a:t>49 848 737</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1 458 042 681</a:t>
                      </a:r>
                    </a:p>
                  </a:txBody>
                  <a:tcPr/>
                </a:tc>
                <a:tc>
                  <a:txBody>
                    <a:bodyPr/>
                    <a:lstStyle/>
                    <a:p>
                      <a:pPr algn="ctr">
                        <a:defRPr sz="1000">
                          <a:latin typeface="Calibri"/>
                        </a:defRPr>
                      </a:pPr>
                      <a:r>
                        <a:t>7 186 011 523</a:t>
                      </a:r>
                    </a:p>
                  </a:txBody>
                  <a:tcPr/>
                </a:tc>
                <a:tc>
                  <a:txBody>
                    <a:bodyPr/>
                    <a:lstStyle/>
                    <a:p>
                      <a:pPr algn="ctr">
                        <a:defRPr sz="1000">
                          <a:latin typeface="Calibri"/>
                        </a:defRPr>
                      </a:pPr>
                      <a:r>
                        <a:t>2 057 288 896</a:t>
                      </a:r>
                    </a:p>
                  </a:txBody>
                  <a:tcPr/>
                </a:tc>
                <a:tc>
                  <a:txBody>
                    <a:bodyPr/>
                    <a:lstStyle/>
                    <a:p>
                      <a:pPr algn="ctr">
                        <a:defRPr sz="1000">
                          <a:latin typeface="Calibri"/>
                        </a:defRPr>
                      </a:pPr>
                      <a:r>
                        <a:t>9 085 217 355</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599 246 215</a:t>
                      </a:r>
                    </a:p>
                  </a:txBody>
                  <a:tcPr/>
                </a:tc>
                <a:tc>
                  <a:txBody>
                    <a:bodyPr/>
                    <a:lstStyle/>
                    <a:p>
                      <a:pPr algn="ctr">
                        <a:defRPr sz="1000">
                          <a:latin typeface="Calibri"/>
                        </a:defRPr>
                      </a:pPr>
                      <a:r>
                        <a:t>1 899 205 832</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343 246 215</a:t>
                      </a:r>
                    </a:p>
                  </a:txBody>
                  <a:tcPr/>
                </a:tc>
                <a:tc>
                  <a:txBody>
                    <a:bodyPr/>
                    <a:lstStyle/>
                    <a:p>
                      <a:pPr algn="ctr">
                        <a:defRPr sz="1000">
                          <a:latin typeface="Calibri"/>
                        </a:defRPr>
                      </a:pPr>
                      <a:r>
                        <a:t>619 205 832</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2.34</a:t>
                      </a:r>
                    </a:p>
                  </a:txBody>
                  <a:tcPr/>
                </a:tc>
                <a:tc>
                  <a:txBody>
                    <a:bodyPr/>
                    <a:lstStyle/>
                    <a:p>
                      <a:pPr algn="ctr">
                        <a:defRPr sz="1000">
                          <a:latin typeface="Calibri"/>
                        </a:defRPr>
                      </a:pPr>
                      <a:r>
                        <a:t>1.48</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-39.27%</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-40.61%</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-15.20%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-25.27%</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