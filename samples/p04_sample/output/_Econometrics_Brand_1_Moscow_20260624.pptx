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931" r:id="rId1"/>
  </p:sldMasterIdLst>
  <p:notesMasterIdLst>
    <p:notesMasterId r:id="rId3"/>
  </p:notesMasterIdLst>
  <p:handoutMasterIdLst>
    <p:handoutMasterId r:id="rId4"/>
  </p:handoutMasterIdLst>
  <p:sldIdLst>
    <p:sldId id="576" r:id="rId2"/>
    <p:sldId id="577" r:id="rId19"/>
    <p:sldId id="578" r:id="rId20"/>
    <p:sldId id="579" r:id="rId21"/>
    <p:sldId id="580" r:id="rId22"/>
    <p:sldId id="581" r:id="rId23"/>
    <p:sldId id="582" r:id="rId24"/>
    <p:sldId id="583" r:id="rId25"/>
    <p:sldId id="584" r:id="rId26"/>
    <p:sldId id="585" r:id="rId27"/>
    <p:sldId id="586" r:id="rId28"/>
    <p:sldId id="587" r:id="rId29"/>
    <p:sldId id="588" r:id="rId30"/>
    <p:sldId id="589" r:id="rId31"/>
    <p:sldId id="590" r:id="rId32"/>
    <p:sldId id="591" r:id="rId33"/>
    <p:sldId id="592" r:id="rId34"/>
    <p:sldId id="593" r:id="rId35"/>
    <p:sldId id="594" r:id="rId36"/>
  </p:sldIdLst>
  <p:sldSz cx="12192000" cy="6858000"/>
  <p:notesSz cx="6858000" cy="9144000"/>
  <p:embeddedFontLst>
    <p:embeddedFont>
      <p:font typeface="Calibri" panose="020F0502020204030204" pitchFamily="34" charset="0"/>
      <p:regular r:id="rId5"/>
      <p:bold r:id="rId6"/>
      <p:italic r:id="rId7"/>
      <p:boldItalic r:id="rId8"/>
    </p:embeddedFont>
    <p:embeddedFont>
      <p:font typeface="Verdana" panose="020B0604030504040204" pitchFamily="34" charset="0"/>
      <p:regular r:id="rId9"/>
      <p:bold r:id="rId10"/>
      <p:italic r:id="rId11"/>
      <p:boldItalic r:id="rId12"/>
    </p:embeddedFont>
    <p:embeddedFont>
      <p:font typeface="Ony Okkam" panose="00000500000000000000" pitchFamily="2" charset="-52"/>
      <p:regular r:id="rId1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951" userDrawn="1">
          <p15:clr>
            <a:srgbClr val="A4A3A4"/>
          </p15:clr>
        </p15:guide>
        <p15:guide id="3" orient="horz" pos="132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1D28051-6AD2-7CB4-B1E4-DA027CD99339}" name="Arkhipov Dmitrii" initials="" userId="S::Dmitrii.Arkhipov@okkam.ru::4cb249b1-51a9-4135-a203-1f644f52fb62" providerId="AD"/>
  <p188:author id="{552E7C6B-ECB8-E897-D771-AE427E643DF0}" name="Rodion Shevelkin" initials="RS" userId="Rodion Shevelk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6327"/>
  </p:normalViewPr>
  <p:slideViewPr>
    <p:cSldViewPr snapToGrid="0">
      <p:cViewPr varScale="1">
        <p:scale>
          <a:sx n="115" d="100"/>
          <a:sy n="115" d="100"/>
        </p:scale>
        <p:origin x="450" y="108"/>
      </p:cViewPr>
      <p:guideLst>
        <p:guide pos="4951"/>
        <p:guide orient="horz" pos="1321"/>
      </p:guideLst>
    </p:cSldViewPr>
  </p:slideViewPr>
  <p:notesTextViewPr>
    <p:cViewPr>
      <p:scale>
        <a:sx n="1" d="1"/>
        <a:sy n="1" d="1"/>
      </p:scale>
      <p:origin x="0" y="0"/>
    </p:cViewPr>
  </p:notesTextViewPr>
  <p:notesViewPr>
    <p:cSldViewPr snapToGrid="0" showGuides="1">
      <p:cViewPr varScale="1">
        <p:scale>
          <a:sx n="137" d="100"/>
          <a:sy n="137" d="100"/>
        </p:scale>
        <p:origin x="522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4712132.0</c:v>
                </c:pt>
                <c:pt idx="1">
                  <c:v>4910783.0</c:v>
                </c:pt>
                <c:pt idx="2">
                  <c:v>5993918.0</c:v>
                </c:pt>
                <c:pt idx="3">
                  <c:v>5561784.0</c:v>
                </c:pt>
                <c:pt idx="4">
                  <c:v>4829988.0</c:v>
                </c:pt>
                <c:pt idx="5">
                  <c:v>5350766.0</c:v>
                </c:pt>
                <c:pt idx="6">
                  <c:v>4037943.0</c:v>
                </c:pt>
                <c:pt idx="7">
                  <c:v>4951444.0</c:v>
                </c:pt>
                <c:pt idx="8">
                  <c:v>3941950.0</c:v>
                </c:pt>
                <c:pt idx="9">
                  <c:v>4224780.0</c:v>
                </c:pt>
                <c:pt idx="10">
                  <c:v>5352935.0</c:v>
                </c:pt>
                <c:pt idx="11">
                  <c:v>4104025.0</c:v>
                </c:pt>
                <c:pt idx="12">
                  <c:v>5155743.0</c:v>
                </c:pt>
                <c:pt idx="13">
                  <c:v>4931502.0</c:v>
                </c:pt>
                <c:pt idx="14">
                  <c:v>6603864.0</c:v>
                </c:pt>
                <c:pt idx="15">
                  <c:v>5304051.0</c:v>
                </c:pt>
                <c:pt idx="16">
                  <c:v>6301571.0</c:v>
                </c:pt>
                <c:pt idx="17">
                  <c:v>4738622.0</c:v>
                </c:pt>
                <c:pt idx="18">
                  <c:v>4876466.0</c:v>
                </c:pt>
                <c:pt idx="19">
                  <c:v>5479178.0</c:v>
                </c:pt>
                <c:pt idx="20">
                  <c:v>4110193.0</c:v>
                </c:pt>
                <c:pt idx="21">
                  <c:v>4767842.0</c:v>
                </c:pt>
                <c:pt idx="22">
                  <c:v>5982965.0</c:v>
                </c:pt>
                <c:pt idx="23">
                  <c:v>4488141.0</c:v>
                </c:pt>
                <c:pt idx="24">
                  <c:v>6375464.0</c:v>
                </c:pt>
                <c:pt idx="25">
                  <c:v>5275483.0</c:v>
                </c:pt>
                <c:pt idx="26">
                  <c:v>5644690.0</c:v>
                </c:pt>
                <c:pt idx="27">
                  <c:v>5164522.0</c:v>
                </c:pt>
                <c:pt idx="28">
                  <c:v>6034999.0</c:v>
                </c:pt>
                <c:pt idx="29">
                  <c:v>5311601.0</c:v>
                </c:pt>
                <c:pt idx="30">
                  <c:v>4916314.0</c:v>
                </c:pt>
                <c:pt idx="31">
                  <c:v>6321204.0</c:v>
                </c:pt>
                <c:pt idx="32">
                  <c:v>4778557.0</c:v>
                </c:pt>
                <c:pt idx="33">
                  <c:v>6128889.0</c:v>
                </c:pt>
                <c:pt idx="34">
                  <c:v>5236071.0</c:v>
                </c:pt>
                <c:pt idx="35">
                  <c:v>5118076.0</c:v>
                </c:pt>
                <c:pt idx="36">
                  <c:v>6702048.0</c:v>
                </c:pt>
                <c:pt idx="37">
                  <c:v>5418387.0</c:v>
                </c:pt>
                <c:pt idx="38">
                  <c:v>6022100.0</c:v>
                </c:pt>
                <c:pt idx="39">
                  <c:v>5135873.0</c:v>
                </c:pt>
                <c:pt idx="40">
                  <c:v>6405720.0</c:v>
                </c:pt>
                <c:pt idx="41">
                  <c:v>5113923.0</c:v>
                </c:pt>
                <c:pt idx="42">
                  <c:v>6138888.0</c:v>
                </c:pt>
                <c:pt idx="43">
                  <c:v>5096918.0</c:v>
                </c:pt>
                <c:pt idx="44">
                  <c:v>4621944.0</c:v>
                </c:pt>
                <c:pt idx="45">
                  <c:v>5985182.0</c:v>
                </c:pt>
                <c:pt idx="46">
                  <c:v>4991302.0</c:v>
                </c:pt>
                <c:pt idx="47">
                  <c:v>4569543.0</c:v>
                </c:pt>
                <c:pt idx="48">
                  <c:v>6262507.0</c:v>
                </c:pt>
                <c:pt idx="49">
                  <c:v>5462396.0</c:v>
                </c:pt>
                <c:pt idx="50">
                  <c:v>5287422.0</c:v>
                </c:pt>
                <c:pt idx="51">
                  <c:v>6542180.0</c:v>
                </c:pt>
                <c:pt idx="52">
                  <c:v>5323723.0</c:v>
                </c:pt>
                <c:pt idx="53">
                  <c:v>5407666.0</c:v>
                </c:pt>
                <c:pt idx="54">
                  <c:v>5907145.0</c:v>
                </c:pt>
                <c:pt idx="55">
                  <c:v>4543797.0</c:v>
                </c:pt>
                <c:pt idx="56">
                  <c:v>4978248.0</c:v>
                </c:pt>
                <c:pt idx="57">
                  <c:v>4263725.0</c:v>
                </c:pt>
                <c:pt idx="58">
                  <c:v>4309773.0</c:v>
                </c:pt>
                <c:pt idx="59">
                  <c:v>5147605.0</c:v>
                </c:pt>
                <c:pt idx="60">
                  <c:v>1259238.0</c:v>
                </c:pt>
                <c:pt idx="61">
                  <c:v>6124295.0</c:v>
                </c:pt>
                <c:pt idx="62">
                  <c:v>5682604.0</c:v>
                </c:pt>
                <c:pt idx="63">
                  <c:v>7438181.0</c:v>
                </c:pt>
                <c:pt idx="64">
                  <c:v>5636671.0</c:v>
                </c:pt>
                <c:pt idx="65">
                  <c:v>5021537.0</c:v>
                </c:pt>
                <c:pt idx="66">
                  <c:v>4448525.0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4635141.3325152015</c:v>
                </c:pt>
                <c:pt idx="1">
                  <c:v>4779263.684044226</c:v>
                </c:pt>
                <c:pt idx="2">
                  <c:v>5955835.881805468</c:v>
                </c:pt>
                <c:pt idx="3">
                  <c:v>5502147.620612307</c:v>
                </c:pt>
                <c:pt idx="4">
                  <c:v>4788106.246465844</c:v>
                </c:pt>
                <c:pt idx="5">
                  <c:v>5423399.481228524</c:v>
                </c:pt>
                <c:pt idx="6">
                  <c:v>3914135.197766097</c:v>
                </c:pt>
                <c:pt idx="7">
                  <c:v>4927227.560213864</c:v>
                </c:pt>
                <c:pt idx="8">
                  <c:v>3915103.3982772497</c:v>
                </c:pt>
                <c:pt idx="9">
                  <c:v>4312988.147567123</c:v>
                </c:pt>
                <c:pt idx="10">
                  <c:v>5414734.554951358</c:v>
                </c:pt>
                <c:pt idx="11">
                  <c:v>4207799.67589067</c:v>
                </c:pt>
                <c:pt idx="12">
                  <c:v>5171452.723604194</c:v>
                </c:pt>
                <c:pt idx="13">
                  <c:v>4847814.086964558</c:v>
                </c:pt>
                <c:pt idx="14">
                  <c:v>6588325.23165976</c:v>
                </c:pt>
                <c:pt idx="15">
                  <c:v>5319961.386315755</c:v>
                </c:pt>
                <c:pt idx="16">
                  <c:v>6517826.280312289</c:v>
                </c:pt>
                <c:pt idx="17">
                  <c:v>4727293.436731322</c:v>
                </c:pt>
                <c:pt idx="18">
                  <c:v>4841024.064448036</c:v>
                </c:pt>
                <c:pt idx="19">
                  <c:v>5419117.412781924</c:v>
                </c:pt>
                <c:pt idx="20">
                  <c:v>4165319.0898412373</c:v>
                </c:pt>
                <c:pt idx="21">
                  <c:v>4778094.118672427</c:v>
                </c:pt>
                <c:pt idx="22">
                  <c:v>5900801.5223166915</c:v>
                </c:pt>
                <c:pt idx="23">
                  <c:v>4530187.158272215</c:v>
                </c:pt>
                <c:pt idx="24">
                  <c:v>6202685.503125952</c:v>
                </c:pt>
                <c:pt idx="25">
                  <c:v>5347534.10964453</c:v>
                </c:pt>
                <c:pt idx="26">
                  <c:v>5600453.876982732</c:v>
                </c:pt>
                <c:pt idx="27">
                  <c:v>5155870.571868451</c:v>
                </c:pt>
                <c:pt idx="28">
                  <c:v>6217030.442580895</c:v>
                </c:pt>
                <c:pt idx="29">
                  <c:v>5316202.268803554</c:v>
                </c:pt>
                <c:pt idx="30">
                  <c:v>4913792.285738577</c:v>
                </c:pt>
                <c:pt idx="31">
                  <c:v>6323483.85353042</c:v>
                </c:pt>
                <c:pt idx="32">
                  <c:v>4767300.871866544</c:v>
                </c:pt>
                <c:pt idx="33">
                  <c:v>5918519.69836876</c:v>
                </c:pt>
                <c:pt idx="34">
                  <c:v>5197271.593386248</c:v>
                </c:pt>
                <c:pt idx="35">
                  <c:v>5305963.41910298</c:v>
                </c:pt>
                <c:pt idx="36">
                  <c:v>6699046.647147422</c:v>
                </c:pt>
                <c:pt idx="37">
                  <c:v>5413232.916822369</c:v>
                </c:pt>
                <c:pt idx="38">
                  <c:v>6044383.526925347</c:v>
                </c:pt>
                <c:pt idx="39">
                  <c:v>5153341.537902012</c:v>
                </c:pt>
                <c:pt idx="40">
                  <c:v>6379175.079826277</c:v>
                </c:pt>
                <c:pt idx="41">
                  <c:v>5138815.670484937</c:v>
                </c:pt>
                <c:pt idx="42">
                  <c:v>6224149.13641457</c:v>
                </c:pt>
                <c:pt idx="43">
                  <c:v>5004236.0271339</c:v>
                </c:pt>
                <c:pt idx="44">
                  <c:v>4500390.350808317</c:v>
                </c:pt>
                <c:pt idx="45">
                  <c:v>5975100.822691282</c:v>
                </c:pt>
                <c:pt idx="46">
                  <c:v>4859322.220305775</c:v>
                </c:pt>
                <c:pt idx="47">
                  <c:v>4518089.99841644</c:v>
                </c:pt>
                <c:pt idx="48">
                  <c:v>6333411.854798856</c:v>
                </c:pt>
                <c:pt idx="49">
                  <c:v>5315202.973985737</c:v>
                </c:pt>
                <c:pt idx="50">
                  <c:v>5373867.662285026</c:v>
                </c:pt>
                <c:pt idx="51">
                  <c:v>6495400.868111036</c:v>
                </c:pt>
                <c:pt idx="52">
                  <c:v>5409990.413522638</c:v>
                </c:pt>
                <c:pt idx="53">
                  <c:v>5422150.079964811</c:v>
                </c:pt>
                <c:pt idx="54">
                  <c:v>5976769.420370536</c:v>
                </c:pt>
                <c:pt idx="55">
                  <c:v>4568889.570997041</c:v>
                </c:pt>
                <c:pt idx="56">
                  <c:v>5094765.115680725</c:v>
                </c:pt>
                <c:pt idx="57">
                  <c:v>4317715.155593251</c:v>
                </c:pt>
                <c:pt idx="58">
                  <c:v>4410615.795134308</c:v>
                </c:pt>
                <c:pt idx="59">
                  <c:v>5311369.0195481945</c:v>
                </c:pt>
                <c:pt idx="60">
                  <c:v>1281536.321943415</c:v>
                </c:pt>
                <c:pt idx="61">
                  <c:v>6205527.271615969</c:v>
                </c:pt>
                <c:pt idx="62">
                  <c:v>5839963.570645052</c:v>
                </c:pt>
                <c:pt idx="63">
                  <c:v>7521462.532338972</c:v>
                </c:pt>
                <c:pt idx="64">
                  <c:v>5708361.266487631</c:v>
                </c:pt>
                <c:pt idx="65">
                  <c:v>5135068.585371682</c:v>
                </c:pt>
                <c:pt idx="66">
                  <c:v>4452437.389413204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9025755.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1115827684.57</c:v>
                </c:pt>
                <c:pt idx="1">
                  <c:v>1214264379.29</c:v>
                </c:pt>
                <c:pt idx="2">
                  <c:v>1515872103.53</c:v>
                </c:pt>
                <c:pt idx="3">
                  <c:v>1381338119.72</c:v>
                </c:pt>
                <c:pt idx="4">
                  <c:v>1164771707.59</c:v>
                </c:pt>
                <c:pt idx="5">
                  <c:v>1201389019.01</c:v>
                </c:pt>
                <c:pt idx="6">
                  <c:v>858454966.79</c:v>
                </c:pt>
                <c:pt idx="7">
                  <c:v>1000256616.86</c:v>
                </c:pt>
                <c:pt idx="8">
                  <c:v>802971272.07</c:v>
                </c:pt>
                <c:pt idx="9">
                  <c:v>860755874.84</c:v>
                </c:pt>
                <c:pt idx="10">
                  <c:v>1136392682.58</c:v>
                </c:pt>
                <c:pt idx="11">
                  <c:v>927234291.44</c:v>
                </c:pt>
                <c:pt idx="12">
                  <c:v>1207178019.91</c:v>
                </c:pt>
                <c:pt idx="13">
                  <c:v>1227550387.56</c:v>
                </c:pt>
                <c:pt idx="14">
                  <c:v>1651981494.63</c:v>
                </c:pt>
                <c:pt idx="15">
                  <c:v>1315586053.58</c:v>
                </c:pt>
                <c:pt idx="16">
                  <c:v>1498733972.85</c:v>
                </c:pt>
                <c:pt idx="17">
                  <c:v>1070736768.89</c:v>
                </c:pt>
                <c:pt idx="18">
                  <c:v>1028136048.79</c:v>
                </c:pt>
                <c:pt idx="19">
                  <c:v>1116952422.26</c:v>
                </c:pt>
                <c:pt idx="20">
                  <c:v>827637030.6899999</c:v>
                </c:pt>
                <c:pt idx="21">
                  <c:v>981388140.36</c:v>
                </c:pt>
                <c:pt idx="22">
                  <c:v>1268096786.43</c:v>
                </c:pt>
                <c:pt idx="23">
                  <c:v>1016701496.94</c:v>
                </c:pt>
                <c:pt idx="24">
                  <c:v>1513089003.6100001</c:v>
                </c:pt>
                <c:pt idx="25">
                  <c:v>1292395468.82</c:v>
                </c:pt>
                <c:pt idx="26">
                  <c:v>1417946756.55</c:v>
                </c:pt>
                <c:pt idx="27">
                  <c:v>1287599444.58</c:v>
                </c:pt>
                <c:pt idx="28">
                  <c:v>1437123997.55</c:v>
                </c:pt>
                <c:pt idx="29">
                  <c:v>1166527610.3</c:v>
                </c:pt>
                <c:pt idx="30">
                  <c:v>1026145462.4499999</c:v>
                </c:pt>
                <c:pt idx="31">
                  <c:v>1285291500.9</c:v>
                </c:pt>
                <c:pt idx="32">
                  <c:v>943892585.72</c:v>
                </c:pt>
                <c:pt idx="33">
                  <c:v>1244390710.1</c:v>
                </c:pt>
                <c:pt idx="34">
                  <c:v>1115057469.21</c:v>
                </c:pt>
                <c:pt idx="35">
                  <c:v>1173809887.31</c:v>
                </c:pt>
                <c:pt idx="36">
                  <c:v>1580068780.9</c:v>
                </c:pt>
                <c:pt idx="37">
                  <c:v>1341031480.48</c:v>
                </c:pt>
                <c:pt idx="38">
                  <c:v>1500447280.84</c:v>
                </c:pt>
                <c:pt idx="39">
                  <c:v>1282287918.78</c:v>
                </c:pt>
                <c:pt idx="40">
                  <c:v>1536547739.54</c:v>
                </c:pt>
                <c:pt idx="41">
                  <c:v>1131204310.1</c:v>
                </c:pt>
                <c:pt idx="42">
                  <c:v>1284359003.56</c:v>
                </c:pt>
                <c:pt idx="43">
                  <c:v>1024981272.09</c:v>
                </c:pt>
                <c:pt idx="44">
                  <c:v>940847554.6</c:v>
                </c:pt>
                <c:pt idx="45">
                  <c:v>1232251583.02</c:v>
                </c:pt>
                <c:pt idx="46">
                  <c:v>1055729495.9</c:v>
                </c:pt>
                <c:pt idx="47">
                  <c:v>1035104248.6800001</c:v>
                </c:pt>
                <c:pt idx="48">
                  <c:v>1493922631.56</c:v>
                </c:pt>
                <c:pt idx="49">
                  <c:v>1353334920.39</c:v>
                </c:pt>
                <c:pt idx="50">
                  <c:v>1309793021.27</c:v>
                </c:pt>
                <c:pt idx="51">
                  <c:v>1640268907.3899999</c:v>
                </c:pt>
                <c:pt idx="52">
                  <c:v>1243899364.53</c:v>
                </c:pt>
                <c:pt idx="53">
                  <c:v>1202359069.21</c:v>
                </c:pt>
                <c:pt idx="54">
                  <c:v>1223737798.97</c:v>
                </c:pt>
                <c:pt idx="55">
                  <c:v>907302089.8199999</c:v>
                </c:pt>
                <c:pt idx="56">
                  <c:v>1007181557.02</c:v>
                </c:pt>
                <c:pt idx="57">
                  <c:v>864194614.38</c:v>
                </c:pt>
                <c:pt idx="58">
                  <c:v>930678372.85</c:v>
                </c:pt>
                <c:pt idx="59">
                  <c:v>1154096778.3899999</c:v>
                </c:pt>
                <c:pt idx="60">
                  <c:v>297664978.61</c:v>
                </c:pt>
                <c:pt idx="61">
                  <c:v>1443392792.55</c:v>
                </c:pt>
                <c:pt idx="62">
                  <c:v>1386176546.6299999</c:v>
                </c:pt>
                <c:pt idx="63">
                  <c:v>1841764772.75</c:v>
                </c:pt>
                <c:pt idx="64">
                  <c:v>1399295018.43</c:v>
                </c:pt>
                <c:pt idx="65">
                  <c:v>1187062711.1599998</c:v>
                </c:pt>
                <c:pt idx="66">
                  <c:v>984752854.17</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1102103200.7573047</c:v>
                </c:pt>
                <c:pt idx="1">
                  <c:v>1180883959.4753408</c:v>
                </c:pt>
                <c:pt idx="2">
                  <c:v>1504694562.8842404</c:v>
                </c:pt>
                <c:pt idx="3">
                  <c:v>1371830000.5418248</c:v>
                </c:pt>
                <c:pt idx="4">
                  <c:v>1155513909.2680476</c:v>
                </c:pt>
                <c:pt idx="5">
                  <c:v>1223127756.1024532</c:v>
                </c:pt>
                <c:pt idx="6">
                  <c:v>831144259.592266</c:v>
                </c:pt>
                <c:pt idx="7">
                  <c:v>998330494.7067674</c:v>
                </c:pt>
                <c:pt idx="8">
                  <c:v>796541431.0807893</c:v>
                </c:pt>
                <c:pt idx="9">
                  <c:v>879737903.4660887</c:v>
                </c:pt>
                <c:pt idx="10">
                  <c:v>1153454340.6829557</c:v>
                </c:pt>
                <c:pt idx="11">
                  <c:v>950824341.0518951</c:v>
                </c:pt>
                <c:pt idx="12">
                  <c:v>1216868145.6884549</c:v>
                </c:pt>
                <c:pt idx="13">
                  <c:v>1207281525.181413</c:v>
                </c:pt>
                <c:pt idx="14">
                  <c:v>1653417867.4798613</c:v>
                </c:pt>
                <c:pt idx="15">
                  <c:v>1323010701.6545637</c:v>
                </c:pt>
                <c:pt idx="16">
                  <c:v>1555389012.19903</c:v>
                </c:pt>
                <c:pt idx="17">
                  <c:v>1064066236.2386149</c:v>
                </c:pt>
                <c:pt idx="18">
                  <c:v>1015170774.8765243</c:v>
                </c:pt>
                <c:pt idx="19">
                  <c:v>1102206721.343122</c:v>
                </c:pt>
                <c:pt idx="20">
                  <c:v>836997514.3889526</c:v>
                </c:pt>
                <c:pt idx="21">
                  <c:v>983558134.8124962</c:v>
                </c:pt>
                <c:pt idx="22">
                  <c:v>1254026630.5700831</c:v>
                </c:pt>
                <c:pt idx="23">
                  <c:v>1027267766.247312</c:v>
                </c:pt>
                <c:pt idx="24">
                  <c:v>1473551342.7633584</c:v>
                </c:pt>
                <c:pt idx="25">
                  <c:v>1309390082.3690877</c:v>
                </c:pt>
                <c:pt idx="26">
                  <c:v>1407612774.4881985</c:v>
                </c:pt>
                <c:pt idx="27">
                  <c:v>1282943967.0158253</c:v>
                </c:pt>
                <c:pt idx="28">
                  <c:v>1484698627.2121491</c:v>
                </c:pt>
                <c:pt idx="29">
                  <c:v>1169252677.0889792</c:v>
                </c:pt>
                <c:pt idx="30">
                  <c:v>1024404512.9891266</c:v>
                </c:pt>
                <c:pt idx="31">
                  <c:v>1281546829.2122798</c:v>
                </c:pt>
                <c:pt idx="32">
                  <c:v>946825450.6101633</c:v>
                </c:pt>
                <c:pt idx="33">
                  <c:v>1202150689.7626686</c:v>
                </c:pt>
                <c:pt idx="34">
                  <c:v>1106259006.2258747</c:v>
                </c:pt>
                <c:pt idx="35">
                  <c:v>1205085388.5283575</c:v>
                </c:pt>
                <c:pt idx="36">
                  <c:v>1592970498.7633445</c:v>
                </c:pt>
                <c:pt idx="37">
                  <c:v>1338337211.8924687</c:v>
                </c:pt>
                <c:pt idx="38">
                  <c:v>1504396481.5747185</c:v>
                </c:pt>
                <c:pt idx="39">
                  <c:v>1284610388.0964775</c:v>
                </c:pt>
                <c:pt idx="40">
                  <c:v>1531634680.9261284</c:v>
                </c:pt>
                <c:pt idx="41">
                  <c:v>1132108091.2067091</c:v>
                </c:pt>
                <c:pt idx="42">
                  <c:v>1308837631.1487107</c:v>
                </c:pt>
                <c:pt idx="43">
                  <c:v>1003057663.279147</c:v>
                </c:pt>
                <c:pt idx="44">
                  <c:v>911131822.9326314</c:v>
                </c:pt>
                <c:pt idx="45">
                  <c:v>1232955180.092528</c:v>
                </c:pt>
                <c:pt idx="46">
                  <c:v>1029191926.2158806</c:v>
                </c:pt>
                <c:pt idx="47">
                  <c:v>1024098254.6467981</c:v>
                </c:pt>
                <c:pt idx="48">
                  <c:v>1507394701.3632002</c:v>
                </c:pt>
                <c:pt idx="49">
                  <c:v>1309752986.7141743</c:v>
                </c:pt>
                <c:pt idx="50">
                  <c:v>1335978995.6717901</c:v>
                </c:pt>
                <c:pt idx="51">
                  <c:v>1620533400.2240353</c:v>
                </c:pt>
                <c:pt idx="52">
                  <c:v>1269073875.6389818</c:v>
                </c:pt>
                <c:pt idx="53">
                  <c:v>1210258916.3461287</c:v>
                </c:pt>
                <c:pt idx="54">
                  <c:v>1238616763.5780044</c:v>
                </c:pt>
                <c:pt idx="55">
                  <c:v>914509353.5183275</c:v>
                </c:pt>
                <c:pt idx="56">
                  <c:v>1028777325.9222304</c:v>
                </c:pt>
                <c:pt idx="57">
                  <c:v>879517523.6469543</c:v>
                </c:pt>
                <c:pt idx="58">
                  <c:v>947740155.5837559</c:v>
                </c:pt>
                <c:pt idx="59">
                  <c:v>1192380376.8689716</c:v>
                </c:pt>
                <c:pt idx="60">
                  <c:v>301698201.460429</c:v>
                </c:pt>
                <c:pt idx="61">
                  <c:v>1471636716.5122652</c:v>
                </c:pt>
                <c:pt idx="62">
                  <c:v>1426060099.3203654</c:v>
                </c:pt>
                <c:pt idx="63">
                  <c:v>1870355833.3883898</c:v>
                </c:pt>
                <c:pt idx="64">
                  <c:v>1423447891.4783359</c:v>
                </c:pt>
                <c:pt idx="65">
                  <c:v>1210690011.36648</c:v>
                </c:pt>
                <c:pt idx="66">
                  <c:v>986316085.5652524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244427000.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2681266.28310094</c:v>
                </c:pt>
                <c:pt idx="1">
                  <c:v>2681266.28310094</c:v>
                </c:pt>
                <c:pt idx="2">
                  <c:v>3351582.853876175</c:v>
                </c:pt>
                <c:pt idx="3">
                  <c:v>2681266.28310094</c:v>
                </c:pt>
                <c:pt idx="4">
                  <c:v>2681266.28310094</c:v>
                </c:pt>
                <c:pt idx="5">
                  <c:v>3351582.853876175</c:v>
                </c:pt>
                <c:pt idx="6">
                  <c:v>2681266.28310094</c:v>
                </c:pt>
                <c:pt idx="7">
                  <c:v>3351582.853876175</c:v>
                </c:pt>
                <c:pt idx="8">
                  <c:v>2681266.28310094</c:v>
                </c:pt>
                <c:pt idx="9">
                  <c:v>2681266.28310094</c:v>
                </c:pt>
                <c:pt idx="10">
                  <c:v>3351582.853876175</c:v>
                </c:pt>
                <c:pt idx="11">
                  <c:v>2681266.28310094</c:v>
                </c:pt>
                <c:pt idx="12">
                  <c:v>2681266.28310094</c:v>
                </c:pt>
                <c:pt idx="13">
                  <c:v>2681266.28310094</c:v>
                </c:pt>
                <c:pt idx="14">
                  <c:v>3351582.853876175</c:v>
                </c:pt>
                <c:pt idx="15">
                  <c:v>2681266.28310094</c:v>
                </c:pt>
                <c:pt idx="16">
                  <c:v>3351582.853876175</c:v>
                </c:pt>
                <c:pt idx="17">
                  <c:v>2681266.28310094</c:v>
                </c:pt>
                <c:pt idx="18">
                  <c:v>2681266.28310094</c:v>
                </c:pt>
                <c:pt idx="19">
                  <c:v>3351582.853876175</c:v>
                </c:pt>
                <c:pt idx="20">
                  <c:v>2681266.28310094</c:v>
                </c:pt>
                <c:pt idx="21">
                  <c:v>2681266.28310094</c:v>
                </c:pt>
                <c:pt idx="22">
                  <c:v>3351582.853876175</c:v>
                </c:pt>
                <c:pt idx="23">
                  <c:v>2681266.28310094</c:v>
                </c:pt>
                <c:pt idx="24">
                  <c:v>3351582.853876175</c:v>
                </c:pt>
                <c:pt idx="25">
                  <c:v>2681266.28310094</c:v>
                </c:pt>
                <c:pt idx="26">
                  <c:v>2681266.28310094</c:v>
                </c:pt>
                <c:pt idx="27">
                  <c:v>2681266.28310094</c:v>
                </c:pt>
                <c:pt idx="28">
                  <c:v>3351582.853876175</c:v>
                </c:pt>
                <c:pt idx="29">
                  <c:v>2681266.28310094</c:v>
                </c:pt>
                <c:pt idx="30">
                  <c:v>2681266.28310094</c:v>
                </c:pt>
                <c:pt idx="31">
                  <c:v>3351582.853876175</c:v>
                </c:pt>
                <c:pt idx="32">
                  <c:v>2681266.28310094</c:v>
                </c:pt>
                <c:pt idx="33">
                  <c:v>3351582.853876175</c:v>
                </c:pt>
                <c:pt idx="34">
                  <c:v>2681266.28310094</c:v>
                </c:pt>
                <c:pt idx="35">
                  <c:v>2681266.28310094</c:v>
                </c:pt>
                <c:pt idx="36">
                  <c:v>3351582.853876175</c:v>
                </c:pt>
                <c:pt idx="37">
                  <c:v>2681266.28310094</c:v>
                </c:pt>
                <c:pt idx="38">
                  <c:v>2681266.28310094</c:v>
                </c:pt>
                <c:pt idx="39">
                  <c:v>2681266.28310094</c:v>
                </c:pt>
                <c:pt idx="40">
                  <c:v>3351582.853876175</c:v>
                </c:pt>
                <c:pt idx="41">
                  <c:v>2681266.28310094</c:v>
                </c:pt>
                <c:pt idx="42">
                  <c:v>3351582.853876175</c:v>
                </c:pt>
                <c:pt idx="43">
                  <c:v>2681266.28310094</c:v>
                </c:pt>
                <c:pt idx="44">
                  <c:v>2681266.28310094</c:v>
                </c:pt>
                <c:pt idx="45">
                  <c:v>3351582.853876175</c:v>
                </c:pt>
                <c:pt idx="46">
                  <c:v>2681266.28310094</c:v>
                </c:pt>
                <c:pt idx="47">
                  <c:v>2681266.28310094</c:v>
                </c:pt>
                <c:pt idx="48">
                  <c:v>3351582.853876175</c:v>
                </c:pt>
                <c:pt idx="49">
                  <c:v>2681266.28310094</c:v>
                </c:pt>
                <c:pt idx="50">
                  <c:v>2681266.28310094</c:v>
                </c:pt>
                <c:pt idx="51">
                  <c:v>3351582.853876175</c:v>
                </c:pt>
                <c:pt idx="52">
                  <c:v>2681266.28310094</c:v>
                </c:pt>
                <c:pt idx="53">
                  <c:v>2681266.28310094</c:v>
                </c:pt>
                <c:pt idx="54">
                  <c:v>3351582.853876175</c:v>
                </c:pt>
                <c:pt idx="55">
                  <c:v>2681266.28310094</c:v>
                </c:pt>
                <c:pt idx="56">
                  <c:v>3351582.853876175</c:v>
                </c:pt>
                <c:pt idx="57">
                  <c:v>2681266.28310094</c:v>
                </c:pt>
                <c:pt idx="58">
                  <c:v>2681266.28310094</c:v>
                </c:pt>
                <c:pt idx="59">
                  <c:v>3351582.853876175</c:v>
                </c:pt>
                <c:pt idx="60">
                  <c:v>2681266.28310094</c:v>
                </c:pt>
                <c:pt idx="61">
                  <c:v>2681266.28310094</c:v>
                </c:pt>
                <c:pt idx="62">
                  <c:v>3351582.853876175</c:v>
                </c:pt>
                <c:pt idx="63">
                  <c:v>2681266.28310094</c:v>
                </c:pt>
                <c:pt idx="64">
                  <c:v>2681266.28310094</c:v>
                </c:pt>
                <c:pt idx="65">
                  <c:v>2681266.28310094</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87078.83408724224</c:v>
                </c:pt>
                <c:pt idx="1">
                  <c:v>50576.75635783122</c:v>
                </c:pt>
                <c:pt idx="2">
                  <c:v>1043.1325566943533</c:v>
                </c:pt>
                <c:pt idx="3">
                  <c:v>107213.30099379228</c:v>
                </c:pt>
                <c:pt idx="4">
                  <c:v>24444.944127205184</c:v>
                </c:pt>
                <c:pt idx="5">
                  <c:v>265.6549295786941</c:v>
                </c:pt>
                <c:pt idx="6">
                  <c:v>83210.46306590871</c:v>
                </c:pt>
                <c:pt idx="7">
                  <c:v>16578.767621685554</c:v>
                </c:pt>
                <c:pt idx="8">
                  <c:v>11364.276883847722</c:v>
                </c:pt>
                <c:pt idx="9">
                  <c:v>31037.408637632296</c:v>
                </c:pt>
                <c:pt idx="10">
                  <c:v>64303.403066049184</c:v>
                </c:pt>
                <c:pt idx="11">
                  <c:v>33937.84309460424</c:v>
                </c:pt>
                <c:pt idx="12">
                  <c:v>100065.41289860496</c:v>
                </c:pt>
                <c:pt idx="13">
                  <c:v>8617.275552296056</c:v>
                </c:pt>
                <c:pt idx="14">
                  <c:v>36451.309267447185</c:v>
                </c:pt>
                <c:pt idx="15">
                  <c:v>40602.09088698732</c:v>
                </c:pt>
                <c:pt idx="16">
                  <c:v>107518.75770162905</c:v>
                </c:pt>
                <c:pt idx="17">
                  <c:v>1717.6171899276592</c:v>
                </c:pt>
                <c:pt idx="18">
                  <c:v>21.42980602430819</c:v>
                </c:pt>
                <c:pt idx="19">
                  <c:v>58571.90612721489</c:v>
                </c:pt>
                <c:pt idx="20">
                  <c:v>31132.42186391142</c:v>
                </c:pt>
                <c:pt idx="21">
                  <c:v>86184.96432003233</c:v>
                </c:pt>
                <c:pt idx="22">
                  <c:v>79685.32110921116</c:v>
                </c:pt>
                <c:pt idx="23">
                  <c:v>80232.20856245045</c:v>
                </c:pt>
                <c:pt idx="24">
                  <c:v>32672.334837701237</c:v>
                </c:pt>
                <c:pt idx="25">
                  <c:v>2118.1424951900462</c:v>
                </c:pt>
                <c:pt idx="26">
                  <c:v>23820.7026458989</c:v>
                </c:pt>
                <c:pt idx="27">
                  <c:v>910.7685637724738</c:v>
                </c:pt>
                <c:pt idx="28">
                  <c:v>15873.697269462664</c:v>
                </c:pt>
                <c:pt idx="29">
                  <c:v>42347.198203732965</c:v>
                </c:pt>
                <c:pt idx="30">
                  <c:v>74424.74643038918</c:v>
                </c:pt>
                <c:pt idx="31">
                  <c:v>62954.40147922287</c:v>
                </c:pt>
                <c:pt idx="32">
                  <c:v>43881.1913385893</c:v>
                </c:pt>
                <c:pt idx="33">
                  <c:v>39795.58746077218</c:v>
                </c:pt>
                <c:pt idx="34">
                  <c:v>1294.85146117844</c:v>
                </c:pt>
                <c:pt idx="35">
                  <c:v>65797.53715092679</c:v>
                </c:pt>
                <c:pt idx="36">
                  <c:v>154168.10119499985</c:v>
                </c:pt>
                <c:pt idx="37">
                  <c:v>102250.1854218885</c:v>
                </c:pt>
                <c:pt idx="38">
                  <c:v>131196.87047999498</c:v>
                </c:pt>
                <c:pt idx="39">
                  <c:v>76767.19656204863</c:v>
                </c:pt>
                <c:pt idx="40">
                  <c:v>70464.41641063655</c:v>
                </c:pt>
                <c:pt idx="41">
                  <c:v>22008.44793526934</c:v>
                </c:pt>
                <c:pt idx="42">
                  <c:v>107707.22213709015</c:v>
                </c:pt>
                <c:pt idx="43">
                  <c:v>44058.72161698855</c:v>
                </c:pt>
                <c:pt idx="44">
                  <c:v>1791.8501511739119</c:v>
                </c:pt>
                <c:pt idx="45">
                  <c:v>28136.356863601686</c:v>
                </c:pt>
                <c:pt idx="46">
                  <c:v>58381.35259657359</c:v>
                </c:pt>
                <c:pt idx="47">
                  <c:v>4296.320235436501</c:v>
                </c:pt>
                <c:pt idx="48">
                  <c:v>51869.120928417295</c:v>
                </c:pt>
                <c:pt idx="49">
                  <c:v>48003.37664264964</c:v>
                </c:pt>
                <c:pt idx="50">
                  <c:v>41973.032052048264</c:v>
                </c:pt>
                <c:pt idx="51">
                  <c:v>100886.30238195119</c:v>
                </c:pt>
                <c:pt idx="52">
                  <c:v>96466.5153395153</c:v>
                </c:pt>
                <c:pt idx="53">
                  <c:v>51744.55004157092</c:v>
                </c:pt>
                <c:pt idx="54">
                  <c:v>888.7045874456371</c:v>
                </c:pt>
                <c:pt idx="55">
                  <c:v>47060.63633596253</c:v>
                </c:pt>
                <c:pt idx="56">
                  <c:v>90250.61712147758</c:v>
                </c:pt>
                <c:pt idx="57">
                  <c:v>135726.2757662473</c:v>
                </c:pt>
                <c:pt idx="58">
                  <c:v>91643.67061965424</c:v>
                </c:pt>
                <c:pt idx="59">
                  <c:v>66498.48408978649</c:v>
                </c:pt>
                <c:pt idx="60">
                  <c:v>119247.69734656993</c:v>
                </c:pt>
                <c:pt idx="61">
                  <c:v>7159.445549539103</c:v>
                </c:pt>
                <c:pt idx="62">
                  <c:v>986.6082094910821</c:v>
                </c:pt>
                <c:pt idx="63">
                  <c:v>131106.61644429897</c:v>
                </c:pt>
                <c:pt idx="64">
                  <c:v>32110.594836759137</c:v>
                </c:pt>
                <c:pt idx="65">
                  <c:v>919.1959796048582</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219351.26220761464</c:v>
                </c:pt>
                <c:pt idx="1">
                  <c:v>223824.55153611582</c:v>
                </c:pt>
                <c:pt idx="2">
                  <c:v>205194.01975079754</c:v>
                </c:pt>
                <c:pt idx="3">
                  <c:v>544644.134227986</c:v>
                </c:pt>
                <c:pt idx="4">
                  <c:v>271279.8141773149</c:v>
                </c:pt>
                <c:pt idx="5">
                  <c:v>142359.98267809214</c:v>
                </c:pt>
                <c:pt idx="6">
                  <c:v>55130.91016856403</c:v>
                </c:pt>
                <c:pt idx="7">
                  <c:v>30025.474908620065</c:v>
                </c:pt>
                <c:pt idx="8">
                  <c:v>26880.261091272452</c:v>
                </c:pt>
                <c:pt idx="9">
                  <c:v>332937.9073935918</c:v>
                </c:pt>
                <c:pt idx="10">
                  <c:v>449942.42243559624</c:v>
                </c:pt>
                <c:pt idx="11">
                  <c:v>161931.90782680138</c:v>
                </c:pt>
                <c:pt idx="12">
                  <c:v>81192.53853685923</c:v>
                </c:pt>
                <c:pt idx="13">
                  <c:v>37830.2074999466</c:v>
                </c:pt>
                <c:pt idx="14">
                  <c:v>331384.2693286369</c:v>
                </c:pt>
                <c:pt idx="15">
                  <c:v>363874.1115747435</c:v>
                </c:pt>
                <c:pt idx="16">
                  <c:v>231063.23853866156</c:v>
                </c:pt>
                <c:pt idx="17">
                  <c:v>413017.8216576914</c:v>
                </c:pt>
                <c:pt idx="18">
                  <c:v>709419.4250861901</c:v>
                </c:pt>
                <c:pt idx="19">
                  <c:v>462723.374795693</c:v>
                </c:pt>
                <c:pt idx="20">
                  <c:v>391219.11966163456</c:v>
                </c:pt>
                <c:pt idx="21">
                  <c:v>487122.59815730964</c:v>
                </c:pt>
                <c:pt idx="22">
                  <c:v>682998.6325781267</c:v>
                </c:pt>
                <c:pt idx="23">
                  <c:v>233620.26639606062</c:v>
                </c:pt>
                <c:pt idx="24">
                  <c:v>376631.06104248733</c:v>
                </c:pt>
                <c:pt idx="25">
                  <c:v>524254.03467294597</c:v>
                </c:pt>
                <c:pt idx="26">
                  <c:v>598869.0411728623</c:v>
                </c:pt>
                <c:pt idx="27">
                  <c:v>413415.4605038667</c:v>
                </c:pt>
                <c:pt idx="28">
                  <c:v>355458.6404548646</c:v>
                </c:pt>
                <c:pt idx="29">
                  <c:v>500984.0543945575</c:v>
                </c:pt>
                <c:pt idx="30">
                  <c:v>569498.9997869548</c:v>
                </c:pt>
                <c:pt idx="31">
                  <c:v>1214413.6216011215</c:v>
                </c:pt>
                <c:pt idx="32">
                  <c:v>865471.2269802266</c:v>
                </c:pt>
                <c:pt idx="33">
                  <c:v>1091419.483392866</c:v>
                </c:pt>
                <c:pt idx="34">
                  <c:v>1043324.3149506276</c:v>
                </c:pt>
                <c:pt idx="35">
                  <c:v>549814.7682420145</c:v>
                </c:pt>
                <c:pt idx="36">
                  <c:v>349493.2365658202</c:v>
                </c:pt>
                <c:pt idx="37">
                  <c:v>670360.7596577967</c:v>
                </c:pt>
                <c:pt idx="38">
                  <c:v>676864.2415322961</c:v>
                </c:pt>
                <c:pt idx="39">
                  <c:v>278524.4585199294</c:v>
                </c:pt>
                <c:pt idx="40">
                  <c:v>555667.1422853075</c:v>
                </c:pt>
                <c:pt idx="41">
                  <c:v>600567.3658042835</c:v>
                </c:pt>
                <c:pt idx="42">
                  <c:v>734436.101090905</c:v>
                </c:pt>
                <c:pt idx="43">
                  <c:v>955334.0168231232</c:v>
                </c:pt>
                <c:pt idx="44">
                  <c:v>678496.4916731127</c:v>
                </c:pt>
                <c:pt idx="45">
                  <c:v>794652.5865380261</c:v>
                </c:pt>
                <c:pt idx="46">
                  <c:v>682682.8050171018</c:v>
                </c:pt>
                <c:pt idx="47">
                  <c:v>374869.51159805094</c:v>
                </c:pt>
                <c:pt idx="48">
                  <c:v>708008.3701684116</c:v>
                </c:pt>
                <c:pt idx="49">
                  <c:v>351658.4989707311</c:v>
                </c:pt>
                <c:pt idx="50">
                  <c:v>370068.71204930637</c:v>
                </c:pt>
                <c:pt idx="51">
                  <c:v>354190.0688289836</c:v>
                </c:pt>
                <c:pt idx="52">
                  <c:v>552994.2083290808</c:v>
                </c:pt>
                <c:pt idx="53">
                  <c:v>640179.7063592257</c:v>
                </c:pt>
                <c:pt idx="54">
                  <c:v>794626.9185620465</c:v>
                </c:pt>
                <c:pt idx="55">
                  <c:v>658322.4475862423</c:v>
                </c:pt>
                <c:pt idx="56">
                  <c:v>353304.2662515938</c:v>
                </c:pt>
                <c:pt idx="57">
                  <c:v>121225.98619581165</c:v>
                </c:pt>
                <c:pt idx="58">
                  <c:v>94016.38663713391</c:v>
                </c:pt>
                <c:pt idx="59">
                  <c:v>484955.2308701155</c:v>
                </c:pt>
                <c:pt idx="60">
                  <c:v>648402.8579821691</c:v>
                </c:pt>
                <c:pt idx="61">
                  <c:v>648522.7140452767</c:v>
                </c:pt>
                <c:pt idx="62">
                  <c:v>968111.2635575451</c:v>
                </c:pt>
                <c:pt idx="63">
                  <c:v>317831.7128707474</c:v>
                </c:pt>
                <c:pt idx="64">
                  <c:v>138819.38018984284</c:v>
                </c:pt>
                <c:pt idx="65">
                  <c:v>66790.55574055795</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70857.54713774871</c:v>
                </c:pt>
                <c:pt idx="1">
                  <c:v>63460.875943040766</c:v>
                </c:pt>
                <c:pt idx="2">
                  <c:v>81389.5573826602</c:v>
                </c:pt>
                <c:pt idx="3">
                  <c:v>88671.65321574503</c:v>
                </c:pt>
                <c:pt idx="4">
                  <c:v>146982.42628432266</c:v>
                </c:pt>
                <c:pt idx="5">
                  <c:v>32011.768068289726</c:v>
                </c:pt>
                <c:pt idx="6">
                  <c:v>1165.9019053686761</c:v>
                </c:pt>
                <c:pt idx="7">
                  <c:v>97579.79537306352</c:v>
                </c:pt>
                <c:pt idx="8">
                  <c:v>98416.55379591013</c:v>
                </c:pt>
                <c:pt idx="9">
                  <c:v>107067.88359283903</c:v>
                </c:pt>
                <c:pt idx="10">
                  <c:v>4085.8420691892566</c:v>
                </c:pt>
                <c:pt idx="11">
                  <c:v>58625.13421140015</c:v>
                </c:pt>
                <c:pt idx="12">
                  <c:v>80218.16180012563</c:v>
                </c:pt>
                <c:pt idx="13">
                  <c:v>51822.998187286474</c:v>
                </c:pt>
                <c:pt idx="14">
                  <c:v>134203.56116198827</c:v>
                </c:pt>
                <c:pt idx="15">
                  <c:v>179969.2268523106</c:v>
                </c:pt>
                <c:pt idx="16">
                  <c:v>131358.8832110024</c:v>
                </c:pt>
                <c:pt idx="17">
                  <c:v>105339.33252666367</c:v>
                </c:pt>
                <c:pt idx="18">
                  <c:v>23006.56971905796</c:v>
                </c:pt>
                <c:pt idx="19">
                  <c:v>19623.17144527363</c:v>
                </c:pt>
                <c:pt idx="20">
                  <c:v>67019.12628794895</c:v>
                </c:pt>
                <c:pt idx="21">
                  <c:v>148092.58521765334</c:v>
                </c:pt>
                <c:pt idx="22">
                  <c:v>10012.26769002918</c:v>
                </c:pt>
                <c:pt idx="23">
                  <c:v>99556.8160821249</c:v>
                </c:pt>
                <c:pt idx="24">
                  <c:v>121702.15382930679</c:v>
                </c:pt>
                <c:pt idx="25">
                  <c:v>117084.4106248745</c:v>
                </c:pt>
                <c:pt idx="26">
                  <c:v>57904.912997538115</c:v>
                </c:pt>
                <c:pt idx="27">
                  <c:v>88285.10019581213</c:v>
                </c:pt>
                <c:pt idx="28">
                  <c:v>70200.94674790995</c:v>
                </c:pt>
                <c:pt idx="29">
                  <c:v>4593.852840978683</c:v>
                </c:pt>
                <c:pt idx="30">
                  <c:v>27571.316293674856</c:v>
                </c:pt>
                <c:pt idx="31">
                  <c:v>68140.60632879967</c:v>
                </c:pt>
                <c:pt idx="32">
                  <c:v>46346.059694196665</c:v>
                </c:pt>
                <c:pt idx="33">
                  <c:v>176595.22598636165</c:v>
                </c:pt>
                <c:pt idx="34">
                  <c:v>43617.28199169789</c:v>
                </c:pt>
                <c:pt idx="35">
                  <c:v>90441.68009073424</c:v>
                </c:pt>
                <c:pt idx="36">
                  <c:v>140790.7560124343</c:v>
                </c:pt>
                <c:pt idx="37">
                  <c:v>99375.83111415053</c:v>
                </c:pt>
                <c:pt idx="38">
                  <c:v>104608.29464912531</c:v>
                </c:pt>
                <c:pt idx="39">
                  <c:v>111004.44475911668</c:v>
                </c:pt>
                <c:pt idx="40">
                  <c:v>75217.15608764133</c:v>
                </c:pt>
                <c:pt idx="41">
                  <c:v>49162.73279464031</c:v>
                </c:pt>
                <c:pt idx="42">
                  <c:v>134600.78543944214</c:v>
                </c:pt>
                <c:pt idx="43">
                  <c:v>82213.22619285464</c:v>
                </c:pt>
                <c:pt idx="44">
                  <c:v>53653.28934413737</c:v>
                </c:pt>
                <c:pt idx="45">
                  <c:v>187448.7175458958</c:v>
                </c:pt>
                <c:pt idx="46">
                  <c:v>82866.63753546128</c:v>
                </c:pt>
                <c:pt idx="47">
                  <c:v>3511.1160249938393</c:v>
                </c:pt>
                <c:pt idx="48">
                  <c:v>61281.22821313044</c:v>
                </c:pt>
                <c:pt idx="49">
                  <c:v>104449.10557873809</c:v>
                </c:pt>
                <c:pt idx="50">
                  <c:v>50115.347652909084</c:v>
                </c:pt>
                <c:pt idx="51">
                  <c:v>230956.0898234508</c:v>
                </c:pt>
                <c:pt idx="52">
                  <c:v>74222.29221060735</c:v>
                </c:pt>
                <c:pt idx="53">
                  <c:v>62484.770133142694</c:v>
                </c:pt>
                <c:pt idx="54">
                  <c:v>79047.76429720302</c:v>
                </c:pt>
                <c:pt idx="55">
                  <c:v>137.41479689896892</c:v>
                </c:pt>
                <c:pt idx="56">
                  <c:v>3728.326489151318</c:v>
                </c:pt>
                <c:pt idx="57">
                  <c:v>41974.602988585626</c:v>
                </c:pt>
                <c:pt idx="58">
                  <c:v>144395.19123566846</c:v>
                </c:pt>
                <c:pt idx="59">
                  <c:v>196556.82451767943</c:v>
                </c:pt>
                <c:pt idx="60">
                  <c:v>181558.82720333932</c:v>
                </c:pt>
                <c:pt idx="61">
                  <c:v>91404.55727332585</c:v>
                </c:pt>
                <c:pt idx="62">
                  <c:v>52066.336445865716</c:v>
                </c:pt>
                <c:pt idx="63">
                  <c:v>187608.94040300584</c:v>
                </c:pt>
                <c:pt idx="64">
                  <c:v>55843.09580020177</c:v>
                </c:pt>
                <c:pt idx="65">
                  <c:v>4092.1190258625707</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22350.858436475242</c:v>
                </c:pt>
                <c:pt idx="1">
                  <c:v>47343.888396982984</c:v>
                </c:pt>
                <c:pt idx="2">
                  <c:v>32621.968874548802</c:v>
                </c:pt>
                <c:pt idx="3">
                  <c:v>22997.83031883274</c:v>
                </c:pt>
                <c:pt idx="4">
                  <c:v>386.7987877375553</c:v>
                </c:pt>
                <c:pt idx="5">
                  <c:v>28887.976847679096</c:v>
                </c:pt>
                <c:pt idx="6">
                  <c:v>13613.742040140736</c:v>
                </c:pt>
                <c:pt idx="7">
                  <c:v>593.4599509988433</c:v>
                </c:pt>
                <c:pt idx="8">
                  <c:v>60243.324867641204</c:v>
                </c:pt>
                <c:pt idx="9">
                  <c:v>1679.1435775781772</c:v>
                </c:pt>
                <c:pt idx="10">
                  <c:v>26506.421111183678</c:v>
                </c:pt>
                <c:pt idx="11">
                  <c:v>18347.30585418501</c:v>
                </c:pt>
                <c:pt idx="12">
                  <c:v>57832.160769101545</c:v>
                </c:pt>
                <c:pt idx="13">
                  <c:v>1549.379643222681</c:v>
                </c:pt>
                <c:pt idx="14">
                  <c:v>8427.713962182472</c:v>
                </c:pt>
                <c:pt idx="15">
                  <c:v>40761.49167379043</c:v>
                </c:pt>
                <c:pt idx="16">
                  <c:v>83246.9779926012</c:v>
                </c:pt>
                <c:pt idx="17">
                  <c:v>50135.48110870239</c:v>
                </c:pt>
                <c:pt idx="18">
                  <c:v>44013.48935061958</c:v>
                </c:pt>
                <c:pt idx="19">
                  <c:v>8115.363799278769</c:v>
                </c:pt>
                <c:pt idx="20">
                  <c:v>39670.51931319325</c:v>
                </c:pt>
                <c:pt idx="21">
                  <c:v>13119.649406481245</c:v>
                </c:pt>
                <c:pt idx="22">
                  <c:v>47621.52486346291</c:v>
                </c:pt>
                <c:pt idx="23">
                  <c:v>583.6263375476312</c:v>
                </c:pt>
                <c:pt idx="24">
                  <c:v>640.1763781467097</c:v>
                </c:pt>
                <c:pt idx="25">
                  <c:v>1591.5255491404616</c:v>
                </c:pt>
                <c:pt idx="26">
                  <c:v>27810.40242048632</c:v>
                </c:pt>
                <c:pt idx="27">
                  <c:v>22664.398486860064</c:v>
                </c:pt>
                <c:pt idx="28">
                  <c:v>1374.465250298807</c:v>
                </c:pt>
                <c:pt idx="29">
                  <c:v>68909.39682393314</c:v>
                </c:pt>
                <c:pt idx="30">
                  <c:v>54287.751025404556</c:v>
                </c:pt>
                <c:pt idx="31">
                  <c:v>53069.65213030641</c:v>
                </c:pt>
                <c:pt idx="32">
                  <c:v>8901.57970693494</c:v>
                </c:pt>
                <c:pt idx="33">
                  <c:v>9940.916371615373</c:v>
                </c:pt>
                <c:pt idx="34">
                  <c:v>354.52989063920984</c:v>
                </c:pt>
                <c:pt idx="35">
                  <c:v>69728.80499766469</c:v>
                </c:pt>
                <c:pt idx="36">
                  <c:v>67771.51172372146</c:v>
                </c:pt>
                <c:pt idx="37">
                  <c:v>25342.600231214994</c:v>
                </c:pt>
                <c:pt idx="38">
                  <c:v>41989.200860530735</c:v>
                </c:pt>
                <c:pt idx="39">
                  <c:v>36104.05514300057</c:v>
                </c:pt>
                <c:pt idx="40">
                  <c:v>432.94997064463723</c:v>
                </c:pt>
                <c:pt idx="41">
                  <c:v>836.8757973233826</c:v>
                </c:pt>
                <c:pt idx="42">
                  <c:v>27474.953730867746</c:v>
                </c:pt>
                <c:pt idx="43">
                  <c:v>45473.15448954361</c:v>
                </c:pt>
                <c:pt idx="44">
                  <c:v>321.1713792281417</c:v>
                </c:pt>
                <c:pt idx="45">
                  <c:v>89121.54890204158</c:v>
                </c:pt>
                <c:pt idx="46">
                  <c:v>18940.05689787157</c:v>
                </c:pt>
                <c:pt idx="47">
                  <c:v>46697.014424134126</c:v>
                </c:pt>
                <c:pt idx="48">
                  <c:v>38046.87476699483</c:v>
                </c:pt>
                <c:pt idx="49">
                  <c:v>16810.64963254962</c:v>
                </c:pt>
                <c:pt idx="50">
                  <c:v>484.6594397746993</c:v>
                </c:pt>
                <c:pt idx="51">
                  <c:v>19451.60524872884</c:v>
                </c:pt>
                <c:pt idx="52">
                  <c:v>67333.31080218946</c:v>
                </c:pt>
                <c:pt idx="53">
                  <c:v>322.6297309155598</c:v>
                </c:pt>
                <c:pt idx="54">
                  <c:v>36964.36112031694</c:v>
                </c:pt>
                <c:pt idx="55">
                  <c:v>49626.3456066332</c:v>
                </c:pt>
                <c:pt idx="56">
                  <c:v>34143.691757049586</c:v>
                </c:pt>
                <c:pt idx="57">
                  <c:v>263.5749244313048</c:v>
                </c:pt>
                <c:pt idx="58">
                  <c:v>852.4748719143828</c:v>
                </c:pt>
                <c:pt idx="59">
                  <c:v>50692.3438642449</c:v>
                </c:pt>
                <c:pt idx="60">
                  <c:v>77529.22561909052</c:v>
                </c:pt>
                <c:pt idx="61">
                  <c:v>56051.879599218126</c:v>
                </c:pt>
                <c:pt idx="62">
                  <c:v>76693.15840710852</c:v>
                </c:pt>
                <c:pt idx="63">
                  <c:v>23520.072501133618</c:v>
                </c:pt>
                <c:pt idx="64">
                  <c:v>23691.82276433559</c:v>
                </c:pt>
                <c:pt idx="65">
                  <c:v>47141.0428322532</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2510.4478327066918</c:v>
                </c:pt>
                <c:pt idx="1">
                  <c:v>39286.259287785186</c:v>
                </c:pt>
                <c:pt idx="2">
                  <c:v>19014.240960209467</c:v>
                </c:pt>
                <c:pt idx="3">
                  <c:v>62.9312497760227</c:v>
                </c:pt>
                <c:pt idx="4">
                  <c:v>62899.89402020021</c:v>
                </c:pt>
                <c:pt idx="5">
                  <c:v>50448.22370075534</c:v>
                </c:pt>
                <c:pt idx="6">
                  <c:v>22265.994622643688</c:v>
                </c:pt>
                <c:pt idx="7">
                  <c:v>2414.520446807216</c:v>
                </c:pt>
                <c:pt idx="8">
                  <c:v>103465.12183036983</c:v>
                </c:pt>
                <c:pt idx="9">
                  <c:v>49587.95841737686</c:v>
                </c:pt>
                <c:pt idx="10">
                  <c:v>56384.22524527217</c:v>
                </c:pt>
                <c:pt idx="11">
                  <c:v>472.34139459770586</c:v>
                </c:pt>
                <c:pt idx="12">
                  <c:v>53500.497128559</c:v>
                </c:pt>
                <c:pt idx="13">
                  <c:v>23078.264926659627</c:v>
                </c:pt>
                <c:pt idx="14">
                  <c:v>104346.85105218692</c:v>
                </c:pt>
                <c:pt idx="15">
                  <c:v>64844.40055492436</c:v>
                </c:pt>
                <c:pt idx="16">
                  <c:v>104521.66166284948</c:v>
                </c:pt>
                <c:pt idx="17">
                  <c:v>1890.2850476348272</c:v>
                </c:pt>
                <c:pt idx="18">
                  <c:v>54317.65398917455</c:v>
                </c:pt>
                <c:pt idx="19">
                  <c:v>78268.40056077328</c:v>
                </c:pt>
                <c:pt idx="20">
                  <c:v>2267.053419909189</c:v>
                </c:pt>
                <c:pt idx="21">
                  <c:v>41854.566060767116</c:v>
                </c:pt>
                <c:pt idx="22">
                  <c:v>44157.36790523098</c:v>
                </c:pt>
                <c:pt idx="23">
                  <c:v>17839.17586873958</c:v>
                </c:pt>
                <c:pt idx="24">
                  <c:v>35104.599623962014</c:v>
                </c:pt>
                <c:pt idx="25">
                  <c:v>167.85938573678771</c:v>
                </c:pt>
                <c:pt idx="26">
                  <c:v>785.1450469160716</c:v>
                </c:pt>
                <c:pt idx="27">
                  <c:v>42114.27711031354</c:v>
                </c:pt>
                <c:pt idx="28">
                  <c:v>54742.212538020874</c:v>
                </c:pt>
                <c:pt idx="29">
                  <c:v>10402.41235031885</c:v>
                </c:pt>
                <c:pt idx="30">
                  <c:v>21033.624322838274</c:v>
                </c:pt>
                <c:pt idx="31">
                  <c:v>85090.51168199933</c:v>
                </c:pt>
                <c:pt idx="32">
                  <c:v>66251.25700747933</c:v>
                </c:pt>
                <c:pt idx="33">
                  <c:v>36734.40493227067</c:v>
                </c:pt>
                <c:pt idx="34">
                  <c:v>22814.507284178293</c:v>
                </c:pt>
                <c:pt idx="35">
                  <c:v>50531.254931489355</c:v>
                </c:pt>
                <c:pt idx="36">
                  <c:v>70046.4773382562</c:v>
                </c:pt>
                <c:pt idx="37">
                  <c:v>162.13741158463114</c:v>
                </c:pt>
                <c:pt idx="38">
                  <c:v>101666.82493119962</c:v>
                </c:pt>
                <c:pt idx="39">
                  <c:v>22463.70520077828</c:v>
                </c:pt>
                <c:pt idx="40">
                  <c:v>68350.61626015935</c:v>
                </c:pt>
                <c:pt idx="41">
                  <c:v>55107.618871900435</c:v>
                </c:pt>
                <c:pt idx="42">
                  <c:v>91462.85821461862</c:v>
                </c:pt>
                <c:pt idx="43">
                  <c:v>3390.3742040397337</c:v>
                </c:pt>
                <c:pt idx="44">
                  <c:v>29904.928028262533</c:v>
                </c:pt>
                <c:pt idx="45">
                  <c:v>95098.41105990199</c:v>
                </c:pt>
                <c:pt idx="46">
                  <c:v>51144.80016701497</c:v>
                </c:pt>
                <c:pt idx="47">
                  <c:v>1390.5802838052218</c:v>
                </c:pt>
                <c:pt idx="48">
                  <c:v>79430.19961178878</c:v>
                </c:pt>
                <c:pt idx="49">
                  <c:v>32942.49654217022</c:v>
                </c:pt>
                <c:pt idx="50">
                  <c:v>65621.36722176101</c:v>
                </c:pt>
                <c:pt idx="51">
                  <c:v>92609.53353084037</c:v>
                </c:pt>
                <c:pt idx="52">
                  <c:v>111121.55133783266</c:v>
                </c:pt>
                <c:pt idx="53">
                  <c:v>87927.32965090602</c:v>
                </c:pt>
                <c:pt idx="54">
                  <c:v>51235.669285419826</c:v>
                </c:pt>
                <c:pt idx="55">
                  <c:v>101595.92188079511</c:v>
                </c:pt>
                <c:pt idx="56">
                  <c:v>34558.312526872265</c:v>
                </c:pt>
                <c:pt idx="57">
                  <c:v>1962.6055465168427</c:v>
                </c:pt>
                <c:pt idx="58">
                  <c:v>1706.4113242495046</c:v>
                </c:pt>
                <c:pt idx="59">
                  <c:v>0.3425148791112998</c:v>
                </c:pt>
                <c:pt idx="60">
                  <c:v>28158.335636776952</c:v>
                </c:pt>
                <c:pt idx="61">
                  <c:v>47477.99382939043</c:v>
                </c:pt>
                <c:pt idx="62">
                  <c:v>64814.73084057093</c:v>
                </c:pt>
                <c:pt idx="63">
                  <c:v>2490.5845749436653</c:v>
                </c:pt>
                <c:pt idx="64">
                  <c:v>82793.23892353507</c:v>
                </c:pt>
                <c:pt idx="65">
                  <c:v>75499.85001529612</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8337.036693138145</c:v>
                </c:pt>
                <c:pt idx="1">
                  <c:v>13682.123110293276</c:v>
                </c:pt>
                <c:pt idx="2">
                  <c:v>38391.489606433555</c:v>
                </c:pt>
                <c:pt idx="3">
                  <c:v>118441.68773423189</c:v>
                </c:pt>
                <c:pt idx="4">
                  <c:v>12097.077740867813</c:v>
                </c:pt>
                <c:pt idx="5">
                  <c:v>114625.65974232987</c:v>
                </c:pt>
                <c:pt idx="6">
                  <c:v>10484.459309286194</c:v>
                </c:pt>
                <c:pt idx="7">
                  <c:v>214914.03242966317</c:v>
                </c:pt>
                <c:pt idx="8">
                  <c:v>84683.81259676241</c:v>
                </c:pt>
                <c:pt idx="9">
                  <c:v>120882.54928225615</c:v>
                </c:pt>
                <c:pt idx="10">
                  <c:v>173207.2512333057</c:v>
                </c:pt>
                <c:pt idx="11">
                  <c:v>75076.23485896249</c:v>
                </c:pt>
                <c:pt idx="12">
                  <c:v>233394.55150357806</c:v>
                </c:pt>
                <c:pt idx="13">
                  <c:v>32955.417537483736</c:v>
                </c:pt>
                <c:pt idx="14">
                  <c:v>10853.347661719368</c:v>
                </c:pt>
                <c:pt idx="15">
                  <c:v>44788.22803537675</c:v>
                </c:pt>
                <c:pt idx="16">
                  <c:v>171382.87370867058</c:v>
                </c:pt>
                <c:pt idx="17">
                  <c:v>89275.4133098171</c:v>
                </c:pt>
                <c:pt idx="18">
                  <c:v>91083.0817819012</c:v>
                </c:pt>
                <c:pt idx="19">
                  <c:v>164747.76538091223</c:v>
                </c:pt>
                <c:pt idx="20">
                  <c:v>113942.39710144125</c:v>
                </c:pt>
                <c:pt idx="21">
                  <c:v>91240.7015523911</c:v>
                </c:pt>
                <c:pt idx="22">
                  <c:v>58977.68130202014</c:v>
                </c:pt>
                <c:pt idx="23">
                  <c:v>11872.148509305554</c:v>
                </c:pt>
                <c:pt idx="24">
                  <c:v>159925.1664519774</c:v>
                </c:pt>
                <c:pt idx="25">
                  <c:v>77286.69499293106</c:v>
                </c:pt>
                <c:pt idx="26">
                  <c:v>117820.69447799183</c:v>
                </c:pt>
                <c:pt idx="27">
                  <c:v>10815.468627930239</c:v>
                </c:pt>
                <c:pt idx="28">
                  <c:v>93216.80389051349</c:v>
                </c:pt>
                <c:pt idx="29">
                  <c:v>173143.26185366797</c:v>
                </c:pt>
                <c:pt idx="30">
                  <c:v>63903.482138608684</c:v>
                </c:pt>
                <c:pt idx="31">
                  <c:v>200704.02787061862</c:v>
                </c:pt>
                <c:pt idx="32">
                  <c:v>186163.26641958917</c:v>
                </c:pt>
                <c:pt idx="33">
                  <c:v>223223.3466474701</c:v>
                </c:pt>
                <c:pt idx="34">
                  <c:v>116809.69785444213</c:v>
                </c:pt>
                <c:pt idx="35">
                  <c:v>200868.80591630845</c:v>
                </c:pt>
                <c:pt idx="36">
                  <c:v>74157.2137139838</c:v>
                </c:pt>
                <c:pt idx="37">
                  <c:v>6689.896971987362</c:v>
                </c:pt>
                <c:pt idx="38">
                  <c:v>15162.148212498187</c:v>
                </c:pt>
                <c:pt idx="39">
                  <c:v>38071.33284684712</c:v>
                </c:pt>
                <c:pt idx="40">
                  <c:v>119070.2402127021</c:v>
                </c:pt>
                <c:pt idx="41">
                  <c:v>116011.41708182797</c:v>
                </c:pt>
                <c:pt idx="42">
                  <c:v>188252.88013203203</c:v>
                </c:pt>
                <c:pt idx="43">
                  <c:v>158464.62807637293</c:v>
                </c:pt>
                <c:pt idx="44">
                  <c:v>37045.799943540034</c:v>
                </c:pt>
                <c:pt idx="45">
                  <c:v>221367.89951940413</c:v>
                </c:pt>
                <c:pt idx="46">
                  <c:v>217185.12572987116</c:v>
                </c:pt>
                <c:pt idx="47">
                  <c:v>16337.54901458214</c:v>
                </c:pt>
                <c:pt idx="48">
                  <c:v>6781.036754943756</c:v>
                </c:pt>
                <c:pt idx="49">
                  <c:v>9346.227370203285</c:v>
                </c:pt>
                <c:pt idx="50">
                  <c:v>175488.05728777376</c:v>
                </c:pt>
                <c:pt idx="51">
                  <c:v>38094.12330982573</c:v>
                </c:pt>
                <c:pt idx="52">
                  <c:v>3394.670793092646</c:v>
                </c:pt>
                <c:pt idx="53">
                  <c:v>262018.48497493673</c:v>
                </c:pt>
                <c:pt idx="54">
                  <c:v>170416.11554717537</c:v>
                </c:pt>
                <c:pt idx="55">
                  <c:v>103044.68760794465</c:v>
                </c:pt>
                <c:pt idx="56">
                  <c:v>68007.79805914327</c:v>
                </c:pt>
                <c:pt idx="57">
                  <c:v>287619.95941206435</c:v>
                </c:pt>
                <c:pt idx="58">
                  <c:v>45555.592299375</c:v>
                </c:pt>
                <c:pt idx="59">
                  <c:v>260408.6920635029</c:v>
                </c:pt>
                <c:pt idx="60">
                  <c:v>276555.41818502295</c:v>
                </c:pt>
                <c:pt idx="61">
                  <c:v>233463.3538893106</c:v>
                </c:pt>
                <c:pt idx="62">
                  <c:v>325126.21755692794</c:v>
                </c:pt>
                <c:pt idx="63">
                  <c:v>143484.2835722728</c:v>
                </c:pt>
                <c:pt idx="64">
                  <c:v>250413.0748242511</c:v>
                </c:pt>
                <c:pt idx="65">
                  <c:v>74039.25695002163</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18018.04130546013</c:v>
                </c:pt>
                <c:pt idx="1">
                  <c:v>15170.202282706356</c:v>
                </c:pt>
                <c:pt idx="2">
                  <c:v>150195.36441247747</c:v>
                </c:pt>
                <c:pt idx="3">
                  <c:v>86969.01086026918</c:v>
                </c:pt>
                <c:pt idx="4">
                  <c:v>17137.723883948584</c:v>
                </c:pt>
                <c:pt idx="5">
                  <c:v>170462.0151136723</c:v>
                </c:pt>
                <c:pt idx="6">
                  <c:v>65193.96602835068</c:v>
                </c:pt>
                <c:pt idx="7">
                  <c:v>125037.14091085989</c:v>
                </c:pt>
                <c:pt idx="8">
                  <c:v>18407.163217837966</c:v>
                </c:pt>
                <c:pt idx="9">
                  <c:v>181433.40594375323</c:v>
                </c:pt>
                <c:pt idx="10">
                  <c:v>210245.45104808206</c:v>
                </c:pt>
                <c:pt idx="11">
                  <c:v>72551.737048192</c:v>
                </c:pt>
                <c:pt idx="12">
                  <c:v>18724.834107039052</c:v>
                </c:pt>
                <c:pt idx="13">
                  <c:v>190214.34521071578</c:v>
                </c:pt>
                <c:pt idx="14">
                  <c:v>111868.5609617398</c:v>
                </c:pt>
                <c:pt idx="15">
                  <c:v>18345.2637180486</c:v>
                </c:pt>
                <c:pt idx="16">
                  <c:v>198059.9324922027</c:v>
                </c:pt>
                <c:pt idx="17">
                  <c:v>17720.410447563136</c:v>
                </c:pt>
                <c:pt idx="18">
                  <c:v>80272.65271039189</c:v>
                </c:pt>
                <c:pt idx="19">
                  <c:v>161167.26514160697</c:v>
                </c:pt>
                <c:pt idx="20">
                  <c:v>33992.699453958296</c:v>
                </c:pt>
                <c:pt idx="21">
                  <c:v>141046.75055004985</c:v>
                </c:pt>
                <c:pt idx="22">
                  <c:v>156907.50758338074</c:v>
                </c:pt>
                <c:pt idx="23">
                  <c:v>81619.91336352973</c:v>
                </c:pt>
                <c:pt idx="24">
                  <c:v>25887.417376998008</c:v>
                </c:pt>
                <c:pt idx="25">
                  <c:v>19788.80509091</c:v>
                </c:pt>
                <c:pt idx="26">
                  <c:v>19916.404522361365</c:v>
                </c:pt>
                <c:pt idx="27">
                  <c:v>123776.36287969479</c:v>
                </c:pt>
                <c:pt idx="28">
                  <c:v>28678.520263432983</c:v>
                </c:pt>
                <c:pt idx="29">
                  <c:v>220555.45005329157</c:v>
                </c:pt>
                <c:pt idx="30">
                  <c:v>153410.94646606714</c:v>
                </c:pt>
                <c:pt idx="31">
                  <c:v>106251.21107349468</c:v>
                </c:pt>
                <c:pt idx="32">
                  <c:v>57100.4190992528</c:v>
                </c:pt>
                <c:pt idx="33">
                  <c:v>24007.659817251908</c:v>
                </c:pt>
                <c:pt idx="34">
                  <c:v>112583.04730380522</c:v>
                </c:pt>
                <c:pt idx="35">
                  <c:v>234382.54191394296</c:v>
                </c:pt>
                <c:pt idx="36">
                  <c:v>271744.4444371324</c:v>
                </c:pt>
                <c:pt idx="37">
                  <c:v>117487.70744714428</c:v>
                </c:pt>
                <c:pt idx="38">
                  <c:v>319264.92768178653</c:v>
                </c:pt>
                <c:pt idx="39">
                  <c:v>234186.81335041983</c:v>
                </c:pt>
                <c:pt idx="40">
                  <c:v>110820.1010097584</c:v>
                </c:pt>
                <c:pt idx="41">
                  <c:v>127644.42802567259</c:v>
                </c:pt>
                <c:pt idx="42">
                  <c:v>51398.67652924224</c:v>
                </c:pt>
                <c:pt idx="43">
                  <c:v>81356.64052673844</c:v>
                </c:pt>
                <c:pt idx="44">
                  <c:v>245509.33004953072</c:v>
                </c:pt>
                <c:pt idx="45">
                  <c:v>61347.386411158914</c:v>
                </c:pt>
                <c:pt idx="46">
                  <c:v>22638.174251007942</c:v>
                </c:pt>
                <c:pt idx="47">
                  <c:v>23177.707141420164</c:v>
                </c:pt>
                <c:pt idx="48">
                  <c:v>67215.96357623077</c:v>
                </c:pt>
                <c:pt idx="49">
                  <c:v>279771.8152071517</c:v>
                </c:pt>
                <c:pt idx="50">
                  <c:v>60888.5654879081</c:v>
                </c:pt>
                <c:pt idx="51">
                  <c:v>25404.448889278145</c:v>
                </c:pt>
                <c:pt idx="52">
                  <c:v>21075.704409566188</c:v>
                </c:pt>
                <c:pt idx="53">
                  <c:v>104031.97183462369</c:v>
                </c:pt>
                <c:pt idx="54">
                  <c:v>33106.03283302878</c:v>
                </c:pt>
                <c:pt idx="55">
                  <c:v>21629.56359419748</c:v>
                </c:pt>
                <c:pt idx="56">
                  <c:v>27595.16141886284</c:v>
                </c:pt>
                <c:pt idx="57">
                  <c:v>159125.77399936173</c:v>
                </c:pt>
                <c:pt idx="58">
                  <c:v>154517.17661565397</c:v>
                </c:pt>
                <c:pt idx="59">
                  <c:v>100134.38982330775</c:v>
                </c:pt>
                <c:pt idx="60">
                  <c:v>24070.208025410488</c:v>
                </c:pt>
                <c:pt idx="61">
                  <c:v>144881.55725695618</c:v>
                </c:pt>
                <c:pt idx="62">
                  <c:v>58386.76455016553</c:v>
                </c:pt>
                <c:pt idx="63">
                  <c:v>137137.5329354272</c:v>
                </c:pt>
                <c:pt idx="64">
                  <c:v>137736.2559648138</c:v>
                </c:pt>
                <c:pt idx="65">
                  <c:v>155431.1715771743</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343742.31667903916</c:v>
                </c:pt>
                <c:pt idx="1">
                  <c:v>312604.4225537564</c:v>
                </c:pt>
                <c:pt idx="2">
                  <c:v>349021.6446341891</c:v>
                </c:pt>
                <c:pt idx="3">
                  <c:v>364314.01622689626</c:v>
                </c:pt>
                <c:pt idx="4">
                  <c:v>339038.92566507775</c:v>
                </c:pt>
                <c:pt idx="5">
                  <c:v>390517.4188787694</c:v>
                </c:pt>
                <c:pt idx="6">
                  <c:v>287367.0268800631</c:v>
                </c:pt>
                <c:pt idx="7">
                  <c:v>413842.04195764684</c:v>
                </c:pt>
                <c:pt idx="8">
                  <c:v>332320.8652908683</c:v>
                </c:pt>
                <c:pt idx="9">
                  <c:v>317901.67000353365</c:v>
                </c:pt>
                <c:pt idx="10">
                  <c:v>389450.78460548626</c:v>
                </c:pt>
                <c:pt idx="11">
                  <c:v>274364.5410649753</c:v>
                </c:pt>
                <c:pt idx="12">
                  <c:v>376628.0210569902</c:v>
                </c:pt>
                <c:pt idx="13">
                  <c:v>301674.66137537407</c:v>
                </c:pt>
                <c:pt idx="14">
                  <c:v>470383.0340427177</c:v>
                </c:pt>
                <c:pt idx="15">
                  <c:v>368231.08847964276</c:v>
                </c:pt>
                <c:pt idx="16">
                  <c:v>462368.3426386124</c:v>
                </c:pt>
                <c:pt idx="17">
                  <c:v>306202.04275943304</c:v>
                </c:pt>
                <c:pt idx="18">
                  <c:v>306316.99841735134</c:v>
                </c:pt>
                <c:pt idx="19">
                  <c:v>441070.7166605904</c:v>
                </c:pt>
                <c:pt idx="20">
                  <c:v>325346.16552959435</c:v>
                </c:pt>
                <c:pt idx="21">
                  <c:v>351713.0315049883</c:v>
                </c:pt>
                <c:pt idx="22">
                  <c:v>444456.44489375805</c:v>
                </c:pt>
                <c:pt idx="23">
                  <c:v>339626.42925402056</c:v>
                </c:pt>
                <c:pt idx="24">
                  <c:v>463781.7789190047</c:v>
                </c:pt>
                <c:pt idx="25">
                  <c:v>400413.7675087423</c:v>
                </c:pt>
                <c:pt idx="26">
                  <c:v>417380.47898646095</c:v>
                </c:pt>
                <c:pt idx="27">
                  <c:v>316121.563270519</c:v>
                </c:pt>
                <c:pt idx="28">
                  <c:v>513801.9768842153</c:v>
                </c:pt>
                <c:pt idx="29">
                  <c:v>410506.68807247176</c:v>
                </c:pt>
                <c:pt idx="30">
                  <c:v>368981.1562864234</c:v>
                </c:pt>
                <c:pt idx="31">
                  <c:v>420442.99671782274</c:v>
                </c:pt>
                <c:pt idx="32">
                  <c:v>375213.1662375109</c:v>
                </c:pt>
                <c:pt idx="33">
                  <c:v>444516.74993878393</c:v>
                </c:pt>
                <c:pt idx="34">
                  <c:v>437808.2468197882</c:v>
                </c:pt>
                <c:pt idx="35">
                  <c:v>357067.8337336327</c:v>
                </c:pt>
                <c:pt idx="36">
                  <c:v>610936.8805188019</c:v>
                </c:pt>
                <c:pt idx="37">
                  <c:v>392048.3116026985</c:v>
                </c:pt>
                <c:pt idx="38">
                  <c:v>419152.6008509892</c:v>
                </c:pt>
                <c:pt idx="39">
                  <c:v>327764.3677466651</c:v>
                </c:pt>
                <c:pt idx="40">
                  <c:v>490702.8364649878</c:v>
                </c:pt>
                <c:pt idx="41">
                  <c:v>372848.1673027864</c:v>
                </c:pt>
                <c:pt idx="42">
                  <c:v>500382.7975889044</c:v>
                </c:pt>
                <c:pt idx="43">
                  <c:v>407139.7233396311</c:v>
                </c:pt>
                <c:pt idx="44">
                  <c:v>378681.5181019008</c:v>
                </c:pt>
                <c:pt idx="45">
                  <c:v>525363.4238905439</c:v>
                </c:pt>
                <c:pt idx="46">
                  <c:v>426156.3482669203</c:v>
                </c:pt>
                <c:pt idx="47">
                  <c:v>440558.24243111385</c:v>
                </c:pt>
                <c:pt idx="48">
                  <c:v>407240.2715162816</c:v>
                </c:pt>
                <c:pt idx="49">
                  <c:v>382566.1729718665</c:v>
                </c:pt>
                <c:pt idx="50">
                  <c:v>437557.5112989741</c:v>
                </c:pt>
                <c:pt idx="51">
                  <c:v>501892.38956593536</c:v>
                </c:pt>
                <c:pt idx="52">
                  <c:v>426353.76552727725</c:v>
                </c:pt>
                <c:pt idx="53">
                  <c:v>428441.28114594315</c:v>
                </c:pt>
                <c:pt idx="54">
                  <c:v>524998.6459608164</c:v>
                </c:pt>
                <c:pt idx="55">
                  <c:v>426191.0730828565</c:v>
                </c:pt>
                <c:pt idx="56">
                  <c:v>569659.6819136752</c:v>
                </c:pt>
                <c:pt idx="57">
                  <c:v>427562.5433864218</c:v>
                </c:pt>
                <c:pt idx="58">
                  <c:v>444895.45745764393</c:v>
                </c:pt>
                <c:pt idx="59">
                  <c:v>579286.7721286083</c:v>
                </c:pt>
                <c:pt idx="60">
                  <c:v>487877.8870098745</c:v>
                </c:pt>
                <c:pt idx="61">
                  <c:v>436227.20472999563</c:v>
                </c:pt>
                <c:pt idx="62">
                  <c:v>540639.390109081</c:v>
                </c:pt>
                <c:pt idx="63">
                  <c:v>501363.1626516478</c:v>
                </c:pt>
                <c:pt idx="64">
                  <c:v>414130.7013513887</c:v>
                </c:pt>
                <c:pt idx="65">
                  <c:v>438582.31666749745</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33517.39844473807</c:v>
                </c:pt>
                <c:pt idx="1">
                  <c:v>116653.2498472971</c:v>
                </c:pt>
                <c:pt idx="2">
                  <c:v>123308.1762825216</c:v>
                </c:pt>
                <c:pt idx="3">
                  <c:v>45992.18336301098</c:v>
                </c:pt>
                <c:pt idx="4">
                  <c:v>16863.084714653363</c:v>
                </c:pt>
                <c:pt idx="5">
                  <c:v>107726.16934303372</c:v>
                </c:pt>
                <c:pt idx="6">
                  <c:v>126852.27567519018</c:v>
                </c:pt>
                <c:pt idx="7">
                  <c:v>153974.27694377158</c:v>
                </c:pt>
                <c:pt idx="8">
                  <c:v>181862.83122898173</c:v>
                </c:pt>
                <c:pt idx="9">
                  <c:v>105176.74310769844</c:v>
                </c:pt>
                <c:pt idx="10">
                  <c:v>93362.3055162299</c:v>
                </c:pt>
                <c:pt idx="11">
                  <c:v>73337.96081849899</c:v>
                </c:pt>
                <c:pt idx="12">
                  <c:v>207605.5098381359</c:v>
                </c:pt>
                <c:pt idx="13">
                  <c:v>192910.26781978176</c:v>
                </c:pt>
                <c:pt idx="14">
                  <c:v>260548.09033897158</c:v>
                </c:pt>
                <c:pt idx="15">
                  <c:v>71109.24501962672</c:v>
                </c:pt>
                <c:pt idx="16">
                  <c:v>135913.93641406676</c:v>
                </c:pt>
                <c:pt idx="17">
                  <c:v>131356.03304645244</c:v>
                </c:pt>
                <c:pt idx="18">
                  <c:v>111683.88515485467</c:v>
                </c:pt>
                <c:pt idx="19">
                  <c:v>153159.94748757294</c:v>
                </c:pt>
                <c:pt idx="20">
                  <c:v>177570.2707171099</c:v>
                </c:pt>
                <c:pt idx="21">
                  <c:v>241625.82436770818</c:v>
                </c:pt>
                <c:pt idx="22">
                  <c:v>186757.57424338392</c:v>
                </c:pt>
                <c:pt idx="23">
                  <c:v>134606.21902452622</c:v>
                </c:pt>
                <c:pt idx="24">
                  <c:v>216166.51533763763</c:v>
                </c:pt>
                <c:pt idx="25">
                  <c:v>191219.92473072518</c:v>
                </c:pt>
                <c:pt idx="26">
                  <c:v>160365.63227959702</c:v>
                </c:pt>
                <c:pt idx="27">
                  <c:v>111629.38340414444</c:v>
                </c:pt>
                <c:pt idx="28">
                  <c:v>193378.47579250147</c:v>
                </c:pt>
                <c:pt idx="29">
                  <c:v>200419.20773556273</c:v>
                </c:pt>
                <c:pt idx="30">
                  <c:v>192469.3666630233</c:v>
                </c:pt>
                <c:pt idx="31">
                  <c:v>147121.10236579235</c:v>
                </c:pt>
                <c:pt idx="32">
                  <c:v>112969.96864462047</c:v>
                </c:pt>
                <c:pt idx="33">
                  <c:v>48917.21369899353</c:v>
                </c:pt>
                <c:pt idx="34">
                  <c:v>62413.64366817136</c:v>
                </c:pt>
                <c:pt idx="35">
                  <c:v>52802.53990359991</c:v>
                </c:pt>
                <c:pt idx="36">
                  <c:v>45704.582572576124</c:v>
                </c:pt>
                <c:pt idx="37">
                  <c:v>20521.62991702465</c:v>
                </c:pt>
                <c:pt idx="38">
                  <c:v>89606.08237873192</c:v>
                </c:pt>
                <c:pt idx="39">
                  <c:v>32350.39047300306</c:v>
                </c:pt>
                <c:pt idx="40">
                  <c:v>39607.119562242144</c:v>
                </c:pt>
                <c:pt idx="41">
                  <c:v>147664.2732332809</c:v>
                </c:pt>
                <c:pt idx="42">
                  <c:v>193293.79341391005</c:v>
                </c:pt>
                <c:pt idx="43">
                  <c:v>87781.71519122955</c:v>
                </c:pt>
                <c:pt idx="44">
                  <c:v>72744.93436718677</c:v>
                </c:pt>
                <c:pt idx="45">
                  <c:v>128014.09945291029</c:v>
                </c:pt>
                <c:pt idx="46">
                  <c:v>73459.95872370736</c:v>
                </c:pt>
                <c:pt idx="47">
                  <c:v>142004.71607101525</c:v>
                </c:pt>
                <c:pt idx="48">
                  <c:v>106497.84997093567</c:v>
                </c:pt>
                <c:pt idx="49">
                  <c:v>99762.29183175966</c:v>
                </c:pt>
                <c:pt idx="50">
                  <c:v>80500.63876057415</c:v>
                </c:pt>
                <c:pt idx="51">
                  <c:v>124866.62266269508</c:v>
                </c:pt>
                <c:pt idx="52">
                  <c:v>173628.41719213937</c:v>
                </c:pt>
                <c:pt idx="53">
                  <c:v>130994.88416956512</c:v>
                </c:pt>
                <c:pt idx="54">
                  <c:v>138121.2996045974</c:v>
                </c:pt>
                <c:pt idx="55">
                  <c:v>108933.0817140958</c:v>
                </c:pt>
                <c:pt idx="56">
                  <c:v>209337.89964490864</c:v>
                </c:pt>
                <c:pt idx="57">
                  <c:v>154240.55689563949</c:v>
                </c:pt>
                <c:pt idx="58">
                  <c:v>214199.85010707044</c:v>
                </c:pt>
                <c:pt idx="59">
                  <c:v>302890.9786632599</c:v>
                </c:pt>
                <c:pt idx="60">
                  <c:v>231491.88792075668</c:v>
                </c:pt>
                <c:pt idx="61">
                  <c:v>127791.98528464802</c:v>
                </c:pt>
                <c:pt idx="62">
                  <c:v>149187.59828579973</c:v>
                </c:pt>
                <c:pt idx="63">
                  <c:v>171751.82030073606</c:v>
                </c:pt>
                <c:pt idx="64">
                  <c:v>128744.66424659656</c:v>
                </c:pt>
                <c:pt idx="65">
                  <c:v>67123.30927505507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20347.134508499807</c:v>
                </c:pt>
                <c:pt idx="1">
                  <c:v>12337.414370029514</c:v>
                </c:pt>
                <c:pt idx="2">
                  <c:v>15799.824620293752</c:v>
                </c:pt>
                <c:pt idx="3">
                  <c:v>10077.055001539178</c:v>
                </c:pt>
                <c:pt idx="4">
                  <c:v>25258.986219380637</c:v>
                </c:pt>
                <c:pt idx="5">
                  <c:v>11164.316636559548</c:v>
                </c:pt>
                <c:pt idx="6">
                  <c:v>19366.473990713817</c:v>
                </c:pt>
                <c:pt idx="7">
                  <c:v>14135.2013002294</c:v>
                </c:pt>
                <c:pt idx="8">
                  <c:v>628.8615622566064</c:v>
                </c:pt>
                <c:pt idx="9">
                  <c:v>10270.223661258693</c:v>
                </c:pt>
                <c:pt idx="10">
                  <c:v>5087.343804801072</c:v>
                </c:pt>
                <c:pt idx="11">
                  <c:v>3074.8291785621323</c:v>
                </c:pt>
                <c:pt idx="12">
                  <c:v>15403.002023606892</c:v>
                </c:pt>
                <c:pt idx="13">
                  <c:v>13337.756533245698</c:v>
                </c:pt>
                <c:pt idx="14">
                  <c:v>23911.748458008704</c:v>
                </c:pt>
                <c:pt idx="15">
                  <c:v>27035.09616390293</c:v>
                </c:pt>
                <c:pt idx="16">
                  <c:v>19445.23945810068</c:v>
                </c:pt>
                <c:pt idx="17">
                  <c:v>25552.89955626153</c:v>
                </c:pt>
                <c:pt idx="18">
                  <c:v>28825.559060357027</c:v>
                </c:pt>
                <c:pt idx="19">
                  <c:v>27161.15498378154</c:v>
                </c:pt>
                <c:pt idx="20">
                  <c:v>20019.334389060943</c:v>
                </c:pt>
                <c:pt idx="21">
                  <c:v>22617.531642142876</c:v>
                </c:pt>
                <c:pt idx="22">
                  <c:v>41166.91158907984</c:v>
                </c:pt>
                <c:pt idx="23">
                  <c:v>37847.0648094174</c:v>
                </c:pt>
                <c:pt idx="24">
                  <c:v>1973.443288580715</c:v>
                </c:pt>
                <c:pt idx="25">
                  <c:v>22487.34032318708</c:v>
                </c:pt>
                <c:pt idx="26">
                  <c:v>10889.4369882954</c:v>
                </c:pt>
                <c:pt idx="27">
                  <c:v>331.684721374417</c:v>
                </c:pt>
                <c:pt idx="28">
                  <c:v>27626.40015119355</c:v>
                </c:pt>
                <c:pt idx="29">
                  <c:v>16642.718211839572</c:v>
                </c:pt>
                <c:pt idx="30">
                  <c:v>7733.343247829944</c:v>
                </c:pt>
                <c:pt idx="31">
                  <c:v>23335.27316354674</c:v>
                </c:pt>
                <c:pt idx="32">
                  <c:v>12489.93266587682</c:v>
                </c:pt>
                <c:pt idx="33">
                  <c:v>401.5098035595622</c:v>
                </c:pt>
                <c:pt idx="34">
                  <c:v>46954.379243253796</c:v>
                </c:pt>
                <c:pt idx="35">
                  <c:v>14981.946540315057</c:v>
                </c:pt>
                <c:pt idx="36">
                  <c:v>42021.368497081225</c:v>
                </c:pt>
                <c:pt idx="37">
                  <c:v>10239.44316357063</c:v>
                </c:pt>
                <c:pt idx="38">
                  <c:v>6317.621881864763</c:v>
                </c:pt>
                <c:pt idx="39">
                  <c:v>2709.5515049504756</c:v>
                </c:pt>
                <c:pt idx="40">
                  <c:v>7489.145456242916</c:v>
                </c:pt>
                <c:pt idx="41">
                  <c:v>5.3467203230146945</c:v>
                </c:pt>
                <c:pt idx="42">
                  <c:v>430.2267356582133</c:v>
                </c:pt>
                <c:pt idx="43">
                  <c:v>41962.427174571494</c:v>
                </c:pt>
                <c:pt idx="44">
                  <c:v>2567.844986756936</c:v>
                </c:pt>
                <c:pt idx="45">
                  <c:v>28570.031456466393</c:v>
                </c:pt>
                <c:pt idx="46">
                  <c:v>14611.423922886652</c:v>
                </c:pt>
                <c:pt idx="47">
                  <c:v>5458.266918750625</c:v>
                </c:pt>
                <c:pt idx="48">
                  <c:v>9780.289787549887</c:v>
                </c:pt>
                <c:pt idx="49">
                  <c:v>5256.894986394167</c:v>
                </c:pt>
                <c:pt idx="50">
                  <c:v>13468.492750367483</c:v>
                </c:pt>
                <c:pt idx="51">
                  <c:v>431.6373401590518</c:v>
                </c:pt>
                <c:pt idx="52">
                  <c:v>11846.359551494494</c:v>
                </c:pt>
                <c:pt idx="53">
                  <c:v>6163.681553940513</c:v>
                </c:pt>
                <c:pt idx="54">
                  <c:v>22104.93862885803</c:v>
                </c:pt>
                <c:pt idx="55">
                  <c:v>247.13361970220478</c:v>
                </c:pt>
                <c:pt idx="56">
                  <c:v>17978.52199515122</c:v>
                </c:pt>
                <c:pt idx="57">
                  <c:v>107.51427943224428</c:v>
                </c:pt>
                <c:pt idx="58">
                  <c:v>7527.235978296706</c:v>
                </c:pt>
                <c:pt idx="59">
                  <c:v>25855.622394808124</c:v>
                </c:pt>
                <c:pt idx="60">
                  <c:v>12245.100639780609</c:v>
                </c:pt>
                <c:pt idx="61">
                  <c:v>17750.294419778915</c:v>
                </c:pt>
                <c:pt idx="62">
                  <c:v>6775.309571856538</c:v>
                </c:pt>
                <c:pt idx="63">
                  <c:v>11397.049629305546</c:v>
                </c:pt>
                <c:pt idx="64">
                  <c:v>936.3686896260248</c:v>
                </c:pt>
                <c:pt idx="65">
                  <c:v>22851.59420236069</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250.73578032520012</c:v>
                </c:pt>
                <c:pt idx="1">
                  <c:v>15536.60924139425</c:v>
                </c:pt>
                <c:pt idx="2">
                  <c:v>3176.692091700109</c:v>
                </c:pt>
                <c:pt idx="3">
                  <c:v>494.6020410964663</c:v>
                </c:pt>
                <c:pt idx="4">
                  <c:v>3964.865247789594</c:v>
                </c:pt>
                <c:pt idx="5">
                  <c:v>11602.144449442041</c:v>
                </c:pt>
                <c:pt idx="6">
                  <c:v>10326.97398485868</c:v>
                </c:pt>
                <c:pt idx="7">
                  <c:v>22415.154158323887</c:v>
                </c:pt>
                <c:pt idx="8">
                  <c:v>1018.6911236856074</c:v>
                </c:pt>
                <c:pt idx="9">
                  <c:v>484.151647549122</c:v>
                </c:pt>
                <c:pt idx="10">
                  <c:v>6057.854637979956</c:v>
                </c:pt>
                <c:pt idx="11">
                  <c:v>3428.257112381539</c:v>
                </c:pt>
                <c:pt idx="12">
                  <c:v>14036.621679357038</c:v>
                </c:pt>
                <c:pt idx="13">
                  <c:v>1029.50938776761</c:v>
                </c:pt>
                <c:pt idx="14">
                  <c:v>880.4180509116815</c:v>
                </c:pt>
                <c:pt idx="15">
                  <c:v>382.419921196141</c:v>
                </c:pt>
                <c:pt idx="16">
                  <c:v>7695.042628988852</c:v>
                </c:pt>
                <c:pt idx="17">
                  <c:v>148.25429041803648</c:v>
                </c:pt>
                <c:pt idx="18">
                  <c:v>10436.754861557169</c:v>
                </c:pt>
                <c:pt idx="19">
                  <c:v>819.002433048342</c:v>
                </c:pt>
                <c:pt idx="20">
                  <c:v>1943.2634529021564</c:v>
                </c:pt>
                <c:pt idx="21">
                  <c:v>17451.730938096385</c:v>
                </c:pt>
                <c:pt idx="22">
                  <c:v>14868.92380153478</c:v>
                </c:pt>
                <c:pt idx="23">
                  <c:v>617.8997927560628</c:v>
                </c:pt>
                <c:pt idx="24">
                  <c:v>579.5993547336983</c:v>
                </c:pt>
                <c:pt idx="25">
                  <c:v>14104.54075231393</c:v>
                </c:pt>
                <c:pt idx="26">
                  <c:v>2816.896958552419</c:v>
                </c:pt>
                <c:pt idx="27">
                  <c:v>7533.836719527421</c:v>
                </c:pt>
                <c:pt idx="28">
                  <c:v>12406.169980808607</c:v>
                </c:pt>
                <c:pt idx="29">
                  <c:v>6517.687679738503</c:v>
                </c:pt>
                <c:pt idx="30">
                  <c:v>5372.525458682267</c:v>
                </c:pt>
                <c:pt idx="31">
                  <c:v>92.19233914579057</c:v>
                </c:pt>
                <c:pt idx="32">
                  <c:v>212.72252783525758</c:v>
                </c:pt>
                <c:pt idx="33">
                  <c:v>554.7086905624873</c:v>
                </c:pt>
                <c:pt idx="34">
                  <c:v>540.2056558995166</c:v>
                </c:pt>
                <c:pt idx="35">
                  <c:v>15228.579514841751</c:v>
                </c:pt>
                <c:pt idx="36">
                  <c:v>10844.57839878727</c:v>
                </c:pt>
                <c:pt idx="37">
                  <c:v>192.78754504107854</c:v>
                </c:pt>
                <c:pt idx="38">
                  <c:v>136.88570162805652</c:v>
                </c:pt>
                <c:pt idx="39">
                  <c:v>9726.440071323692</c:v>
                </c:pt>
                <c:pt idx="40">
                  <c:v>1032.6114649661029</c:v>
                </c:pt>
                <c:pt idx="41">
                  <c:v>15.518315970556262</c:v>
                </c:pt>
                <c:pt idx="42">
                  <c:v>17666.10712606169</c:v>
                </c:pt>
                <c:pt idx="43">
                  <c:v>2781.0956093047266</c:v>
                </c:pt>
                <c:pt idx="44">
                  <c:v>138.29921651128774</c:v>
                </c:pt>
                <c:pt idx="45">
                  <c:v>5662.534957144941</c:v>
                </c:pt>
                <c:pt idx="46">
                  <c:v>553.708080878693</c:v>
                </c:pt>
                <c:pt idx="47">
                  <c:v>247.67079834826367</c:v>
                </c:pt>
                <c:pt idx="48">
                  <c:v>673.5074923192249</c:v>
                </c:pt>
                <c:pt idx="49">
                  <c:v>3044.1652566297807</c:v>
                </c:pt>
                <c:pt idx="50">
                  <c:v>3289.711137577935</c:v>
                </c:pt>
                <c:pt idx="51">
                  <c:v>15055.1933358297</c:v>
                </c:pt>
                <c:pt idx="52">
                  <c:v>8793.573383955174</c:v>
                </c:pt>
                <c:pt idx="53">
                  <c:v>741.2739573886959</c:v>
                </c:pt>
                <c:pt idx="54">
                  <c:v>157.20002489778693</c:v>
                </c:pt>
                <c:pt idx="55">
                  <c:v>12674.035068185018</c:v>
                </c:pt>
                <c:pt idx="56">
                  <c:v>6328.003672732661</c:v>
                </c:pt>
                <c:pt idx="57">
                  <c:v>1168.8380932362413</c:v>
                </c:pt>
                <c:pt idx="58">
                  <c:v>374.56662597626183</c:v>
                </c:pt>
                <c:pt idx="59">
                  <c:v>12973.627352450576</c:v>
                </c:pt>
                <c:pt idx="60">
                  <c:v>5013.561458918544</c:v>
                </c:pt>
                <c:pt idx="61">
                  <c:v>14362.318961448591</c:v>
                </c:pt>
                <c:pt idx="62">
                  <c:v>22600.840110224948</c:v>
                </c:pt>
                <c:pt idx="63">
                  <c:v>1061.539541690017</c:v>
                </c:pt>
                <c:pt idx="64">
                  <c:v>166.1129688185896</c:v>
                </c:pt>
                <c:pt idx="65">
                  <c:v>12436.436613174646</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27294.172712011605</c:v>
                </c:pt>
                <c:pt idx="1">
                  <c:v>-17987.097258668477</c:v>
                </c:pt>
                <c:pt idx="2">
                  <c:v>-15081.466521695427</c:v>
                </c:pt>
                <c:pt idx="3">
                  <c:v>10015.705518016646</c:v>
                </c:pt>
                <c:pt idx="4">
                  <c:v>-914.597761532498</c:v>
                </c:pt>
                <c:pt idx="5">
                  <c:v>-29442.973236229325</c:v>
                </c:pt>
                <c:pt idx="6">
                  <c:v>16701.23013479675</c:v>
                </c:pt>
                <c:pt idx="7">
                  <c:v>-31475.054817411154</c:v>
                </c:pt>
                <c:pt idx="8">
                  <c:v>15770.286449259998</c:v>
                </c:pt>
                <c:pt idx="9">
                  <c:v>19854.445608853704</c:v>
                </c:pt>
                <c:pt idx="10">
                  <c:v>-51108.22346117032</c:v>
                </c:pt>
                <c:pt idx="11">
                  <c:v>869.7564891609338</c:v>
                </c:pt>
                <c:pt idx="12">
                  <c:v>-3346.1949989542372</c:v>
                </c:pt>
                <c:pt idx="13">
                  <c:v>21008.885832969558</c:v>
                </c:pt>
                <c:pt idx="14">
                  <c:v>-24618.021158788863</c:v>
                </c:pt>
                <c:pt idx="15">
                  <c:v>5603.6840140463655</c:v>
                </c:pt>
                <c:pt idx="16">
                  <c:v>-34167.94795631116</c:v>
                </c:pt>
                <c:pt idx="17">
                  <c:v>7112.078039249911</c:v>
                </c:pt>
                <c:pt idx="18">
                  <c:v>28267.533672742386</c:v>
                </c:pt>
                <c:pt idx="19">
                  <c:v>-20038.870606727476</c:v>
                </c:pt>
                <c:pt idx="20">
                  <c:v>4054.0814455875066</c:v>
                </c:pt>
                <c:pt idx="21">
                  <c:v>29369.99926345416</c:v>
                </c:pt>
                <c:pt idx="22">
                  <c:v>-3300.0744473518325</c:v>
                </c:pt>
                <c:pt idx="23">
                  <c:v>6196.213900036729</c:v>
                </c:pt>
                <c:pt idx="24">
                  <c:v>-15082.689293041609</c:v>
                </c:pt>
                <c:pt idx="25">
                  <c:v>-30624.357086701555</c:v>
                </c:pt>
                <c:pt idx="26">
                  <c:v>-14395.189378422598</c:v>
                </c:pt>
                <c:pt idx="27">
                  <c:v>9359.112067181943</c:v>
                </c:pt>
                <c:pt idx="28">
                  <c:v>-3464.3431454898155</c:v>
                </c:pt>
                <c:pt idx="29">
                  <c:v>34770.3690209145</c:v>
                </c:pt>
                <c:pt idx="30">
                  <c:v>27837.441572433636</c:v>
                </c:pt>
                <c:pt idx="31">
                  <c:v>42927.09676212446</c:v>
                </c:pt>
                <c:pt idx="32">
                  <c:v>-21385.889014603767</c:v>
                </c:pt>
                <c:pt idx="33">
                  <c:v>20517.20071816179</c:v>
                </c:pt>
                <c:pt idx="34">
                  <c:v>19857.047163777424</c:v>
                </c:pt>
                <c:pt idx="35">
                  <c:v>46015.62401138999</c:v>
                </c:pt>
                <c:pt idx="36">
                  <c:v>-11800.705103024651</c:v>
                </c:pt>
                <c:pt idx="37">
                  <c:v>-5094.26517224145</c:v>
                </c:pt>
                <c:pt idx="38">
                  <c:v>-27833.428405019295</c:v>
                </c:pt>
                <c:pt idx="39">
                  <c:v>-18056.06161702196</c:v>
                </c:pt>
                <c:pt idx="40">
                  <c:v>-24933.58680171222</c:v>
                </c:pt>
                <c:pt idx="41">
                  <c:v>7669.691738355448</c:v>
                </c:pt>
                <c:pt idx="42">
                  <c:v>-22961.079716732052</c:v>
                </c:pt>
                <c:pt idx="43">
                  <c:v>-33037.68621955486</c:v>
                </c:pt>
                <c:pt idx="44">
                  <c:v>-10273.731551188612</c:v>
                </c:pt>
                <c:pt idx="45">
                  <c:v>-28915.447246152566</c:v>
                </c:pt>
                <c:pt idx="46">
                  <c:v>-48605.37287036746</c:v>
                </c:pt>
                <c:pt idx="47">
                  <c:v>-24005.5405325196</c:v>
                </c:pt>
                <c:pt idx="48">
                  <c:v>-38570.47287694154</c:v>
                </c:pt>
                <c:pt idx="49">
                  <c:v>-27798.396242924216</c:v>
                </c:pt>
                <c:pt idx="50">
                  <c:v>2738.1189682311942</c:v>
                </c:pt>
                <c:pt idx="51">
                  <c:v>25721.43889788695</c:v>
                </c:pt>
                <c:pt idx="52">
                  <c:v>-52946.617961814234</c:v>
                </c:pt>
                <c:pt idx="53">
                  <c:v>7862.873956919133</c:v>
                </c:pt>
                <c:pt idx="54">
                  <c:v>22429.019085822874</c:v>
                </c:pt>
                <c:pt idx="55">
                  <c:v>1889.1921992845125</c:v>
                </c:pt>
                <c:pt idx="56">
                  <c:v>7332.624609458668</c:v>
                </c:pt>
                <c:pt idx="57">
                  <c:v>-17805.309221976353</c:v>
                </c:pt>
                <c:pt idx="58">
                  <c:v>14613.253692603023</c:v>
                </c:pt>
                <c:pt idx="59">
                  <c:v>-19084.04092843191</c:v>
                </c:pt>
                <c:pt idx="60">
                  <c:v>-22978.3014450127</c:v>
                </c:pt>
                <c:pt idx="61">
                  <c:v>-45177.849120409686</c:v>
                </c:pt>
                <c:pt idx="62">
                  <c:v>-12976.183665661763</c:v>
                </c:pt>
                <c:pt idx="63">
                  <c:v>25983.257157090786</c:v>
                </c:pt>
                <c:pt idx="64">
                  <c:v>-28555.849072961493</c:v>
                </c:pt>
                <c:pt idx="65">
                  <c:v>-14269.736610446153</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20650.38707830394</c:v>
                </c:pt>
                <c:pt idx="1">
                  <c:v>12756.668759473005</c:v>
                </c:pt>
                <c:pt idx="2">
                  <c:v>19964.184115275788</c:v>
                </c:pt>
                <c:pt idx="3">
                  <c:v>17286.77913657853</c:v>
                </c:pt>
                <c:pt idx="4">
                  <c:v>15756.96810781856</c:v>
                </c:pt>
                <c:pt idx="5">
                  <c:v>10561.239392527517</c:v>
                </c:pt>
                <c:pt idx="6">
                  <c:v>1153.6741461645397</c:v>
                </c:pt>
                <c:pt idx="7">
                  <c:v>6489.5981349647745</c:v>
                </c:pt>
                <c:pt idx="8">
                  <c:v>7072.730269880463</c:v>
                </c:pt>
                <c:pt idx="9">
                  <c:v>12487.94435156847</c:v>
                </c:pt>
                <c:pt idx="10">
                  <c:v>9725.970282511973</c:v>
                </c:pt>
                <c:pt idx="11">
                  <c:v>10267.253933789496</c:v>
                </c:pt>
                <c:pt idx="12">
                  <c:v>12583.921573600948</c:v>
                </c:pt>
                <c:pt idx="13">
                  <c:v>16983.49161170107</c:v>
                </c:pt>
                <c:pt idx="14">
                  <c:v>21685.165036555714</c:v>
                </c:pt>
                <c:pt idx="15">
                  <c:v>12944.941541508048</c:v>
                </c:pt>
                <c:pt idx="16">
                  <c:v>13438.719188201489</c:v>
                </c:pt>
                <c:pt idx="17">
                  <c:v>12726.427121197288</c:v>
                </c:pt>
                <c:pt idx="18">
                  <c:v>15781.523029445365</c:v>
                </c:pt>
                <c:pt idx="19">
                  <c:v>24088.192527696592</c:v>
                </c:pt>
                <c:pt idx="20">
                  <c:v>17712.011004000808</c:v>
                </c:pt>
                <c:pt idx="21">
                  <c:v>16944.344418365836</c:v>
                </c:pt>
                <c:pt idx="22">
                  <c:v>26790.035401568428</c:v>
                </c:pt>
                <c:pt idx="23">
                  <c:v>8826.469193535835</c:v>
                </c:pt>
                <c:pt idx="24">
                  <c:v>27005.176373812625</c:v>
                </c:pt>
                <c:pt idx="25">
                  <c:v>19522.340685786017</c:v>
                </c:pt>
                <c:pt idx="26">
                  <c:v>21113.621229444994</c:v>
                </c:pt>
                <c:pt idx="27">
                  <c:v>10636.579351764374</c:v>
                </c:pt>
                <c:pt idx="28">
                  <c:v>16348.441929611248</c:v>
                </c:pt>
                <c:pt idx="29">
                  <c:v>20654.69539165214</c:v>
                </c:pt>
                <c:pt idx="30">
                  <c:v>11339.106459040926</c:v>
                </c:pt>
                <c:pt idx="31">
                  <c:v>16384.562898910637</c:v>
                </c:pt>
                <c:pt idx="32">
                  <c:v>7670.404599113709</c:v>
                </c:pt>
                <c:pt idx="33">
                  <c:v>15866.510537602304</c:v>
                </c:pt>
                <c:pt idx="34">
                  <c:v>15091.91071877224</c:v>
                </c:pt>
                <c:pt idx="35">
                  <c:v>14252.382565459191</c:v>
                </c:pt>
                <c:pt idx="36">
                  <c:v>13465.697930189614</c:v>
                </c:pt>
                <c:pt idx="37">
                  <c:v>13530.893296798595</c:v>
                </c:pt>
                <c:pt idx="38">
                  <c:v>11849.182085660734</c:v>
                </c:pt>
                <c:pt idx="39">
                  <c:v>18251.67868170587</c:v>
                </c:pt>
                <c:pt idx="40">
                  <c:v>19783.024649172105</c:v>
                </c:pt>
                <c:pt idx="41">
                  <c:v>24850.965224488882</c:v>
                </c:pt>
                <c:pt idx="42">
                  <c:v>23179.39787616504</c:v>
                </c:pt>
                <c:pt idx="43">
                  <c:v>12053.43461807437</c:v>
                </c:pt>
                <c:pt idx="44">
                  <c:v>12448.408655257363</c:v>
                </c:pt>
                <c:pt idx="45">
                  <c:v>13315.990088916735</c:v>
                </c:pt>
                <c:pt idx="46">
                  <c:v>12756.216413485792</c:v>
                </c:pt>
                <c:pt idx="47">
                  <c:v>14123.581425529694</c:v>
                </c:pt>
                <c:pt idx="48">
                  <c:v>26699.130472631856</c:v>
                </c:pt>
                <c:pt idx="49">
                  <c:v>19799.811221256427</c:v>
                </c:pt>
                <c:pt idx="50">
                  <c:v>7381.051987370825</c:v>
                </c:pt>
                <c:pt idx="51">
                  <c:v>23347.594728466906</c:v>
                </c:pt>
                <c:pt idx="52">
                  <c:v>22693.025893932474</c:v>
                </c:pt>
                <c:pt idx="53">
                  <c:v>20152.978166115536</c:v>
                </c:pt>
                <c:pt idx="54">
                  <c:v>11958.664209118902</c:v>
                </c:pt>
                <c:pt idx="55">
                  <c:v>15600.399806478981</c:v>
                </c:pt>
                <c:pt idx="56">
                  <c:v>28292.617052739097</c:v>
                </c:pt>
                <c:pt idx="57">
                  <c:v>19520.713859659307</c:v>
                </c:pt>
                <c:pt idx="58">
                  <c:v>21148.952510350675</c:v>
                </c:pt>
                <c:pt idx="59">
                  <c:v>37853.85175702357</c:v>
                </c:pt>
                <c:pt idx="60">
                  <c:v>21892.587357332748</c:v>
                </c:pt>
                <c:pt idx="61">
                  <c:v>30392.048462377414</c:v>
                </c:pt>
                <c:pt idx="62">
                  <c:v>19880.412689675</c:v>
                </c:pt>
                <c:pt idx="63">
                  <c:v>14833.402361825045</c:v>
                </c:pt>
                <c:pt idx="64">
                  <c:v>30153.019890821786</c:v>
                </c:pt>
                <c:pt idx="65">
                  <c:v>9428.115683082373</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106848.33719801102</c:v>
                </c:pt>
                <c:pt idx="1">
                  <c:v>90537.11131690186</c:v>
                </c:pt>
                <c:pt idx="2">
                  <c:v>111422.05775040419</c:v>
                </c:pt>
                <c:pt idx="3">
                  <c:v>110706.3389482627</c:v>
                </c:pt>
                <c:pt idx="4">
                  <c:v>113539.91478284818</c:v>
                </c:pt>
                <c:pt idx="5">
                  <c:v>127312.68344721537</c:v>
                </c:pt>
                <c:pt idx="6">
                  <c:v>82980.27715129923</c:v>
                </c:pt>
                <c:pt idx="7">
                  <c:v>188282.72078537018</c:v>
                </c:pt>
                <c:pt idx="8">
                  <c:v>128249.14675434932</c:v>
                </c:pt>
                <c:pt idx="9">
                  <c:v>124986.7208733244</c:v>
                </c:pt>
                <c:pt idx="10">
                  <c:v>130144.46028478541</c:v>
                </c:pt>
                <c:pt idx="11">
                  <c:v>123460.63416116739</c:v>
                </c:pt>
                <c:pt idx="12">
                  <c:v>180600.87897221287</c:v>
                </c:pt>
                <c:pt idx="13">
                  <c:v>167166.38758558178</c:v>
                </c:pt>
                <c:pt idx="14">
                  <c:v>140358.51348461</c:v>
                </c:pt>
                <c:pt idx="15">
                  <c:v>142467.9286098248</c:v>
                </c:pt>
                <c:pt idx="16">
                  <c:v>142602.5333695955</c:v>
                </c:pt>
                <c:pt idx="17">
                  <c:v>122701.8911229484</c:v>
                </c:pt>
                <c:pt idx="18">
                  <c:v>127747.23738684882</c:v>
                </c:pt>
                <c:pt idx="19">
                  <c:v>138701.07199997685</c:v>
                </c:pt>
                <c:pt idx="20">
                  <c:v>69156.24538124944</c:v>
                </c:pt>
                <c:pt idx="21">
                  <c:v>147801.42434343378</c:v>
                </c:pt>
                <c:pt idx="22">
                  <c:v>191897.66520862657</c:v>
                </c:pt>
                <c:pt idx="23">
                  <c:v>130567.43660611963</c:v>
                </c:pt>
                <c:pt idx="24">
                  <c:v>86709.56652019115</c:v>
                </c:pt>
                <c:pt idx="25">
                  <c:v>100193.91363461282</c:v>
                </c:pt>
                <c:pt idx="26">
                  <c:v>131077.48554777147</c:v>
                </c:pt>
                <c:pt idx="27">
                  <c:v>104073.79159968186</c:v>
                </c:pt>
                <c:pt idx="28">
                  <c:v>111841.38133435803</c:v>
                </c:pt>
                <c:pt idx="29">
                  <c:v>93075.92143880032</c:v>
                </c:pt>
                <c:pt idx="30">
                  <c:v>100807.25446951404</c:v>
                </c:pt>
                <c:pt idx="31">
                  <c:v>118877.5627045791</c:v>
                </c:pt>
                <c:pt idx="32">
                  <c:v>112248.65201044007</c:v>
                </c:pt>
                <c:pt idx="33">
                  <c:v>95768.08095012273</c:v>
                </c:pt>
                <c:pt idx="34">
                  <c:v>62243.869250512</c:v>
                </c:pt>
                <c:pt idx="35">
                  <c:v>82104.3551816954</c:v>
                </c:pt>
                <c:pt idx="36">
                  <c:v>97205.4672939628</c:v>
                </c:pt>
                <c:pt idx="37">
                  <c:v>58514.100133461114</c:v>
                </c:pt>
                <c:pt idx="38">
                  <c:v>31193.240705263102</c:v>
                </c:pt>
                <c:pt idx="39">
                  <c:v>97170.5439582964</c:v>
                </c:pt>
                <c:pt idx="40">
                  <c:v>127415.38758241468</c:v>
                </c:pt>
                <c:pt idx="41">
                  <c:v>106198.66636566355</c:v>
                </c:pt>
                <c:pt idx="42">
                  <c:v>153206.31828959048</c:v>
                </c:pt>
                <c:pt idx="43">
                  <c:v>121924.25577281824</c:v>
                </c:pt>
                <c:pt idx="44">
                  <c:v>110212.96155326146</c:v>
                </c:pt>
                <c:pt idx="45">
                  <c:v>121588.96804097688</c:v>
                </c:pt>
                <c:pt idx="46">
                  <c:v>81131.30650994276</c:v>
                </c:pt>
                <c:pt idx="47">
                  <c:v>118333.80304727741</c:v>
                </c:pt>
                <c:pt idx="48">
                  <c:v>130308.26634286196</c:v>
                </c:pt>
                <c:pt idx="49">
                  <c:v>77218.23981093934</c:v>
                </c:pt>
                <c:pt idx="50">
                  <c:v>77592.62124098776</c:v>
                </c:pt>
                <c:pt idx="51">
                  <c:v>85953.98263713814</c:v>
                </c:pt>
                <c:pt idx="52">
                  <c:v>74756.25517266226</c:v>
                </c:pt>
                <c:pt idx="53">
                  <c:v>91643.50643049524</c:v>
                </c:pt>
                <c:pt idx="54">
                  <c:v>102826.4147698613</c:v>
                </c:pt>
                <c:pt idx="55">
                  <c:v>62932.78047679843</c:v>
                </c:pt>
                <c:pt idx="56">
                  <c:v>61653.80398892517</c:v>
                </c:pt>
                <c:pt idx="57">
                  <c:v>57252.283158090984</c:v>
                </c:pt>
                <c:pt idx="58">
                  <c:v>53571.78938412229</c:v>
                </c:pt>
                <c:pt idx="59">
                  <c:v>125520.67433650613</c:v>
                </c:pt>
                <c:pt idx="60">
                  <c:v>96081.60468901228</c:v>
                </c:pt>
                <c:pt idx="61">
                  <c:v>59204.73657689724</c:v>
                </c:pt>
                <c:pt idx="62">
                  <c:v>101395.54198022996</c:v>
                </c:pt>
                <c:pt idx="63">
                  <c:v>68747.66962287192</c:v>
                </c:pt>
                <c:pt idx="64">
                  <c:v>77160.12443381186</c:v>
                </c:pt>
                <c:pt idx="65">
                  <c:v>84978.66918990941</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20068.388723275268</c:v>
                </c:pt>
                <c:pt idx="1">
                  <c:v>33861.62186285497</c:v>
                </c:pt>
                <c:pt idx="2">
                  <c:v>21884.18660286022</c:v>
                </c:pt>
                <c:pt idx="3">
                  <c:v>8805.453749641372</c:v>
                </c:pt>
                <c:pt idx="4">
                  <c:v>24324.793108044058</c:v>
                </c:pt>
                <c:pt idx="5">
                  <c:v>14854.686420506434</c:v>
                </c:pt>
                <c:pt idx="6">
                  <c:v>19751.169509082247</c:v>
                </c:pt>
                <c:pt idx="7">
                  <c:v>18496.382785465266</c:v>
                </c:pt>
                <c:pt idx="8">
                  <c:v>24940.648651457883</c:v>
                </c:pt>
                <c:pt idx="9">
                  <c:v>15617.058655384644</c:v>
                </c:pt>
                <c:pt idx="10">
                  <c:v>13297.495633397903</c:v>
                </c:pt>
                <c:pt idx="11">
                  <c:v>16272.398076705198</c:v>
                </c:pt>
                <c:pt idx="12">
                  <c:v>31462.516673356462</c:v>
                </c:pt>
                <c:pt idx="13">
                  <c:v>23329.87233725119</c:v>
                </c:pt>
                <c:pt idx="14">
                  <c:v>27962.73750697081</c:v>
                </c:pt>
                <c:pt idx="15">
                  <c:v>18180.01674024562</c:v>
                </c:pt>
                <c:pt idx="16">
                  <c:v>14164.78022089978</c:v>
                </c:pt>
                <c:pt idx="17">
                  <c:v>11937.738274241523</c:v>
                </c:pt>
                <c:pt idx="18">
                  <c:v>14260.286990009623</c:v>
                </c:pt>
                <c:pt idx="19">
                  <c:v>27667.797601825612</c:v>
                </c:pt>
                <c:pt idx="20">
                  <c:v>28498.750226524342</c:v>
                </c:pt>
                <c:pt idx="21">
                  <c:v>17443.909178088896</c:v>
                </c:pt>
                <c:pt idx="22">
                  <c:v>25954.939957675626</c:v>
                </c:pt>
                <c:pt idx="23">
                  <c:v>18247.93501038964</c:v>
                </c:pt>
                <c:pt idx="24">
                  <c:v>30225.44174421234</c:v>
                </c:pt>
                <c:pt idx="25">
                  <c:v>18127.457748242534</c:v>
                </c:pt>
                <c:pt idx="26">
                  <c:v>13847.110215898174</c:v>
                </c:pt>
                <c:pt idx="27">
                  <c:v>20583.45894338543</c:v>
                </c:pt>
                <c:pt idx="28">
                  <c:v>26777.113805168654</c:v>
                </c:pt>
                <c:pt idx="29">
                  <c:v>15365.355793876934</c:v>
                </c:pt>
                <c:pt idx="30">
                  <c:v>19881.581360382523</c:v>
                </c:pt>
                <c:pt idx="31">
                  <c:v>18820.026656194008</c:v>
                </c:pt>
                <c:pt idx="32">
                  <c:v>22427.070297028655</c:v>
                </c:pt>
                <c:pt idx="33">
                  <c:v>29310.692166165787</c:v>
                </c:pt>
                <c:pt idx="34">
                  <c:v>30118.277986267563</c:v>
                </c:pt>
                <c:pt idx="35">
                  <c:v>26133.408852702705</c:v>
                </c:pt>
                <c:pt idx="36">
                  <c:v>9853.164984251362</c:v>
                </c:pt>
                <c:pt idx="37">
                  <c:v>12967.736553008916</c:v>
                </c:pt>
                <c:pt idx="38">
                  <c:v>20395.310597102172</c:v>
                </c:pt>
                <c:pt idx="39">
                  <c:v>22255.31419857153</c:v>
                </c:pt>
                <c:pt idx="40">
                  <c:v>21070.71892401491</c:v>
                </c:pt>
                <c:pt idx="41">
                  <c:v>17442.8216436476</c:v>
                </c:pt>
                <c:pt idx="42">
                  <c:v>28381.965886753376</c:v>
                </c:pt>
                <c:pt idx="43">
                  <c:v>16101.999459625704</c:v>
                </c:pt>
                <c:pt idx="44">
                  <c:v>20942.46498022863</c:v>
                </c:pt>
                <c:pt idx="45">
                  <c:v>36105.41764730606</c:v>
                </c:pt>
                <c:pt idx="46">
                  <c:v>23711.319614847424</c:v>
                </c:pt>
                <c:pt idx="47">
                  <c:v>16220.544624135435</c:v>
                </c:pt>
                <c:pt idx="48">
                  <c:v>20057.361075820627</c:v>
                </c:pt>
                <c:pt idx="49">
                  <c:v>22535.980810963225</c:v>
                </c:pt>
                <c:pt idx="50">
                  <c:v>19102.58239895513</c:v>
                </c:pt>
                <c:pt idx="51">
                  <c:v>24993.522904957943</c:v>
                </c:pt>
                <c:pt idx="52">
                  <c:v>16432.407601792984</c:v>
                </c:pt>
                <c:pt idx="53">
                  <c:v>4407.8800507480755</c:v>
                </c:pt>
                <c:pt idx="54">
                  <c:v>17638.062349716365</c:v>
                </c:pt>
                <c:pt idx="55">
                  <c:v>21009.22048216991</c:v>
                </c:pt>
                <c:pt idx="56">
                  <c:v>25405.74137600029</c:v>
                </c:pt>
                <c:pt idx="57">
                  <c:v>15547.109212954729</c:v>
                </c:pt>
                <c:pt idx="58">
                  <c:v>12489.23663473036</c:v>
                </c:pt>
                <c:pt idx="59">
                  <c:v>22766.553481473016</c:v>
                </c:pt>
                <c:pt idx="60">
                  <c:v>27209.994759526624</c:v>
                </c:pt>
                <c:pt idx="61">
                  <c:v>13737.647332705552</c:v>
                </c:pt>
                <c:pt idx="62">
                  <c:v>22395.143934443346</c:v>
                </c:pt>
                <c:pt idx="63">
                  <c:v>7710.421661892565</c:v>
                </c:pt>
                <c:pt idx="64">
                  <c:v>12497.367152549463</c:v>
                </c:pt>
                <c:pt idx="65">
                  <c:v>13304.274934005545</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9820.109964830359</c:v>
                </c:pt>
                <c:pt idx="1">
                  <c:v>8270.272731872687</c:v>
                </c:pt>
                <c:pt idx="2">
                  <c:v>10783.717103900974</c:v>
                </c:pt>
                <c:pt idx="3">
                  <c:v>4623.409912879766</c:v>
                </c:pt>
                <c:pt idx="4">
                  <c:v>2932.2055300752763</c:v>
                </c:pt>
                <c:pt idx="5">
                  <c:v>5183.904068005205</c:v>
                </c:pt>
                <c:pt idx="6">
                  <c:v>2947.8401067202562</c:v>
                </c:pt>
                <c:pt idx="7">
                  <c:v>12177.615664154227</c:v>
                </c:pt>
                <c:pt idx="8">
                  <c:v>2553.887277729177</c:v>
                </c:pt>
                <c:pt idx="9">
                  <c:v>584.3227706951143</c:v>
                </c:pt>
                <c:pt idx="10">
                  <c:v>2673.7729485954474</c:v>
                </c:pt>
                <c:pt idx="11">
                  <c:v>2144.8425975436726</c:v>
                </c:pt>
                <c:pt idx="12">
                  <c:v>4205.769465599959</c:v>
                </c:pt>
                <c:pt idx="13">
                  <c:v>8782.832483318292</c:v>
                </c:pt>
                <c:pt idx="14">
                  <c:v>5924.738648386407</c:v>
                </c:pt>
                <c:pt idx="15">
                  <c:v>12391.643524397106</c:v>
                </c:pt>
                <c:pt idx="16">
                  <c:v>671.4570686134324</c:v>
                </c:pt>
                <c:pt idx="17">
                  <c:v>8600.29367592925</c:v>
                </c:pt>
                <c:pt idx="18">
                  <c:v>3763.750047148187</c:v>
                </c:pt>
                <c:pt idx="19">
                  <c:v>14054.236010777575</c:v>
                </c:pt>
                <c:pt idx="20">
                  <c:v>11281.505147596676</c:v>
                </c:pt>
                <c:pt idx="21">
                  <c:v>8203.458949697473</c:v>
                </c:pt>
                <c:pt idx="22">
                  <c:v>14815.81795189594</c:v>
                </c:pt>
                <c:pt idx="23">
                  <c:v>3419.8675866384538</c:v>
                </c:pt>
                <c:pt idx="24">
                  <c:v>15573.247266305243</c:v>
                </c:pt>
                <c:pt idx="25">
                  <c:v>14146.471394621285</c:v>
                </c:pt>
                <c:pt idx="26">
                  <c:v>11640.305454464376</c:v>
                </c:pt>
                <c:pt idx="27">
                  <c:v>886.3162872561064</c:v>
                </c:pt>
                <c:pt idx="28">
                  <c:v>7235.633671896611</c:v>
                </c:pt>
                <c:pt idx="29">
                  <c:v>6225.071702881192</c:v>
                </c:pt>
                <c:pt idx="30">
                  <c:v>10742.42954528017</c:v>
                </c:pt>
                <c:pt idx="31">
                  <c:v>7069.143295379829</c:v>
                </c:pt>
                <c:pt idx="32">
                  <c:v>5423.264836283607</c:v>
                </c:pt>
                <c:pt idx="33">
                  <c:v>7945.254894777347</c:v>
                </c:pt>
                <c:pt idx="34">
                  <c:v>11674.370580963225</c:v>
                </c:pt>
                <c:pt idx="35">
                  <c:v>6827.458351758868</c:v>
                </c:pt>
                <c:pt idx="36">
                  <c:v>10616.697192872203</c:v>
                </c:pt>
                <c:pt idx="37">
                  <c:v>7671.418176832798</c:v>
                </c:pt>
                <c:pt idx="38">
                  <c:v>6007.428037374684</c:v>
                </c:pt>
                <c:pt idx="39">
                  <c:v>8426.985369809852</c:v>
                </c:pt>
                <c:pt idx="40">
                  <c:v>1058.9162009092984</c:v>
                </c:pt>
                <c:pt idx="41">
                  <c:v>11934.03633608394</c:v>
                </c:pt>
                <c:pt idx="42">
                  <c:v>15015.220552982046</c:v>
                </c:pt>
                <c:pt idx="43">
                  <c:v>6039.540686894192</c:v>
                </c:pt>
                <c:pt idx="44">
                  <c:v>12229.237233495922</c:v>
                </c:pt>
                <c:pt idx="45">
                  <c:v>13085.727918602672</c:v>
                </c:pt>
                <c:pt idx="46">
                  <c:v>1991.281900177994</c:v>
                </c:pt>
                <c:pt idx="47">
                  <c:v>9426.130276799711</c:v>
                </c:pt>
                <c:pt idx="48">
                  <c:v>7010.9512233598025</c:v>
                </c:pt>
                <c:pt idx="49">
                  <c:v>4192.748464751625</c:v>
                </c:pt>
                <c:pt idx="50">
                  <c:v>15655.033138346947</c:v>
                </c:pt>
                <c:pt idx="51">
                  <c:v>3842.436505598693</c:v>
                </c:pt>
                <c:pt idx="52">
                  <c:v>10255.707821671405</c:v>
                </c:pt>
                <c:pt idx="53">
                  <c:v>12075.956986175781</c:v>
                </c:pt>
                <c:pt idx="54">
                  <c:v>13242.473897513808</c:v>
                </c:pt>
                <c:pt idx="55">
                  <c:v>3699.106400797984</c:v>
                </c:pt>
                <c:pt idx="56">
                  <c:v>14689.547372556315</c:v>
                </c:pt>
                <c:pt idx="57">
                  <c:v>1034.0412822482003</c:v>
                </c:pt>
                <c:pt idx="58">
                  <c:v>2566.76917316505</c:v>
                </c:pt>
                <c:pt idx="59">
                  <c:v>21996.30547146788</c:v>
                </c:pt>
                <c:pt idx="60">
                  <c:v>8670.644903052294</c:v>
                </c:pt>
                <c:pt idx="61">
                  <c:v>6153.958803535854</c:v>
                </c:pt>
                <c:pt idx="62">
                  <c:v>13267.072898218947</c:v>
                </c:pt>
                <c:pt idx="63">
                  <c:v>10074.791051749911</c:v>
                </c:pt>
                <c:pt idx="64">
                  <c:v>6322.036410779805</c:v>
                </c:pt>
                <c:pt idx="65">
                  <c:v>10059.069621397528</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-9589.424217155241</c:v>
                </c:pt>
                <c:pt idx="1">
                  <c:v>-4055.546503051124</c:v>
                </c:pt>
                <c:pt idx="2">
                  <c:v>-5499.733837131354</c:v>
                </c:pt>
                <c:pt idx="3">
                  <c:v>-7629.314615927773</c:v>
                </c:pt>
                <c:pt idx="4">
                  <c:v>-9416.462340318662</c:v>
                </c:pt>
                <c:pt idx="5">
                  <c:v>-4835.3236125791655</c:v>
                </c:pt>
                <c:pt idx="6">
                  <c:v>-4845.943490028506</c:v>
                </c:pt>
                <c:pt idx="7">
                  <c:v>-5119.180955679077</c:v>
                </c:pt>
                <c:pt idx="8">
                  <c:v>-7836.079999536935</c:v>
                </c:pt>
                <c:pt idx="9">
                  <c:v>-5994.767286596267</c:v>
                </c:pt>
                <c:pt idx="10">
                  <c:v>-7409.369740754106</c:v>
                </c:pt>
                <c:pt idx="11">
                  <c:v>-3062.2444946397554</c:v>
                </c:pt>
                <c:pt idx="12">
                  <c:v>-9861.591582990925</c:v>
                </c:pt>
                <c:pt idx="13">
                  <c:v>-6730.278604164404</c:v>
                </c:pt>
                <c:pt idx="14">
                  <c:v>-7436.817534838159</c:v>
                </c:pt>
                <c:pt idx="15">
                  <c:v>-6805.010762464197</c:v>
                </c:pt>
                <c:pt idx="16">
                  <c:v>-7843.380838662816</c:v>
                </c:pt>
                <c:pt idx="17">
                  <c:v>-5116.693582484762</c:v>
                </c:pt>
                <c:pt idx="18">
                  <c:v>-4870.3622937703085</c:v>
                </c:pt>
                <c:pt idx="19">
                  <c:v>-6208.86984234502</c:v>
                </c:pt>
                <c:pt idx="20">
                  <c:v>-1836.9449179523779</c:v>
                </c:pt>
                <c:pt idx="21">
                  <c:v>-6157.2556743391315</c:v>
                </c:pt>
                <c:pt idx="22">
                  <c:v>-6116.834891353299</c:v>
                </c:pt>
                <c:pt idx="23">
                  <c:v>-1077.8906178875673</c:v>
                </c:pt>
                <c:pt idx="24">
                  <c:v>-6426.887791429445</c:v>
                </c:pt>
                <c:pt idx="25">
                  <c:v>-3918.3820855287577</c:v>
                </c:pt>
                <c:pt idx="26">
                  <c:v>-9413.897465578828</c:v>
                </c:pt>
                <c:pt idx="27">
                  <c:v>-1460.110732381377</c:v>
                </c:pt>
                <c:pt idx="28">
                  <c:v>-4698.27446554939</c:v>
                </c:pt>
                <c:pt idx="29">
                  <c:v>-9923.25772870301</c:v>
                </c:pt>
                <c:pt idx="30">
                  <c:v>-5077.183959289849</c:v>
                </c:pt>
                <c:pt idx="31">
                  <c:v>-8905.97059084012</c:v>
                </c:pt>
                <c:pt idx="32">
                  <c:v>-6509.9978366249625</c:v>
                </c:pt>
                <c:pt idx="33">
                  <c:v>-9200.81052422676</c:v>
                </c:pt>
                <c:pt idx="34">
                  <c:v>-9712.184888985339</c:v>
                </c:pt>
                <c:pt idx="35">
                  <c:v>-7321.59280378622</c:v>
                </c:pt>
                <c:pt idx="36">
                  <c:v>-8024.0546000967715</c:v>
                </c:pt>
                <c:pt idx="37">
                  <c:v>-4152.312009843813</c:v>
                </c:pt>
                <c:pt idx="38">
                  <c:v>-3533.281645075507</c:v>
                </c:pt>
                <c:pt idx="39">
                  <c:v>-4648.16739144361</c:v>
                </c:pt>
                <c:pt idx="40">
                  <c:v>-8308.890330051461</c:v>
                </c:pt>
                <c:pt idx="41">
                  <c:v>-9615.455661842594</c:v>
                </c:pt>
                <c:pt idx="42">
                  <c:v>-13936.980241894267</c:v>
                </c:pt>
                <c:pt idx="43">
                  <c:v>-9918.445755303188</c:v>
                </c:pt>
                <c:pt idx="44">
                  <c:v>-7600.793484891355</c:v>
                </c:pt>
                <c:pt idx="45">
                  <c:v>-8758.887339496949</c:v>
                </c:pt>
                <c:pt idx="46">
                  <c:v>-7545.341621375758</c:v>
                </c:pt>
                <c:pt idx="47">
                  <c:v>-7006.973514769954</c:v>
                </c:pt>
                <c:pt idx="48">
                  <c:v>-5692.311796087182</c:v>
                </c:pt>
                <c:pt idx="49">
                  <c:v>-8372.406748853065</c:v>
                </c:pt>
                <c:pt idx="50">
                  <c:v>-11301.7379213835</c:v>
                </c:pt>
                <c:pt idx="51">
                  <c:v>-13904.863855287944</c:v>
                </c:pt>
                <c:pt idx="52">
                  <c:v>-2826.604559934304</c:v>
                </c:pt>
                <c:pt idx="53">
                  <c:v>-2335.172692188511</c:v>
                </c:pt>
                <c:pt idx="54">
                  <c:v>-12377.322352823383</c:v>
                </c:pt>
                <c:pt idx="55">
                  <c:v>-5273.986289672005</c:v>
                </c:pt>
                <c:pt idx="56">
                  <c:v>-3905.8889860070344</c:v>
                </c:pt>
                <c:pt idx="57">
                  <c:v>-8911.527050490982</c:v>
                </c:pt>
                <c:pt idx="58">
                  <c:v>-8264.69400205886</c:v>
                </c:pt>
                <c:pt idx="59">
                  <c:v>-15591.445737012687</c:v>
                </c:pt>
                <c:pt idx="60">
                  <c:v>-11598.903134753966</c:v>
                </c:pt>
                <c:pt idx="61">
                  <c:v>-9261.425289477405</c:v>
                </c:pt>
                <c:pt idx="62">
                  <c:v>-8368.067549681098</c:v>
                </c:pt>
                <c:pt idx="63">
                  <c:v>-13318.163685568215</c:v>
                </c:pt>
                <c:pt idx="64">
                  <c:v>-3466.3768357498006</c:v>
                </c:pt>
                <c:pt idx="65">
                  <c:v>-9111.847607880361</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3412.060729285607</c:v>
                </c:pt>
                <c:pt idx="1">
                  <c:v>4122.898944767975</c:v>
                </c:pt>
                <c:pt idx="2">
                  <c:v>6482.370211049978</c:v>
                </c:pt>
                <c:pt idx="3">
                  <c:v>7855.083246493049</c:v>
                </c:pt>
                <c:pt idx="4">
                  <c:v>4157.224233244231</c:v>
                </c:pt>
                <c:pt idx="5">
                  <c:v>6658.85223466622</c:v>
                </c:pt>
                <c:pt idx="6">
                  <c:v>1957.1800205292511</c:v>
                </c:pt>
                <c:pt idx="7">
                  <c:v>5583.814286748034</c:v>
                </c:pt>
                <c:pt idx="8">
                  <c:v>3272.4682926035644</c:v>
                </c:pt>
                <c:pt idx="9">
                  <c:v>5063.137014657532</c:v>
                </c:pt>
                <c:pt idx="10">
                  <c:v>8101.780179242835</c:v>
                </c:pt>
                <c:pt idx="11">
                  <c:v>5606.031484600179</c:v>
                </c:pt>
                <c:pt idx="12">
                  <c:v>7226.888571378367</c:v>
                </c:pt>
                <c:pt idx="13">
                  <c:v>4329.043755064122</c:v>
                </c:pt>
                <c:pt idx="14">
                  <c:v>6915.280320765724</c:v>
                </c:pt>
                <c:pt idx="15">
                  <c:v>5549.419074683434</c:v>
                </c:pt>
                <c:pt idx="16">
                  <c:v>6046.479370485503</c:v>
                </c:pt>
                <c:pt idx="17">
                  <c:v>3166.580386043545</c:v>
                </c:pt>
                <c:pt idx="18">
                  <c:v>3228.147635506575</c:v>
                </c:pt>
                <c:pt idx="19">
                  <c:v>1876.3002031883311</c:v>
                </c:pt>
                <c:pt idx="20">
                  <c:v>3314.4162804350412</c:v>
                </c:pt>
                <c:pt idx="21">
                  <c:v>5951.122891909454</c:v>
                </c:pt>
                <c:pt idx="22">
                  <c:v>11051.721631130587</c:v>
                </c:pt>
                <c:pt idx="23">
                  <c:v>4112.9484561871695</c:v>
                </c:pt>
                <c:pt idx="24">
                  <c:v>2458.8081325428234</c:v>
                </c:pt>
                <c:pt idx="25">
                  <c:v>3343.9074580299775</c:v>
                </c:pt>
                <c:pt idx="26">
                  <c:v>10732.898147936132</c:v>
                </c:pt>
                <c:pt idx="27">
                  <c:v>3843.7243306707264</c:v>
                </c:pt>
                <c:pt idx="28">
                  <c:v>4803.681393126238</c:v>
                </c:pt>
                <c:pt idx="29">
                  <c:v>7805.555896526602</c:v>
                </c:pt>
                <c:pt idx="30">
                  <c:v>6034.570127172153</c:v>
                </c:pt>
                <c:pt idx="31">
                  <c:v>4222.252708344811</c:v>
                </c:pt>
                <c:pt idx="32">
                  <c:v>6030.164348495218</c:v>
                </c:pt>
                <c:pt idx="33">
                  <c:v>6946.669113119591</c:v>
                </c:pt>
                <c:pt idx="34">
                  <c:v>4964.845230818273</c:v>
                </c:pt>
                <c:pt idx="35">
                  <c:v>5986.136216644437</c:v>
                </c:pt>
                <c:pt idx="36">
                  <c:v>10088.10916829024</c:v>
                </c:pt>
                <c:pt idx="37">
                  <c:v>2436.122957902537</c:v>
                </c:pt>
                <c:pt idx="38">
                  <c:v>9719.539765287353</c:v>
                </c:pt>
                <c:pt idx="39">
                  <c:v>3667.779988599291</c:v>
                </c:pt>
                <c:pt idx="40">
                  <c:v>7035.798502512757</c:v>
                </c:pt>
                <c:pt idx="41">
                  <c:v>7822.016898258333</c:v>
                </c:pt>
                <c:pt idx="42">
                  <c:v>5817.682412717083</c:v>
                </c:pt>
                <c:pt idx="43">
                  <c:v>8946.62947896683</c:v>
                </c:pt>
                <c:pt idx="44">
                  <c:v>12056.913170954133</c:v>
                </c:pt>
                <c:pt idx="45">
                  <c:v>7998.117460394074</c:v>
                </c:pt>
                <c:pt idx="46">
                  <c:v>4002.6699645378003</c:v>
                </c:pt>
                <c:pt idx="47">
                  <c:v>8967.04219709035</c:v>
                </c:pt>
                <c:pt idx="48">
                  <c:v>4741.330857693546</c:v>
                </c:pt>
                <c:pt idx="49">
                  <c:v>7643.833441548958</c:v>
                </c:pt>
                <c:pt idx="50">
                  <c:v>7587.946651199892</c:v>
                </c:pt>
                <c:pt idx="51">
                  <c:v>8636.870320094833</c:v>
                </c:pt>
                <c:pt idx="52">
                  <c:v>7960.284326765818</c:v>
                </c:pt>
                <c:pt idx="53">
                  <c:v>8664.718319017955</c:v>
                </c:pt>
                <c:pt idx="54">
                  <c:v>6779.995384018746</c:v>
                </c:pt>
                <c:pt idx="55">
                  <c:v>6922.60764198352</c:v>
                </c:pt>
                <c:pt idx="56">
                  <c:v>5868.472385019677</c:v>
                </c:pt>
                <c:pt idx="57">
                  <c:v>6373.139925135983</c:v>
                </c:pt>
                <c:pt idx="58">
                  <c:v>8664.028024079103</c:v>
                </c:pt>
                <c:pt idx="59">
                  <c:v>14123.147435508547</c:v>
                </c:pt>
                <c:pt idx="60">
                  <c:v>12370.610880438928</c:v>
                </c:pt>
                <c:pt idx="61">
                  <c:v>6473.219069756139</c:v>
                </c:pt>
                <c:pt idx="62">
                  <c:v>6729.16740892105</c:v>
                </c:pt>
                <c:pt idx="63">
                  <c:v>2595.525180776564</c:v>
                </c:pt>
                <c:pt idx="64">
                  <c:v>5182.293659695444</c:v>
                </c:pt>
                <c:pt idx="65">
                  <c:v>6671.594332196296</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3368.4305595493984</c:v>
                </c:pt>
                <c:pt idx="1">
                  <c:v>1351.7325751323322</c:v>
                </c:pt>
                <c:pt idx="2">
                  <c:v>1879.8131585342524</c:v>
                </c:pt>
                <c:pt idx="3">
                  <c:v>1464.2240960564106</c:v>
                </c:pt>
                <c:pt idx="4">
                  <c:v>1362.4949608706856</c:v>
                </c:pt>
                <c:pt idx="5">
                  <c:v>2244.4849976620044</c:v>
                </c:pt>
                <c:pt idx="6">
                  <c:v>1101.7642581077619</c:v>
                </c:pt>
                <c:pt idx="7">
                  <c:v>1941.1683886812698</c:v>
                </c:pt>
                <c:pt idx="8">
                  <c:v>2159.8631584660243</c:v>
                </c:pt>
                <c:pt idx="9">
                  <c:v>1821.0346658034246</c:v>
                </c:pt>
                <c:pt idx="10">
                  <c:v>3131.834597582698</c:v>
                </c:pt>
                <c:pt idx="11">
                  <c:v>1972.6574057288294</c:v>
                </c:pt>
                <c:pt idx="12">
                  <c:v>1156.8943678441135</c:v>
                </c:pt>
                <c:pt idx="13">
                  <c:v>2956.777625048313</c:v>
                </c:pt>
                <c:pt idx="14">
                  <c:v>2110.736422239025</c:v>
                </c:pt>
                <c:pt idx="15">
                  <c:v>2308.864168122694</c:v>
                </c:pt>
                <c:pt idx="16">
                  <c:v>1490.7977508672436</c:v>
                </c:pt>
                <c:pt idx="17">
                  <c:v>1394.5338364753702</c:v>
                </c:pt>
                <c:pt idx="18">
                  <c:v>418.1413055350832</c:v>
                </c:pt>
                <c:pt idx="19">
                  <c:v>670.3647123667879</c:v>
                </c:pt>
                <c:pt idx="20">
                  <c:v>2800.5047337157557</c:v>
                </c:pt>
                <c:pt idx="21">
                  <c:v>4101.664625341264</c:v>
                </c:pt>
                <c:pt idx="22">
                  <c:v>2898.365002697744</c:v>
                </c:pt>
                <c:pt idx="23">
                  <c:v>1830.7650723056263</c:v>
                </c:pt>
                <c:pt idx="24">
                  <c:v>3633.860147830066</c:v>
                </c:pt>
                <c:pt idx="25">
                  <c:v>943.1139250147386</c:v>
                </c:pt>
                <c:pt idx="26">
                  <c:v>1710.7773549039787</c:v>
                </c:pt>
                <c:pt idx="27">
                  <c:v>2131.4170983654794</c:v>
                </c:pt>
                <c:pt idx="28">
                  <c:v>2539.3706763185637</c:v>
                </c:pt>
                <c:pt idx="29">
                  <c:v>1546.3143181269243</c:v>
                </c:pt>
                <c:pt idx="30">
                  <c:v>2785.010453719809</c:v>
                </c:pt>
                <c:pt idx="31">
                  <c:v>1928.7972365106968</c:v>
                </c:pt>
                <c:pt idx="32">
                  <c:v>1061.0786354939362</c:v>
                </c:pt>
                <c:pt idx="33">
                  <c:v>2089.098486798509</c:v>
                </c:pt>
                <c:pt idx="34">
                  <c:v>2546.6897417880864</c:v>
                </c:pt>
                <c:pt idx="35">
                  <c:v>1515.858204989501</c:v>
                </c:pt>
                <c:pt idx="36">
                  <c:v>3521.672951965937</c:v>
                </c:pt>
                <c:pt idx="37">
                  <c:v>2560.0493607606636</c:v>
                </c:pt>
                <c:pt idx="38">
                  <c:v>4431.239235298574</c:v>
                </c:pt>
                <c:pt idx="39">
                  <c:v>1834.9866153915907</c:v>
                </c:pt>
                <c:pt idx="40">
                  <c:v>3911.769403206025</c:v>
                </c:pt>
                <c:pt idx="41">
                  <c:v>1893.4014265078488</c:v>
                </c:pt>
                <c:pt idx="42">
                  <c:v>1257.559070891852</c:v>
                </c:pt>
                <c:pt idx="43">
                  <c:v>3421.5779917861582</c:v>
                </c:pt>
                <c:pt idx="44">
                  <c:v>1381.4203764060596</c:v>
                </c:pt>
                <c:pt idx="45">
                  <c:v>1672.1517431238892</c:v>
                </c:pt>
                <c:pt idx="46">
                  <c:v>1238.9915912215965</c:v>
                </c:pt>
                <c:pt idx="47">
                  <c:v>927.5832813365143</c:v>
                </c:pt>
                <c:pt idx="48">
                  <c:v>2441.8414307257735</c:v>
                </c:pt>
                <c:pt idx="49">
                  <c:v>2280.120139856387</c:v>
                </c:pt>
                <c:pt idx="50">
                  <c:v>1882.544259345475</c:v>
                </c:pt>
                <c:pt idx="51">
                  <c:v>1004.7014090245228</c:v>
                </c:pt>
                <c:pt idx="52">
                  <c:v>1063.6969936776486</c:v>
                </c:pt>
                <c:pt idx="53">
                  <c:v>3475.960404622409</c:v>
                </c:pt>
                <c:pt idx="54">
                  <c:v>2735.4951244427357</c:v>
                </c:pt>
                <c:pt idx="55">
                  <c:v>2723.3661002045515</c:v>
                </c:pt>
                <c:pt idx="56">
                  <c:v>3073.4787613577823</c:v>
                </c:pt>
                <c:pt idx="57">
                  <c:v>2816.8534773027327</c:v>
                </c:pt>
                <c:pt idx="58">
                  <c:v>4116.000446354281</c:v>
                </c:pt>
                <c:pt idx="59">
                  <c:v>4261.877477980937</c:v>
                </c:pt>
                <c:pt idx="60">
                  <c:v>2319.7903713705173</c:v>
                </c:pt>
                <c:pt idx="61">
                  <c:v>1545.716258083402</c:v>
                </c:pt>
                <c:pt idx="62">
                  <c:v>2239.2977739778357</c:v>
                </c:pt>
                <c:pt idx="63">
                  <c:v>1038.825114029199</c:v>
                </c:pt>
                <c:pt idx="64">
                  <c:v>898.480968225556</c:v>
                </c:pt>
                <c:pt idx="65">
                  <c:v>804.9535223475509</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945640.9735531614</c:v>
                </c:pt>
                <c:pt idx="1">
                  <c:v>1058663.3855867705</c:v>
                </c:pt>
                <c:pt idx="2">
                  <c:v>1433261.7881735696</c:v>
                </c:pt>
                <c:pt idx="3">
                  <c:v>1277875.2522861913</c:v>
                </c:pt>
                <c:pt idx="4">
                  <c:v>1034742.881875356</c:v>
                </c:pt>
                <c:pt idx="5">
                  <c:v>879207.7432523726</c:v>
                </c:pt>
                <c:pt idx="6">
                  <c:v>416143.53515739704</c:v>
                </c:pt>
                <c:pt idx="7">
                  <c:v>287757.7760637254</c:v>
                </c:pt>
                <c:pt idx="8">
                  <c:v>138362.40083266652</c:v>
                </c:pt>
                <c:pt idx="9">
                  <c:v>198842.9225474248</c:v>
                </c:pt>
                <c:pt idx="10">
                  <c:v>475960.67557781603</c:v>
                </c:pt>
                <c:pt idx="11">
                  <c:v>593853.9706725134</c:v>
                </c:pt>
                <c:pt idx="12">
                  <c:v>1027556.0461192491</c:v>
                </c:pt>
                <c:pt idx="13">
                  <c:v>1073700.7075630685</c:v>
                </c:pt>
                <c:pt idx="14">
                  <c:v>1570581.1407711739</c:v>
                </c:pt>
                <c:pt idx="15">
                  <c:v>1226110.9534239012</c:v>
                </c:pt>
                <c:pt idx="16">
                  <c:v>1377265.1018150393</c:v>
                </c:pt>
                <c:pt idx="17">
                  <c:v>741148.713816217</c:v>
                </c:pt>
                <c:pt idx="18">
                  <c:v>511764.0236361513</c:v>
                </c:pt>
                <c:pt idx="19">
                  <c:v>311296.2674832449</c:v>
                </c:pt>
                <c:pt idx="20">
                  <c:v>144949.86624847603</c:v>
                </c:pt>
                <c:pt idx="21">
                  <c:v>231099.23385791533</c:v>
                </c:pt>
                <c:pt idx="22">
                  <c:v>517616.87506640865</c:v>
                </c:pt>
                <c:pt idx="23">
                  <c:v>638775.361963471</c:v>
                </c:pt>
                <c:pt idx="24">
                  <c:v>1271941.8797088175</c:v>
                </c:pt>
                <c:pt idx="25">
                  <c:v>1174016.3147428164</c:v>
                </c:pt>
                <c:pt idx="26">
                  <c:v>1314494.7342784137</c:v>
                </c:pt>
                <c:pt idx="27">
                  <c:v>1186951.6953377724</c:v>
                </c:pt>
                <c:pt idx="28">
                  <c:v>1337306.274282057</c:v>
                </c:pt>
                <c:pt idx="29">
                  <c:v>810394.031648445</c:v>
                </c:pt>
                <c:pt idx="30">
                  <c:v>519488.53448948765</c:v>
                </c:pt>
                <c:pt idx="31">
                  <c:v>388961.9312311715</c:v>
                </c:pt>
                <c:pt idx="32">
                  <c:v>184069.05056786496</c:v>
                </c:pt>
                <c:pt idx="33">
                  <c:v>301587.34140955645</c:v>
                </c:pt>
                <c:pt idx="34">
                  <c:v>490705.7783777126</c:v>
                </c:pt>
                <c:pt idx="35">
                  <c:v>747537.2124857161</c:v>
                </c:pt>
                <c:pt idx="36">
                  <c:v>1384858.5924792415</c:v>
                </c:pt>
                <c:pt idx="37">
                  <c:v>1198861.599940648</c:v>
                </c:pt>
                <c:pt idx="38">
                  <c:v>1404922.3142878704</c:v>
                </c:pt>
                <c:pt idx="39">
                  <c:v>1173499.43881908</c:v>
                </c:pt>
                <c:pt idx="40">
                  <c:v>1341704.7526343472</c:v>
                </c:pt>
                <c:pt idx="41">
                  <c:v>797481.0515295562</c:v>
                </c:pt>
                <c:pt idx="42">
                  <c:v>635499.7962691892</c:v>
                </c:pt>
                <c:pt idx="43">
                  <c:v>287482.71475525474</c:v>
                </c:pt>
                <c:pt idx="44">
                  <c:v>166871.7295325124</c:v>
                </c:pt>
                <c:pt idx="45">
                  <c:v>302642.9339043407</c:v>
                </c:pt>
                <c:pt idx="46">
                  <c:v>460754.4745130704</c:v>
                </c:pt>
                <c:pt idx="47">
                  <c:v>641288.8495689697</c:v>
                </c:pt>
                <c:pt idx="48">
                  <c:v>1298008.1914056125</c:v>
                </c:pt>
                <c:pt idx="49">
                  <c:v>1202825.0649964148</c:v>
                </c:pt>
                <c:pt idx="50">
                  <c:v>1272507.1233220578</c:v>
                </c:pt>
                <c:pt idx="51">
                  <c:v>1480384.3157693034</c:v>
                </c:pt>
                <c:pt idx="52">
                  <c:v>1104105.606256194</c:v>
                </c:pt>
                <c:pt idx="53">
                  <c:v>819884.5316898071</c:v>
                </c:pt>
                <c:pt idx="54">
                  <c:v>608286.1135748841</c:v>
                </c:pt>
                <c:pt idx="55">
                  <c:v>248658.26018454114</c:v>
                </c:pt>
                <c:pt idx="56">
                  <c:v>185879.5843938823</c:v>
                </c:pt>
                <c:pt idx="57">
                  <c:v>229643.33636163847</c:v>
                </c:pt>
                <c:pt idx="58">
                  <c:v>420760.16239738534</c:v>
                </c:pt>
                <c:pt idx="59">
                  <c:v>969222.2560382764</c:v>
                </c:pt>
                <c:pt idx="60">
                  <c:v>1298141.9531063528</c:v>
                </c:pt>
                <c:pt idx="61">
                  <c:v>1270535.9306117562</c:v>
                </c:pt>
                <c:pt idx="62">
                  <c:v>1759929.0753480368</c:v>
                </c:pt>
                <c:pt idx="63">
                  <c:v>1280675.9394968145</c:v>
                </c:pt>
                <c:pt idx="64">
                  <c:v>1088225.8951034006</c:v>
                </c:pt>
                <c:pt idx="65">
                  <c:v>704399.1643687941</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Brand_TV</c:v>
                </c:pt>
                <c:pt idx="7">
                  <c:v>Brand_Digital_P...</c:v>
                </c:pt>
                <c:pt idx="8">
                  <c:v>Region_Digital_...</c:v>
                </c:pt>
                <c:pt idx="9">
                  <c:v>Brand_Digital_D...</c:v>
                </c:pt>
                <c:pt idx="10">
                  <c:v>Brand_Digital_V...</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54.39574657735853</c:v>
                </c:pt>
                <c:pt idx="2">
                  <c:v>69.46221540157718</c:v>
                </c:pt>
                <c:pt idx="3">
                  <c:v>77.97010434916871</c:v>
                </c:pt>
                <c:pt idx="4">
                  <c:v>86.36607646903664</c:v>
                </c:pt>
                <c:pt idx="5">
                  <c:v>89.18942177445585</c:v>
                </c:pt>
                <c:pt idx="6">
                  <c:v>91.3791914333781</c:v>
                </c:pt>
                <c:pt idx="7">
                  <c:v>92.99375179844466</c:v>
                </c:pt>
                <c:pt idx="8">
                  <c:v>94.6004305573163</c:v>
                </c:pt>
                <c:pt idx="9">
                  <c:v>96.13343438230909</c:v>
                </c:pt>
                <c:pt idx="10">
                  <c:v>97.39356309485616</c:v>
                </c:pt>
                <c:pt idx="11">
                  <c:v>98.40519179275559</c:v>
                </c:pt>
                <c:pt idx="12">
                  <c:v>98.88748301732525</c:v>
                </c:pt>
                <c:pt idx="13">
                  <c:v>99.27707454995765</c:v>
                </c:pt>
                <c:pt idx="14">
                  <c:v>99.61757359071495</c:v>
                </c:pt>
                <c:pt idx="15">
                  <c:v>99.80248433716011</c:v>
                </c:pt>
                <c:pt idx="16">
                  <c:v>99.97130723462564</c:v>
                </c:pt>
                <c:pt idx="17">
                  <c:v>100.11518099287935</c:v>
                </c:pt>
                <c:pt idx="18">
                  <c:v>100.2151228274053</c:v>
                </c:pt>
                <c:pt idx="19">
                  <c:v>100.1512102514626</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FFA52F"/>
              </a:solidFill>
            </c:spPr>
          </c:dPt>
          <c:dPt>
            <c:idx val="7"/>
            <c:spPr>
              <a:solidFill>
                <a:srgbClr val="00ACC6"/>
              </a:solidFill>
            </c:spPr>
          </c:dPt>
          <c:dPt>
            <c:idx val="8"/>
            <c:spPr>
              <a:solidFill>
                <a:srgbClr val="95B577"/>
              </a:solidFill>
            </c:spPr>
          </c:dPt>
          <c:dPt>
            <c:idx val="9"/>
            <c:spPr>
              <a:solidFill>
                <a:srgbClr val="8C3BFF"/>
              </a:solidFill>
            </c:spPr>
          </c:dPt>
          <c:dPt>
            <c:idx val="10"/>
            <c:spPr>
              <a:solidFill>
                <a:srgbClr val="FF7ED1"/>
              </a:solidFill>
            </c:spPr>
          </c:dPt>
          <c:dPt>
            <c:idx val="11"/>
            <c:spPr>
              <a:solidFill>
                <a:srgbClr val="97FF00"/>
              </a:solidFill>
            </c:spPr>
          </c:dPt>
          <c:dPt>
            <c:idx val="12"/>
            <c:spPr>
              <a:solidFill>
                <a:srgbClr val="BCB6FF"/>
              </a:solidFill>
            </c:spPr>
          </c:dPt>
          <c:dPt>
            <c:idx val="13"/>
            <c:spPr>
              <a:solidFill>
                <a:srgbClr val="BF03B8"/>
              </a:solidFill>
            </c:spPr>
          </c:dPt>
          <c:dPt>
            <c:idx val="14"/>
            <c:spPr>
              <a:solidFill>
                <a:srgbClr val="0000DD"/>
              </a:solidFill>
            </c:spPr>
          </c:dPt>
          <c:dPt>
            <c:idx val="15"/>
            <c:spPr>
              <a:solidFill>
                <a:srgbClr val="645474"/>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54.4%</a:t>
                    </a:r>
                  </a:p>
                </c:rich>
              </c:tx>
              <c:dLblPos val="inEnd"/>
              <c:showLegendKey val="0"/>
              <c:showVal val="1"/>
              <c:showCatName val="0"/>
              <c:showSerName val="0"/>
              <c:showPercent val="0"/>
              <c:showBubbleSize val="0"/>
            </c:dLbl>
            <c:dLbl>
              <c:idx val="1"/>
              <c:tx>
                <c:rich>
                  <a:bodyPr/>
                  <a:lstStyle/>
                  <a:p>
                    <a:r>
                      <a:t>15.07%</a:t>
                    </a:r>
                  </a:p>
                </c:rich>
              </c:tx>
              <c:dLblPos val="inEnd"/>
              <c:showLegendKey val="0"/>
              <c:showVal val="1"/>
              <c:showCatName val="0"/>
              <c:showSerName val="0"/>
              <c:showPercent val="0"/>
              <c:showBubbleSize val="0"/>
            </c:dLbl>
            <c:dLbl>
              <c:idx val="2"/>
              <c:tx>
                <c:rich>
                  <a:bodyPr/>
                  <a:lstStyle/>
                  <a:p>
                    <a:r>
                      <a:t>8.51%</a:t>
                    </a:r>
                  </a:p>
                </c:rich>
              </c:tx>
              <c:dLblPos val="inEnd"/>
              <c:showLegendKey val="0"/>
              <c:showVal val="1"/>
              <c:showCatName val="0"/>
              <c:showSerName val="0"/>
              <c:showPercent val="0"/>
              <c:showBubbleSize val="0"/>
            </c:dLbl>
            <c:dLbl>
              <c:idx val="3"/>
              <c:tx>
                <c:rich>
                  <a:bodyPr/>
                  <a:lstStyle/>
                  <a:p>
                    <a:r>
                      <a:t>8.4%</a:t>
                    </a:r>
                  </a:p>
                </c:rich>
              </c:tx>
              <c:dLblPos val="inEnd"/>
              <c:showLegendKey val="0"/>
              <c:showVal val="1"/>
              <c:showCatName val="0"/>
              <c:showSerName val="0"/>
              <c:showPercent val="0"/>
              <c:showBubbleSize val="0"/>
            </c:dLbl>
            <c:dLbl>
              <c:idx val="4"/>
              <c:tx>
                <c:rich>
                  <a:bodyPr/>
                  <a:lstStyle/>
                  <a:p>
                    <a:r>
                      <a:t>2.82%</a:t>
                    </a:r>
                  </a:p>
                </c:rich>
              </c:tx>
              <c:dLblPos val="inEnd"/>
              <c:showLegendKey val="0"/>
              <c:showVal val="1"/>
              <c:showCatName val="0"/>
              <c:showSerName val="0"/>
              <c:showPercent val="0"/>
              <c:showBubbleSize val="0"/>
            </c:dLbl>
            <c:dLbl>
              <c:idx val="5"/>
              <c:tx>
                <c:rich>
                  <a:bodyPr/>
                  <a:lstStyle/>
                  <a:p>
                    <a:r>
                      <a:t>2.19%</a:t>
                    </a:r>
                  </a:p>
                </c:rich>
              </c:tx>
              <c:dLblPos val="inEnd"/>
              <c:showLegendKey val="0"/>
              <c:showVal val="1"/>
              <c:showCatName val="0"/>
              <c:showSerName val="0"/>
              <c:showPercent val="0"/>
              <c:showBubbleSize val="0"/>
            </c:dLbl>
            <c:dLbl>
              <c:idx val="6"/>
              <c:tx>
                <c:rich>
                  <a:bodyPr/>
                  <a:lstStyle/>
                  <a:p>
                    <a:r>
                      <a:t>1.61%</a:t>
                    </a:r>
                  </a:p>
                </c:rich>
              </c:tx>
              <c:dLblPos val="inEnd"/>
              <c:showLegendKey val="0"/>
              <c:showVal val="1"/>
              <c:showCatName val="0"/>
              <c:showSerName val="0"/>
              <c:showPercent val="0"/>
              <c:showBubbleSize val="0"/>
            </c:dLbl>
            <c:dLbl>
              <c:idx val="7"/>
              <c:tx>
                <c:rich>
                  <a:bodyPr/>
                  <a:lstStyle/>
                  <a:p>
                    <a:r>
                      <a:t>1.61%</a:t>
                    </a:r>
                  </a:p>
                </c:rich>
              </c:tx>
              <c:dLblPos val="inEnd"/>
              <c:showLegendKey val="0"/>
              <c:showVal val="1"/>
              <c:showCatName val="0"/>
              <c:showSerName val="0"/>
              <c:showPercent val="0"/>
              <c:showBubbleSize val="0"/>
            </c:dLbl>
            <c:dLbl>
              <c:idx val="8"/>
              <c:tx>
                <c:rich>
                  <a:bodyPr/>
                  <a:lstStyle/>
                  <a:p>
                    <a:r>
                      <a:t>1.53%</a:t>
                    </a:r>
                  </a:p>
                </c:rich>
              </c:tx>
              <c:dLblPos val="inEnd"/>
              <c:showLegendKey val="0"/>
              <c:showVal val="1"/>
              <c:showCatName val="0"/>
              <c:showSerName val="0"/>
              <c:showPercent val="0"/>
              <c:showBubbleSize val="0"/>
            </c:dLbl>
            <c:dLbl>
              <c:idx val="9"/>
              <c:tx>
                <c:rich>
                  <a:bodyPr/>
                  <a:lstStyle/>
                  <a:p>
                    <a:r>
                      <a:t>1.26%</a:t>
                    </a:r>
                  </a:p>
                </c:rich>
              </c:tx>
              <c:dLblPos val="inEnd"/>
              <c:showLegendKey val="0"/>
              <c:showVal val="1"/>
              <c:showCatName val="0"/>
              <c:showSerName val="0"/>
              <c:showPercent val="0"/>
              <c:showBubbleSize val="0"/>
            </c:dLbl>
            <c:dLbl>
              <c:idx val="10"/>
              <c:tx>
                <c:rich>
                  <a:bodyPr/>
                  <a:lstStyle/>
                  <a:p>
                    <a:r>
                      <a:t>1.01%</a:t>
                    </a:r>
                  </a:p>
                </c:rich>
              </c:tx>
              <c:dLblPos val="inEnd"/>
              <c:showLegendKey val="0"/>
              <c:showVal val="1"/>
              <c:showCatName val="0"/>
              <c:showSerName val="0"/>
              <c:showPercent val="0"/>
              <c:showBubbleSize val="0"/>
            </c:dLbl>
            <c:dLbl>
              <c:idx val="11"/>
              <c:tx>
                <c:rich>
                  <a:bodyPr/>
                  <a:lstStyle/>
                  <a:p>
                    <a:r>
                      <a:t>0.48%</a:t>
                    </a:r>
                  </a:p>
                </c:rich>
              </c:tx>
              <c:dLblPos val="inEnd"/>
              <c:showLegendKey val="0"/>
              <c:showVal val="1"/>
              <c:showCatName val="0"/>
              <c:showSerName val="0"/>
              <c:showPercent val="0"/>
              <c:showBubbleSize val="0"/>
            </c:dLbl>
            <c:dLbl>
              <c:idx val="12"/>
              <c:tx>
                <c:rich>
                  <a:bodyPr/>
                  <a:lstStyle/>
                  <a:p>
                    <a:r>
                      <a:t>0.39%</a:t>
                    </a:r>
                  </a:p>
                </c:rich>
              </c:tx>
              <c:dLblPos val="inEnd"/>
              <c:showLegendKey val="0"/>
              <c:showVal val="1"/>
              <c:showCatName val="0"/>
              <c:showSerName val="0"/>
              <c:showPercent val="0"/>
              <c:showBubbleSize val="0"/>
            </c:dLbl>
            <c:dLbl>
              <c:idx val="13"/>
              <c:tx>
                <c:rich>
                  <a:bodyPr/>
                  <a:lstStyle/>
                  <a:p>
                    <a:r>
                      <a:t>0.34%</a:t>
                    </a:r>
                  </a:p>
                </c:rich>
              </c:tx>
              <c:dLblPos val="inEnd"/>
              <c:showLegendKey val="0"/>
              <c:showVal val="1"/>
              <c:showCatName val="0"/>
              <c:showSerName val="0"/>
              <c:showPercent val="0"/>
              <c:showBubbleSize val="0"/>
            </c:dLbl>
            <c:dLbl>
              <c:idx val="14"/>
              <c:tx>
                <c:rich>
                  <a:bodyPr/>
                  <a:lstStyle/>
                  <a:p>
                    <a:r>
                      <a:t>0.18%</a:t>
                    </a:r>
                  </a:p>
                </c:rich>
              </c:tx>
              <c:dLblPos val="inEnd"/>
              <c:showLegendKey val="0"/>
              <c:showVal val="1"/>
              <c:showCatName val="0"/>
              <c:showSerName val="0"/>
              <c:showPercent val="0"/>
              <c:showBubbleSize val="0"/>
            </c:dLbl>
            <c:dLbl>
              <c:idx val="15"/>
              <c:tx>
                <c:rich>
                  <a:bodyPr/>
                  <a:lstStyle/>
                  <a:p>
                    <a:r>
                      <a:t>0.17%</a:t>
                    </a:r>
                  </a:p>
                </c:rich>
              </c:tx>
              <c:dLblPos val="inEnd"/>
              <c:showLegendKey val="0"/>
              <c:showVal val="1"/>
              <c:showCatName val="0"/>
              <c:showSerName val="0"/>
              <c:showPercent val="0"/>
              <c:showBubbleSize val="0"/>
            </c:dLbl>
            <c:dLbl>
              <c:idx val="16"/>
              <c:tx>
                <c:rich>
                  <a:bodyPr/>
                  <a:lstStyle/>
                  <a:p>
                    <a:r>
                      <a:t>0.14%</a:t>
                    </a:r>
                  </a:p>
                </c:rich>
              </c:tx>
              <c:dLblPos val="inEnd"/>
              <c:showLegendKey val="0"/>
              <c:showVal val="1"/>
              <c:showCatName val="0"/>
              <c:showSerName val="0"/>
              <c:showPercent val="0"/>
              <c:showBubbleSize val="0"/>
            </c:dLbl>
            <c:dLbl>
              <c:idx val="17"/>
              <c:tx>
                <c:rich>
                  <a:bodyPr/>
                  <a:lstStyle/>
                  <a:p>
                    <a:r>
                      <a:t>0.1%</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-0.11%</a:t>
                    </a:r>
                  </a:p>
                </c:rich>
              </c:tx>
              <c:dLblPos val="inEnd"/>
              <c:showLegendKey val="0"/>
              <c:showVal val="1"/>
              <c:showCatName val="0"/>
              <c:showSerName val="0"/>
              <c:showPercent val="0"/>
              <c:showBubbleSize val="0"/>
            </c:dLbl>
            <c:dLbl>
              <c:idx val="20"/>
              <c:tx>
                <c:rich>
                  <a:bodyPr/>
                  <a:lstStyle/>
                  <a:p>
                    <a:r>
                      <a:t>-0.15%</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Brand_TV</c:v>
                </c:pt>
                <c:pt idx="7">
                  <c:v>Brand_Digital_P...</c:v>
                </c:pt>
                <c:pt idx="8">
                  <c:v>Region_Digital_...</c:v>
                </c:pt>
                <c:pt idx="9">
                  <c:v>Brand_Digital_D...</c:v>
                </c:pt>
                <c:pt idx="10">
                  <c:v>Brand_Digital_V...</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Sheet1!$C$2:$C$22</c:f>
              <c:numCache>
                <c:formatCode>General</c:formatCode>
                <c:ptCount val="21"/>
                <c:pt idx="0">
                  <c:v>54.39574657735853</c:v>
                </c:pt>
                <c:pt idx="1">
                  <c:v>15.066468824218655</c:v>
                </c:pt>
                <c:pt idx="2">
                  <c:v>8.507888947591525</c:v>
                </c:pt>
                <c:pt idx="3">
                  <c:v>8.395972119867928</c:v>
                </c:pt>
                <c:pt idx="4">
                  <c:v>2.82334530541921</c:v>
                </c:pt>
                <c:pt idx="5">
                  <c:v>2.189769658922242</c:v>
                </c:pt>
                <c:pt idx="6">
                  <c:v>1.6145603650665616</c:v>
                </c:pt>
                <c:pt idx="7">
                  <c:v>1.6066787588716436</c:v>
                </c:pt>
                <c:pt idx="8">
                  <c:v>1.5330038249927946</c:v>
                </c:pt>
                <c:pt idx="9">
                  <c:v>1.260128712547075</c:v>
                </c:pt>
                <c:pt idx="10">
                  <c:v>1.011628697899413</c:v>
                </c:pt>
                <c:pt idx="11">
                  <c:v>0.4822912245696806</c:v>
                </c:pt>
                <c:pt idx="12">
                  <c:v>0.38959153263239227</c:v>
                </c:pt>
                <c:pt idx="13">
                  <c:v>0.3404990407573084</c:v>
                </c:pt>
                <c:pt idx="14">
                  <c:v>0.18491074644515088</c:v>
                </c:pt>
                <c:pt idx="15">
                  <c:v>0.16882289746552634</c:v>
                </c:pt>
                <c:pt idx="16">
                  <c:v>0.14387375825372595</c:v>
                </c:pt>
                <c:pt idx="17">
                  <c:v>0.09994183452594795</c:v>
                </c:pt>
                <c:pt idx="18">
                  <c:v>0.04880587048090183</c:v>
                </c:pt>
                <c:pt idx="19">
                  <c:v>0.11271844642362007</c:v>
                </c:pt>
                <c:pt idx="20">
                  <c:v>0.15121025146258218</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775465.0</c:v>
                </c:pt>
                <c:pt idx="1">
                  <c:v>756023.0</c:v>
                </c:pt>
                <c:pt idx="2">
                  <c:v>849446.0</c:v>
                </c:pt>
                <c:pt idx="3">
                  <c:v>890561.0</c:v>
                </c:pt>
                <c:pt idx="4">
                  <c:v>756393.0</c:v>
                </c:pt>
                <c:pt idx="5">
                  <c:v>951521.0</c:v>
                </c:pt>
                <c:pt idx="6">
                  <c:v>693528.0</c:v>
                </c:pt>
                <c:pt idx="7">
                  <c:v>1000433.0</c:v>
                </c:pt>
                <c:pt idx="8">
                  <c:v>845923.0</c:v>
                </c:pt>
                <c:pt idx="9">
                  <c:v>929300.0</c:v>
                </c:pt>
                <c:pt idx="10">
                  <c:v>1096015.0</c:v>
                </c:pt>
                <c:pt idx="11">
                  <c:v>708208.0</c:v>
                </c:pt>
                <c:pt idx="12">
                  <c:v>973153.0</c:v>
                </c:pt>
                <c:pt idx="13">
                  <c:v>696099.0</c:v>
                </c:pt>
                <c:pt idx="14">
                  <c:v>1052738.0</c:v>
                </c:pt>
                <c:pt idx="15">
                  <c:v>846964.0</c:v>
                </c:pt>
                <c:pt idx="16">
                  <c:v>1123500.0</c:v>
                </c:pt>
                <c:pt idx="17">
                  <c:v>744281.0</c:v>
                </c:pt>
                <c:pt idx="18">
                  <c:v>933329.0</c:v>
                </c:pt>
                <c:pt idx="19">
                  <c:v>1060918.0</c:v>
                </c:pt>
                <c:pt idx="20">
                  <c:v>863867.0</c:v>
                </c:pt>
                <c:pt idx="21">
                  <c:v>1136117.0</c:v>
                </c:pt>
                <c:pt idx="22">
                  <c:v>1382845.0</c:v>
                </c:pt>
                <c:pt idx="23">
                  <c:v>871409.0</c:v>
                </c:pt>
                <c:pt idx="24">
                  <c:v>1040931.0</c:v>
                </c:pt>
                <c:pt idx="25">
                  <c:v>1015205.0</c:v>
                </c:pt>
                <c:pt idx="26">
                  <c:v>958902.0</c:v>
                </c:pt>
                <c:pt idx="27">
                  <c:v>777677.0</c:v>
                </c:pt>
                <c:pt idx="28">
                  <c:v>982890.0</c:v>
                </c:pt>
                <c:pt idx="29">
                  <c:v>1097205.0</c:v>
                </c:pt>
                <c:pt idx="30">
                  <c:v>1002741.0</c:v>
                </c:pt>
                <c:pt idx="31">
                  <c:v>1409176.0</c:v>
                </c:pt>
                <c:pt idx="32">
                  <c:v>1152016.0</c:v>
                </c:pt>
                <c:pt idx="33">
                  <c:v>1340501.0</c:v>
                </c:pt>
                <c:pt idx="34">
                  <c:v>1306479.0</c:v>
                </c:pt>
                <c:pt idx="35">
                  <c:v>1040916.0</c:v>
                </c:pt>
                <c:pt idx="36">
                  <c:v>1245773.0</c:v>
                </c:pt>
                <c:pt idx="37">
                  <c:v>944105.0</c:v>
                </c:pt>
                <c:pt idx="38">
                  <c:v>1063031.0</c:v>
                </c:pt>
                <c:pt idx="39">
                  <c:v>824469.0</c:v>
                </c:pt>
                <c:pt idx="40">
                  <c:v>1026432.0</c:v>
                </c:pt>
                <c:pt idx="41">
                  <c:v>903720.0</c:v>
                </c:pt>
                <c:pt idx="42">
                  <c:v>1311627.0</c:v>
                </c:pt>
                <c:pt idx="43">
                  <c:v>1271948.0</c:v>
                </c:pt>
                <c:pt idx="44">
                  <c:v>1035418.0</c:v>
                </c:pt>
                <c:pt idx="45">
                  <c:v>1322069.0</c:v>
                </c:pt>
                <c:pt idx="46">
                  <c:v>1070925.0</c:v>
                </c:pt>
                <c:pt idx="47">
                  <c:v>799002.0</c:v>
                </c:pt>
                <c:pt idx="48">
                  <c:v>1052971.0</c:v>
                </c:pt>
                <c:pt idx="49">
                  <c:v>833396.0</c:v>
                </c:pt>
                <c:pt idx="50">
                  <c:v>878259.0</c:v>
                </c:pt>
                <c:pt idx="51">
                  <c:v>937141.0</c:v>
                </c:pt>
                <c:pt idx="52">
                  <c:v>943712.0</c:v>
                </c:pt>
                <c:pt idx="53">
                  <c:v>1086730.0</c:v>
                </c:pt>
                <c:pt idx="54">
                  <c:v>1164408.0</c:v>
                </c:pt>
                <c:pt idx="55">
                  <c:v>974049.0</c:v>
                </c:pt>
                <c:pt idx="56">
                  <c:v>1136163.0</c:v>
                </c:pt>
                <c:pt idx="57">
                  <c:v>935649.0</c:v>
                </c:pt>
                <c:pt idx="58">
                  <c:v>974392.0</c:v>
                </c:pt>
                <c:pt idx="59">
                  <c:v>1030530.0</c:v>
                </c:pt>
                <c:pt idx="60">
                  <c:v>245486.0</c:v>
                </c:pt>
                <c:pt idx="61">
                  <c:v>1219997.0</c:v>
                </c:pt>
                <c:pt idx="62">
                  <c:v>1129647.0</c:v>
                </c:pt>
                <c:pt idx="63">
                  <c:v>1340660.0</c:v>
                </c:pt>
                <c:pt idx="64">
                  <c:v>926857.0</c:v>
                </c:pt>
                <c:pt idx="65">
                  <c:v>791226.0</c:v>
                </c:pt>
                <c:pt idx="66">
                  <c:v>731749.0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737668.1319873681</c:v>
                </c:pt>
                <c:pt idx="1">
                  <c:v>743061.4742779315</c:v>
                </c:pt>
                <c:pt idx="2">
                  <c:v>874395.0771343079</c:v>
                </c:pt>
                <c:pt idx="3">
                  <c:v>853567.71376357</c:v>
                </c:pt>
                <c:pt idx="4">
                  <c:v>732648.768970576</c:v>
                </c:pt>
                <c:pt idx="5">
                  <c:v>938490.168269946</c:v>
                </c:pt>
                <c:pt idx="6">
                  <c:v>698347.3387794364</c:v>
                </c:pt>
                <c:pt idx="7">
                  <c:v>971249.3665959728</c:v>
                </c:pt>
                <c:pt idx="8">
                  <c:v>851561.5619106143</c:v>
                </c:pt>
                <c:pt idx="9">
                  <c:v>941897.6516620447</c:v>
                </c:pt>
                <c:pt idx="10">
                  <c:v>1113626.6141831605</c:v>
                </c:pt>
                <c:pt idx="11">
                  <c:v>734590.7803682452</c:v>
                </c:pt>
                <c:pt idx="12">
                  <c:v>936884.1561132544</c:v>
                </c:pt>
                <c:pt idx="13">
                  <c:v>710199.5440566282</c:v>
                </c:pt>
                <c:pt idx="14">
                  <c:v>1028556.5790588037</c:v>
                </c:pt>
                <c:pt idx="15">
                  <c:v>828091.7507660717</c:v>
                </c:pt>
                <c:pt idx="16">
                  <c:v>1083798.970978043</c:v>
                </c:pt>
                <c:pt idx="17">
                  <c:v>776836.5657949459</c:v>
                </c:pt>
                <c:pt idx="18">
                  <c:v>975873.681579702</c:v>
                </c:pt>
                <c:pt idx="19">
                  <c:v>1061324.796520184</c:v>
                </c:pt>
                <c:pt idx="20">
                  <c:v>888151.063028331</c:v>
                </c:pt>
                <c:pt idx="21">
                  <c:v>1149184.3513957313</c:v>
                </c:pt>
                <c:pt idx="22">
                  <c:v>1363058.8743128437</c:v>
                </c:pt>
                <c:pt idx="23">
                  <c:v>881741.742668216</c:v>
                </c:pt>
                <c:pt idx="24">
                  <c:v>1034766.2346866027</c:v>
                </c:pt>
                <c:pt idx="25">
                  <c:v>986013.3069233468</c:v>
                </c:pt>
                <c:pt idx="26">
                  <c:v>909728.8181157664</c:v>
                </c:pt>
                <c:pt idx="27">
                  <c:v>810156.2278120897</c:v>
                </c:pt>
                <c:pt idx="28">
                  <c:v>961554.8509340842</c:v>
                </c:pt>
                <c:pt idx="29">
                  <c:v>1062507.4608073402</c:v>
                </c:pt>
                <c:pt idx="30">
                  <c:v>1017523.1266515327</c:v>
                </c:pt>
                <c:pt idx="31">
                  <c:v>1466507.4842473292</c:v>
                </c:pt>
                <c:pt idx="32">
                  <c:v>1160089.7428835598</c:v>
                </c:pt>
                <c:pt idx="33">
                  <c:v>1361282.932769894</c:v>
                </c:pt>
                <c:pt idx="34">
                  <c:v>1255879.8538686985</c:v>
                </c:pt>
                <c:pt idx="35">
                  <c:v>1067198.567112317</c:v>
                </c:pt>
                <c:pt idx="36">
                  <c:v>1126817.6074944232</c:v>
                </c:pt>
                <c:pt idx="37">
                  <c:v>949612.7749989999</c:v>
                </c:pt>
                <c:pt idx="38">
                  <c:v>1054154.6440475204</c:v>
                </c:pt>
                <c:pt idx="39">
                  <c:v>857709.3560073869</c:v>
                </c:pt>
                <c:pt idx="40">
                  <c:v>1026546.7488786387</c:v>
                </c:pt>
                <c:pt idx="41">
                  <c:v>942078.9771175957</c:v>
                </c:pt>
                <c:pt idx="42">
                  <c:v>1301853.2294921638</c:v>
                </c:pt>
                <c:pt idx="43">
                  <c:v>1260865.0401789695</c:v>
                </c:pt>
                <c:pt idx="44">
                  <c:v>1047172.7483283202</c:v>
                </c:pt>
                <c:pt idx="45">
                  <c:v>1308935.9946207115</c:v>
                </c:pt>
                <c:pt idx="46">
                  <c:v>1049047.0095824269</c:v>
                </c:pt>
                <c:pt idx="47">
                  <c:v>799931.5608783264</c:v>
                </c:pt>
                <c:pt idx="48">
                  <c:v>1141038.4007827104</c:v>
                </c:pt>
                <c:pt idx="49">
                  <c:v>854965.379988014</c:v>
                </c:pt>
                <c:pt idx="50">
                  <c:v>861621.0501984414</c:v>
                </c:pt>
                <c:pt idx="51">
                  <c:v>961320.6062634516</c:v>
                </c:pt>
                <c:pt idx="52">
                  <c:v>944913.7945292077</c:v>
                </c:pt>
                <c:pt idx="53">
                  <c:v>1075751.7264052816</c:v>
                </c:pt>
                <c:pt idx="54">
                  <c:v>1189602.993732729</c:v>
                </c:pt>
                <c:pt idx="55">
                  <c:v>988184.0455270997</c:v>
                </c:pt>
                <c:pt idx="56">
                  <c:v>1144855.0282102637</c:v>
                </c:pt>
                <c:pt idx="57">
                  <c:v>966415.6416693063</c:v>
                </c:pt>
                <c:pt idx="58">
                  <c:v>992041.3109596792</c:v>
                </c:pt>
                <c:pt idx="59">
                  <c:v>1045828.5322916905</c:v>
                </c:pt>
                <c:pt idx="60">
                  <c:v>241090.7161525211</c:v>
                </c:pt>
                <c:pt idx="61">
                  <c:v>1180789.6034997292</c:v>
                </c:pt>
                <c:pt idx="62">
                  <c:v>1149581.235398631</c:v>
                </c:pt>
                <c:pt idx="63">
                  <c:v>1323963.7096958992</c:v>
                </c:pt>
                <c:pt idx="64">
                  <c:v>907644.7330058146</c:v>
                </c:pt>
                <c:pt idx="65">
                  <c:v>838511.8863950048</c:v>
                </c:pt>
                <c:pt idx="66">
                  <c:v>749031.6313240478</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759809.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135059459.82</c:v>
                </c:pt>
                <c:pt idx="1">
                  <c:v>118238049.36</c:v>
                </c:pt>
                <c:pt idx="2">
                  <c:v>126219054.4</c:v>
                </c:pt>
                <c:pt idx="3">
                  <c:v>128033840.55</c:v>
                </c:pt>
                <c:pt idx="4">
                  <c:v>110336339.4</c:v>
                </c:pt>
                <c:pt idx="5">
                  <c:v>153877507.64</c:v>
                </c:pt>
                <c:pt idx="6">
                  <c:v>125415666.97999999</c:v>
                </c:pt>
                <c:pt idx="7">
                  <c:v>197950999.81</c:v>
                </c:pt>
                <c:pt idx="8">
                  <c:v>181226218.4</c:v>
                </c:pt>
                <c:pt idx="9">
                  <c:v>202586570.4</c:v>
                </c:pt>
                <c:pt idx="10">
                  <c:v>232286829.19</c:v>
                </c:pt>
                <c:pt idx="11">
                  <c:v>138919804.56</c:v>
                </c:pt>
                <c:pt idx="12">
                  <c:v>173078822.9</c:v>
                </c:pt>
                <c:pt idx="13">
                  <c:v>112337624.0</c:v>
                </c:pt>
                <c:pt idx="14">
                  <c:v>152056442.56</c:v>
                </c:pt>
                <c:pt idx="15">
                  <c:v>117681615.0</c:v>
                </c:pt>
                <c:pt idx="16">
                  <c:v>164635161.19</c:v>
                </c:pt>
                <c:pt idx="17">
                  <c:v>121669078.91</c:v>
                </c:pt>
                <c:pt idx="18">
                  <c:v>167470837.55</c:v>
                </c:pt>
                <c:pt idx="19">
                  <c:v>211635024.7</c:v>
                </c:pt>
                <c:pt idx="20">
                  <c:v>185134302.98</c:v>
                </c:pt>
                <c:pt idx="21">
                  <c:v>251564989.64</c:v>
                </c:pt>
                <c:pt idx="22">
                  <c:v>298005795.95</c:v>
                </c:pt>
                <c:pt idx="23">
                  <c:v>173134557.42000002</c:v>
                </c:pt>
                <c:pt idx="24">
                  <c:v>182035242.09</c:v>
                </c:pt>
                <c:pt idx="25">
                  <c:v>157477053.54000002</c:v>
                </c:pt>
                <c:pt idx="26">
                  <c:v>143029203.51</c:v>
                </c:pt>
                <c:pt idx="27">
                  <c:v>108033801.3</c:v>
                </c:pt>
                <c:pt idx="28">
                  <c:v>147447735.7</c:v>
                </c:pt>
                <c:pt idx="29">
                  <c:v>175620107.17</c:v>
                </c:pt>
                <c:pt idx="30">
                  <c:v>180684579.19</c:v>
                </c:pt>
                <c:pt idx="31">
                  <c:v>282272031.98</c:v>
                </c:pt>
                <c:pt idx="32">
                  <c:v>248179179.36</c:v>
                </c:pt>
                <c:pt idx="33">
                  <c:v>289297546.4</c:v>
                </c:pt>
                <c:pt idx="34">
                  <c:v>279907771.33</c:v>
                </c:pt>
                <c:pt idx="35">
                  <c:v>205482956.24</c:v>
                </c:pt>
                <c:pt idx="36">
                  <c:v>220977778.72</c:v>
                </c:pt>
                <c:pt idx="37">
                  <c:v>148686380.17</c:v>
                </c:pt>
                <c:pt idx="38">
                  <c:v>157729127.87</c:v>
                </c:pt>
                <c:pt idx="39">
                  <c:v>116227353.32</c:v>
                </c:pt>
                <c:pt idx="40">
                  <c:v>154529551.14</c:v>
                </c:pt>
                <c:pt idx="41">
                  <c:v>148233506.97</c:v>
                </c:pt>
                <c:pt idx="42">
                  <c:v>243507128.46</c:v>
                </c:pt>
                <c:pt idx="43">
                  <c:v>252258649.74</c:v>
                </c:pt>
                <c:pt idx="44">
                  <c:v>225335235.71</c:v>
                </c:pt>
                <c:pt idx="45">
                  <c:v>291992241.65</c:v>
                </c:pt>
                <c:pt idx="46">
                  <c:v>227583924.1</c:v>
                </c:pt>
                <c:pt idx="47">
                  <c:v>163637501.18</c:v>
                </c:pt>
                <c:pt idx="48">
                  <c:v>184507550.29000002</c:v>
                </c:pt>
                <c:pt idx="49">
                  <c:v>133624000.52000001</c:v>
                </c:pt>
                <c:pt idx="50">
                  <c:v>122719803.49999999</c:v>
                </c:pt>
                <c:pt idx="51">
                  <c:v>131335362.4</c:v>
                </c:pt>
                <c:pt idx="52">
                  <c:v>142520775.57</c:v>
                </c:pt>
                <c:pt idx="53">
                  <c:v>176540055.67000002</c:v>
                </c:pt>
                <c:pt idx="54">
                  <c:v>213194625.06</c:v>
                </c:pt>
                <c:pt idx="55">
                  <c:v>197972464.44</c:v>
                </c:pt>
                <c:pt idx="56">
                  <c:v>248915353.21</c:v>
                </c:pt>
                <c:pt idx="57">
                  <c:v>205582740.63</c:v>
                </c:pt>
                <c:pt idx="58">
                  <c:v>206733433.14000002</c:v>
                </c:pt>
                <c:pt idx="59">
                  <c:v>202604845.47</c:v>
                </c:pt>
                <c:pt idx="60">
                  <c:v>44899389.4</c:v>
                </c:pt>
                <c:pt idx="61">
                  <c:v>209804458.22</c:v>
                </c:pt>
                <c:pt idx="62">
                  <c:v>171178007.3</c:v>
                </c:pt>
                <c:pt idx="63">
                  <c:v>192633485.29</c:v>
                </c:pt>
                <c:pt idx="64">
                  <c:v>137488916.41</c:v>
                </c:pt>
                <c:pt idx="65">
                  <c:v>114439506.96</c:v>
                </c:pt>
                <c:pt idx="66">
                  <c:v>118405930.41999999</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128649413.57745712</c:v>
                </c:pt>
                <c:pt idx="1">
                  <c:v>116411572.01094046</c:v>
                </c:pt>
                <c:pt idx="2">
                  <c:v>129854324.3067483</c:v>
                </c:pt>
                <c:pt idx="3">
                  <c:v>122831929.37158898</c:v>
                </c:pt>
                <c:pt idx="4">
                  <c:v>106858739.59798579</c:v>
                </c:pt>
                <c:pt idx="5">
                  <c:v>151893175.6552865</c:v>
                </c:pt>
                <c:pt idx="6">
                  <c:v>126197444.74729508</c:v>
                </c:pt>
                <c:pt idx="7">
                  <c:v>192188075.07278988</c:v>
                </c:pt>
                <c:pt idx="8">
                  <c:v>182552561.8208105</c:v>
                </c:pt>
                <c:pt idx="9">
                  <c:v>205164333.66629314</c:v>
                </c:pt>
                <c:pt idx="10">
                  <c:v>235983346.28802094</c:v>
                </c:pt>
                <c:pt idx="11">
                  <c:v>144221226.62304628</c:v>
                </c:pt>
                <c:pt idx="12">
                  <c:v>166614613.50472286</c:v>
                </c:pt>
                <c:pt idx="13">
                  <c:v>114421507.83394888</c:v>
                </c:pt>
                <c:pt idx="14">
                  <c:v>148317511.38100654</c:v>
                </c:pt>
                <c:pt idx="15">
                  <c:v>115010898.40616444</c:v>
                </c:pt>
                <c:pt idx="16">
                  <c:v>158879107.1543783</c:v>
                </c:pt>
                <c:pt idx="17">
                  <c:v>126964320.22289287</c:v>
                </c:pt>
                <c:pt idx="18">
                  <c:v>175038067.72904462</c:v>
                </c:pt>
                <c:pt idx="19">
                  <c:v>211864617.95508218</c:v>
                </c:pt>
                <c:pt idx="20">
                  <c:v>190595956.56269193</c:v>
                </c:pt>
                <c:pt idx="21">
                  <c:v>254328945.01010108</c:v>
                </c:pt>
                <c:pt idx="22">
                  <c:v>293811688.8449335</c:v>
                </c:pt>
                <c:pt idx="23">
                  <c:v>175220288.05756912</c:v>
                </c:pt>
                <c:pt idx="24">
                  <c:v>180492315.44250607</c:v>
                </c:pt>
                <c:pt idx="25">
                  <c:v>153054895.42504978</c:v>
                </c:pt>
                <c:pt idx="26">
                  <c:v>135792572.47509423</c:v>
                </c:pt>
                <c:pt idx="27">
                  <c:v>112593655.35888477</c:v>
                </c:pt>
                <c:pt idx="28">
                  <c:v>144268730.96809024</c:v>
                </c:pt>
                <c:pt idx="29">
                  <c:v>170036005.8622944</c:v>
                </c:pt>
                <c:pt idx="30">
                  <c:v>182982566.67835525</c:v>
                </c:pt>
                <c:pt idx="31">
                  <c:v>294137916.29597914</c:v>
                </c:pt>
                <c:pt idx="32">
                  <c:v>249898277.18395007</c:v>
                </c:pt>
                <c:pt idx="33">
                  <c:v>293729131.06497717</c:v>
                </c:pt>
                <c:pt idx="34">
                  <c:v>269098269.52789104</c:v>
                </c:pt>
                <c:pt idx="35">
                  <c:v>210886634.11742702</c:v>
                </c:pt>
                <c:pt idx="36">
                  <c:v>199944606.20118758</c:v>
                </c:pt>
                <c:pt idx="37">
                  <c:v>149697932.2128321</c:v>
                </c:pt>
                <c:pt idx="38">
                  <c:v>156532693.11426377</c:v>
                </c:pt>
                <c:pt idx="39">
                  <c:v>121058960.71246874</c:v>
                </c:pt>
                <c:pt idx="40">
                  <c:v>154621216.39181125</c:v>
                </c:pt>
                <c:pt idx="41">
                  <c:v>154536850.56031582</c:v>
                </c:pt>
                <c:pt idx="42">
                  <c:v>242443134.26108274</c:v>
                </c:pt>
                <c:pt idx="43">
                  <c:v>250455689.8449594</c:v>
                </c:pt>
                <c:pt idx="44">
                  <c:v>227971660.1710027</c:v>
                </c:pt>
                <c:pt idx="45">
                  <c:v>288925070.11208457</c:v>
                </c:pt>
                <c:pt idx="46">
                  <c:v>222715689.83293223</c:v>
                </c:pt>
                <c:pt idx="47">
                  <c:v>163823958.00977796</c:v>
                </c:pt>
                <c:pt idx="48">
                  <c:v>200110670.6061225</c:v>
                </c:pt>
                <c:pt idx="49">
                  <c:v>137126931.6582135</c:v>
                </c:pt>
                <c:pt idx="50">
                  <c:v>120242251.67359172</c:v>
                </c:pt>
                <c:pt idx="51">
                  <c:v>134826645.3499481</c:v>
                </c:pt>
                <c:pt idx="52">
                  <c:v>142587839.5327424</c:v>
                </c:pt>
                <c:pt idx="53">
                  <c:v>175278203.3294067</c:v>
                </c:pt>
                <c:pt idx="54">
                  <c:v>217991087.55000165</c:v>
                </c:pt>
                <c:pt idx="55">
                  <c:v>200518819.56688315</c:v>
                </c:pt>
                <c:pt idx="56">
                  <c:v>250729945.61782926</c:v>
                </c:pt>
                <c:pt idx="57">
                  <c:v>212387454.21936953</c:v>
                </c:pt>
                <c:pt idx="58">
                  <c:v>210585962.99432465</c:v>
                </c:pt>
                <c:pt idx="59">
                  <c:v>205657747.08880717</c:v>
                </c:pt>
                <c:pt idx="60">
                  <c:v>44095491.98429611</c:v>
                </c:pt>
                <c:pt idx="61">
                  <c:v>203040697.61256966</c:v>
                </c:pt>
                <c:pt idx="62">
                  <c:v>174193261.08540753</c:v>
                </c:pt>
                <c:pt idx="63">
                  <c:v>190597899.0195377</c:v>
                </c:pt>
                <c:pt idx="64">
                  <c:v>134639486.0323845</c:v>
                </c:pt>
                <c:pt idx="65">
                  <c:v>121258251.5923433</c:v>
                </c:pt>
                <c:pt idx="66">
                  <c:v>121313480.06365272</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357606955.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Cairo: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423397.93132522167</c:v>
                </c:pt>
                <c:pt idx="1">
                  <c:v>423397.93132522167</c:v>
                </c:pt>
                <c:pt idx="2">
                  <c:v>529247.414156527</c:v>
                </c:pt>
                <c:pt idx="3">
                  <c:v>423397.93132522167</c:v>
                </c:pt>
                <c:pt idx="4">
                  <c:v>423397.93132522167</c:v>
                </c:pt>
                <c:pt idx="5">
                  <c:v>529247.414156527</c:v>
                </c:pt>
                <c:pt idx="6">
                  <c:v>423397.93132522167</c:v>
                </c:pt>
                <c:pt idx="7">
                  <c:v>529247.414156527</c:v>
                </c:pt>
                <c:pt idx="8">
                  <c:v>423397.93132522167</c:v>
                </c:pt>
                <c:pt idx="9">
                  <c:v>423397.93132522167</c:v>
                </c:pt>
                <c:pt idx="10">
                  <c:v>529247.414156527</c:v>
                </c:pt>
                <c:pt idx="11">
                  <c:v>423397.93132522167</c:v>
                </c:pt>
                <c:pt idx="12">
                  <c:v>423397.93132522167</c:v>
                </c:pt>
                <c:pt idx="13">
                  <c:v>423397.93132522167</c:v>
                </c:pt>
                <c:pt idx="14">
                  <c:v>529247.414156527</c:v>
                </c:pt>
                <c:pt idx="15">
                  <c:v>423397.93132522167</c:v>
                </c:pt>
                <c:pt idx="16">
                  <c:v>529247.414156527</c:v>
                </c:pt>
                <c:pt idx="17">
                  <c:v>423397.93132522167</c:v>
                </c:pt>
                <c:pt idx="18">
                  <c:v>423397.93132522167</c:v>
                </c:pt>
                <c:pt idx="19">
                  <c:v>529247.414156527</c:v>
                </c:pt>
                <c:pt idx="20">
                  <c:v>423397.93132522167</c:v>
                </c:pt>
                <c:pt idx="21">
                  <c:v>423397.93132522167</c:v>
                </c:pt>
                <c:pt idx="22">
                  <c:v>529247.414156527</c:v>
                </c:pt>
                <c:pt idx="23">
                  <c:v>423397.93132522167</c:v>
                </c:pt>
                <c:pt idx="24">
                  <c:v>529247.414156527</c:v>
                </c:pt>
                <c:pt idx="25">
                  <c:v>423397.93132522167</c:v>
                </c:pt>
                <c:pt idx="26">
                  <c:v>423397.93132522167</c:v>
                </c:pt>
                <c:pt idx="27">
                  <c:v>423397.93132522167</c:v>
                </c:pt>
                <c:pt idx="28">
                  <c:v>529247.414156527</c:v>
                </c:pt>
                <c:pt idx="29">
                  <c:v>423397.93132522167</c:v>
                </c:pt>
                <c:pt idx="30">
                  <c:v>423397.93132522167</c:v>
                </c:pt>
                <c:pt idx="31">
                  <c:v>529247.414156527</c:v>
                </c:pt>
                <c:pt idx="32">
                  <c:v>423397.93132522167</c:v>
                </c:pt>
                <c:pt idx="33">
                  <c:v>529247.414156527</c:v>
                </c:pt>
                <c:pt idx="34">
                  <c:v>423397.93132522167</c:v>
                </c:pt>
                <c:pt idx="35">
                  <c:v>423397.93132522167</c:v>
                </c:pt>
                <c:pt idx="36">
                  <c:v>529247.414156527</c:v>
                </c:pt>
                <c:pt idx="37">
                  <c:v>423397.93132522167</c:v>
                </c:pt>
                <c:pt idx="38">
                  <c:v>423397.93132522167</c:v>
                </c:pt>
                <c:pt idx="39">
                  <c:v>423397.93132522167</c:v>
                </c:pt>
                <c:pt idx="40">
                  <c:v>529247.414156527</c:v>
                </c:pt>
                <c:pt idx="41">
                  <c:v>423397.93132522167</c:v>
                </c:pt>
                <c:pt idx="42">
                  <c:v>529247.414156527</c:v>
                </c:pt>
                <c:pt idx="43">
                  <c:v>423397.93132522167</c:v>
                </c:pt>
                <c:pt idx="44">
                  <c:v>423397.93132522167</c:v>
                </c:pt>
                <c:pt idx="45">
                  <c:v>529247.414156527</c:v>
                </c:pt>
                <c:pt idx="46">
                  <c:v>423397.93132522167</c:v>
                </c:pt>
                <c:pt idx="47">
                  <c:v>423397.93132522167</c:v>
                </c:pt>
                <c:pt idx="48">
                  <c:v>529247.414156527</c:v>
                </c:pt>
                <c:pt idx="49">
                  <c:v>423397.93132522167</c:v>
                </c:pt>
                <c:pt idx="50">
                  <c:v>423397.93132522167</c:v>
                </c:pt>
                <c:pt idx="51">
                  <c:v>529247.414156527</c:v>
                </c:pt>
                <c:pt idx="52">
                  <c:v>423397.93132522167</c:v>
                </c:pt>
                <c:pt idx="53">
                  <c:v>423397.93132522167</c:v>
                </c:pt>
                <c:pt idx="54">
                  <c:v>529247.414156527</c:v>
                </c:pt>
                <c:pt idx="55">
                  <c:v>423397.93132522167</c:v>
                </c:pt>
                <c:pt idx="56">
                  <c:v>529247.414156527</c:v>
                </c:pt>
                <c:pt idx="57">
                  <c:v>423397.93132522167</c:v>
                </c:pt>
                <c:pt idx="58">
                  <c:v>423397.93132522167</c:v>
                </c:pt>
                <c:pt idx="59">
                  <c:v>529247.414156527</c:v>
                </c:pt>
                <c:pt idx="60">
                  <c:v>423397.93132522167</c:v>
                </c:pt>
                <c:pt idx="61">
                  <c:v>423397.93132522167</c:v>
                </c:pt>
                <c:pt idx="62">
                  <c:v>529247.414156527</c:v>
                </c:pt>
                <c:pt idx="63">
                  <c:v>423397.93132522167</c:v>
                </c:pt>
                <c:pt idx="64">
                  <c:v>423397.93132522167</c:v>
                </c:pt>
                <c:pt idx="65">
                  <c:v>423397.93132522167</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28383.264143425837</c:v>
                </c:pt>
                <c:pt idx="1">
                  <c:v>18348.814674050318</c:v>
                </c:pt>
                <c:pt idx="2">
                  <c:v>418.2674677587006</c:v>
                </c:pt>
                <c:pt idx="3">
                  <c:v>32553.65592621587</c:v>
                </c:pt>
                <c:pt idx="4">
                  <c:v>7195.736863544166</c:v>
                </c:pt>
                <c:pt idx="5">
                  <c:v>76.54056974156065</c:v>
                </c:pt>
                <c:pt idx="6">
                  <c:v>25207.150475652066</c:v>
                </c:pt>
                <c:pt idx="7">
                  <c:v>4013.4643788921285</c:v>
                </c:pt>
                <c:pt idx="8">
                  <c:v>2867.761608613314</c:v>
                </c:pt>
                <c:pt idx="9">
                  <c:v>8059.547799447764</c:v>
                </c:pt>
                <c:pt idx="10">
                  <c:v>16356.854875663466</c:v>
                </c:pt>
                <c:pt idx="11">
                  <c:v>10188.781042687158</c:v>
                </c:pt>
                <c:pt idx="12">
                  <c:v>37011.16581628607</c:v>
                </c:pt>
                <c:pt idx="13">
                  <c:v>2785.8499174749445</c:v>
                </c:pt>
                <c:pt idx="14">
                  <c:v>13490.943269856549</c:v>
                </c:pt>
                <c:pt idx="15">
                  <c:v>13483.976702816304</c:v>
                </c:pt>
                <c:pt idx="16">
                  <c:v>35004.25611290979</c:v>
                </c:pt>
                <c:pt idx="17">
                  <c:v>493.41617830149426</c:v>
                </c:pt>
                <c:pt idx="18">
                  <c:v>9.406149114164016</c:v>
                </c:pt>
                <c:pt idx="19">
                  <c:v>14857.38547002262</c:v>
                </c:pt>
                <c:pt idx="20">
                  <c:v>10124.764675933704</c:v>
                </c:pt>
                <c:pt idx="21">
                  <c:v>27983.947064542524</c:v>
                </c:pt>
                <c:pt idx="22">
                  <c:v>29137.452656249952</c:v>
                </c:pt>
                <c:pt idx="23">
                  <c:v>27726.728608143178</c:v>
                </c:pt>
                <c:pt idx="24">
                  <c:v>9502.0977044598</c:v>
                </c:pt>
                <c:pt idx="25">
                  <c:v>776.4650537078373</c:v>
                </c:pt>
                <c:pt idx="26">
                  <c:v>7408.002213151508</c:v>
                </c:pt>
                <c:pt idx="27">
                  <c:v>301.6416777654393</c:v>
                </c:pt>
                <c:pt idx="28">
                  <c:v>5313.195124541937</c:v>
                </c:pt>
                <c:pt idx="29">
                  <c:v>17284.637903752817</c:v>
                </c:pt>
                <c:pt idx="30">
                  <c:v>21945.01753324562</c:v>
                </c:pt>
                <c:pt idx="31">
                  <c:v>20932.414208726015</c:v>
                </c:pt>
                <c:pt idx="32">
                  <c:v>14562.960893498126</c:v>
                </c:pt>
                <c:pt idx="33">
                  <c:v>11379.289355717474</c:v>
                </c:pt>
                <c:pt idx="34">
                  <c:v>540.0758706672544</c:v>
                </c:pt>
                <c:pt idx="35">
                  <c:v>18727.84992362767</c:v>
                </c:pt>
                <c:pt idx="36">
                  <c:v>45356.65840424442</c:v>
                </c:pt>
                <c:pt idx="37">
                  <c:v>32162.75926357318</c:v>
                </c:pt>
                <c:pt idx="38">
                  <c:v>43682.12297453382</c:v>
                </c:pt>
                <c:pt idx="39">
                  <c:v>27888.169087352544</c:v>
                </c:pt>
                <c:pt idx="40">
                  <c:v>21507.5360240716</c:v>
                </c:pt>
                <c:pt idx="41">
                  <c:v>6876.680219718558</c:v>
                </c:pt>
                <c:pt idx="42">
                  <c:v>35410.37318360992</c:v>
                </c:pt>
                <c:pt idx="43">
                  <c:v>22310.54058427391</c:v>
                </c:pt>
                <c:pt idx="44">
                  <c:v>560.1370257806069</c:v>
                </c:pt>
                <c:pt idx="45">
                  <c:v>6886.252560166236</c:v>
                </c:pt>
                <c:pt idx="46">
                  <c:v>17878.073669437494</c:v>
                </c:pt>
                <c:pt idx="47">
                  <c:v>1035.2452716368584</c:v>
                </c:pt>
                <c:pt idx="48">
                  <c:v>18058.626375866705</c:v>
                </c:pt>
                <c:pt idx="49">
                  <c:v>15668.078938139679</c:v>
                </c:pt>
                <c:pt idx="50">
                  <c:v>14687.361352666414</c:v>
                </c:pt>
                <c:pt idx="51">
                  <c:v>26751.244172093513</c:v>
                </c:pt>
                <c:pt idx="52">
                  <c:v>34057.408980584856</c:v>
                </c:pt>
                <c:pt idx="53">
                  <c:v>18891.106585886173</c:v>
                </c:pt>
                <c:pt idx="54">
                  <c:v>265.7590054090846</c:v>
                </c:pt>
                <c:pt idx="55">
                  <c:v>13025.331364402991</c:v>
                </c:pt>
                <c:pt idx="56">
                  <c:v>28239.323775252073</c:v>
                </c:pt>
                <c:pt idx="57">
                  <c:v>38949.55535608705</c:v>
                </c:pt>
                <c:pt idx="58">
                  <c:v>34460.13934932654</c:v>
                </c:pt>
                <c:pt idx="59">
                  <c:v>19100.835427443737</c:v>
                </c:pt>
                <c:pt idx="60">
                  <c:v>38035.33852826568</c:v>
                </c:pt>
                <c:pt idx="61">
                  <c:v>3052.091900081791</c:v>
                </c:pt>
                <c:pt idx="62">
                  <c:v>321.283162827025</c:v>
                </c:pt>
                <c:pt idx="63">
                  <c:v>36215.99225883646</c:v>
                </c:pt>
                <c:pt idx="64">
                  <c:v>10631.550938066324</c:v>
                </c:pt>
                <c:pt idx="65">
                  <c:v>364.9973657535735</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71281.5351773295</c:v>
                </c:pt>
                <c:pt idx="1">
                  <c:v>73380.515719061</c:v>
                </c:pt>
                <c:pt idx="2">
                  <c:v>65668.7002220011</c:v>
                </c:pt>
                <c:pt idx="3">
                  <c:v>169279.60639127545</c:v>
                </c:pt>
                <c:pt idx="4">
                  <c:v>91405.0687862857</c:v>
                </c:pt>
                <c:pt idx="5">
                  <c:v>44843.73443224637</c:v>
                </c:pt>
                <c:pt idx="6">
                  <c:v>16080.91897195561</c:v>
                </c:pt>
                <c:pt idx="7">
                  <c:v>9062.702414125337</c:v>
                </c:pt>
                <c:pt idx="8">
                  <c:v>9133.134507650264</c:v>
                </c:pt>
                <c:pt idx="9">
                  <c:v>99074.89109099211</c:v>
                </c:pt>
                <c:pt idx="10">
                  <c:v>138041.6998452332</c:v>
                </c:pt>
                <c:pt idx="11">
                  <c:v>45804.93721659072</c:v>
                </c:pt>
                <c:pt idx="12">
                  <c:v>30166.09123149755</c:v>
                </c:pt>
                <c:pt idx="13">
                  <c:v>8874.961697109935</c:v>
                </c:pt>
                <c:pt idx="14">
                  <c:v>99037.09548450797</c:v>
                </c:pt>
                <c:pt idx="15">
                  <c:v>122744.1334174024</c:v>
                </c:pt>
                <c:pt idx="16">
                  <c:v>80752.09850012745</c:v>
                </c:pt>
                <c:pt idx="17">
                  <c:v>119399.33078467939</c:v>
                </c:pt>
                <c:pt idx="18">
                  <c:v>232943.01962837914</c:v>
                </c:pt>
                <c:pt idx="19">
                  <c:v>113308.86731070605</c:v>
                </c:pt>
                <c:pt idx="20">
                  <c:v>114990.516036833</c:v>
                </c:pt>
                <c:pt idx="21">
                  <c:v>161058.64993306744</c:v>
                </c:pt>
                <c:pt idx="22">
                  <c:v>246908.95025424016</c:v>
                </c:pt>
                <c:pt idx="23">
                  <c:v>76310.74029991032</c:v>
                </c:pt>
                <c:pt idx="24">
                  <c:v>113644.45989444408</c:v>
                </c:pt>
                <c:pt idx="25">
                  <c:v>213710.98919369135</c:v>
                </c:pt>
                <c:pt idx="26">
                  <c:v>210766.1941532274</c:v>
                </c:pt>
                <c:pt idx="27">
                  <c:v>134723.58695836813</c:v>
                </c:pt>
                <c:pt idx="28">
                  <c:v>108856.67712779238</c:v>
                </c:pt>
                <c:pt idx="29">
                  <c:v>189203.949879613</c:v>
                </c:pt>
                <c:pt idx="30">
                  <c:v>184779.17584335088</c:v>
                </c:pt>
                <c:pt idx="31">
                  <c:v>386033.1652762074</c:v>
                </c:pt>
                <c:pt idx="32">
                  <c:v>284255.75871580874</c:v>
                </c:pt>
                <c:pt idx="33">
                  <c:v>315319.02593583846</c:v>
                </c:pt>
                <c:pt idx="34">
                  <c:v>384332.2615207328</c:v>
                </c:pt>
                <c:pt idx="35">
                  <c:v>168496.0036936617</c:v>
                </c:pt>
                <c:pt idx="36">
                  <c:v>97202.68034079167</c:v>
                </c:pt>
                <c:pt idx="37">
                  <c:v>246192.63728765727</c:v>
                </c:pt>
                <c:pt idx="38">
                  <c:v>232689.99015436176</c:v>
                </c:pt>
                <c:pt idx="39">
                  <c:v>100984.53934359924</c:v>
                </c:pt>
                <c:pt idx="40">
                  <c:v>174592.16400510268</c:v>
                </c:pt>
                <c:pt idx="41">
                  <c:v>176963.61104560614</c:v>
                </c:pt>
                <c:pt idx="42">
                  <c:v>233518.56918031216</c:v>
                </c:pt>
                <c:pt idx="43">
                  <c:v>367891.0341098242</c:v>
                </c:pt>
                <c:pt idx="44">
                  <c:v>208577.9321598919</c:v>
                </c:pt>
                <c:pt idx="45">
                  <c:v>209177.01929987568</c:v>
                </c:pt>
                <c:pt idx="46">
                  <c:v>201340.20882567856</c:v>
                </c:pt>
                <c:pt idx="47">
                  <c:v>102181.47100693859</c:v>
                </c:pt>
                <c:pt idx="48">
                  <c:v>267924.33523423236</c:v>
                </c:pt>
                <c:pt idx="49">
                  <c:v>109802.09689467515</c:v>
                </c:pt>
                <c:pt idx="50">
                  <c:v>121769.09739120558</c:v>
                </c:pt>
                <c:pt idx="51">
                  <c:v>104616.71295237563</c:v>
                </c:pt>
                <c:pt idx="52">
                  <c:v>193878.59824354877</c:v>
                </c:pt>
                <c:pt idx="53">
                  <c:v>229379.60171858425</c:v>
                </c:pt>
                <c:pt idx="54">
                  <c:v>239132.5623476634</c:v>
                </c:pt>
                <c:pt idx="55">
                  <c:v>184568.4155558011</c:v>
                </c:pt>
                <c:pt idx="56">
                  <c:v>112866.9177455602</c:v>
                </c:pt>
                <c:pt idx="57">
                  <c:v>33721.04552883392</c:v>
                </c:pt>
                <c:pt idx="58">
                  <c:v>32617.7329257984</c:v>
                </c:pt>
                <c:pt idx="59">
                  <c:v>138268.1358018026</c:v>
                </c:pt>
                <c:pt idx="60">
                  <c:v>205578.37913598842</c:v>
                </c:pt>
                <c:pt idx="61">
                  <c:v>264857.7158021222</c:v>
                </c:pt>
                <c:pt idx="62">
                  <c:v>326813.1200505706</c:v>
                </c:pt>
                <c:pt idx="63">
                  <c:v>92204.53267406288</c:v>
                </c:pt>
                <c:pt idx="64">
                  <c:v>46494.54411280753</c:v>
                </c:pt>
                <c:pt idx="65">
                  <c:v>22192.229700993634</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25382.563943929075</c:v>
                </c:pt>
                <c:pt idx="1">
                  <c:v>18152.82122730274</c:v>
                </c:pt>
                <c:pt idx="2">
                  <c:v>27246.328353790504</c:v>
                </c:pt>
                <c:pt idx="3">
                  <c:v>30911.72778189109</c:v>
                </c:pt>
                <c:pt idx="4">
                  <c:v>49917.538856155734</c:v>
                </c:pt>
                <c:pt idx="5">
                  <c:v>9014.89793184073</c:v>
                </c:pt>
                <c:pt idx="6">
                  <c:v>383.7352907437892</c:v>
                </c:pt>
                <c:pt idx="7">
                  <c:v>29764.80209080418</c:v>
                </c:pt>
                <c:pt idx="8">
                  <c:v>34561.619348707216</c:v>
                </c:pt>
                <c:pt idx="9">
                  <c:v>36165.3895830647</c:v>
                </c:pt>
                <c:pt idx="10">
                  <c:v>1269.4961661598597</c:v>
                </c:pt>
                <c:pt idx="11">
                  <c:v>14215.501193356098</c:v>
                </c:pt>
                <c:pt idx="12">
                  <c:v>27674.027129919978</c:v>
                </c:pt>
                <c:pt idx="13">
                  <c:v>15687.604435471561</c:v>
                </c:pt>
                <c:pt idx="14">
                  <c:v>47752.35806835664</c:v>
                </c:pt>
                <c:pt idx="15">
                  <c:v>60213.57240913599</c:v>
                </c:pt>
                <c:pt idx="16">
                  <c:v>45897.79220744806</c:v>
                </c:pt>
                <c:pt idx="17">
                  <c:v>31300.63361329061</c:v>
                </c:pt>
                <c:pt idx="18">
                  <c:v>10462.973431846582</c:v>
                </c:pt>
                <c:pt idx="19">
                  <c:v>4472.4177692542635</c:v>
                </c:pt>
                <c:pt idx="20">
                  <c:v>15484.440291927727</c:v>
                </c:pt>
                <c:pt idx="21">
                  <c:v>50191.490875926946</c:v>
                </c:pt>
                <c:pt idx="22">
                  <c:v>3208.869029624873</c:v>
                </c:pt>
                <c:pt idx="23">
                  <c:v>30185.690662937857</c:v>
                </c:pt>
                <c:pt idx="24">
                  <c:v>35166.97753441049</c:v>
                </c:pt>
                <c:pt idx="25">
                  <c:v>48085.82605885127</c:v>
                </c:pt>
                <c:pt idx="26">
                  <c:v>24002.63889612403</c:v>
                </c:pt>
                <c:pt idx="27">
                  <c:v>30103.630410198515</c:v>
                </c:pt>
                <c:pt idx="28">
                  <c:v>20689.215491308736</c:v>
                </c:pt>
                <c:pt idx="29">
                  <c:v>1873.9682715877389</c:v>
                </c:pt>
                <c:pt idx="30">
                  <c:v>6786.945950408227</c:v>
                </c:pt>
                <c:pt idx="31">
                  <c:v>19958.296319006273</c:v>
                </c:pt>
                <c:pt idx="32">
                  <c:v>12893.20977704732</c:v>
                </c:pt>
                <c:pt idx="33">
                  <c:v>52385.62787473465</c:v>
                </c:pt>
                <c:pt idx="34">
                  <c:v>16557.74023942272</c:v>
                </c:pt>
                <c:pt idx="35">
                  <c:v>30220.7649827848</c:v>
                </c:pt>
                <c:pt idx="36">
                  <c:v>39423.787136069506</c:v>
                </c:pt>
                <c:pt idx="37">
                  <c:v>36907.538005545844</c:v>
                </c:pt>
                <c:pt idx="38">
                  <c:v>41235.16933921423</c:v>
                </c:pt>
                <c:pt idx="39">
                  <c:v>42008.51482617919</c:v>
                </c:pt>
                <c:pt idx="40">
                  <c:v>23242.760322210008</c:v>
                </c:pt>
                <c:pt idx="41">
                  <c:v>10491.442893980855</c:v>
                </c:pt>
                <c:pt idx="42">
                  <c:v>43958.26535341094</c:v>
                </c:pt>
                <c:pt idx="43">
                  <c:v>30734.51715001555</c:v>
                </c:pt>
                <c:pt idx="44">
                  <c:v>14007.95658826249</c:v>
                </c:pt>
                <c:pt idx="45">
                  <c:v>52629.95468106459</c:v>
                </c:pt>
                <c:pt idx="46">
                  <c:v>25960.068280759093</c:v>
                </c:pt>
                <c:pt idx="47">
                  <c:v>828.381741117179</c:v>
                </c:pt>
                <c:pt idx="48">
                  <c:v>22133.97770015615</c:v>
                </c:pt>
                <c:pt idx="49">
                  <c:v>34590.861629063205</c:v>
                </c:pt>
                <c:pt idx="50">
                  <c:v>15554.63501243708</c:v>
                </c:pt>
                <c:pt idx="51">
                  <c:v>67377.51979350418</c:v>
                </c:pt>
                <c:pt idx="52">
                  <c:v>27237.71565065176</c:v>
                </c:pt>
                <c:pt idx="53">
                  <c:v>22276.03182465187</c:v>
                </c:pt>
                <c:pt idx="54">
                  <c:v>25660.06977472489</c:v>
                </c:pt>
                <c:pt idx="55">
                  <c:v>40.68783218537809</c:v>
                </c:pt>
                <c:pt idx="56">
                  <c:v>1159.0477659972812</c:v>
                </c:pt>
                <c:pt idx="57">
                  <c:v>11520.557038531995</c:v>
                </c:pt>
                <c:pt idx="58">
                  <c:v>49913.450173470905</c:v>
                </c:pt>
                <c:pt idx="59">
                  <c:v>58517.705560937946</c:v>
                </c:pt>
                <c:pt idx="60">
                  <c:v>57819.34780229826</c:v>
                </c:pt>
                <c:pt idx="61">
                  <c:v>38588.10444959273</c:v>
                </c:pt>
                <c:pt idx="62">
                  <c:v>18391.09136931551</c:v>
                </c:pt>
                <c:pt idx="63">
                  <c:v>53309.068093222726</c:v>
                </c:pt>
                <c:pt idx="64">
                  <c:v>18574.192725831097</c:v>
                </c:pt>
                <c:pt idx="65">
                  <c:v>1263.1728012470628</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7434.2279837309925</c:v>
                </c:pt>
                <c:pt idx="1">
                  <c:v>17898.74559357571</c:v>
                </c:pt>
                <c:pt idx="2">
                  <c:v>10690.696964916222</c:v>
                </c:pt>
                <c:pt idx="3">
                  <c:v>6785.146801246842</c:v>
                </c:pt>
                <c:pt idx="4">
                  <c:v>125.9709220262822</c:v>
                </c:pt>
                <c:pt idx="5">
                  <c:v>12004.25449055993</c:v>
                </c:pt>
                <c:pt idx="6">
                  <c:v>4984.495267486501</c:v>
                </c:pt>
                <c:pt idx="7">
                  <c:v>147.85851689102645</c:v>
                </c:pt>
                <c:pt idx="8">
                  <c:v>21411.500754015284</c:v>
                </c:pt>
                <c:pt idx="9">
                  <c:v>482.10332826308706</c:v>
                </c:pt>
                <c:pt idx="10">
                  <c:v>9096.276249011313</c:v>
                </c:pt>
                <c:pt idx="11">
                  <c:v>6917.267359699144</c:v>
                </c:pt>
                <c:pt idx="12">
                  <c:v>21415.913751075648</c:v>
                </c:pt>
                <c:pt idx="13">
                  <c:v>368.33357716916953</c:v>
                </c:pt>
                <c:pt idx="14">
                  <c:v>2140.5639087225422</c:v>
                </c:pt>
                <c:pt idx="15">
                  <c:v>12821.6473978399</c:v>
                </c:pt>
                <c:pt idx="16">
                  <c:v>30411.465707758318</c:v>
                </c:pt>
                <c:pt idx="17">
                  <c:v>15170.029880332233</c:v>
                </c:pt>
                <c:pt idx="18">
                  <c:v>14433.658204607607</c:v>
                </c:pt>
                <c:pt idx="19">
                  <c:v>2051.078336771164</c:v>
                </c:pt>
                <c:pt idx="20">
                  <c:v>11754.17553496726</c:v>
                </c:pt>
                <c:pt idx="21">
                  <c:v>5390.859986171935</c:v>
                </c:pt>
                <c:pt idx="22">
                  <c:v>16633.387671884306</c:v>
                </c:pt>
                <c:pt idx="23">
                  <c:v>200.24914171746875</c:v>
                </c:pt>
                <c:pt idx="24">
                  <c:v>178.61628602964004</c:v>
                </c:pt>
                <c:pt idx="25">
                  <c:v>702.1462900013842</c:v>
                </c:pt>
                <c:pt idx="26">
                  <c:v>11687.453146534972</c:v>
                </c:pt>
                <c:pt idx="27">
                  <c:v>6638.635884058203</c:v>
                </c:pt>
                <c:pt idx="28">
                  <c:v>443.4847399243396</c:v>
                </c:pt>
                <c:pt idx="29">
                  <c:v>26421.187592723512</c:v>
                </c:pt>
                <c:pt idx="30">
                  <c:v>15980.338789141912</c:v>
                </c:pt>
                <c:pt idx="31">
                  <c:v>14040.111621856076</c:v>
                </c:pt>
                <c:pt idx="32">
                  <c:v>2390.7725453117428</c:v>
                </c:pt>
                <c:pt idx="33">
                  <c:v>2449.862015805432</c:v>
                </c:pt>
                <c:pt idx="34">
                  <c:v>111.84302662957693</c:v>
                </c:pt>
                <c:pt idx="35">
                  <c:v>22206.60796923704</c:v>
                </c:pt>
                <c:pt idx="36">
                  <c:v>18541.0268842689</c:v>
                </c:pt>
                <c:pt idx="37">
                  <c:v>9629.84330806488</c:v>
                </c:pt>
                <c:pt idx="38">
                  <c:v>10639.508798527713</c:v>
                </c:pt>
                <c:pt idx="39">
                  <c:v>12913.052992312498</c:v>
                </c:pt>
                <c:pt idx="40">
                  <c:v>117.18518463313644</c:v>
                </c:pt>
                <c:pt idx="41">
                  <c:v>269.9090400118095</c:v>
                </c:pt>
                <c:pt idx="42">
                  <c:v>9105.632074802292</c:v>
                </c:pt>
                <c:pt idx="43">
                  <c:v>19505.723817954236</c:v>
                </c:pt>
                <c:pt idx="44">
                  <c:v>92.33841366486637</c:v>
                </c:pt>
                <c:pt idx="45">
                  <c:v>24704.505606440638</c:v>
                </c:pt>
                <c:pt idx="46">
                  <c:v>5479.137224583748</c:v>
                </c:pt>
                <c:pt idx="47">
                  <c:v>14007.034251874871</c:v>
                </c:pt>
                <c:pt idx="48">
                  <c:v>13617.400408718884</c:v>
                </c:pt>
                <c:pt idx="49">
                  <c:v>4926.875237042489</c:v>
                </c:pt>
                <c:pt idx="50">
                  <c:v>167.52382303385508</c:v>
                </c:pt>
                <c:pt idx="51">
                  <c:v>7570.467058978923</c:v>
                </c:pt>
                <c:pt idx="52">
                  <c:v>22740.230921651982</c:v>
                </c:pt>
                <c:pt idx="53">
                  <c:v>108.89645033508877</c:v>
                </c:pt>
                <c:pt idx="54">
                  <c:v>10803.548952860316</c:v>
                </c:pt>
                <c:pt idx="55">
                  <c:v>14152.805193755607</c:v>
                </c:pt>
                <c:pt idx="56">
                  <c:v>8937.124704697195</c:v>
                </c:pt>
                <c:pt idx="57">
                  <c:v>68.14551744589146</c:v>
                </c:pt>
                <c:pt idx="58">
                  <c:v>313.40058227059484</c:v>
                </c:pt>
                <c:pt idx="59">
                  <c:v>14202.256943097118</c:v>
                </c:pt>
                <c:pt idx="60">
                  <c:v>24302.16132815446</c:v>
                </c:pt>
                <c:pt idx="61">
                  <c:v>22548.708580286624</c:v>
                </c:pt>
                <c:pt idx="62">
                  <c:v>29240.46878551143</c:v>
                </c:pt>
                <c:pt idx="63">
                  <c:v>8846.856392646792</c:v>
                </c:pt>
                <c:pt idx="64">
                  <c:v>7529.045386817349</c:v>
                </c:pt>
                <c:pt idx="65">
                  <c:v>18900.05329402233</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854.8545462371158</c:v>
                </c:pt>
                <c:pt idx="1">
                  <c:v>12011.60527291513</c:v>
                </c:pt>
                <c:pt idx="2">
                  <c:v>7067.041623963277</c:v>
                </c:pt>
                <c:pt idx="3">
                  <c:v>22.680546286203793</c:v>
                </c:pt>
                <c:pt idx="4">
                  <c:v>22846.272317935684</c:v>
                </c:pt>
                <c:pt idx="5">
                  <c:v>16178.492340058627</c:v>
                </c:pt>
                <c:pt idx="6">
                  <c:v>6747.280576614035</c:v>
                </c:pt>
                <c:pt idx="7">
                  <c:v>593.8506213464754</c:v>
                </c:pt>
                <c:pt idx="8">
                  <c:v>35444.89107041448</c:v>
                </c:pt>
                <c:pt idx="9">
                  <c:v>17604.91243312251</c:v>
                </c:pt>
                <c:pt idx="10">
                  <c:v>14045.577845569558</c:v>
                </c:pt>
                <c:pt idx="11">
                  <c:v>104.01393930054263</c:v>
                </c:pt>
                <c:pt idx="12">
                  <c:v>19412.091279249875</c:v>
                </c:pt>
                <c:pt idx="13">
                  <c:v>7803.971178334534</c:v>
                </c:pt>
                <c:pt idx="14">
                  <c:v>34556.50614341048</c:v>
                </c:pt>
                <c:pt idx="15">
                  <c:v>21963.19137086879</c:v>
                </c:pt>
                <c:pt idx="16">
                  <c:v>36274.11246155614</c:v>
                </c:pt>
                <c:pt idx="17">
                  <c:v>594.118352361531</c:v>
                </c:pt>
                <c:pt idx="18">
                  <c:v>17829.823995831277</c:v>
                </c:pt>
                <c:pt idx="19">
                  <c:v>19913.89526376901</c:v>
                </c:pt>
                <c:pt idx="20">
                  <c:v>623.9262281148989</c:v>
                </c:pt>
                <c:pt idx="21">
                  <c:v>14744.381053072644</c:v>
                </c:pt>
                <c:pt idx="22">
                  <c:v>16563.367473480117</c:v>
                </c:pt>
                <c:pt idx="23">
                  <c:v>3909.8372713092103</c:v>
                </c:pt>
                <c:pt idx="24">
                  <c:v>10556.207239628491</c:v>
                </c:pt>
                <c:pt idx="25">
                  <c:v>65.69663102601797</c:v>
                </c:pt>
                <c:pt idx="26">
                  <c:v>293.0531391423309</c:v>
                </c:pt>
                <c:pt idx="27">
                  <c:v>14799.253414148312</c:v>
                </c:pt>
                <c:pt idx="28">
                  <c:v>15309.400977576926</c:v>
                </c:pt>
                <c:pt idx="29">
                  <c:v>2894.477565079654</c:v>
                </c:pt>
                <c:pt idx="30">
                  <c:v>7412.205845125934</c:v>
                </c:pt>
                <c:pt idx="31">
                  <c:v>21949.01016722474</c:v>
                </c:pt>
                <c:pt idx="32">
                  <c:v>18385.008490018266</c:v>
                </c:pt>
                <c:pt idx="33">
                  <c:v>10498.082063238044</c:v>
                </c:pt>
                <c:pt idx="34">
                  <c:v>9744.341555501784</c:v>
                </c:pt>
                <c:pt idx="35">
                  <c:v>17275.069908763675</c:v>
                </c:pt>
                <c:pt idx="36">
                  <c:v>18952.53116693264</c:v>
                </c:pt>
                <c:pt idx="37">
                  <c:v>50.58965519607161</c:v>
                </c:pt>
                <c:pt idx="38">
                  <c:v>37150.87027634788</c:v>
                </c:pt>
                <c:pt idx="39">
                  <c:v>9603.336764377535</c:v>
                </c:pt>
                <c:pt idx="40">
                  <c:v>20400.59593322261</c:v>
                </c:pt>
                <c:pt idx="41">
                  <c:v>14708.545102835727</c:v>
                </c:pt>
                <c:pt idx="42">
                  <c:v>30414.578777207764</c:v>
                </c:pt>
                <c:pt idx="43">
                  <c:v>1695.024678004365</c:v>
                </c:pt>
                <c:pt idx="44">
                  <c:v>9240.633648040715</c:v>
                </c:pt>
                <c:pt idx="45">
                  <c:v>21854.554454937825</c:v>
                </c:pt>
                <c:pt idx="46">
                  <c:v>16221.316470860666</c:v>
                </c:pt>
                <c:pt idx="47">
                  <c:v>553.5949045603498</c:v>
                </c:pt>
                <c:pt idx="48">
                  <c:v>29115.33739308054</c:v>
                </c:pt>
                <c:pt idx="49">
                  <c:v>9554.392209605308</c:v>
                </c:pt>
                <c:pt idx="50">
                  <c:v>21087.789719864246</c:v>
                </c:pt>
                <c:pt idx="51">
                  <c:v>26981.693531977813</c:v>
                </c:pt>
                <c:pt idx="52">
                  <c:v>39563.357500003134</c:v>
                </c:pt>
                <c:pt idx="53">
                  <c:v>30704.966465457273</c:v>
                </c:pt>
                <c:pt idx="54">
                  <c:v>17144.84200103221</c:v>
                </c:pt>
                <c:pt idx="55">
                  <c:v>26578.143535874904</c:v>
                </c:pt>
                <c:pt idx="56">
                  <c:v>12990.403540202562</c:v>
                </c:pt>
                <c:pt idx="57">
                  <c:v>554.9104480746247</c:v>
                </c:pt>
                <c:pt idx="58">
                  <c:v>678.9303574974601</c:v>
                </c:pt>
                <c:pt idx="59">
                  <c:v>0.08651879940166073</c:v>
                </c:pt>
                <c:pt idx="60">
                  <c:v>9292.076169324951</c:v>
                </c:pt>
                <c:pt idx="61">
                  <c:v>19149.78001848804</c:v>
                </c:pt>
                <c:pt idx="62">
                  <c:v>24344.307984853636</c:v>
                </c:pt>
                <c:pt idx="63">
                  <c:v>723.0754110420069</c:v>
                </c:pt>
                <c:pt idx="64">
                  <c:v>28498.664610464788</c:v>
                </c:pt>
                <c:pt idx="65">
                  <c:v>24283.446513480478</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2707.5824662955874</c:v>
                </c:pt>
                <c:pt idx="1">
                  <c:v>4093.2214042386754</c:v>
                </c:pt>
                <c:pt idx="2">
                  <c:v>12374.98512828835</c:v>
                </c:pt>
                <c:pt idx="3">
                  <c:v>34763.4756452723</c:v>
                </c:pt>
                <c:pt idx="4">
                  <c:v>4061.366444063581</c:v>
                </c:pt>
                <c:pt idx="5">
                  <c:v>35885.02069357656</c:v>
                </c:pt>
                <c:pt idx="6">
                  <c:v>3413.006915951859</c:v>
                </c:pt>
                <c:pt idx="7">
                  <c:v>64554.16020944555</c:v>
                </c:pt>
                <c:pt idx="8">
                  <c:v>28848.193963892005</c:v>
                </c:pt>
                <c:pt idx="9">
                  <c:v>34518.89912786912</c:v>
                </c:pt>
                <c:pt idx="10">
                  <c:v>51984.969702616334</c:v>
                </c:pt>
                <c:pt idx="11">
                  <c:v>23692.495192794053</c:v>
                </c:pt>
                <c:pt idx="12">
                  <c:v>85127.68745849805</c:v>
                </c:pt>
                <c:pt idx="13">
                  <c:v>7453.44284250559</c:v>
                </c:pt>
                <c:pt idx="14">
                  <c:v>3359.981925366319</c:v>
                </c:pt>
                <c:pt idx="15">
                  <c:v>13729.605740259765</c:v>
                </c:pt>
                <c:pt idx="16">
                  <c:v>58290.91231789678</c:v>
                </c:pt>
                <c:pt idx="17">
                  <c:v>24458.251392352453</c:v>
                </c:pt>
                <c:pt idx="18">
                  <c:v>32699.96159338792</c:v>
                </c:pt>
                <c:pt idx="19">
                  <c:v>38542.029394831145</c:v>
                </c:pt>
                <c:pt idx="20">
                  <c:v>24689.718539407913</c:v>
                </c:pt>
                <c:pt idx="21">
                  <c:v>30464.21711424587</c:v>
                </c:pt>
                <c:pt idx="22">
                  <c:v>20820.474857300196</c:v>
                </c:pt>
                <c:pt idx="23">
                  <c:v>3620.4928831671136</c:v>
                </c:pt>
                <c:pt idx="24">
                  <c:v>47805.26111112625</c:v>
                </c:pt>
                <c:pt idx="25">
                  <c:v>32776.42824208517</c:v>
                </c:pt>
                <c:pt idx="26">
                  <c:v>37417.52045915694</c:v>
                </c:pt>
                <c:pt idx="27">
                  <c:v>3398.8048388858733</c:v>
                </c:pt>
                <c:pt idx="28">
                  <c:v>30604.415354229484</c:v>
                </c:pt>
                <c:pt idx="29">
                  <c:v>69287.99232238342</c:v>
                </c:pt>
                <c:pt idx="30">
                  <c:v>17289.21786251615</c:v>
                </c:pt>
                <c:pt idx="31">
                  <c:v>53695.28198542928</c:v>
                </c:pt>
                <c:pt idx="32">
                  <c:v>61286.37534235013</c:v>
                </c:pt>
                <c:pt idx="33">
                  <c:v>61985.116901425085</c:v>
                </c:pt>
                <c:pt idx="34">
                  <c:v>44877.42494609667</c:v>
                </c:pt>
                <c:pt idx="35">
                  <c:v>61951.30649145892</c:v>
                </c:pt>
                <c:pt idx="36">
                  <c:v>20018.194537744155</c:v>
                </c:pt>
                <c:pt idx="37">
                  <c:v>2172.2601951775814</c:v>
                </c:pt>
                <c:pt idx="38">
                  <c:v>4915.767954434868</c:v>
                </c:pt>
                <c:pt idx="39">
                  <c:v>17753.542163166618</c:v>
                </c:pt>
                <c:pt idx="40">
                  <c:v>34632.611357180256</c:v>
                </c:pt>
                <c:pt idx="41">
                  <c:v>38376.6584935091</c:v>
                </c:pt>
                <c:pt idx="42">
                  <c:v>62511.83896277429</c:v>
                </c:pt>
                <c:pt idx="43">
                  <c:v>54626.20190913878</c:v>
                </c:pt>
                <c:pt idx="44">
                  <c:v>12976.236978540772</c:v>
                </c:pt>
                <c:pt idx="45">
                  <c:v>60805.174290882474</c:v>
                </c:pt>
                <c:pt idx="46">
                  <c:v>66336.13062765331</c:v>
                </c:pt>
                <c:pt idx="47">
                  <c:v>4323.698397756141</c:v>
                </c:pt>
                <c:pt idx="48">
                  <c:v>2345.1393229648193</c:v>
                </c:pt>
                <c:pt idx="49">
                  <c:v>2776.772111707714</c:v>
                </c:pt>
                <c:pt idx="50">
                  <c:v>56264.616806543185</c:v>
                </c:pt>
                <c:pt idx="51">
                  <c:v>10739.564086485741</c:v>
                </c:pt>
                <c:pt idx="52">
                  <c:v>1199.2656161857258</c:v>
                </c:pt>
                <c:pt idx="53">
                  <c:v>93239.43851939456</c:v>
                </c:pt>
                <c:pt idx="54">
                  <c:v>50742.566084016784</c:v>
                </c:pt>
                <c:pt idx="55">
                  <c:v>31237.597331052475</c:v>
                </c:pt>
                <c:pt idx="56">
                  <c:v>29869.796411810006</c:v>
                </c:pt>
                <c:pt idx="57">
                  <c:v>85444.78031990257</c:v>
                </c:pt>
                <c:pt idx="58">
                  <c:v>18209.83105827296</c:v>
                </c:pt>
                <c:pt idx="59">
                  <c:v>72117.49863924898</c:v>
                </c:pt>
                <c:pt idx="60">
                  <c:v>88412.41013442044</c:v>
                </c:pt>
                <c:pt idx="61">
                  <c:v>96497.31326552256</c:v>
                </c:pt>
                <c:pt idx="62">
                  <c:v>118178.19001430186</c:v>
                </c:pt>
                <c:pt idx="63">
                  <c:v>45857.41287124027</c:v>
                </c:pt>
                <c:pt idx="64">
                  <c:v>87578.07024115005</c:v>
                </c:pt>
                <c:pt idx="65">
                  <c:v>21938.00494446136</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5877.30788885593</c:v>
                </c:pt>
                <c:pt idx="1">
                  <c:v>4704.925596657822</c:v>
                </c:pt>
                <c:pt idx="2">
                  <c:v>46358.55277608525</c:v>
                </c:pt>
                <c:pt idx="3">
                  <c:v>23238.803484952852</c:v>
                </c:pt>
                <c:pt idx="4">
                  <c:v>5960.19179078856</c:v>
                </c:pt>
                <c:pt idx="5">
                  <c:v>62783.556572147616</c:v>
                </c:pt>
                <c:pt idx="6">
                  <c:v>19966.676063644707</c:v>
                </c:pt>
                <c:pt idx="7">
                  <c:v>38995.497181863306</c:v>
                </c:pt>
                <c:pt idx="8">
                  <c:v>6200.364993257754</c:v>
                </c:pt>
                <c:pt idx="9">
                  <c:v>57781.69550215338</c:v>
                </c:pt>
                <c:pt idx="10">
                  <c:v>66935.87476612683</c:v>
                </c:pt>
                <c:pt idx="11">
                  <c:v>18389.493352147972</c:v>
                </c:pt>
                <c:pt idx="12">
                  <c:v>6853.330896051779</c:v>
                </c:pt>
                <c:pt idx="13">
                  <c:v>47260.26014906222</c:v>
                </c:pt>
                <c:pt idx="14">
                  <c:v>37351.55851162931</c:v>
                </c:pt>
                <c:pt idx="15">
                  <c:v>6029.860150801252</c:v>
                </c:pt>
                <c:pt idx="16">
                  <c:v>65390.04439809321</c:v>
                </c:pt>
                <c:pt idx="17">
                  <c:v>5127.15794176344</c:v>
                </c:pt>
                <c:pt idx="18">
                  <c:v>25945.17537414899</c:v>
                </c:pt>
                <c:pt idx="19">
                  <c:v>36340.207997388214</c:v>
                </c:pt>
                <c:pt idx="20">
                  <c:v>7671.814056233379</c:v>
                </c:pt>
                <c:pt idx="21">
                  <c:v>47539.71988880343</c:v>
                </c:pt>
                <c:pt idx="22">
                  <c:v>57262.47144294864</c:v>
                </c:pt>
                <c:pt idx="23">
                  <c:v>27843.549756227796</c:v>
                </c:pt>
                <c:pt idx="24">
                  <c:v>7765.095953091991</c:v>
                </c:pt>
                <c:pt idx="25">
                  <c:v>8044.20145884618</c:v>
                </c:pt>
                <c:pt idx="26">
                  <c:v>6814.801552975787</c:v>
                </c:pt>
                <c:pt idx="27">
                  <c:v>38997.42886351563</c:v>
                </c:pt>
                <c:pt idx="28">
                  <c:v>8415.77735120379</c:v>
                </c:pt>
                <c:pt idx="29">
                  <c:v>83012.51406847952</c:v>
                </c:pt>
                <c:pt idx="30">
                  <c:v>53342.942495395764</c:v>
                </c:pt>
                <c:pt idx="31">
                  <c:v>30911.882760763143</c:v>
                </c:pt>
                <c:pt idx="32">
                  <c:v>17269.92379857159</c:v>
                </c:pt>
                <c:pt idx="33">
                  <c:v>6892.891842640348</c:v>
                </c:pt>
                <c:pt idx="34">
                  <c:v>42824.99529576159</c:v>
                </c:pt>
                <c:pt idx="35">
                  <c:v>75725.02845702578</c:v>
                </c:pt>
                <c:pt idx="36">
                  <c:v>75515.1187481684</c:v>
                </c:pt>
                <c:pt idx="37">
                  <c:v>47130.540739517164</c:v>
                </c:pt>
                <c:pt idx="38">
                  <c:v>107309.31064999563</c:v>
                </c:pt>
                <c:pt idx="39">
                  <c:v>89888.06304782716</c:v>
                </c:pt>
                <c:pt idx="40">
                  <c:v>31744.04102955475</c:v>
                </c:pt>
                <c:pt idx="41">
                  <c:v>41778.909650092275</c:v>
                </c:pt>
                <c:pt idx="42">
                  <c:v>16871.700466438782</c:v>
                </c:pt>
                <c:pt idx="43">
                  <c:v>32272.850150425777</c:v>
                </c:pt>
                <c:pt idx="44">
                  <c:v>73315.82067766858</c:v>
                </c:pt>
                <c:pt idx="45">
                  <c:v>15242.35896789543</c:v>
                </c:pt>
                <c:pt idx="46">
                  <c:v>6881.348162102777</c:v>
                </c:pt>
                <c:pt idx="47">
                  <c:v>6051.859787256319</c:v>
                </c:pt>
                <c:pt idx="48">
                  <c:v>26338.84044373436</c:v>
                </c:pt>
                <c:pt idx="49">
                  <c:v>85470.47424193536</c:v>
                </c:pt>
                <c:pt idx="50">
                  <c:v>20719.39388542188</c:v>
                </c:pt>
                <c:pt idx="51">
                  <c:v>7292.070449371633</c:v>
                </c:pt>
                <c:pt idx="52">
                  <c:v>7489.67394862709</c:v>
                </c:pt>
                <c:pt idx="53">
                  <c:v>36804.56973934613</c:v>
                </c:pt>
                <c:pt idx="54">
                  <c:v>10380.818050540725</c:v>
                </c:pt>
                <c:pt idx="55">
                  <c:v>6072.627373338142</c:v>
                </c:pt>
                <c:pt idx="56">
                  <c:v>8875.69476163156</c:v>
                </c:pt>
                <c:pt idx="57">
                  <c:v>51647.17030496932</c:v>
                </c:pt>
                <c:pt idx="58">
                  <c:v>54811.34150553855</c:v>
                </c:pt>
                <c:pt idx="59">
                  <c:v>27154.77751673517</c:v>
                </c:pt>
                <c:pt idx="60">
                  <c:v>7732.334475333306</c:v>
                </c:pt>
                <c:pt idx="61">
                  <c:v>59506.884366475526</c:v>
                </c:pt>
                <c:pt idx="62">
                  <c:v>20697.684777834642</c:v>
                </c:pt>
                <c:pt idx="63">
                  <c:v>38398.299873507756</c:v>
                </c:pt>
                <c:pt idx="64">
                  <c:v>47020.81221332418</c:v>
                </c:pt>
                <c:pt idx="65">
                  <c:v>50339.469017994146</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11478.237905891312</c:v>
                </c:pt>
                <c:pt idx="1">
                  <c:v>35196.297587477544</c:v>
                </c:pt>
                <c:pt idx="2">
                  <c:v>40869.360449050255</c:v>
                </c:pt>
                <c:pt idx="3">
                  <c:v>13338.70534862193</c:v>
                </c:pt>
                <c:pt idx="4">
                  <c:v>5714.552812700025</c:v>
                </c:pt>
                <c:pt idx="5">
                  <c:v>38829.03629392168</c:v>
                </c:pt>
                <c:pt idx="6">
                  <c:v>38675.79253395588</c:v>
                </c:pt>
                <c:pt idx="7">
                  <c:v>40372.694067642165</c:v>
                </c:pt>
                <c:pt idx="8">
                  <c:v>60632.105499923215</c:v>
                </c:pt>
                <c:pt idx="9">
                  <c:v>35649.7981871312</c:v>
                </c:pt>
                <c:pt idx="10">
                  <c:v>28232.319142231565</c:v>
                </c:pt>
                <c:pt idx="11">
                  <c:v>22953.102556593647</c:v>
                </c:pt>
                <c:pt idx="12">
                  <c:v>74917.70356612134</c:v>
                </c:pt>
                <c:pt idx="13">
                  <c:v>46694.436576371416</c:v>
                </c:pt>
                <c:pt idx="14">
                  <c:v>91163.64915302469</c:v>
                </c:pt>
                <c:pt idx="15">
                  <c:v>23663.049384966245</c:v>
                </c:pt>
                <c:pt idx="16">
                  <c:v>47650.76191095027</c:v>
                </c:pt>
                <c:pt idx="17">
                  <c:v>37364.95721176268</c:v>
                </c:pt>
                <c:pt idx="18">
                  <c:v>35874.62323813399</c:v>
                </c:pt>
                <c:pt idx="19">
                  <c:v>36129.200985342904</c:v>
                </c:pt>
                <c:pt idx="20">
                  <c:v>48321.91107354275</c:v>
                </c:pt>
                <c:pt idx="21">
                  <c:v>79625.74572624183</c:v>
                </c:pt>
                <c:pt idx="22">
                  <c:v>67737.81133593636</c:v>
                </c:pt>
                <c:pt idx="23">
                  <c:v>42980.06609644761</c:v>
                </c:pt>
                <c:pt idx="24">
                  <c:v>64385.23805991543</c:v>
                </c:pt>
                <c:pt idx="25">
                  <c:v>77980.80993606475</c:v>
                </c:pt>
                <c:pt idx="26">
                  <c:v>53681.664484438705</c:v>
                </c:pt>
                <c:pt idx="27">
                  <c:v>38668.88141110406</c:v>
                </c:pt>
                <c:pt idx="28">
                  <c:v>57629.22388650371</c:v>
                </c:pt>
                <c:pt idx="29">
                  <c:v>77576.11038076162</c:v>
                </c:pt>
                <c:pt idx="30">
                  <c:v>61809.47495383964</c:v>
                </c:pt>
                <c:pt idx="31">
                  <c:v>44384.02791129798</c:v>
                </c:pt>
                <c:pt idx="32">
                  <c:v>35310.20852214923</c:v>
                </c:pt>
                <c:pt idx="33">
                  <c:v>13905.539695163501</c:v>
                </c:pt>
                <c:pt idx="34">
                  <c:v>22393.87802435685</c:v>
                </c:pt>
                <c:pt idx="35">
                  <c:v>16502.67049025162</c:v>
                </c:pt>
                <c:pt idx="36">
                  <c:v>12928.711082380312</c:v>
                </c:pt>
                <c:pt idx="37">
                  <c:v>7144.403475613555</c:v>
                </c:pt>
                <c:pt idx="38">
                  <c:v>31767.12164575611</c:v>
                </c:pt>
                <c:pt idx="39">
                  <c:v>12140.289964770527</c:v>
                </c:pt>
                <c:pt idx="40">
                  <c:v>11929.83373693937</c:v>
                </c:pt>
                <c:pt idx="41">
                  <c:v>45804.5162831137</c:v>
                </c:pt>
                <c:pt idx="42">
                  <c:v>63444.66836914543</c:v>
                </c:pt>
                <c:pt idx="43">
                  <c:v>36482.17219760071</c:v>
                </c:pt>
                <c:pt idx="44">
                  <c:v>21754.79852515505</c:v>
                </c:pt>
                <c:pt idx="45">
                  <c:v>35223.77600088987</c:v>
                </c:pt>
                <c:pt idx="46">
                  <c:v>22511.455771385776</c:v>
                </c:pt>
                <c:pt idx="47">
                  <c:v>36683.95125036849</c:v>
                </c:pt>
                <c:pt idx="48">
                  <c:v>39541.026377474984</c:v>
                </c:pt>
                <c:pt idx="49">
                  <c:v>30412.229503113325</c:v>
                </c:pt>
                <c:pt idx="50">
                  <c:v>26885.441397102222</c:v>
                </c:pt>
                <c:pt idx="51">
                  <c:v>36040.78955161333</c:v>
                </c:pt>
                <c:pt idx="52">
                  <c:v>61958.94695505447</c:v>
                </c:pt>
                <c:pt idx="53">
                  <c:v>47180.46657129747</c:v>
                </c:pt>
                <c:pt idx="54">
                  <c:v>41205.52659561152</c:v>
                </c:pt>
                <c:pt idx="55">
                  <c:v>31505.786120231856</c:v>
                </c:pt>
                <c:pt idx="56">
                  <c:v>68713.93560583759</c:v>
                </c:pt>
                <c:pt idx="57">
                  <c:v>42923.20065815728</c:v>
                </c:pt>
                <c:pt idx="58">
                  <c:v>79169.34971276406</c:v>
                </c:pt>
                <c:pt idx="59">
                  <c:v>84191.02396891023</c:v>
                </c:pt>
                <c:pt idx="60">
                  <c:v>73494.29501062473</c:v>
                </c:pt>
                <c:pt idx="61">
                  <c:v>52545.27284845606</c:v>
                </c:pt>
                <c:pt idx="62">
                  <c:v>52033.73884733718</c:v>
                </c:pt>
                <c:pt idx="63">
                  <c:v>50904.267038346865</c:v>
                </c:pt>
                <c:pt idx="64">
                  <c:v>43680.254768788865</c:v>
                </c:pt>
                <c:pt idx="65">
                  <c:v>21296.81349146667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7215.495307277222</c:v>
                </c:pt>
                <c:pt idx="1">
                  <c:v>4112.050114370627</c:v>
                </c:pt>
                <c:pt idx="2">
                  <c:v>3789.778367084228</c:v>
                </c:pt>
                <c:pt idx="3">
                  <c:v>3070.312426786186</c:v>
                </c:pt>
                <c:pt idx="4">
                  <c:v>8717.454270483906</c:v>
                </c:pt>
                <c:pt idx="5">
                  <c:v>3559.5930124605015</c:v>
                </c:pt>
                <c:pt idx="6">
                  <c:v>5750.320405563878</c:v>
                </c:pt>
                <c:pt idx="7">
                  <c:v>4595.410715461716</c:v>
                </c:pt>
                <c:pt idx="8">
                  <c:v>218.0255792377326</c:v>
                </c:pt>
                <c:pt idx="9">
                  <c:v>2703.8233136570625</c:v>
                </c:pt>
                <c:pt idx="10">
                  <c:v>1600.0381746940375</c:v>
                </c:pt>
                <c:pt idx="11">
                  <c:v>853.7221273479339</c:v>
                </c:pt>
                <c:pt idx="12">
                  <c:v>5726.815143996957</c:v>
                </c:pt>
                <c:pt idx="13">
                  <c:v>4149.838286683609</c:v>
                </c:pt>
                <c:pt idx="14">
                  <c:v>8829.833213149328</c:v>
                </c:pt>
                <c:pt idx="15">
                  <c:v>8712.437885611433</c:v>
                </c:pt>
                <c:pt idx="16">
                  <c:v>7658.219324260101</c:v>
                </c:pt>
                <c:pt idx="17">
                  <c:v>7279.6810755560855</c:v>
                </c:pt>
                <c:pt idx="18">
                  <c:v>8221.550908048463</c:v>
                </c:pt>
                <c:pt idx="19">
                  <c:v>6099.627835159194</c:v>
                </c:pt>
                <c:pt idx="20">
                  <c:v>5650.5599941003375</c:v>
                </c:pt>
                <c:pt idx="21">
                  <c:v>7748.943119252603</c:v>
                </c:pt>
                <c:pt idx="22">
                  <c:v>14726.848705439856</c:v>
                </c:pt>
                <c:pt idx="23">
                  <c:v>12084.990000457292</c:v>
                </c:pt>
                <c:pt idx="24">
                  <c:v>591.7497606655335</c:v>
                </c:pt>
                <c:pt idx="25">
                  <c:v>9218.330277596635</c:v>
                </c:pt>
                <c:pt idx="26">
                  <c:v>3073.591031530057</c:v>
                </c:pt>
                <c:pt idx="27">
                  <c:v>122.93495736629063</c:v>
                </c:pt>
                <c:pt idx="28">
                  <c:v>8001.269527814256</c:v>
                </c:pt>
                <c:pt idx="29">
                  <c:v>6468.3737614285</c:v>
                </c:pt>
                <c:pt idx="30">
                  <c:v>2714.254018050982</c:v>
                </c:pt>
                <c:pt idx="31">
                  <c:v>8383.302225931966</c:v>
                </c:pt>
                <c:pt idx="32">
                  <c:v>3603.302452535163</c:v>
                </c:pt>
                <c:pt idx="33">
                  <c:v>119.07308086911873</c:v>
                </c:pt>
                <c:pt idx="34">
                  <c:v>17353.88054596813</c:v>
                </c:pt>
                <c:pt idx="35">
                  <c:v>4236.0151508104955</c:v>
                </c:pt>
                <c:pt idx="36">
                  <c:v>12225.968907717901</c:v>
                </c:pt>
                <c:pt idx="37">
                  <c:v>4630.6137753855055</c:v>
                </c:pt>
                <c:pt idx="38">
                  <c:v>1411.866161059165</c:v>
                </c:pt>
                <c:pt idx="39">
                  <c:v>1297.0009758014571</c:v>
                </c:pt>
                <c:pt idx="40">
                  <c:v>2201.696613250027</c:v>
                </c:pt>
                <c:pt idx="41">
                  <c:v>1.1065339133515826</c:v>
                </c:pt>
                <c:pt idx="42">
                  <c:v>137.83570104364492</c:v>
                </c:pt>
                <c:pt idx="43">
                  <c:v>16856.476342836846</c:v>
                </c:pt>
                <c:pt idx="44">
                  <c:v>876.0715109300984</c:v>
                </c:pt>
                <c:pt idx="45">
                  <c:v>8181.932541280436</c:v>
                </c:pt>
                <c:pt idx="46">
                  <c:v>4346.772587675451</c:v>
                </c:pt>
                <c:pt idx="47">
                  <c:v>1411.4026881920015</c:v>
                </c:pt>
                <c:pt idx="48">
                  <c:v>3580.422750633053</c:v>
                </c:pt>
                <c:pt idx="49">
                  <c:v>1431.5627451224339</c:v>
                </c:pt>
                <c:pt idx="50">
                  <c:v>4729.301974097843</c:v>
                </c:pt>
                <c:pt idx="51">
                  <c:v>119.25956151506519</c:v>
                </c:pt>
                <c:pt idx="52">
                  <c:v>4203.40409978403</c:v>
                </c:pt>
                <c:pt idx="53">
                  <c:v>2250.541754472389</c:v>
                </c:pt>
                <c:pt idx="54">
                  <c:v>6807.698508261975</c:v>
                </c:pt>
                <c:pt idx="55">
                  <c:v>57.548205138140766</c:v>
                </c:pt>
                <c:pt idx="56">
                  <c:v>4811.1454221077465</c:v>
                </c:pt>
                <c:pt idx="57">
                  <c:v>35.22422632945379</c:v>
                </c:pt>
                <c:pt idx="58">
                  <c:v>2564.460890067494</c:v>
                </c:pt>
                <c:pt idx="59">
                  <c:v>7464.725839815046</c:v>
                </c:pt>
                <c:pt idx="60">
                  <c:v>4097.511883826079</c:v>
                </c:pt>
                <c:pt idx="61">
                  <c:v>7360.21991787405</c:v>
                </c:pt>
                <c:pt idx="62">
                  <c:v>2369.2424726327945</c:v>
                </c:pt>
                <c:pt idx="63">
                  <c:v>3147.616456382509</c:v>
                </c:pt>
                <c:pt idx="64">
                  <c:v>321.39752163868997</c:v>
                </c:pt>
                <c:pt idx="65">
                  <c:v>6592.515518930068</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81.0531647906644</c:v>
                </c:pt>
                <c:pt idx="1">
                  <c:v>4670.128040599339</c:v>
                </c:pt>
                <c:pt idx="2">
                  <c:v>1181.422353449239</c:v>
                </c:pt>
                <c:pt idx="3">
                  <c:v>128.8475327183373</c:v>
                </c:pt>
                <c:pt idx="4">
                  <c:v>1626.6477344477444</c:v>
                </c:pt>
                <c:pt idx="5">
                  <c:v>3783.2896192349663</c:v>
                </c:pt>
                <c:pt idx="6">
                  <c:v>3271.6157270018266</c:v>
                </c:pt>
                <c:pt idx="7">
                  <c:v>6857.994257249704</c:v>
                </c:pt>
                <c:pt idx="8">
                  <c:v>300.5082641838338</c:v>
                </c:pt>
                <c:pt idx="9">
                  <c:v>165.45009355978942</c:v>
                </c:pt>
                <c:pt idx="10">
                  <c:v>1690.8411488652728</c:v>
                </c:pt>
                <c:pt idx="11">
                  <c:v>901.9067206255409</c:v>
                </c:pt>
                <c:pt idx="12">
                  <c:v>5171.994591319038</c:v>
                </c:pt>
                <c:pt idx="13">
                  <c:v>249.9579833588122</c:v>
                </c:pt>
                <c:pt idx="14">
                  <c:v>272.4915019657499</c:v>
                </c:pt>
                <c:pt idx="15">
                  <c:v>120.43981609793425</c:v>
                </c:pt>
                <c:pt idx="16">
                  <c:v>2474.376331337546</c:v>
                </c:pt>
                <c:pt idx="17">
                  <c:v>46.08555620157401</c:v>
                </c:pt>
                <c:pt idx="18">
                  <c:v>3186.6892076020554</c:v>
                </c:pt>
                <c:pt idx="19">
                  <c:v>191.0331828271124</c:v>
                </c:pt>
                <c:pt idx="20">
                  <c:v>691.6510295344874</c:v>
                </c:pt>
                <c:pt idx="21">
                  <c:v>5871.226410079398</c:v>
                </c:pt>
                <c:pt idx="22">
                  <c:v>5472.360619193054</c:v>
                </c:pt>
                <c:pt idx="23">
                  <c:v>166.4944943767646</c:v>
                </c:pt>
                <c:pt idx="24">
                  <c:v>171.15523057572648</c:v>
                </c:pt>
                <c:pt idx="25">
                  <c:v>6041.960917886259</c:v>
                </c:pt>
                <c:pt idx="26">
                  <c:v>953.8180528411386</c:v>
                </c:pt>
                <c:pt idx="27">
                  <c:v>2797.6165970265847</c:v>
                </c:pt>
                <c:pt idx="28">
                  <c:v>3574.2224968348883</c:v>
                </c:pt>
                <c:pt idx="29">
                  <c:v>2276.243865271966</c:v>
                </c:pt>
                <c:pt idx="30">
                  <c:v>2040.228110561869</c:v>
                </c:pt>
                <c:pt idx="31">
                  <c:v>21.109699393086956</c:v>
                </c:pt>
                <c:pt idx="32">
                  <c:v>82.86218346758122</c:v>
                </c:pt>
                <c:pt idx="33">
                  <c:v>168.90533817210084</c:v>
                </c:pt>
                <c:pt idx="34">
                  <c:v>202.53950916583833</c:v>
                </c:pt>
                <c:pt idx="35">
                  <c:v>4938.737099057584</c:v>
                </c:pt>
                <c:pt idx="36">
                  <c:v>2793.976689742794</c:v>
                </c:pt>
                <c:pt idx="37">
                  <c:v>71.74774161302838</c:v>
                </c:pt>
                <c:pt idx="38">
                  <c:v>39.5582617862029</c:v>
                </c:pt>
                <c:pt idx="39">
                  <c:v>3843.948890912461</c:v>
                </c:pt>
                <c:pt idx="40">
                  <c:v>298.42112559128356</c:v>
                </c:pt>
                <c:pt idx="41">
                  <c:v>3.8194749656084515</c:v>
                </c:pt>
                <c:pt idx="42">
                  <c:v>5804.971588051891</c:v>
                </c:pt>
                <c:pt idx="43">
                  <c:v>1330.9965755816634</c:v>
                </c:pt>
                <c:pt idx="44">
                  <c:v>38.717014614247745</c:v>
                </c:pt>
                <c:pt idx="45">
                  <c:v>1755.2351476066106</c:v>
                </c:pt>
                <c:pt idx="46">
                  <c:v>170.1760139783513</c:v>
                </c:pt>
                <c:pt idx="47">
                  <c:v>74.2812898101332</c:v>
                </c:pt>
                <c:pt idx="48">
                  <c:v>241.44225723271916</c:v>
                </c:pt>
                <c:pt idx="49">
                  <c:v>988.5045188042454</c:v>
                </c:pt>
                <c:pt idx="50">
                  <c:v>1143.7713969875142</c:v>
                </c:pt>
                <c:pt idx="51">
                  <c:v>4066.9089960718193</c:v>
                </c:pt>
                <c:pt idx="52">
                  <c:v>3019.911107472314</c:v>
                </c:pt>
                <c:pt idx="53">
                  <c:v>263.0157431585245</c:v>
                </c:pt>
                <c:pt idx="54">
                  <c:v>52.19560847313893</c:v>
                </c:pt>
                <c:pt idx="55">
                  <c:v>3509.234041812622</c:v>
                </c:pt>
                <c:pt idx="56">
                  <c:v>2463.913245101663</c:v>
                </c:pt>
                <c:pt idx="57">
                  <c:v>293.9537189086489</c:v>
                </c:pt>
                <c:pt idx="58">
                  <c:v>135.47369410131662</c:v>
                </c:pt>
                <c:pt idx="59">
                  <c:v>3374.5046217508548</c:v>
                </c:pt>
                <c:pt idx="60">
                  <c:v>1776.9177973193491</c:v>
                </c:pt>
                <c:pt idx="61">
                  <c:v>5909.519591959752</c:v>
                </c:pt>
                <c:pt idx="62">
                  <c:v>7993.663528561747</c:v>
                </c:pt>
                <c:pt idx="63">
                  <c:v>295.38479077661947</c:v>
                </c:pt>
                <c:pt idx="64">
                  <c:v>52.81090090838861</c:v>
                </c:pt>
                <c:pt idx="65">
                  <c:v>4567.360744711363</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-1225.969806299462</c:v>
                </c:pt>
                <c:pt idx="1">
                  <c:v>-1406.6027197646426</c:v>
                </c:pt>
                <c:pt idx="2">
                  <c:v>3584.0531663077572</c:v>
                </c:pt>
                <c:pt idx="3">
                  <c:v>1430.1214974713203</c:v>
                </c:pt>
                <c:pt idx="4">
                  <c:v>1430.0809628208622</c:v>
                </c:pt>
                <c:pt idx="5">
                  <c:v>-8470.068112359939</c:v>
                </c:pt>
                <c:pt idx="6">
                  <c:v>2261.7865481642248</c:v>
                </c:pt>
                <c:pt idx="7">
                  <c:v>-4506.3229362135335</c:v>
                </c:pt>
                <c:pt idx="8">
                  <c:v>886.1726533282135</c:v>
                </c:pt>
                <c:pt idx="9">
                  <c:v>-3295.1428808860246</c:v>
                </c:pt>
                <c:pt idx="10">
                  <c:v>-7627.894087038844</c:v>
                </c:pt>
                <c:pt idx="11">
                  <c:v>-2673.4508878085708</c:v>
                </c:pt>
                <c:pt idx="12">
                  <c:v>5066.552205035731</c:v>
                </c:pt>
                <c:pt idx="13">
                  <c:v>-3966.4832184001407</c:v>
                </c:pt>
                <c:pt idx="14">
                  <c:v>2337.9705699564197</c:v>
                </c:pt>
                <c:pt idx="15">
                  <c:v>1763.581356570091</c:v>
                </c:pt>
                <c:pt idx="16">
                  <c:v>2425.188148321916</c:v>
                </c:pt>
                <c:pt idx="17">
                  <c:v>-11838.91808879723</c:v>
                </c:pt>
                <c:pt idx="18">
                  <c:v>-426.63849912144497</c:v>
                </c:pt>
                <c:pt idx="19">
                  <c:v>666.7918160389153</c:v>
                </c:pt>
                <c:pt idx="20">
                  <c:v>-434.99445237379314</c:v>
                </c:pt>
                <c:pt idx="21">
                  <c:v>15403.963845951108</c:v>
                </c:pt>
                <c:pt idx="22">
                  <c:v>-16365.159549160791</c:v>
                </c:pt>
                <c:pt idx="23">
                  <c:v>-3906.3858445896794</c:v>
                </c:pt>
                <c:pt idx="24">
                  <c:v>-9356.558457618185</c:v>
                </c:pt>
                <c:pt idx="25">
                  <c:v>-6550.704632716131</c:v>
                </c:pt>
                <c:pt idx="26">
                  <c:v>-14207.414059535142</c:v>
                </c:pt>
                <c:pt idx="27">
                  <c:v>933.248485094435</c:v>
                </c:pt>
                <c:pt idx="28">
                  <c:v>-213.04581909245007</c:v>
                </c:pt>
                <c:pt idx="29">
                  <c:v>-12306.471515786445</c:v>
                </c:pt>
                <c:pt idx="30">
                  <c:v>2078.145502736057</c:v>
                </c:pt>
                <c:pt idx="31">
                  <c:v>2696.689381278313</c:v>
                </c:pt>
                <c:pt idx="32">
                  <c:v>-7348.297466489825</c:v>
                </c:pt>
                <c:pt idx="33">
                  <c:v>2523.276729446731</c:v>
                </c:pt>
                <c:pt idx="34">
                  <c:v>1903.626937978659</c:v>
                </c:pt>
                <c:pt idx="35">
                  <c:v>7712.326115544037</c:v>
                </c:pt>
                <c:pt idx="36">
                  <c:v>-10756.041129509797</c:v>
                </c:pt>
                <c:pt idx="37">
                  <c:v>-1828.5682921871248</c:v>
                </c:pt>
                <c:pt idx="38">
                  <c:v>-3818.3274105328173</c:v>
                </c:pt>
                <c:pt idx="39">
                  <c:v>3764.749787719228</c:v>
                </c:pt>
                <c:pt idx="40">
                  <c:v>-7189.558487884872</c:v>
                </c:pt>
                <c:pt idx="41">
                  <c:v>9132.98271243802</c:v>
                </c:pt>
                <c:pt idx="42">
                  <c:v>-4567.332633247142</c:v>
                </c:pt>
                <c:pt idx="43">
                  <c:v>-21075.158393809284</c:v>
                </c:pt>
                <c:pt idx="44">
                  <c:v>-1402.8888958667767</c:v>
                </c:pt>
                <c:pt idx="45">
                  <c:v>-7105.613190617982</c:v>
                </c:pt>
                <c:pt idx="46">
                  <c:v>-3213.687078122916</c:v>
                </c:pt>
                <c:pt idx="47">
                  <c:v>-136.764503456149</c:v>
                </c:pt>
                <c:pt idx="48">
                  <c:v>-16346.104553185289</c:v>
                </c:pt>
                <c:pt idx="49">
                  <c:v>-14434.440914066585</c:v>
                </c:pt>
                <c:pt idx="50">
                  <c:v>16013.653360817383</c:v>
                </c:pt>
                <c:pt idx="51">
                  <c:v>-6867.610778889903</c:v>
                </c:pt>
                <c:pt idx="52">
                  <c:v>-14486.393581802757</c:v>
                </c:pt>
                <c:pt idx="53">
                  <c:v>-3140.006413157016</c:v>
                </c:pt>
                <c:pt idx="54">
                  <c:v>4823.437932026618</c:v>
                </c:pt>
                <c:pt idx="55">
                  <c:v>10049.14970723313</c:v>
                </c:pt>
                <c:pt idx="56">
                  <c:v>2312.161907091445</c:v>
                </c:pt>
                <c:pt idx="57">
                  <c:v>6981.8240717380795</c:v>
                </c:pt>
                <c:pt idx="58">
                  <c:v>14069.372774753854</c:v>
                </c:pt>
                <c:pt idx="59">
                  <c:v>3162.6505379497544</c:v>
                </c:pt>
                <c:pt idx="60">
                  <c:v>9965.236735924325</c:v>
                </c:pt>
                <c:pt idx="61">
                  <c:v>-6142.566502863655</c:v>
                </c:pt>
                <c:pt idx="62">
                  <c:v>17794.127047680475</c:v>
                </c:pt>
                <c:pt idx="63">
                  <c:v>11132.084819136831</c:v>
                </c:pt>
                <c:pt idx="64">
                  <c:v>-10679.59688172451</c:v>
                </c:pt>
                <c:pt idx="65">
                  <c:v>11.283772071081671</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2045.2244325578376</c:v>
                </c:pt>
                <c:pt idx="1">
                  <c:v>1761.212876581501</c:v>
                </c:pt>
                <c:pt idx="2">
                  <c:v>4896.79071608895</c:v>
                </c:pt>
                <c:pt idx="3">
                  <c:v>521.9681034690669</c:v>
                </c:pt>
                <c:pt idx="4">
                  <c:v>4110.484834408334</c:v>
                </c:pt>
                <c:pt idx="5">
                  <c:v>6421.128783701232</c:v>
                </c:pt>
                <c:pt idx="6">
                  <c:v>502.9711372006352</c:v>
                </c:pt>
                <c:pt idx="7">
                  <c:v>2972.2339652909545</c:v>
                </c:pt>
                <c:pt idx="8">
                  <c:v>391.892657614376</c:v>
                </c:pt>
                <c:pt idx="9">
                  <c:v>2088.0706560372137</c:v>
                </c:pt>
                <c:pt idx="10">
                  <c:v>79.44457136540994</c:v>
                </c:pt>
                <c:pt idx="11">
                  <c:v>168.4607287728383</c:v>
                </c:pt>
                <c:pt idx="12">
                  <c:v>2407.034008321999</c:v>
                </c:pt>
                <c:pt idx="13">
                  <c:v>5217.510535213416</c:v>
                </c:pt>
                <c:pt idx="14">
                  <c:v>1882.00906349548</c:v>
                </c:pt>
                <c:pt idx="15">
                  <c:v>238.8312912905415</c:v>
                </c:pt>
                <c:pt idx="16">
                  <c:v>3215.7772699409616</c:v>
                </c:pt>
                <c:pt idx="17">
                  <c:v>5005.358500046572</c:v>
                </c:pt>
                <c:pt idx="18">
                  <c:v>7661.871072200824</c:v>
                </c:pt>
                <c:pt idx="19">
                  <c:v>6668.506151757315</c:v>
                </c:pt>
                <c:pt idx="20">
                  <c:v>5642.5869260158115</c:v>
                </c:pt>
                <c:pt idx="21">
                  <c:v>4823.259580169776</c:v>
                </c:pt>
                <c:pt idx="22">
                  <c:v>3319.2300917332022</c:v>
                </c:pt>
                <c:pt idx="23">
                  <c:v>333.89674759220685</c:v>
                </c:pt>
                <c:pt idx="24">
                  <c:v>1108.41735403146</c:v>
                </c:pt>
                <c:pt idx="25">
                  <c:v>3447.2034785064616</c:v>
                </c:pt>
                <c:pt idx="26">
                  <c:v>6911.407454196345</c:v>
                </c:pt>
                <c:pt idx="27">
                  <c:v>3108.3166091426788</c:v>
                </c:pt>
                <c:pt idx="28">
                  <c:v>2138.8046601460014</c:v>
                </c:pt>
                <c:pt idx="29">
                  <c:v>2841.549091828031</c:v>
                </c:pt>
                <c:pt idx="30">
                  <c:v>2896.894146113603</c:v>
                </c:pt>
                <c:pt idx="31">
                  <c:v>6442.477606567562</c:v>
                </c:pt>
                <c:pt idx="32">
                  <c:v>1865.2923009742628</c:v>
                </c:pt>
                <c:pt idx="33">
                  <c:v>2036.9875526437372</c:v>
                </c:pt>
                <c:pt idx="34">
                  <c:v>2440.192232423695</c:v>
                </c:pt>
                <c:pt idx="35">
                  <c:v>2343.475066870766</c:v>
                </c:pt>
                <c:pt idx="36">
                  <c:v>209.71280077025918</c:v>
                </c:pt>
                <c:pt idx="37">
                  <c:v>3051.2050418983135</c:v>
                </c:pt>
                <c:pt idx="38">
                  <c:v>394.55337427826066</c:v>
                </c:pt>
                <c:pt idx="39">
                  <c:v>2404.0580405402166</c:v>
                </c:pt>
                <c:pt idx="40">
                  <c:v>2570.381672260132</c:v>
                </c:pt>
                <c:pt idx="41">
                  <c:v>4884.962970470858</c:v>
                </c:pt>
                <c:pt idx="42">
                  <c:v>26.45499459932168</c:v>
                </c:pt>
                <c:pt idx="43">
                  <c:v>1171.080113959115</c:v>
                </c:pt>
                <c:pt idx="44">
                  <c:v>667.133107520434</c:v>
                </c:pt>
                <c:pt idx="45">
                  <c:v>42.87623515128932</c:v>
                </c:pt>
                <c:pt idx="46">
                  <c:v>7148.368577763531</c:v>
                </c:pt>
                <c:pt idx="47">
                  <c:v>6941.559448485854</c:v>
                </c:pt>
                <c:pt idx="48">
                  <c:v>2422.2220561030636</c:v>
                </c:pt>
                <c:pt idx="49">
                  <c:v>760.3813661603596</c:v>
                </c:pt>
                <c:pt idx="50">
                  <c:v>2962.2536659940006</c:v>
                </c:pt>
                <c:pt idx="51">
                  <c:v>2097.0249110383397</c:v>
                </c:pt>
                <c:pt idx="52">
                  <c:v>7792.176030405893</c:v>
                </c:pt>
                <c:pt idx="53">
                  <c:v>8377.022756609462</c:v>
                </c:pt>
                <c:pt idx="54">
                  <c:v>5759.688300929116</c:v>
                </c:pt>
                <c:pt idx="55">
                  <c:v>2494.1658201873124</c:v>
                </c:pt>
                <c:pt idx="56">
                  <c:v>12288.363704346946</c:v>
                </c:pt>
                <c:pt idx="57">
                  <c:v>5970.811363616151</c:v>
                </c:pt>
                <c:pt idx="58">
                  <c:v>8825.225489740187</c:v>
                </c:pt>
                <c:pt idx="59">
                  <c:v>11829.315470977925</c:v>
                </c:pt>
                <c:pt idx="60">
                  <c:v>5305.0338997450735</c:v>
                </c:pt>
                <c:pt idx="61">
                  <c:v>2817.7076952958214</c:v>
                </c:pt>
                <c:pt idx="62">
                  <c:v>3140.0019820034086</c:v>
                </c:pt>
                <c:pt idx="63">
                  <c:v>736.9093470995036</c:v>
                </c:pt>
                <c:pt idx="64">
                  <c:v>8515.333543480734</c:v>
                </c:pt>
                <c:pt idx="65">
                  <c:v>741.5535115525406</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12204.719480279306</c:v>
                </c:pt>
                <c:pt idx="1">
                  <c:v>12441.531793061238</c:v>
                </c:pt>
                <c:pt idx="2">
                  <c:v>19021.300181783106</c:v>
                </c:pt>
                <c:pt idx="3">
                  <c:v>11972.106653604356</c:v>
                </c:pt>
                <c:pt idx="4">
                  <c:v>9566.374891387768</c:v>
                </c:pt>
                <c:pt idx="5">
                  <c:v>40012.81791698049</c:v>
                </c:pt>
                <c:pt idx="6">
                  <c:v>16545.813130906878</c:v>
                </c:pt>
                <c:pt idx="7">
                  <c:v>25332.706208977885</c:v>
                </c:pt>
                <c:pt idx="8">
                  <c:v>23384.44009504329</c:v>
                </c:pt>
                <c:pt idx="9">
                  <c:v>10234.773697010209</c:v>
                </c:pt>
                <c:pt idx="10">
                  <c:v>6783.714498940244</c:v>
                </c:pt>
                <c:pt idx="11">
                  <c:v>14110.975667088489</c:v>
                </c:pt>
                <c:pt idx="12">
                  <c:v>20376.363171132747</c:v>
                </c:pt>
                <c:pt idx="13">
                  <c:v>34045.469777237195</c:v>
                </c:pt>
                <c:pt idx="14">
                  <c:v>21350.18521681454</c:v>
                </c:pt>
                <c:pt idx="15">
                  <c:v>9883.041373940845</c:v>
                </c:pt>
                <c:pt idx="16">
                  <c:v>5889.457786808643</c:v>
                </c:pt>
                <c:pt idx="17">
                  <c:v>3647.698104598785</c:v>
                </c:pt>
                <c:pt idx="18">
                  <c:v>3871.778983945371</c:v>
                </c:pt>
                <c:pt idx="19">
                  <c:v>20091.796796887673</c:v>
                </c:pt>
                <c:pt idx="20">
                  <c:v>8255.497734423352</c:v>
                </c:pt>
                <c:pt idx="21">
                  <c:v>18023.243219229644</c:v>
                </c:pt>
                <c:pt idx="22">
                  <c:v>60050.6495968059</c:v>
                </c:pt>
                <c:pt idx="23">
                  <c:v>52143.12796770244</c:v>
                </c:pt>
                <c:pt idx="24">
                  <c:v>27601.755121080943</c:v>
                </c:pt>
                <c:pt idx="25">
                  <c:v>30199.146818756028</c:v>
                </c:pt>
                <c:pt idx="26">
                  <c:v>19302.599678614082</c:v>
                </c:pt>
                <c:pt idx="27">
                  <c:v>20921.818983858193</c:v>
                </c:pt>
                <c:pt idx="28">
                  <c:v>18616.271055130666</c:v>
                </c:pt>
                <c:pt idx="29">
                  <c:v>18601.41331215354</c:v>
                </c:pt>
                <c:pt idx="30">
                  <c:v>22435.653023453182</c:v>
                </c:pt>
                <c:pt idx="31">
                  <c:v>51839.77858662804</c:v>
                </c:pt>
                <c:pt idx="32">
                  <c:v>31099.719402094226</c:v>
                </c:pt>
                <c:pt idx="33">
                  <c:v>35162.0590619843</c:v>
                </c:pt>
                <c:pt idx="34">
                  <c:v>11913.466023749603</c:v>
                </c:pt>
                <c:pt idx="35">
                  <c:v>7243.386467208751</c:v>
                </c:pt>
                <c:pt idx="36">
                  <c:v>8420.649526602308</c:v>
                </c:pt>
                <c:pt idx="37">
                  <c:v>3931.8001395041742</c:v>
                </c:pt>
                <c:pt idx="38">
                  <c:v>1800.8721069671724</c:v>
                </c:pt>
                <c:pt idx="39">
                  <c:v>19010.040684622647</c:v>
                </c:pt>
                <c:pt idx="40">
                  <c:v>38331.78620633746</c:v>
                </c:pt>
                <c:pt idx="41">
                  <c:v>27926.536746339498</c:v>
                </c:pt>
                <c:pt idx="42">
                  <c:v>22097.52683643312</c:v>
                </c:pt>
                <c:pt idx="43">
                  <c:v>16372.458261200576</c:v>
                </c:pt>
                <c:pt idx="44">
                  <c:v>32445.773475203696</c:v>
                </c:pt>
                <c:pt idx="45">
                  <c:v>20972.00530521217</c:v>
                </c:pt>
                <c:pt idx="46">
                  <c:v>8191.020301987408</c:v>
                </c:pt>
                <c:pt idx="47">
                  <c:v>4691.473406934084</c:v>
                </c:pt>
                <c:pt idx="48">
                  <c:v>3522.395652860583</c:v>
                </c:pt>
                <c:pt idx="49">
                  <c:v>15977.02518339598</c:v>
                </c:pt>
                <c:pt idx="50">
                  <c:v>13695.151904835857</c:v>
                </c:pt>
                <c:pt idx="51">
                  <c:v>8006.950692576758</c:v>
                </c:pt>
                <c:pt idx="52">
                  <c:v>3723.779160323782</c:v>
                </c:pt>
                <c:pt idx="53">
                  <c:v>3597.07187522259</c:v>
                </c:pt>
                <c:pt idx="54">
                  <c:v>10399.978661327566</c:v>
                </c:pt>
                <c:pt idx="55">
                  <c:v>14250.682482077387</c:v>
                </c:pt>
                <c:pt idx="56">
                  <c:v>10847.18776876726</c:v>
                </c:pt>
                <c:pt idx="57">
                  <c:v>19831.775845234733</c:v>
                </c:pt>
                <c:pt idx="58">
                  <c:v>27211.151286696517</c:v>
                </c:pt>
                <c:pt idx="59">
                  <c:v>29069.258548415222</c:v>
                </c:pt>
                <c:pt idx="60">
                  <c:v>25085.397061347976</c:v>
                </c:pt>
                <c:pt idx="61">
                  <c:v>11279.400588988872</c:v>
                </c:pt>
                <c:pt idx="62">
                  <c:v>21371.224238996983</c:v>
                </c:pt>
                <c:pt idx="63">
                  <c:v>12417.121335944768</c:v>
                </c:pt>
                <c:pt idx="64">
                  <c:v>8672.398797498616</c:v>
                </c:pt>
                <c:pt idx="65">
                  <c:v>4560.234279676454</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643.495456083519</c:v>
                </c:pt>
                <c:pt idx="1">
                  <c:v>3218.2509622121174</c:v>
                </c:pt>
                <c:pt idx="2">
                  <c:v>935.8689429136921</c:v>
                </c:pt>
                <c:pt idx="3">
                  <c:v>518.9005200047026</c:v>
                </c:pt>
                <c:pt idx="4">
                  <c:v>356.6012230993716</c:v>
                </c:pt>
                <c:pt idx="5">
                  <c:v>458.28123303510046</c:v>
                </c:pt>
                <c:pt idx="6">
                  <c:v>1506.8741417364886</c:v>
                </c:pt>
                <c:pt idx="7">
                  <c:v>1952.2243160760709</c:v>
                </c:pt>
                <c:pt idx="8">
                  <c:v>375.0355324486104</c:v>
                </c:pt>
                <c:pt idx="9">
                  <c:v>43.46197062195956</c:v>
                </c:pt>
                <c:pt idx="10">
                  <c:v>5196.046251670121</c:v>
                </c:pt>
                <c:pt idx="11">
                  <c:v>4249.322183085496</c:v>
                </c:pt>
                <c:pt idx="12">
                  <c:v>5593.918558078115</c:v>
                </c:pt>
                <c:pt idx="13">
                  <c:v>6327.340956208702</c:v>
                </c:pt>
                <c:pt idx="14">
                  <c:v>3544.2431674967593</c:v>
                </c:pt>
                <c:pt idx="15">
                  <c:v>5202.309180667972</c:v>
                </c:pt>
                <c:pt idx="16">
                  <c:v>365.1438409020745</c:v>
                </c:pt>
                <c:pt idx="17">
                  <c:v>607.8596002406543</c:v>
                </c:pt>
                <c:pt idx="18">
                  <c:v>3783.8679489978595</c:v>
                </c:pt>
                <c:pt idx="19">
                  <c:v>2656.773915660973</c:v>
                </c:pt>
                <c:pt idx="20">
                  <c:v>6891.84338699446</c:v>
                </c:pt>
                <c:pt idx="21">
                  <c:v>2752.8309472484234</c:v>
                </c:pt>
                <c:pt idx="22">
                  <c:v>6451.299406842127</c:v>
                </c:pt>
                <c:pt idx="23">
                  <c:v>2591.8181749616865</c:v>
                </c:pt>
                <c:pt idx="24">
                  <c:v>2711.6861779313035</c:v>
                </c:pt>
                <c:pt idx="25">
                  <c:v>106.65234759000548</c:v>
                </c:pt>
                <c:pt idx="26">
                  <c:v>3133.272566267713</c:v>
                </c:pt>
                <c:pt idx="27">
                  <c:v>1413.5904743427338</c:v>
                </c:pt>
                <c:pt idx="28">
                  <c:v>6197.306495271447</c:v>
                </c:pt>
                <c:pt idx="29">
                  <c:v>2289.689630980215</c:v>
                </c:pt>
                <c:pt idx="30">
                  <c:v>6970.194337267623</c:v>
                </c:pt>
                <c:pt idx="31">
                  <c:v>2164.6983817637806</c:v>
                </c:pt>
                <c:pt idx="32">
                  <c:v>2057.781841808362</c:v>
                </c:pt>
                <c:pt idx="33">
                  <c:v>9762.119836126267</c:v>
                </c:pt>
                <c:pt idx="34">
                  <c:v>2353.8214633800267</c:v>
                </c:pt>
                <c:pt idx="35">
                  <c:v>3782.5089557938527</c:v>
                </c:pt>
                <c:pt idx="36">
                  <c:v>7723.0969506717365</c:v>
                </c:pt>
                <c:pt idx="37">
                  <c:v>3808.9402793744157</c:v>
                </c:pt>
                <c:pt idx="38">
                  <c:v>5829.789693617209</c:v>
                </c:pt>
                <c:pt idx="39">
                  <c:v>6075.373929930431</c:v>
                </c:pt>
                <c:pt idx="40">
                  <c:v>3836.8982699905673</c:v>
                </c:pt>
                <c:pt idx="41">
                  <c:v>1773.8209151524359</c:v>
                </c:pt>
                <c:pt idx="42">
                  <c:v>7254.664488541178</c:v>
                </c:pt>
                <c:pt idx="43">
                  <c:v>3502.120153605317</c:v>
                </c:pt>
                <c:pt idx="44">
                  <c:v>8661.39760603851</c:v>
                </c:pt>
                <c:pt idx="45">
                  <c:v>4096.282690740533</c:v>
                </c:pt>
                <c:pt idx="46">
                  <c:v>2005.193899258759</c:v>
                </c:pt>
                <c:pt idx="47">
                  <c:v>1732.2748283161982</c:v>
                </c:pt>
                <c:pt idx="48">
                  <c:v>4755.426743055801</c:v>
                </c:pt>
                <c:pt idx="49">
                  <c:v>3190.8139781330283</c:v>
                </c:pt>
                <c:pt idx="50">
                  <c:v>447.66829967368835</c:v>
                </c:pt>
                <c:pt idx="51">
                  <c:v>3814.675045815835</c:v>
                </c:pt>
                <c:pt idx="52">
                  <c:v>5169.162510831073</c:v>
                </c:pt>
                <c:pt idx="53">
                  <c:v>3507.837729376951</c:v>
                </c:pt>
                <c:pt idx="54">
                  <c:v>6278.201143658461</c:v>
                </c:pt>
                <c:pt idx="55">
                  <c:v>4382.4204563135245</c:v>
                </c:pt>
                <c:pt idx="56">
                  <c:v>5934.991379766551</c:v>
                </c:pt>
                <c:pt idx="57">
                  <c:v>293.2175940687937</c:v>
                </c:pt>
                <c:pt idx="58">
                  <c:v>1014.3969018501235</c:v>
                </c:pt>
                <c:pt idx="59">
                  <c:v>4591.3512284095095</c:v>
                </c:pt>
                <c:pt idx="60">
                  <c:v>5169.821135581061</c:v>
                </c:pt>
                <c:pt idx="61">
                  <c:v>1668.0709479016307</c:v>
                </c:pt>
                <c:pt idx="62">
                  <c:v>6176.27096479977</c:v>
                </c:pt>
                <c:pt idx="63">
                  <c:v>2772.7728550124607</c:v>
                </c:pt>
                <c:pt idx="64">
                  <c:v>28.229085450794315</c:v>
                </c:pt>
                <c:pt idx="65">
                  <c:v>1564.8057745308402</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242.03796648684065</c:v>
                </c:pt>
                <c:pt idx="1">
                  <c:v>1587.7600174527608</c:v>
                </c:pt>
                <c:pt idx="2">
                  <c:v>3194.8126358475424</c:v>
                </c:pt>
                <c:pt idx="3">
                  <c:v>327.316275242699</c:v>
                </c:pt>
                <c:pt idx="4">
                  <c:v>2811.8225076359113</c:v>
                </c:pt>
                <c:pt idx="5">
                  <c:v>2904.891158174136</c:v>
                </c:pt>
                <c:pt idx="6">
                  <c:v>2078.624511216931</c:v>
                </c:pt>
                <c:pt idx="7">
                  <c:v>1083.1479201056836</c:v>
                </c:pt>
                <c:pt idx="8">
                  <c:v>2075.369707514698</c:v>
                </c:pt>
                <c:pt idx="9">
                  <c:v>30.52912980283825</c:v>
                </c:pt>
                <c:pt idx="10">
                  <c:v>2090.176223146767</c:v>
                </c:pt>
                <c:pt idx="11">
                  <c:v>1610.002953068645</c:v>
                </c:pt>
                <c:pt idx="12">
                  <c:v>2038.8557766137574</c:v>
                </c:pt>
                <c:pt idx="13">
                  <c:v>1465.7335091868572</c:v>
                </c:pt>
                <c:pt idx="14">
                  <c:v>2028.8911790503928</c:v>
                </c:pt>
                <c:pt idx="15">
                  <c:v>1551.7143194262576</c:v>
                </c:pt>
                <c:pt idx="16">
                  <c:v>107.226449819261</c:v>
                </c:pt>
                <c:pt idx="17">
                  <c:v>1471.0230402235961</c:v>
                </c:pt>
                <c:pt idx="18">
                  <c:v>1159.9992170254684</c:v>
                </c:pt>
                <c:pt idx="19">
                  <c:v>135.6763611753038</c:v>
                </c:pt>
                <c:pt idx="20">
                  <c:v>372.3086233006545</c:v>
                </c:pt>
                <c:pt idx="21">
                  <c:v>2299.159823811494</c:v>
                </c:pt>
                <c:pt idx="22">
                  <c:v>3410.900171624083</c:v>
                </c:pt>
                <c:pt idx="23">
                  <c:v>428.137734901493</c:v>
                </c:pt>
                <c:pt idx="24">
                  <c:v>2595.455044292994</c:v>
                </c:pt>
                <c:pt idx="25">
                  <c:v>4076.9610279666276</c:v>
                </c:pt>
                <c:pt idx="26">
                  <c:v>3737.5598413025346</c:v>
                </c:pt>
                <c:pt idx="27">
                  <c:v>134.35208085571915</c:v>
                </c:pt>
                <c:pt idx="28">
                  <c:v>2593.157575838599</c:v>
                </c:pt>
                <c:pt idx="29">
                  <c:v>53.362584088494096</c:v>
                </c:pt>
                <c:pt idx="30">
                  <c:v>142.8248339337773</c:v>
                </c:pt>
                <c:pt idx="31">
                  <c:v>112.57798283828258</c:v>
                </c:pt>
                <c:pt idx="32">
                  <c:v>2694.305762434987</c:v>
                </c:pt>
                <c:pt idx="33">
                  <c:v>1632.737783230534</c:v>
                </c:pt>
                <c:pt idx="34">
                  <c:v>262.4964067903254</c:v>
                </c:pt>
                <c:pt idx="35">
                  <c:v>321.665888246125</c:v>
                </c:pt>
                <c:pt idx="36">
                  <c:v>3836.230599765414</c:v>
                </c:pt>
                <c:pt idx="37">
                  <c:v>1962.4475761831222</c:v>
                </c:pt>
                <c:pt idx="38">
                  <c:v>302.0102205393411</c:v>
                </c:pt>
                <c:pt idx="39">
                  <c:v>8.000773304442451e-06</c:v>
                </c:pt>
                <c:pt idx="40">
                  <c:v>288.24679185423145</c:v>
                </c:pt>
                <c:pt idx="41">
                  <c:v>2385.570203050564</c:v>
                </c:pt>
                <c:pt idx="42">
                  <c:v>2133.437689165651</c:v>
                </c:pt>
                <c:pt idx="43">
                  <c:v>182.06250638063807</c:v>
                </c:pt>
                <c:pt idx="44">
                  <c:v>2529.3430802892062</c:v>
                </c:pt>
                <c:pt idx="45">
                  <c:v>3410.894929679915</c:v>
                </c:pt>
                <c:pt idx="46">
                  <c:v>289.51471503215805</c:v>
                </c:pt>
                <c:pt idx="47">
                  <c:v>52.91695197352158</c:v>
                </c:pt>
                <c:pt idx="48">
                  <c:v>512.0416711280131</c:v>
                </c:pt>
                <c:pt idx="49">
                  <c:v>2984.5589686720264</c:v>
                </c:pt>
                <c:pt idx="50">
                  <c:v>4365.874899998703</c:v>
                </c:pt>
                <c:pt idx="51">
                  <c:v>3334.9054069524964</c:v>
                </c:pt>
                <c:pt idx="52">
                  <c:v>103.5361063941813</c:v>
                </c:pt>
                <c:pt idx="53">
                  <c:v>8.585666216150211e-10</c:v>
                </c:pt>
                <c:pt idx="54">
                  <c:v>167.29816399471176</c:v>
                </c:pt>
                <c:pt idx="55">
                  <c:v>953.5644584317791</c:v>
                </c:pt>
                <c:pt idx="56">
                  <c:v>5128.967943111685</c:v>
                </c:pt>
                <c:pt idx="57">
                  <c:v>357.6345258670369</c:v>
                </c:pt>
                <c:pt idx="58">
                  <c:v>2235.437847971457</c:v>
                </c:pt>
                <c:pt idx="59">
                  <c:v>5524.565407544766</c:v>
                </c:pt>
                <c:pt idx="60">
                  <c:v>1834.6164872778738</c:v>
                </c:pt>
                <c:pt idx="61">
                  <c:v>289.8982755377409</c:v>
                </c:pt>
                <c:pt idx="62">
                  <c:v>128.20209423661603</c:v>
                </c:pt>
                <c:pt idx="63">
                  <c:v>1551.0968117629138</c:v>
                </c:pt>
                <c:pt idx="64">
                  <c:v>162.2781819653258</c:v>
                </c:pt>
                <c:pt idx="65">
                  <c:v>2534.0127690717036</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-2171.925359547433</c:v>
                </c:pt>
                <c:pt idx="1">
                  <c:v>-67.6024650775769</c:v>
                </c:pt>
                <c:pt idx="2">
                  <c:v>-63.98606894787875</c:v>
                </c:pt>
                <c:pt idx="3">
                  <c:v>-449.52086869504177</c:v>
                </c:pt>
                <c:pt idx="4">
                  <c:v>-1615.2996359801837</c:v>
                </c:pt>
                <c:pt idx="5">
                  <c:v>-65.37447814004297</c:v>
                </c:pt>
                <c:pt idx="6">
                  <c:v>-1816.8490535965047</c:v>
                </c:pt>
                <c:pt idx="7">
                  <c:v>-2142.5022205721716</c:v>
                </c:pt>
                <c:pt idx="8">
                  <c:v>-511.724338673234</c:v>
                </c:pt>
                <c:pt idx="9">
                  <c:v>-559.3134528307892</c:v>
                </c:pt>
                <c:pt idx="10">
                  <c:v>-29.322118739831406</c:v>
                </c:pt>
                <c:pt idx="11">
                  <c:v>-479.1794611446304</c:v>
                </c:pt>
                <c:pt idx="12">
                  <c:v>-995.2591344211431</c:v>
                </c:pt>
                <c:pt idx="13">
                  <c:v>-2820.3106546114695</c:v>
                </c:pt>
                <c:pt idx="14">
                  <c:v>-1196.2650598612972</c:v>
                </c:pt>
                <c:pt idx="15">
                  <c:v>-384.35291250113875</c:v>
                </c:pt>
                <c:pt idx="16">
                  <c:v>-1600.480710754558</c:v>
                </c:pt>
                <c:pt idx="17">
                  <c:v>-971.1002208545306</c:v>
                </c:pt>
                <c:pt idx="18">
                  <c:v>-956.6770957359013</c:v>
                </c:pt>
                <c:pt idx="19">
                  <c:v>-3128.324453246937</c:v>
                </c:pt>
                <c:pt idx="20">
                  <c:v>-1155.7358108129947</c:v>
                </c:pt>
                <c:pt idx="21">
                  <c:v>-1178.340644542206</c:v>
                </c:pt>
                <c:pt idx="22">
                  <c:v>-750.8056196432871</c:v>
                </c:pt>
                <c:pt idx="23">
                  <c:v>-622.6028618967135</c:v>
                </c:pt>
                <c:pt idx="24">
                  <c:v>-881.0662918265695</c:v>
                </c:pt>
                <c:pt idx="25">
                  <c:v>-65.10846008170931</c:v>
                </c:pt>
                <c:pt idx="26">
                  <c:v>-3446.4963079437603</c:v>
                </c:pt>
                <c:pt idx="27">
                  <c:v>-183.19384145910618</c:v>
                </c:pt>
                <c:pt idx="28">
                  <c:v>-157.23039176755915</c:v>
                </c:pt>
                <c:pt idx="29">
                  <c:v>-0.08012978707728709</c:v>
                </c:pt>
                <c:pt idx="30">
                  <c:v>-73.83680026803287</c:v>
                </c:pt>
                <c:pt idx="31">
                  <c:v>-2598.8815490609036</c:v>
                </c:pt>
                <c:pt idx="32">
                  <c:v>-410.8860511084187</c:v>
                </c:pt>
                <c:pt idx="33">
                  <c:v>-2483.4270908234234</c:v>
                </c:pt>
                <c:pt idx="34">
                  <c:v>-1235.4804077427264</c:v>
                </c:pt>
                <c:pt idx="35">
                  <c:v>-1312.2025850215289</c:v>
                </c:pt>
                <c:pt idx="36">
                  <c:v>-44.8252626861248</c:v>
                </c:pt>
                <c:pt idx="37">
                  <c:v>-11.329679586408698</c:v>
                </c:pt>
                <c:pt idx="38">
                  <c:v>-53.51916562239188</c:v>
                </c:pt>
                <c:pt idx="39">
                  <c:v>-121.44922878948063</c:v>
                </c:pt>
                <c:pt idx="40">
                  <c:v>-1495.3092448248592</c:v>
                </c:pt>
                <c:pt idx="41">
                  <c:v>-612.5297231099667</c:v>
                </c:pt>
                <c:pt idx="42">
                  <c:v>-2447.0119223447277</c:v>
                </c:pt>
                <c:pt idx="43">
                  <c:v>-1623.6654668682577</c:v>
                </c:pt>
                <c:pt idx="44">
                  <c:v>-3201.916134732137</c:v>
                </c:pt>
                <c:pt idx="45">
                  <c:v>-916.7890945856572</c:v>
                </c:pt>
                <c:pt idx="46">
                  <c:v>-1825.5809926386592</c:v>
                </c:pt>
                <c:pt idx="47">
                  <c:v>-1081.7523065823334</c:v>
                </c:pt>
                <c:pt idx="48">
                  <c:v>-433.7027771475889</c:v>
                </c:pt>
                <c:pt idx="49">
                  <c:v>-1071.9751772843708</c:v>
                </c:pt>
                <c:pt idx="50">
                  <c:v>-3106.66000553894</c:v>
                </c:pt>
                <c:pt idx="51">
                  <c:v>-194.53848253687522</c:v>
                </c:pt>
                <c:pt idx="52">
                  <c:v>-1592.6668214663855</c:v>
                </c:pt>
                <c:pt idx="53">
                  <c:v>-130.7289679227214</c:v>
                </c:pt>
                <c:pt idx="54">
                  <c:v>-3015.9439237202632</c:v>
                </c:pt>
                <c:pt idx="55">
                  <c:v>-1184.9562931663704</c:v>
                </c:pt>
                <c:pt idx="56">
                  <c:v>-2479.439376598113</c:v>
                </c:pt>
                <c:pt idx="57">
                  <c:v>-901.1963838037066</c:v>
                </c:pt>
                <c:pt idx="58">
                  <c:v>-1180.9963932323128</c:v>
                </c:pt>
                <c:pt idx="59">
                  <c:v>-1154.5143826326887</c:v>
                </c:pt>
                <c:pt idx="60">
                  <c:v>-3201.2124671923375</c:v>
                </c:pt>
                <c:pt idx="61">
                  <c:v>-1929.005134901076</c:v>
                </c:pt>
                <c:pt idx="62">
                  <c:v>-3286.1776103710786</c:v>
                </c:pt>
                <c:pt idx="63">
                  <c:v>-2336.8889145540643</c:v>
                </c:pt>
                <c:pt idx="64">
                  <c:v>-1057.7494809685631</c:v>
                </c:pt>
                <c:pt idx="65">
                  <c:v>-1747.0955212606111</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199.96091074461032</c:v>
                </c:pt>
                <c:pt idx="1">
                  <c:v>173.33437024347526</c:v>
                </c:pt>
                <c:pt idx="2">
                  <c:v>452.93439041310796</c:v>
                </c:pt>
                <c:pt idx="3">
                  <c:v>1223.0577269697922</c:v>
                </c:pt>
                <c:pt idx="4">
                  <c:v>1522.1936437052877</c:v>
                </c:pt>
                <c:pt idx="5">
                  <c:v>2408.3704506006516</c:v>
                </c:pt>
                <c:pt idx="6">
                  <c:v>1291.1313182053918</c:v>
                </c:pt>
                <c:pt idx="7">
                  <c:v>3289.4087639553823</c:v>
                </c:pt>
                <c:pt idx="8">
                  <c:v>747.3014802966779</c:v>
                </c:pt>
                <c:pt idx="9">
                  <c:v>2013.4973869099222</c:v>
                </c:pt>
                <c:pt idx="10">
                  <c:v>1320.3766335659705</c:v>
                </c:pt>
                <c:pt idx="11">
                  <c:v>2260.5352170501856</c:v>
                </c:pt>
                <c:pt idx="12">
                  <c:v>1347.022086288904</c:v>
                </c:pt>
                <c:pt idx="13">
                  <c:v>234.6800358383323</c:v>
                </c:pt>
                <c:pt idx="14">
                  <c:v>1484.3376111933567</c:v>
                </c:pt>
                <c:pt idx="15">
                  <c:v>1634.7597991210673</c:v>
                </c:pt>
                <c:pt idx="16">
                  <c:v>2008.6016280656474</c:v>
                </c:pt>
                <c:pt idx="17">
                  <c:v>1206.7512032777927</c:v>
                </c:pt>
                <c:pt idx="18">
                  <c:v>406.2670154348434</c:v>
                </c:pt>
                <c:pt idx="19">
                  <c:v>488.5272981518817</c:v>
                </c:pt>
                <c:pt idx="20">
                  <c:v>210.701865291513</c:v>
                </c:pt>
                <c:pt idx="21">
                  <c:v>67.12656038002055</c:v>
                </c:pt>
                <c:pt idx="22">
                  <c:v>3326.7352303165776</c:v>
                </c:pt>
                <c:pt idx="23">
                  <c:v>1945.6241135080886</c:v>
                </c:pt>
                <c:pt idx="24">
                  <c:v>1752.7329508487462</c:v>
                </c:pt>
                <c:pt idx="25">
                  <c:v>1286.4091060343185</c:v>
                </c:pt>
                <c:pt idx="26">
                  <c:v>2543.2719112086284</c:v>
                </c:pt>
                <c:pt idx="27">
                  <c:v>1318.5587570931489</c:v>
                </c:pt>
                <c:pt idx="28">
                  <c:v>676.4423637049019</c:v>
                </c:pt>
                <c:pt idx="29">
                  <c:v>71.36376077273147</c:v>
                </c:pt>
                <c:pt idx="30">
                  <c:v>118.21022036667655</c:v>
                </c:pt>
                <c:pt idx="31">
                  <c:v>378.14764370899854</c:v>
                </c:pt>
                <c:pt idx="32">
                  <c:v>2545.8912741647227</c:v>
                </c:pt>
                <c:pt idx="33">
                  <c:v>1866.3206550430327</c:v>
                </c:pt>
                <c:pt idx="34">
                  <c:v>239.79032066741615</c:v>
                </c:pt>
                <c:pt idx="35">
                  <c:v>270.9078763266476</c:v>
                </c:pt>
                <c:pt idx="36">
                  <c:v>1439.9170404518036</c:v>
                </c:pt>
                <c:pt idx="37">
                  <c:v>352.77396851035013</c:v>
                </c:pt>
                <c:pt idx="38">
                  <c:v>596.162540681506</c:v>
                </c:pt>
                <c:pt idx="39">
                  <c:v>1293.3712358871885</c:v>
                </c:pt>
                <c:pt idx="40">
                  <c:v>1932.2854464779157</c:v>
                </c:pt>
                <c:pt idx="41">
                  <c:v>729.2639386000214</c:v>
                </c:pt>
                <c:pt idx="42">
                  <c:v>235.37569305715462</c:v>
                </c:pt>
                <c:pt idx="43">
                  <c:v>2382.4884582836303</c:v>
                </c:pt>
                <c:pt idx="44">
                  <c:v>2725.771211946793</c:v>
                </c:pt>
                <c:pt idx="45">
                  <c:v>2190.06351242684</c:v>
                </c:pt>
                <c:pt idx="46">
                  <c:v>271.9642292391262</c:v>
                </c:pt>
                <c:pt idx="47">
                  <c:v>590.8898446626914</c:v>
                </c:pt>
                <c:pt idx="48">
                  <c:v>2630.6465019090856</c:v>
                </c:pt>
                <c:pt idx="49">
                  <c:v>4129.458287446364</c:v>
                </c:pt>
                <c:pt idx="50">
                  <c:v>3702.415966532514</c:v>
                </c:pt>
                <c:pt idx="51">
                  <c:v>3059.455404495475</c:v>
                </c:pt>
                <c:pt idx="52">
                  <c:v>1285.03183682774</c:v>
                </c:pt>
                <c:pt idx="53">
                  <c:v>1376.5414015125457</c:v>
                </c:pt>
                <c:pt idx="54">
                  <c:v>768.1203484872325</c:v>
                </c:pt>
                <c:pt idx="55">
                  <c:v>243.47396380484736</c:v>
                </c:pt>
                <c:pt idx="56">
                  <c:v>707.8211810850511</c:v>
                </c:pt>
                <c:pt idx="57">
                  <c:v>368.376050236121</c:v>
                </c:pt>
                <c:pt idx="58">
                  <c:v>2444.13717354318</c:v>
                </c:pt>
                <c:pt idx="59">
                  <c:v>1407.7436969413038</c:v>
                </c:pt>
                <c:pt idx="60">
                  <c:v>3021.092130250274</c:v>
                </c:pt>
                <c:pt idx="61">
                  <c:v>589.6636855614196</c:v>
                </c:pt>
                <c:pt idx="62">
                  <c:v>3848.422829310812</c:v>
                </c:pt>
                <c:pt idx="63">
                  <c:v>560.8069110392006</c:v>
                </c:pt>
                <c:pt idx="64">
                  <c:v>606.6051422493713</c:v>
                </c:pt>
                <c:pt idx="65">
                  <c:v>1736.2794844097903</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779.7081753710123</c:v>
                </c:pt>
                <c:pt idx="1">
                  <c:v>811.7415289189921</c:v>
                </c:pt>
                <c:pt idx="2">
                  <c:v>104.7868945066873</c:v>
                </c:pt>
                <c:pt idx="3">
                  <c:v>65.32357051116294</c:v>
                </c:pt>
                <c:pt idx="4">
                  <c:v>67.87235454598431</c:v>
                </c:pt>
                <c:pt idx="5">
                  <c:v>63.6695374626066</c:v>
                </c:pt>
                <c:pt idx="6">
                  <c:v>58.15518422215131</c:v>
                </c:pt>
                <c:pt idx="7">
                  <c:v>77.34871365865405</c:v>
                </c:pt>
                <c:pt idx="8">
                  <c:v>214.748534996737</c:v>
                </c:pt>
                <c:pt idx="9">
                  <c:v>396.36631938574806</c:v>
                </c:pt>
                <c:pt idx="10">
                  <c:v>197.53277565014338</c:v>
                </c:pt>
                <c:pt idx="11">
                  <c:v>245.54624111720085</c:v>
                </c:pt>
                <c:pt idx="12">
                  <c:v>66.98523041010515</c:v>
                </c:pt>
                <c:pt idx="13">
                  <c:v>704.2588231576887</c:v>
                </c:pt>
                <c:pt idx="14">
                  <c:v>364.8207485704117</c:v>
                </c:pt>
                <c:pt idx="15">
                  <c:v>683.8167147260117</c:v>
                </c:pt>
                <c:pt idx="16">
                  <c:v>602.761428166943</c:v>
                </c:pt>
                <c:pt idx="17">
                  <c:v>61.43984294472189</c:v>
                </c:pt>
                <c:pt idx="18">
                  <c:v>53.06377939906233</c:v>
                </c:pt>
                <c:pt idx="19">
                  <c:v>263.85228017686796</c:v>
                </c:pt>
                <c:pt idx="20">
                  <c:v>316.84511251529784</c:v>
                </c:pt>
                <c:pt idx="21">
                  <c:v>783.5705019995461</c:v>
                </c:pt>
                <c:pt idx="22">
                  <c:v>524.9885457764515</c:v>
                </c:pt>
                <c:pt idx="23">
                  <c:v>85.31368040119351</c:v>
                </c:pt>
                <c:pt idx="24">
                  <c:v>97.55710747241973</c:v>
                </c:pt>
                <c:pt idx="25">
                  <c:v>76.79871720295118</c:v>
                </c:pt>
                <c:pt idx="26">
                  <c:v>80.77248932689423</c:v>
                </c:pt>
                <c:pt idx="27">
                  <c:v>783.8679297667584</c:v>
                </c:pt>
                <c:pt idx="28">
                  <c:v>242.77213669378563</c:v>
                </c:pt>
                <c:pt idx="29">
                  <c:v>77.95666966309383</c:v>
                </c:pt>
                <c:pt idx="30">
                  <c:v>773.4605182255831</c:v>
                </c:pt>
                <c:pt idx="31">
                  <c:v>189.30073290584602</c:v>
                </c:pt>
                <c:pt idx="32">
                  <c:v>63.07897216912362</c:v>
                </c:pt>
                <c:pt idx="33">
                  <c:v>559.407058519544</c:v>
                </c:pt>
                <c:pt idx="34">
                  <c:v>992.3190437788558</c:v>
                </c:pt>
                <c:pt idx="35">
                  <c:v>71.04543842247674</c:v>
                </c:pt>
                <c:pt idx="36">
                  <c:v>1118.1385551970543</c:v>
                </c:pt>
                <c:pt idx="37">
                  <c:v>110.07007712523162</c:v>
                </c:pt>
                <c:pt idx="38">
                  <c:v>922.570745294707</c:v>
                </c:pt>
                <c:pt idx="39">
                  <c:v>956.889832323632</c:v>
                </c:pt>
                <c:pt idx="40">
                  <c:v>270.61605091772196</c:v>
                </c:pt>
                <c:pt idx="41">
                  <c:v>75.76272590072223</c:v>
                </c:pt>
                <c:pt idx="42">
                  <c:v>94.07990068493305</c:v>
                </c:pt>
                <c:pt idx="43">
                  <c:v>82.87036027643143</c:v>
                </c:pt>
                <c:pt idx="44">
                  <c:v>726.0595879668613</c:v>
                </c:pt>
                <c:pt idx="45">
                  <c:v>780.3290487766137</c:v>
                </c:pt>
                <c:pt idx="46">
                  <c:v>95.07113560787968</c:v>
                </c:pt>
                <c:pt idx="47">
                  <c:v>421.24094746252024</c:v>
                </c:pt>
                <c:pt idx="48">
                  <c:v>940.8694982906102</c:v>
                </c:pt>
                <c:pt idx="49">
                  <c:v>514.8485626605698</c:v>
                </c:pt>
                <c:pt idx="50">
                  <c:v>92.93761559842049</c:v>
                </c:pt>
                <c:pt idx="51">
                  <c:v>102.95653110331348</c:v>
                </c:pt>
                <c:pt idx="52">
                  <c:v>646.486641458168</c:v>
                </c:pt>
                <c:pt idx="53">
                  <c:v>1444.8038524293333</c:v>
                </c:pt>
                <c:pt idx="54">
                  <c:v>972.6148099002824</c:v>
                </c:pt>
                <c:pt idx="55">
                  <c:v>87.7047874616767</c:v>
                </c:pt>
                <c:pt idx="56">
                  <c:v>101.9503758101533</c:v>
                </c:pt>
                <c:pt idx="57">
                  <c:v>73.05427926464498</c:v>
                </c:pt>
                <c:pt idx="58">
                  <c:v>458.7863774869701</c:v>
                </c:pt>
                <c:pt idx="59">
                  <c:v>177.71886015713315</c:v>
                </c:pt>
                <c:pt idx="60">
                  <c:v>596.3125897641503</c:v>
                </c:pt>
                <c:pt idx="61">
                  <c:v>493.38163900607566</c:v>
                </c:pt>
                <c:pt idx="62">
                  <c:v>95.5377012997569</c:v>
                </c:pt>
                <c:pt idx="63">
                  <c:v>561.5607252938742</c:v>
                </c:pt>
                <c:pt idx="64">
                  <c:v>544.1478520265116</c:v>
                </c:pt>
                <c:pt idx="65">
                  <c:v>427.80920096862343</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54921.24770894728</c:v>
                </c:pt>
                <c:pt idx="1">
                  <c:v>30423.685720394067</c:v>
                </c:pt>
                <c:pt idx="2">
                  <c:v>10100.557253933406</c:v>
                </c:pt>
                <c:pt idx="3">
                  <c:v>9389.043017779057</c:v>
                </c:pt>
                <c:pt idx="4">
                  <c:v>8670.174649030141</c:v>
                </c:pt>
                <c:pt idx="5">
                  <c:v>40921.26694848369</c:v>
                </c:pt>
                <c:pt idx="6">
                  <c:v>56198.151587572625</c:v>
                </c:pt>
                <c:pt idx="7">
                  <c:v>111524.76276503343</c:v>
                </c:pt>
                <c:pt idx="8">
                  <c:v>117902.07235021105</c:v>
                </c:pt>
                <c:pt idx="9">
                  <c:v>135865.5495506277</c:v>
                </c:pt>
                <c:pt idx="10">
                  <c:v>149752.48121053053</c:v>
                </c:pt>
                <c:pt idx="11">
                  <c:v>79088.28043440716</c:v>
                </c:pt>
                <c:pt idx="12">
                  <c:v>69950.9267583086</c:v>
                </c:pt>
                <c:pt idx="13">
                  <c:v>28846.090980190776</c:v>
                </c:pt>
                <c:pt idx="14">
                  <c:v>11962.232714891516</c:v>
                </c:pt>
                <c:pt idx="15">
                  <c:v>8580.431921897725</c:v>
                </c:pt>
                <c:pt idx="16">
                  <c:v>16141.75604825425</c:v>
                </c:pt>
                <c:pt idx="17">
                  <c:v>36464.3498115841</c:v>
                </c:pt>
                <c:pt idx="18">
                  <c:v>78736.08649689621</c:v>
                </c:pt>
                <c:pt idx="19">
                  <c:v>122060.35948583581</c:v>
                </c:pt>
                <c:pt idx="20">
                  <c:v>123314.05947476112</c:v>
                </c:pt>
                <c:pt idx="21">
                  <c:v>164264.16718861027</c:v>
                </c:pt>
                <c:pt idx="22">
                  <c:v>184257.51701228542</c:v>
                </c:pt>
                <c:pt idx="23">
                  <c:v>95409.43510221381</c:v>
                </c:pt>
                <c:pt idx="24">
                  <c:v>74176.53801976389</c:v>
                </c:pt>
                <c:pt idx="25">
                  <c:v>32531.721257924124</c:v>
                </c:pt>
                <c:pt idx="26">
                  <c:v>7832.0563413693435</c:v>
                </c:pt>
                <c:pt idx="27">
                  <c:v>8744.93117810669</c:v>
                </c:pt>
                <c:pt idx="28">
                  <c:v>14925.582402847469</c:v>
                </c:pt>
                <c:pt idx="29">
                  <c:v>48554.618449006084</c:v>
                </c:pt>
                <c:pt idx="30">
                  <c:v>92438.55907123983</c:v>
                </c:pt>
                <c:pt idx="31">
                  <c:v>170615.92996888058</c:v>
                </c:pt>
                <c:pt idx="32">
                  <c:v>160281.25124215503</c:v>
                </c:pt>
                <c:pt idx="33">
                  <c:v>194743.43543889583</c:v>
                </c:pt>
                <c:pt idx="34">
                  <c:v>165220.64828320057</c:v>
                </c:pt>
                <c:pt idx="35">
                  <c:v>113820.50996361696</c:v>
                </c:pt>
                <c:pt idx="36">
                  <c:v>89930.44022887218</c:v>
                </c:pt>
                <c:pt idx="37">
                  <c:v>30732.493214937494</c:v>
                </c:pt>
                <c:pt idx="38">
                  <c:v>9153.16418831094</c:v>
                </c:pt>
                <c:pt idx="39">
                  <c:v>666.8403989650833</c:v>
                </c:pt>
                <c:pt idx="40">
                  <c:v>15411.43356898072</c:v>
                </c:pt>
                <c:pt idx="41">
                  <c:v>43897.43474008813</c:v>
                </c:pt>
                <c:pt idx="42">
                  <c:v>121504.48723472384</c:v>
                </c:pt>
                <c:pt idx="43">
                  <c:v>150982.38451015562</c:v>
                </c:pt>
                <c:pt idx="44">
                  <c:v>144513.12189670737</c:v>
                </c:pt>
                <c:pt idx="45">
                  <c:v>188416.911503725</c:v>
                </c:pt>
                <c:pt idx="46">
                  <c:v>139023.43876823268</c:v>
                </c:pt>
                <c:pt idx="47">
                  <c:v>86031.30973801888</c:v>
                </c:pt>
                <c:pt idx="48">
                  <c:v>89080.57569000438</c:v>
                </c:pt>
                <c:pt idx="49">
                  <c:v>28253.38713549934</c:v>
                </c:pt>
                <c:pt idx="50">
                  <c:v>7651.512581204751</c:v>
                </c:pt>
                <c:pt idx="51">
                  <c:v>1690.0458308976104</c:v>
                </c:pt>
                <c:pt idx="52">
                  <c:v>16937.79691563081</c:v>
                </c:pt>
                <c:pt idx="53">
                  <c:v>49112.29718691837</c:v>
                </c:pt>
                <c:pt idx="54">
                  <c:v>100756.93572080012</c:v>
                </c:pt>
                <c:pt idx="55">
                  <c:v>116213.9639952275</c:v>
                </c:pt>
                <c:pt idx="56">
                  <c:v>159423.3857137389</c:v>
                </c:pt>
                <c:pt idx="57">
                  <c:v>137993.03403401672</c:v>
                </c:pt>
                <c:pt idx="58">
                  <c:v>129467.89356212833</c:v>
                </c:pt>
                <c:pt idx="59">
                  <c:v>133850.50104922854</c:v>
                </c:pt>
                <c:pt idx="60">
                  <c:v>77105.13058378489</c:v>
                </c:pt>
                <c:pt idx="61">
                  <c:v>38044.340955524334</c:v>
                </c:pt>
                <c:pt idx="62">
                  <c:v>9906.047770398585</c:v>
                </c:pt>
                <c:pt idx="63">
                  <c:v>1608.0412668806352</c:v>
                </c:pt>
                <c:pt idx="64">
                  <c:v>14408.290072160336</c:v>
                </c:pt>
                <c:pt idx="65">
                  <c:v>34421.17416787075</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Brand_Digital_I...</c:v>
                </c:pt>
                <c:pt idx="2">
                  <c:v>Distribution</c:v>
                </c:pt>
                <c:pt idx="3">
                  <c:v>Seasonality</c:v>
                </c:pt>
                <c:pt idx="4">
                  <c:v>E-com</c:v>
                </c:pt>
                <c:pt idx="5">
                  <c:v>Brand_OOH</c:v>
                </c:pt>
                <c:pt idx="6">
                  <c:v>Brand_TV</c:v>
                </c:pt>
                <c:pt idx="7">
                  <c:v>Brand_Digital_P...</c:v>
                </c:pt>
                <c:pt idx="8">
                  <c:v>Brand_Digital_D...</c:v>
                </c:pt>
                <c:pt idx="9">
                  <c:v>Brand_Digital_V...</c:v>
                </c:pt>
                <c:pt idx="10">
                  <c:v>Region_Digital_...</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45.214299102219044</c:v>
                </c:pt>
                <c:pt idx="2">
                  <c:v>59.467991084994146</c:v>
                </c:pt>
                <c:pt idx="3">
                  <c:v>70.66401706309617</c:v>
                </c:pt>
                <c:pt idx="4">
                  <c:v>78.48526406914154</c:v>
                </c:pt>
                <c:pt idx="5">
                  <c:v>83.23820850551812</c:v>
                </c:pt>
                <c:pt idx="6">
                  <c:v>86.8987536266589</c:v>
                </c:pt>
                <c:pt idx="7">
                  <c:v>89.66364485569946</c:v>
                </c:pt>
                <c:pt idx="8">
                  <c:v>92.37151316492513</c:v>
                </c:pt>
                <c:pt idx="9">
                  <c:v>94.48436458797384</c:v>
                </c:pt>
                <c:pt idx="10">
                  <c:v>96.21680556677684</c:v>
                </c:pt>
                <c:pt idx="11">
                  <c:v>97.50740190984786</c:v>
                </c:pt>
                <c:pt idx="12">
                  <c:v>98.29408463553537</c:v>
                </c:pt>
                <c:pt idx="13">
                  <c:v>98.87097688165454</c:v>
                </c:pt>
                <c:pt idx="14">
                  <c:v>99.22060179563545</c:v>
                </c:pt>
                <c:pt idx="15">
                  <c:v>99.52731063809038</c:v>
                </c:pt>
                <c:pt idx="16">
                  <c:v>99.73418646368977</c:v>
                </c:pt>
                <c:pt idx="17">
                  <c:v>99.91248983985123</c:v>
                </c:pt>
                <c:pt idx="18">
                  <c:v>100.07007698718301</c:v>
                </c:pt>
                <c:pt idx="19">
                  <c:v>100.11532924358937</c:v>
                </c:pt>
                <c:pt idx="20">
                  <c:v>99.99999999999997</c:v>
                </c:pt>
              </c:numCache>
            </c:numRef>
          </c:val>
        </c:ser>
        <c:ser>
          <c:idx val="1"/>
          <c:order val="1"/>
          <c:tx>
            <c:strRef>
              <c:f>Sheet1!$C$1</c:f>
              <c:strCache>
                <c:ptCount val="1"/>
                <c:pt idx="0">
                  <c:v>value</c:v>
                </c:pt>
              </c:strCache>
            </c:strRef>
          </c:tx>
          <c:dPt>
            <c:idx val="0"/>
            <c:spPr>
              <a:solidFill>
                <a:srgbClr val="D60000"/>
              </a:solidFill>
            </c:spPr>
          </c:dPt>
          <c:dPt>
            <c:idx val="1"/>
            <c:spPr>
              <a:solidFill>
                <a:srgbClr val="018700"/>
              </a:solidFill>
            </c:spPr>
          </c:dPt>
          <c:dPt>
            <c:idx val="2"/>
            <c:spPr>
              <a:solidFill>
                <a:srgbClr val="573B00"/>
              </a:solidFill>
            </c:spPr>
          </c:dPt>
          <c:dPt>
            <c:idx val="3"/>
            <c:spPr>
              <a:solidFill>
                <a:srgbClr val="FDF490"/>
              </a:solidFill>
            </c:spPr>
          </c:dPt>
          <c:dPt>
            <c:idx val="4"/>
            <c:spPr>
              <a:solidFill>
                <a:srgbClr val="005659"/>
              </a:solidFill>
            </c:spPr>
          </c:dPt>
          <c:dPt>
            <c:idx val="5"/>
            <c:spPr>
              <a:solidFill>
                <a:srgbClr val="6B004F"/>
              </a:solidFill>
            </c:spPr>
          </c:dPt>
          <c:dPt>
            <c:idx val="6"/>
            <c:spPr>
              <a:solidFill>
                <a:srgbClr val="FFA52F"/>
              </a:solidFill>
            </c:spPr>
          </c:dPt>
          <c:dPt>
            <c:idx val="7"/>
            <c:spPr>
              <a:solidFill>
                <a:srgbClr val="00ACC6"/>
              </a:solidFill>
            </c:spPr>
          </c:dPt>
          <c:dPt>
            <c:idx val="8"/>
            <c:spPr>
              <a:solidFill>
                <a:srgbClr val="8C3BFF"/>
              </a:solidFill>
            </c:spPr>
          </c:dPt>
          <c:dPt>
            <c:idx val="9"/>
            <c:spPr>
              <a:solidFill>
                <a:srgbClr val="FF7ED1"/>
              </a:solidFill>
            </c:spPr>
          </c:dPt>
          <c:dPt>
            <c:idx val="10"/>
            <c:spPr>
              <a:solidFill>
                <a:srgbClr val="95B577"/>
              </a:solidFill>
            </c:spPr>
          </c:dPt>
          <c:dPt>
            <c:idx val="11"/>
            <c:spPr>
              <a:solidFill>
                <a:srgbClr val="97FF00"/>
              </a:solidFill>
            </c:spPr>
          </c:dPt>
          <c:dPt>
            <c:idx val="12"/>
            <c:spPr>
              <a:solidFill>
                <a:srgbClr val="BCB6FF"/>
              </a:solidFill>
            </c:spPr>
          </c:dPt>
          <c:dPt>
            <c:idx val="13"/>
            <c:spPr>
              <a:solidFill>
                <a:srgbClr val="BF03B8"/>
              </a:solidFill>
            </c:spPr>
          </c:dPt>
          <c:dPt>
            <c:idx val="14"/>
            <c:spPr>
              <a:solidFill>
                <a:srgbClr val="0000DD"/>
              </a:solidFill>
            </c:spPr>
          </c:dPt>
          <c:dPt>
            <c:idx val="15"/>
            <c:spPr>
              <a:solidFill>
                <a:srgbClr val="645474"/>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45.21%</a:t>
                    </a:r>
                  </a:p>
                </c:rich>
              </c:tx>
              <c:dLblPos val="inEnd"/>
              <c:showLegendKey val="0"/>
              <c:showVal val="1"/>
              <c:showCatName val="0"/>
              <c:showSerName val="0"/>
              <c:showPercent val="0"/>
              <c:showBubbleSize val="0"/>
            </c:dLbl>
            <c:dLbl>
              <c:idx val="1"/>
              <c:tx>
                <c:rich>
                  <a:bodyPr/>
                  <a:lstStyle/>
                  <a:p>
                    <a:r>
                      <a:t>14.25%</a:t>
                    </a:r>
                  </a:p>
                </c:rich>
              </c:tx>
              <c:dLblPos val="inEnd"/>
              <c:showLegendKey val="0"/>
              <c:showVal val="1"/>
              <c:showCatName val="0"/>
              <c:showSerName val="0"/>
              <c:showPercent val="0"/>
              <c:showBubbleSize val="0"/>
            </c:dLbl>
            <c:dLbl>
              <c:idx val="2"/>
              <c:tx>
                <c:rich>
                  <a:bodyPr/>
                  <a:lstStyle/>
                  <a:p>
                    <a:r>
                      <a:t>11.2%</a:t>
                    </a:r>
                  </a:p>
                </c:rich>
              </c:tx>
              <c:dLblPos val="inEnd"/>
              <c:showLegendKey val="0"/>
              <c:showVal val="1"/>
              <c:showCatName val="0"/>
              <c:showSerName val="0"/>
              <c:showPercent val="0"/>
              <c:showBubbleSize val="0"/>
            </c:dLbl>
            <c:dLbl>
              <c:idx val="3"/>
              <c:tx>
                <c:rich>
                  <a:bodyPr/>
                  <a:lstStyle/>
                  <a:p>
                    <a:r>
                      <a:t>7.82%</a:t>
                    </a:r>
                  </a:p>
                </c:rich>
              </c:tx>
              <c:dLblPos val="inEnd"/>
              <c:showLegendKey val="0"/>
              <c:showVal val="1"/>
              <c:showCatName val="0"/>
              <c:showSerName val="0"/>
              <c:showPercent val="0"/>
              <c:showBubbleSize val="0"/>
            </c:dLbl>
            <c:dLbl>
              <c:idx val="4"/>
              <c:tx>
                <c:rich>
                  <a:bodyPr/>
                  <a:lstStyle/>
                  <a:p>
                    <a:r>
                      <a:t>4.75%</a:t>
                    </a:r>
                  </a:p>
                </c:rich>
              </c:tx>
              <c:dLblPos val="inEnd"/>
              <c:showLegendKey val="0"/>
              <c:showVal val="1"/>
              <c:showCatName val="0"/>
              <c:showSerName val="0"/>
              <c:showPercent val="0"/>
              <c:showBubbleSize val="0"/>
            </c:dLbl>
            <c:dLbl>
              <c:idx val="5"/>
              <c:tx>
                <c:rich>
                  <a:bodyPr/>
                  <a:lstStyle/>
                  <a:p>
                    <a:r>
                      <a:t>3.66%</a:t>
                    </a:r>
                  </a:p>
                </c:rich>
              </c:tx>
              <c:dLblPos val="inEnd"/>
              <c:showLegendKey val="0"/>
              <c:showVal val="1"/>
              <c:showCatName val="0"/>
              <c:showSerName val="0"/>
              <c:showPercent val="0"/>
              <c:showBubbleSize val="0"/>
            </c:dLbl>
            <c:dLbl>
              <c:idx val="6"/>
              <c:tx>
                <c:rich>
                  <a:bodyPr/>
                  <a:lstStyle/>
                  <a:p>
                    <a:r>
                      <a:t>2.76%</a:t>
                    </a:r>
                  </a:p>
                </c:rich>
              </c:tx>
              <c:dLblPos val="inEnd"/>
              <c:showLegendKey val="0"/>
              <c:showVal val="1"/>
              <c:showCatName val="0"/>
              <c:showSerName val="0"/>
              <c:showPercent val="0"/>
              <c:showBubbleSize val="0"/>
            </c:dLbl>
            <c:dLbl>
              <c:idx val="7"/>
              <c:tx>
                <c:rich>
                  <a:bodyPr/>
                  <a:lstStyle/>
                  <a:p>
                    <a:r>
                      <a:t>2.71%</a:t>
                    </a:r>
                  </a:p>
                </c:rich>
              </c:tx>
              <c:dLblPos val="inEnd"/>
              <c:showLegendKey val="0"/>
              <c:showVal val="1"/>
              <c:showCatName val="0"/>
              <c:showSerName val="0"/>
              <c:showPercent val="0"/>
              <c:showBubbleSize val="0"/>
            </c:dLbl>
            <c:dLbl>
              <c:idx val="8"/>
              <c:tx>
                <c:rich>
                  <a:bodyPr/>
                  <a:lstStyle/>
                  <a:p>
                    <a:r>
                      <a:t>2.11%</a:t>
                    </a:r>
                  </a:p>
                </c:rich>
              </c:tx>
              <c:dLblPos val="inEnd"/>
              <c:showLegendKey val="0"/>
              <c:showVal val="1"/>
              <c:showCatName val="0"/>
              <c:showSerName val="0"/>
              <c:showPercent val="0"/>
              <c:showBubbleSize val="0"/>
            </c:dLbl>
            <c:dLbl>
              <c:idx val="9"/>
              <c:tx>
                <c:rich>
                  <a:bodyPr/>
                  <a:lstStyle/>
                  <a:p>
                    <a:r>
                      <a:t>1.73%</a:t>
                    </a:r>
                  </a:p>
                </c:rich>
              </c:tx>
              <c:dLblPos val="inEnd"/>
              <c:showLegendKey val="0"/>
              <c:showVal val="1"/>
              <c:showCatName val="0"/>
              <c:showSerName val="0"/>
              <c:showPercent val="0"/>
              <c:showBubbleSize val="0"/>
            </c:dLbl>
            <c:dLbl>
              <c:idx val="10"/>
              <c:tx>
                <c:rich>
                  <a:bodyPr/>
                  <a:lstStyle/>
                  <a:p>
                    <a:r>
                      <a:t>1.29%</a:t>
                    </a:r>
                  </a:p>
                </c:rich>
              </c:tx>
              <c:dLblPos val="inEnd"/>
              <c:showLegendKey val="0"/>
              <c:showVal val="1"/>
              <c:showCatName val="0"/>
              <c:showSerName val="0"/>
              <c:showPercent val="0"/>
              <c:showBubbleSize val="0"/>
            </c:dLbl>
            <c:dLbl>
              <c:idx val="11"/>
              <c:tx>
                <c:rich>
                  <a:bodyPr/>
                  <a:lstStyle/>
                  <a:p>
                    <a:r>
                      <a:t>0.79%</a:t>
                    </a:r>
                  </a:p>
                </c:rich>
              </c:tx>
              <c:dLblPos val="inEnd"/>
              <c:showLegendKey val="0"/>
              <c:showVal val="1"/>
              <c:showCatName val="0"/>
              <c:showSerName val="0"/>
              <c:showPercent val="0"/>
              <c:showBubbleSize val="0"/>
            </c:dLbl>
            <c:dLbl>
              <c:idx val="12"/>
              <c:tx>
                <c:rich>
                  <a:bodyPr/>
                  <a:lstStyle/>
                  <a:p>
                    <a:r>
                      <a:t>0.58%</a:t>
                    </a:r>
                  </a:p>
                </c:rich>
              </c:tx>
              <c:dLblPos val="inEnd"/>
              <c:showLegendKey val="0"/>
              <c:showVal val="1"/>
              <c:showCatName val="0"/>
              <c:showSerName val="0"/>
              <c:showPercent val="0"/>
              <c:showBubbleSize val="0"/>
            </c:dLbl>
            <c:dLbl>
              <c:idx val="13"/>
              <c:tx>
                <c:rich>
                  <a:bodyPr/>
                  <a:lstStyle/>
                  <a:p>
                    <a:r>
                      <a:t>0.35%</a:t>
                    </a:r>
                  </a:p>
                </c:rich>
              </c:tx>
              <c:dLblPos val="inEnd"/>
              <c:showLegendKey val="0"/>
              <c:showVal val="1"/>
              <c:showCatName val="0"/>
              <c:showSerName val="0"/>
              <c:showPercent val="0"/>
              <c:showBubbleSize val="0"/>
            </c:dLbl>
            <c:dLbl>
              <c:idx val="14"/>
              <c:tx>
                <c:rich>
                  <a:bodyPr/>
                  <a:lstStyle/>
                  <a:p>
                    <a:r>
                      <a:t>0.31%</a:t>
                    </a:r>
                  </a:p>
                </c:rich>
              </c:tx>
              <c:dLblPos val="inEnd"/>
              <c:showLegendKey val="0"/>
              <c:showVal val="1"/>
              <c:showCatName val="0"/>
              <c:showSerName val="0"/>
              <c:showPercent val="0"/>
              <c:showBubbleSize val="0"/>
            </c:dLbl>
            <c:dLbl>
              <c:idx val="15"/>
              <c:tx>
                <c:rich>
                  <a:bodyPr/>
                  <a:lstStyle/>
                  <a:p>
                    <a:r>
                      <a:t>0.21%</a:t>
                    </a:r>
                  </a:p>
                </c:rich>
              </c:tx>
              <c:dLblPos val="inEnd"/>
              <c:showLegendKey val="0"/>
              <c:showVal val="1"/>
              <c:showCatName val="0"/>
              <c:showSerName val="0"/>
              <c:showPercent val="0"/>
              <c:showBubbleSize val="0"/>
            </c:dLbl>
            <c:dLbl>
              <c:idx val="16"/>
              <c:tx>
                <c:rich>
                  <a:bodyPr/>
                  <a:lstStyle/>
                  <a:p>
                    <a:r>
                      <a:t>0.18%</a:t>
                    </a:r>
                  </a:p>
                </c:rich>
              </c:tx>
              <c:dLblPos val="inEnd"/>
              <c:showLegendKey val="0"/>
              <c:showVal val="1"/>
              <c:showCatName val="0"/>
              <c:showSerName val="0"/>
              <c:showPercent val="0"/>
              <c:showBubbleSize val="0"/>
            </c:dLbl>
            <c:dLbl>
              <c:idx val="17"/>
              <c:tx>
                <c:rich>
                  <a:bodyPr/>
                  <a:lstStyle/>
                  <a:p>
                    <a:r>
                      <a:t>0.16%</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0.02%</a:t>
                    </a:r>
                  </a:p>
                </c:rich>
              </c:tx>
              <c:dLblPos val="inEnd"/>
              <c:showLegendKey val="0"/>
              <c:showVal val="1"/>
              <c:showCatName val="0"/>
              <c:showSerName val="0"/>
              <c:showPercent val="0"/>
              <c:showBubbleSize val="0"/>
            </c:dLbl>
            <c:dLbl>
              <c:idx val="20"/>
              <c:tx>
                <c:rich>
                  <a:bodyPr/>
                  <a:lstStyle/>
                  <a:p>
                    <a:r>
                      <a:t>-0.13%</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Brand_Digital_I...</c:v>
                </c:pt>
                <c:pt idx="2">
                  <c:v>Distribution</c:v>
                </c:pt>
                <c:pt idx="3">
                  <c:v>Seasonality</c:v>
                </c:pt>
                <c:pt idx="4">
                  <c:v>E-com</c:v>
                </c:pt>
                <c:pt idx="5">
                  <c:v>Brand_OOH</c:v>
                </c:pt>
                <c:pt idx="6">
                  <c:v>Brand_TV</c:v>
                </c:pt>
                <c:pt idx="7">
                  <c:v>Brand_Digital_P...</c:v>
                </c:pt>
                <c:pt idx="8">
                  <c:v>Brand_Digital_D...</c:v>
                </c:pt>
                <c:pt idx="9">
                  <c:v>Brand_Digital_V...</c:v>
                </c:pt>
                <c:pt idx="10">
                  <c:v>Region_Digital_...</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Sheet1!$C$2:$C$22</c:f>
              <c:numCache>
                <c:formatCode>General</c:formatCode>
                <c:ptCount val="21"/>
                <c:pt idx="0">
                  <c:v>45.214299102219044</c:v>
                </c:pt>
                <c:pt idx="1">
                  <c:v>14.253691982775111</c:v>
                </c:pt>
                <c:pt idx="2">
                  <c:v>11.196025978102021</c:v>
                </c:pt>
                <c:pt idx="3">
                  <c:v>7.821247006045355</c:v>
                </c:pt>
                <c:pt idx="4">
                  <c:v>4.7529444363765965</c:v>
                </c:pt>
                <c:pt idx="5">
                  <c:v>3.6605451211407845</c:v>
                </c:pt>
                <c:pt idx="6">
                  <c:v>2.7648912290405687</c:v>
                </c:pt>
                <c:pt idx="7">
                  <c:v>2.7078683092256677</c:v>
                </c:pt>
                <c:pt idx="8">
                  <c:v>2.1128514230487143</c:v>
                </c:pt>
                <c:pt idx="9">
                  <c:v>1.732440978803006</c:v>
                </c:pt>
                <c:pt idx="10">
                  <c:v>1.2905963430710101</c:v>
                </c:pt>
                <c:pt idx="11">
                  <c:v>0.7866827256875298</c:v>
                </c:pt>
                <c:pt idx="12">
                  <c:v>0.5768922461191743</c:v>
                </c:pt>
                <c:pt idx="13">
                  <c:v>0.3496249139808847</c:v>
                </c:pt>
                <c:pt idx="14">
                  <c:v>0.3067088424549431</c:v>
                </c:pt>
                <c:pt idx="15">
                  <c:v>0.2068758255993849</c:v>
                </c:pt>
                <c:pt idx="16">
                  <c:v>0.1783033761614662</c:v>
                </c:pt>
                <c:pt idx="17">
                  <c:v>0.15758714733176607</c:v>
                </c:pt>
                <c:pt idx="18">
                  <c:v>0.04525225640635858</c:v>
                </c:pt>
                <c:pt idx="19">
                  <c:v>0.017228867912226272</c:v>
                </c:pt>
                <c:pt idx="20">
                  <c:v>0.1325581115016198</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1641900.0</c:v>
                </c:pt>
                <c:pt idx="1">
                  <c:v>1590068.0</c:v>
                </c:pt>
                <c:pt idx="2">
                  <c:v>2107811.0</c:v>
                </c:pt>
                <c:pt idx="3">
                  <c:v>1878851.0</c:v>
                </c:pt>
                <c:pt idx="4">
                  <c:v>1699877.0</c:v>
                </c:pt>
                <c:pt idx="5">
                  <c:v>1799350.0</c:v>
                </c:pt>
                <c:pt idx="6">
                  <c:v>1329192.0</c:v>
                </c:pt>
                <c:pt idx="7">
                  <c:v>1593876.0</c:v>
                </c:pt>
                <c:pt idx="8">
                  <c:v>1220114.0</c:v>
                </c:pt>
                <c:pt idx="9">
                  <c:v>1264856.0</c:v>
                </c:pt>
                <c:pt idx="10">
                  <c:v>1531948.0</c:v>
                </c:pt>
                <c:pt idx="11">
                  <c:v>1309483.0</c:v>
                </c:pt>
                <c:pt idx="12">
                  <c:v>1590364.0</c:v>
                </c:pt>
                <c:pt idx="13">
                  <c:v>1712267.0</c:v>
                </c:pt>
                <c:pt idx="14">
                  <c:v>2120574.0</c:v>
                </c:pt>
                <c:pt idx="15">
                  <c:v>1739485.0</c:v>
                </c:pt>
                <c:pt idx="16">
                  <c:v>1988869.0</c:v>
                </c:pt>
                <c:pt idx="17">
                  <c:v>1680556.0</c:v>
                </c:pt>
                <c:pt idx="18">
                  <c:v>1604966.0</c:v>
                </c:pt>
                <c:pt idx="19">
                  <c:v>1756501.0</c:v>
                </c:pt>
                <c:pt idx="20">
                  <c:v>1269947.0</c:v>
                </c:pt>
                <c:pt idx="21">
                  <c:v>1341904.0</c:v>
                </c:pt>
                <c:pt idx="22">
                  <c:v>1684857.0</c:v>
                </c:pt>
                <c:pt idx="23">
                  <c:v>1305254.0</c:v>
                </c:pt>
                <c:pt idx="24">
                  <c:v>2123917.0</c:v>
                </c:pt>
                <c:pt idx="25">
                  <c:v>1678522.0</c:v>
                </c:pt>
                <c:pt idx="26">
                  <c:v>1720314.0</c:v>
                </c:pt>
                <c:pt idx="27">
                  <c:v>1790346.0</c:v>
                </c:pt>
                <c:pt idx="28">
                  <c:v>2246425.0</c:v>
                </c:pt>
                <c:pt idx="29">
                  <c:v>1701745.0</c:v>
                </c:pt>
                <c:pt idx="30">
                  <c:v>1491041.0</c:v>
                </c:pt>
                <c:pt idx="31">
                  <c:v>1954319.0</c:v>
                </c:pt>
                <c:pt idx="32">
                  <c:v>1380173.0</c:v>
                </c:pt>
                <c:pt idx="33">
                  <c:v>1816476.0</c:v>
                </c:pt>
                <c:pt idx="34">
                  <c:v>1412219.0</c:v>
                </c:pt>
                <c:pt idx="35">
                  <c:v>1372860.0</c:v>
                </c:pt>
                <c:pt idx="36">
                  <c:v>2157110.0</c:v>
                </c:pt>
                <c:pt idx="37">
                  <c:v>1685232.0</c:v>
                </c:pt>
                <c:pt idx="38">
                  <c:v>2027719.0</c:v>
                </c:pt>
                <c:pt idx="39">
                  <c:v>1719727.0</c:v>
                </c:pt>
                <c:pt idx="40">
                  <c:v>2078425.0</c:v>
                </c:pt>
                <c:pt idx="41">
                  <c:v>1708246.0</c:v>
                </c:pt>
                <c:pt idx="42">
                  <c:v>1988202.0</c:v>
                </c:pt>
                <c:pt idx="43">
                  <c:v>1484746.0</c:v>
                </c:pt>
                <c:pt idx="44">
                  <c:v>1292383.0</c:v>
                </c:pt>
                <c:pt idx="45">
                  <c:v>1720393.0</c:v>
                </c:pt>
                <c:pt idx="46">
                  <c:v>1464081.0</c:v>
                </c:pt>
                <c:pt idx="47">
                  <c:v>1466940.0</c:v>
                </c:pt>
                <c:pt idx="48">
                  <c:v>2167846.0</c:v>
                </c:pt>
                <c:pt idx="49">
                  <c:v>1841088.0</c:v>
                </c:pt>
                <c:pt idx="50">
                  <c:v>1847963.0</c:v>
                </c:pt>
                <c:pt idx="51">
                  <c:v>2255864.0</c:v>
                </c:pt>
                <c:pt idx="52">
                  <c:v>1781689.0</c:v>
                </c:pt>
                <c:pt idx="53">
                  <c:v>1710141.0</c:v>
                </c:pt>
                <c:pt idx="54">
                  <c:v>1956228.0</c:v>
                </c:pt>
                <c:pt idx="55">
                  <c:v>1393567.0</c:v>
                </c:pt>
                <c:pt idx="56">
                  <c:v>1480986.0</c:v>
                </c:pt>
                <c:pt idx="57">
                  <c:v>1319010.0</c:v>
                </c:pt>
                <c:pt idx="58">
                  <c:v>1214453.0</c:v>
                </c:pt>
                <c:pt idx="59">
                  <c:v>1537162.0</c:v>
                </c:pt>
                <c:pt idx="60">
                  <c:v>403366.0</c:v>
                </c:pt>
                <c:pt idx="61">
                  <c:v>1847202.0</c:v>
                </c:pt>
                <c:pt idx="62">
                  <c:v>1750435.0</c:v>
                </c:pt>
                <c:pt idx="63">
                  <c:v>2301675.0</c:v>
                </c:pt>
                <c:pt idx="64">
                  <c:v>1781563.0</c:v>
                </c:pt>
                <c:pt idx="65">
                  <c:v>1833876.0</c:v>
                </c:pt>
                <c:pt idx="66">
                  <c:v>1615004.0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1574504.2663389395</c:v>
                </c:pt>
                <c:pt idx="1">
                  <c:v>1605741.8402674221</c:v>
                </c:pt>
                <c:pt idx="2">
                  <c:v>2094351.7057591616</c:v>
                </c:pt>
                <c:pt idx="3">
                  <c:v>1838865.926262633</c:v>
                </c:pt>
                <c:pt idx="4">
                  <c:v>1703505.3354536607</c:v>
                </c:pt>
                <c:pt idx="5">
                  <c:v>1852948.6812668773</c:v>
                </c:pt>
                <c:pt idx="6">
                  <c:v>1339585.8068203155</c:v>
                </c:pt>
                <c:pt idx="7">
                  <c:v>1615026.379286297</c:v>
                </c:pt>
                <c:pt idx="8">
                  <c:v>1188455.3297860944</c:v>
                </c:pt>
                <c:pt idx="9">
                  <c:v>1279960.2090383882</c:v>
                </c:pt>
                <c:pt idx="10">
                  <c:v>1581321.8488609656</c:v>
                </c:pt>
                <c:pt idx="11">
                  <c:v>1324179.4938943482</c:v>
                </c:pt>
                <c:pt idx="12">
                  <c:v>1643614.1318214373</c:v>
                </c:pt>
                <c:pt idx="13">
                  <c:v>1637914.0975982808</c:v>
                </c:pt>
                <c:pt idx="14">
                  <c:v>2175675.2980638864</c:v>
                </c:pt>
                <c:pt idx="15">
                  <c:v>1776510.5701372125</c:v>
                </c:pt>
                <c:pt idx="16">
                  <c:v>2179150.1922586616</c:v>
                </c:pt>
                <c:pt idx="17">
                  <c:v>1628405.5209598788</c:v>
                </c:pt>
                <c:pt idx="18">
                  <c:v>1590791.3532393056</c:v>
                </c:pt>
                <c:pt idx="19">
                  <c:v>1700052.4065873707</c:v>
                </c:pt>
                <c:pt idx="20">
                  <c:v>1267067.7099730412</c:v>
                </c:pt>
                <c:pt idx="21">
                  <c:v>1278037.6423054761</c:v>
                </c:pt>
                <c:pt idx="22">
                  <c:v>1706334.1293423423</c:v>
                </c:pt>
                <c:pt idx="23">
                  <c:v>1346987.2097046708</c:v>
                </c:pt>
                <c:pt idx="24">
                  <c:v>2046973.5702080482</c:v>
                </c:pt>
                <c:pt idx="25">
                  <c:v>1738835.7342646488</c:v>
                </c:pt>
                <c:pt idx="26">
                  <c:v>1806752.378318042</c:v>
                </c:pt>
                <c:pt idx="27">
                  <c:v>1745653.6751385299</c:v>
                </c:pt>
                <c:pt idx="28">
                  <c:v>2289011.460005995</c:v>
                </c:pt>
                <c:pt idx="29">
                  <c:v>1776073.0893012662</c:v>
                </c:pt>
                <c:pt idx="30">
                  <c:v>1520517.5302839335</c:v>
                </c:pt>
                <c:pt idx="31">
                  <c:v>1923663.5333988902</c:v>
                </c:pt>
                <c:pt idx="32">
                  <c:v>1360950.564158942</c:v>
                </c:pt>
                <c:pt idx="33">
                  <c:v>1704343.9675060543</c:v>
                </c:pt>
                <c:pt idx="34">
                  <c:v>1426966.8948513018</c:v>
                </c:pt>
                <c:pt idx="35">
                  <c:v>1489918.679712762</c:v>
                </c:pt>
                <c:pt idx="36">
                  <c:v>2144778.624299677</c:v>
                </c:pt>
                <c:pt idx="37">
                  <c:v>1736232.3071395056</c:v>
                </c:pt>
                <c:pt idx="38">
                  <c:v>2017156.8906387235</c:v>
                </c:pt>
                <c:pt idx="39">
                  <c:v>1703942.4822007562</c:v>
                </c:pt>
                <c:pt idx="40">
                  <c:v>2085309.926543786</c:v>
                </c:pt>
                <c:pt idx="41">
                  <c:v>1737788.2290079216</c:v>
                </c:pt>
                <c:pt idx="42">
                  <c:v>1940279.1080732387</c:v>
                </c:pt>
                <c:pt idx="43">
                  <c:v>1456756.1158937756</c:v>
                </c:pt>
                <c:pt idx="44">
                  <c:v>1303206.846985768</c:v>
                </c:pt>
                <c:pt idx="45">
                  <c:v>1721214.9932361837</c:v>
                </c:pt>
                <c:pt idx="46">
                  <c:v>1381889.4564507676</c:v>
                </c:pt>
                <c:pt idx="47">
                  <c:v>1399587.8511409713</c:v>
                </c:pt>
                <c:pt idx="48">
                  <c:v>2080935.5598691516</c:v>
                </c:pt>
                <c:pt idx="49">
                  <c:v>1735631.0764584462</c:v>
                </c:pt>
                <c:pt idx="50">
                  <c:v>1808460.7078000798</c:v>
                </c:pt>
                <c:pt idx="51">
                  <c:v>2272527.070977517</c:v>
                </c:pt>
                <c:pt idx="52">
                  <c:v>1821121.6605566929</c:v>
                </c:pt>
                <c:pt idx="53">
                  <c:v>1656440.8494850444</c:v>
                </c:pt>
                <c:pt idx="54">
                  <c:v>1919473.9886786332</c:v>
                </c:pt>
                <c:pt idx="55">
                  <c:v>1386268.946322161</c:v>
                </c:pt>
                <c:pt idx="56">
                  <c:v>1567300.0323641845</c:v>
                </c:pt>
                <c:pt idx="57">
                  <c:v>1298078.4321900008</c:v>
                </c:pt>
                <c:pt idx="58">
                  <c:v>1308397.0375710214</c:v>
                </c:pt>
                <c:pt idx="59">
                  <c:v>1569326.1921646048</c:v>
                </c:pt>
                <c:pt idx="60">
                  <c:v>401691.1194890934</c:v>
                </c:pt>
                <c:pt idx="61">
                  <c:v>1907963.512335069</c:v>
                </c:pt>
                <c:pt idx="62">
                  <c:v>1811103.1629315394</c:v>
                </c:pt>
                <c:pt idx="63">
                  <c:v>2379047.841256597</c:v>
                </c:pt>
                <c:pt idx="64">
                  <c:v>1789679.8140215403</c:v>
                </c:pt>
                <c:pt idx="65">
                  <c:v>1816861.4914339131</c:v>
                </c:pt>
                <c:pt idx="66">
                  <c:v>1568040.0809408084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854857.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369737856.56</c:v>
                </c:pt>
                <c:pt idx="1">
                  <c:v>388914718.51</c:v>
                </c:pt>
                <c:pt idx="2">
                  <c:v>542160554.8100001</c:v>
                </c:pt>
                <c:pt idx="3">
                  <c:v>487770728.34</c:v>
                </c:pt>
                <c:pt idx="4">
                  <c:v>428972159.77</c:v>
                </c:pt>
                <c:pt idx="5">
                  <c:v>420181744.23</c:v>
                </c:pt>
                <c:pt idx="6">
                  <c:v>283355619.15999997</c:v>
                </c:pt>
                <c:pt idx="7">
                  <c:v>309233946.25</c:v>
                </c:pt>
                <c:pt idx="8">
                  <c:v>230966104.98</c:v>
                </c:pt>
                <c:pt idx="9">
                  <c:v>229906367.44</c:v>
                </c:pt>
                <c:pt idx="10">
                  <c:v>291445922.84</c:v>
                </c:pt>
                <c:pt idx="11">
                  <c:v>275108633.84000003</c:v>
                </c:pt>
                <c:pt idx="12">
                  <c:v>358225957.61</c:v>
                </c:pt>
                <c:pt idx="13">
                  <c:v>416064040.84000003</c:v>
                </c:pt>
                <c:pt idx="14">
                  <c:v>536437184.52</c:v>
                </c:pt>
                <c:pt idx="15">
                  <c:v>450004858.56</c:v>
                </c:pt>
                <c:pt idx="16">
                  <c:v>499030194.53</c:v>
                </c:pt>
                <c:pt idx="17">
                  <c:v>393031153.55</c:v>
                </c:pt>
                <c:pt idx="18">
                  <c:v>337115102.3</c:v>
                </c:pt>
                <c:pt idx="19">
                  <c:v>343638581.14</c:v>
                </c:pt>
                <c:pt idx="20">
                  <c:v>230512429.07</c:v>
                </c:pt>
                <c:pt idx="21">
                  <c:v>246481740.23000002</c:v>
                </c:pt>
                <c:pt idx="22">
                  <c:v>321200823.42</c:v>
                </c:pt>
                <c:pt idx="23">
                  <c:v>279228754.36</c:v>
                </c:pt>
                <c:pt idx="24">
                  <c:v>486251285.59000003</c:v>
                </c:pt>
                <c:pt idx="25">
                  <c:v>420705369.76</c:v>
                </c:pt>
                <c:pt idx="26">
                  <c:v>441929483.08</c:v>
                </c:pt>
                <c:pt idx="27">
                  <c:v>455492178.82</c:v>
                </c:pt>
                <c:pt idx="28">
                  <c:v>561213764.76</c:v>
                </c:pt>
                <c:pt idx="29">
                  <c:v>387202417.52</c:v>
                </c:pt>
                <c:pt idx="30">
                  <c:v>318280962.37</c:v>
                </c:pt>
                <c:pt idx="31">
                  <c:v>380264333.5</c:v>
                </c:pt>
                <c:pt idx="32">
                  <c:v>247029977.37</c:v>
                </c:pt>
                <c:pt idx="33">
                  <c:v>326472030.4</c:v>
                </c:pt>
                <c:pt idx="34">
                  <c:v>269333344.20000005</c:v>
                </c:pt>
                <c:pt idx="35">
                  <c:v>290363525.39</c:v>
                </c:pt>
                <c:pt idx="36">
                  <c:v>493922111.96999997</c:v>
                </c:pt>
                <c:pt idx="37">
                  <c:v>420602577.65000004</c:v>
                </c:pt>
                <c:pt idx="38">
                  <c:v>519721728.60999995</c:v>
                </c:pt>
                <c:pt idx="39">
                  <c:v>443502509.17</c:v>
                </c:pt>
                <c:pt idx="40">
                  <c:v>520182849.05</c:v>
                </c:pt>
                <c:pt idx="41">
                  <c:v>390841527.53</c:v>
                </c:pt>
                <c:pt idx="42">
                  <c:v>424428141.52</c:v>
                </c:pt>
                <c:pt idx="43">
                  <c:v>285213679.56</c:v>
                </c:pt>
                <c:pt idx="44">
                  <c:v>236537290.77</c:v>
                </c:pt>
                <c:pt idx="45">
                  <c:v>309970618.16999996</c:v>
                </c:pt>
                <c:pt idx="46">
                  <c:v>277920292.89</c:v>
                </c:pt>
                <c:pt idx="47">
                  <c:v>309861965.25</c:v>
                </c:pt>
                <c:pt idx="48">
                  <c:v>497211312.58000004</c:v>
                </c:pt>
                <c:pt idx="49">
                  <c:v>452242129.18</c:v>
                </c:pt>
                <c:pt idx="50">
                  <c:v>472727436.26</c:v>
                </c:pt>
                <c:pt idx="51">
                  <c:v>585735292.86</c:v>
                </c:pt>
                <c:pt idx="52">
                  <c:v>439776096.96</c:v>
                </c:pt>
                <c:pt idx="53">
                  <c:v>398487668.98</c:v>
                </c:pt>
                <c:pt idx="54">
                  <c:v>408195059.23999995</c:v>
                </c:pt>
                <c:pt idx="55">
                  <c:v>265424184.48</c:v>
                </c:pt>
                <c:pt idx="56">
                  <c:v>269830440.05</c:v>
                </c:pt>
                <c:pt idx="57">
                  <c:v>237676445.17000002</c:v>
                </c:pt>
                <c:pt idx="58">
                  <c:v>233088449.07</c:v>
                </c:pt>
                <c:pt idx="59">
                  <c:v>321019908.46999997</c:v>
                </c:pt>
                <c:pt idx="60">
                  <c:v>91818202.58</c:v>
                </c:pt>
                <c:pt idx="61">
                  <c:v>432289467.96</c:v>
                </c:pt>
                <c:pt idx="62">
                  <c:v>437626086.9</c:v>
                </c:pt>
                <c:pt idx="63">
                  <c:v>589659290.06</c:v>
                </c:pt>
                <c:pt idx="64">
                  <c:v>457643510.13</c:v>
                </c:pt>
                <c:pt idx="65">
                  <c:v>461163868.75</c:v>
                </c:pt>
                <c:pt idx="66">
                  <c:v>371938303.29</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355157267.7877962</c:v>
                </c:pt>
                <c:pt idx="1">
                  <c:v>392818225.8794521</c:v>
                </c:pt>
                <c:pt idx="2">
                  <c:v>538544866.295084</c:v>
                </c:pt>
                <c:pt idx="3">
                  <c:v>477630549.1671194</c:v>
                </c:pt>
                <c:pt idx="4">
                  <c:v>429991673.12763304</c:v>
                </c:pt>
                <c:pt idx="5">
                  <c:v>432138130.7141504</c:v>
                </c:pt>
                <c:pt idx="6">
                  <c:v>286714960.3173286</c:v>
                </c:pt>
                <c:pt idx="7">
                  <c:v>313994588.64506626</c:v>
                </c:pt>
                <c:pt idx="8">
                  <c:v>224761906.79827744</c:v>
                </c:pt>
                <c:pt idx="9">
                  <c:v>232572853.54005224</c:v>
                </c:pt>
                <c:pt idx="10">
                  <c:v>300656761.6957554</c:v>
                </c:pt>
                <c:pt idx="11">
                  <c:v>278292820.13562965</c:v>
                </c:pt>
                <c:pt idx="12">
                  <c:v>370618559.6638351</c:v>
                </c:pt>
                <c:pt idx="13">
                  <c:v>398014734.741317</c:v>
                </c:pt>
                <c:pt idx="14">
                  <c:v>550734035.9080724</c:v>
                </c:pt>
                <c:pt idx="15">
                  <c:v>459751315.39137876</c:v>
                </c:pt>
                <c:pt idx="16">
                  <c:v>546404293.9719856</c:v>
                </c:pt>
                <c:pt idx="17">
                  <c:v>381390769.8072419</c:v>
                </c:pt>
                <c:pt idx="18">
                  <c:v>334007381.1411731</c:v>
                </c:pt>
                <c:pt idx="19">
                  <c:v>332447081.1246631</c:v>
                </c:pt>
                <c:pt idx="20">
                  <c:v>230255641.95500726</c:v>
                </c:pt>
                <c:pt idx="21">
                  <c:v>234630870.8325458</c:v>
                </c:pt>
                <c:pt idx="22">
                  <c:v>325721239.51598954</c:v>
                </c:pt>
                <c:pt idx="23">
                  <c:v>288243449.59156054</c:v>
                </c:pt>
                <c:pt idx="24">
                  <c:v>468162059.5252118</c:v>
                </c:pt>
                <c:pt idx="25">
                  <c:v>435698533.99558026</c:v>
                </c:pt>
                <c:pt idx="26">
                  <c:v>464452132.95437294</c:v>
                </c:pt>
                <c:pt idx="27">
                  <c:v>444082144.11197466</c:v>
                </c:pt>
                <c:pt idx="28">
                  <c:v>571797206.0589639</c:v>
                </c:pt>
                <c:pt idx="29">
                  <c:v>404102072.2060508</c:v>
                </c:pt>
                <c:pt idx="30">
                  <c:v>324121626.2751048</c:v>
                </c:pt>
                <c:pt idx="31">
                  <c:v>374300296.87746036</c:v>
                </c:pt>
                <c:pt idx="32">
                  <c:v>243577302.52661705</c:v>
                </c:pt>
                <c:pt idx="33">
                  <c:v>306924743.52156574</c:v>
                </c:pt>
                <c:pt idx="34">
                  <c:v>272484301.64550006</c:v>
                </c:pt>
                <c:pt idx="35">
                  <c:v>315095803.9722519</c:v>
                </c:pt>
                <c:pt idx="36">
                  <c:v>490769312.91873163</c:v>
                </c:pt>
                <c:pt idx="37">
                  <c:v>433538361.92711115</c:v>
                </c:pt>
                <c:pt idx="38">
                  <c:v>517032354.1868876</c:v>
                </c:pt>
                <c:pt idx="39">
                  <c:v>440211451.1128852</c:v>
                </c:pt>
                <c:pt idx="40">
                  <c:v>522640361.8745344</c:v>
                </c:pt>
                <c:pt idx="41">
                  <c:v>397965415.18420017</c:v>
                </c:pt>
                <c:pt idx="42">
                  <c:v>415003437.29606533</c:v>
                </c:pt>
                <c:pt idx="43">
                  <c:v>280062260.29939556</c:v>
                </c:pt>
                <c:pt idx="44">
                  <c:v>238499348.22436434</c:v>
                </c:pt>
                <c:pt idx="45">
                  <c:v>310151122.236042</c:v>
                </c:pt>
                <c:pt idx="46">
                  <c:v>261629287.0845243</c:v>
                </c:pt>
                <c:pt idx="47">
                  <c:v>295358365.3830598</c:v>
                </c:pt>
                <c:pt idx="48">
                  <c:v>476974860.09249306</c:v>
                </c:pt>
                <c:pt idx="49">
                  <c:v>425905976.7640157</c:v>
                </c:pt>
                <c:pt idx="50">
                  <c:v>462554530.1153922</c:v>
                </c:pt>
                <c:pt idx="51">
                  <c:v>590120321.8623416</c:v>
                </c:pt>
                <c:pt idx="52">
                  <c:v>449645922.3642463</c:v>
                </c:pt>
                <c:pt idx="53">
                  <c:v>385656640.3276998</c:v>
                </c:pt>
                <c:pt idx="54">
                  <c:v>400660027.2743366</c:v>
                </c:pt>
                <c:pt idx="55">
                  <c:v>264208832.89748907</c:v>
                </c:pt>
                <c:pt idx="56">
                  <c:v>285617217.819422</c:v>
                </c:pt>
                <c:pt idx="57">
                  <c:v>234221384.75842917</c:v>
                </c:pt>
                <c:pt idx="58">
                  <c:v>250646592.02193373</c:v>
                </c:pt>
                <c:pt idx="59">
                  <c:v>327537256.3897004</c:v>
                </c:pt>
                <c:pt idx="60">
                  <c:v>91436949.52930233</c:v>
                </c:pt>
                <c:pt idx="61">
                  <c:v>446580681.24519324</c:v>
                </c:pt>
                <c:pt idx="62">
                  <c:v>453304506.34533304</c:v>
                </c:pt>
                <c:pt idx="63">
                  <c:v>609337876.4569093</c:v>
                </c:pt>
                <c:pt idx="64">
                  <c:v>459296079.97438055</c:v>
                </c:pt>
                <c:pt idx="65">
                  <c:v>456865777.40582484</c:v>
                </c:pt>
                <c:pt idx="66">
                  <c:v>361122830.2367934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731205452.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Moscow: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962252.7748182719</c:v>
                </c:pt>
                <c:pt idx="1">
                  <c:v>962252.7748182719</c:v>
                </c:pt>
                <c:pt idx="2">
                  <c:v>1202815.9685228397</c:v>
                </c:pt>
                <c:pt idx="3">
                  <c:v>962252.7748182719</c:v>
                </c:pt>
                <c:pt idx="4">
                  <c:v>962252.7748182719</c:v>
                </c:pt>
                <c:pt idx="5">
                  <c:v>1202815.9685228397</c:v>
                </c:pt>
                <c:pt idx="6">
                  <c:v>962252.7748182719</c:v>
                </c:pt>
                <c:pt idx="7">
                  <c:v>1202815.9685228397</c:v>
                </c:pt>
                <c:pt idx="8">
                  <c:v>962252.7748182719</c:v>
                </c:pt>
                <c:pt idx="9">
                  <c:v>962252.7748182719</c:v>
                </c:pt>
                <c:pt idx="10">
                  <c:v>1202815.9685228397</c:v>
                </c:pt>
                <c:pt idx="11">
                  <c:v>962252.7748182719</c:v>
                </c:pt>
                <c:pt idx="12">
                  <c:v>962252.7748182719</c:v>
                </c:pt>
                <c:pt idx="13">
                  <c:v>962252.7748182719</c:v>
                </c:pt>
                <c:pt idx="14">
                  <c:v>1202815.9685228397</c:v>
                </c:pt>
                <c:pt idx="15">
                  <c:v>962252.7748182719</c:v>
                </c:pt>
                <c:pt idx="16">
                  <c:v>1202815.9685228397</c:v>
                </c:pt>
                <c:pt idx="17">
                  <c:v>962252.7748182719</c:v>
                </c:pt>
                <c:pt idx="18">
                  <c:v>962252.7748182719</c:v>
                </c:pt>
                <c:pt idx="19">
                  <c:v>1202815.9685228397</c:v>
                </c:pt>
                <c:pt idx="20">
                  <c:v>962252.7748182719</c:v>
                </c:pt>
                <c:pt idx="21">
                  <c:v>962252.7748182719</c:v>
                </c:pt>
                <c:pt idx="22">
                  <c:v>1202815.9685228397</c:v>
                </c:pt>
                <c:pt idx="23">
                  <c:v>962252.7748182719</c:v>
                </c:pt>
                <c:pt idx="24">
                  <c:v>1202815.9685228397</c:v>
                </c:pt>
                <c:pt idx="25">
                  <c:v>962252.7748182719</c:v>
                </c:pt>
                <c:pt idx="26">
                  <c:v>962252.7748182719</c:v>
                </c:pt>
                <c:pt idx="27">
                  <c:v>962252.7748182719</c:v>
                </c:pt>
                <c:pt idx="28">
                  <c:v>1202815.9685228397</c:v>
                </c:pt>
                <c:pt idx="29">
                  <c:v>962252.7748182719</c:v>
                </c:pt>
                <c:pt idx="30">
                  <c:v>962252.7748182719</c:v>
                </c:pt>
                <c:pt idx="31">
                  <c:v>1202815.9685228397</c:v>
                </c:pt>
                <c:pt idx="32">
                  <c:v>962252.7748182719</c:v>
                </c:pt>
                <c:pt idx="33">
                  <c:v>1202815.9685228397</c:v>
                </c:pt>
                <c:pt idx="34">
                  <c:v>962252.7748182719</c:v>
                </c:pt>
                <c:pt idx="35">
                  <c:v>962252.7748182719</c:v>
                </c:pt>
                <c:pt idx="36">
                  <c:v>1202815.9685228397</c:v>
                </c:pt>
                <c:pt idx="37">
                  <c:v>962252.7748182719</c:v>
                </c:pt>
                <c:pt idx="38">
                  <c:v>962252.7748182719</c:v>
                </c:pt>
                <c:pt idx="39">
                  <c:v>962252.7748182719</c:v>
                </c:pt>
                <c:pt idx="40">
                  <c:v>1202815.9685228397</c:v>
                </c:pt>
                <c:pt idx="41">
                  <c:v>962252.7748182719</c:v>
                </c:pt>
                <c:pt idx="42">
                  <c:v>1202815.9685228397</c:v>
                </c:pt>
                <c:pt idx="43">
                  <c:v>962252.7748182719</c:v>
                </c:pt>
                <c:pt idx="44">
                  <c:v>962252.7748182719</c:v>
                </c:pt>
                <c:pt idx="45">
                  <c:v>1202815.9685228397</c:v>
                </c:pt>
                <c:pt idx="46">
                  <c:v>962252.7748182719</c:v>
                </c:pt>
                <c:pt idx="47">
                  <c:v>962252.7748182719</c:v>
                </c:pt>
                <c:pt idx="48">
                  <c:v>1202815.9685228397</c:v>
                </c:pt>
                <c:pt idx="49">
                  <c:v>962252.7748182719</c:v>
                </c:pt>
                <c:pt idx="50">
                  <c:v>962252.7748182719</c:v>
                </c:pt>
                <c:pt idx="51">
                  <c:v>1202815.9685228397</c:v>
                </c:pt>
                <c:pt idx="52">
                  <c:v>962252.7748182719</c:v>
                </c:pt>
                <c:pt idx="53">
                  <c:v>962252.7748182719</c:v>
                </c:pt>
                <c:pt idx="54">
                  <c:v>1202815.9685228397</c:v>
                </c:pt>
                <c:pt idx="55">
                  <c:v>962252.7748182719</c:v>
                </c:pt>
                <c:pt idx="56">
                  <c:v>1202815.9685228397</c:v>
                </c:pt>
                <c:pt idx="57">
                  <c:v>962252.7748182719</c:v>
                </c:pt>
                <c:pt idx="58">
                  <c:v>962252.7748182719</c:v>
                </c:pt>
                <c:pt idx="59">
                  <c:v>1202815.9685228397</c:v>
                </c:pt>
                <c:pt idx="60">
                  <c:v>962252.7748182719</c:v>
                </c:pt>
                <c:pt idx="61">
                  <c:v>962252.7748182719</c:v>
                </c:pt>
                <c:pt idx="62">
                  <c:v>1202815.9685228397</c:v>
                </c:pt>
                <c:pt idx="63">
                  <c:v>962252.7748182719</c:v>
                </c:pt>
                <c:pt idx="64">
                  <c:v>962252.7748182719</c:v>
                </c:pt>
                <c:pt idx="65">
                  <c:v>962252.7748182719</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12967.381977495932</c:v>
                </c:pt>
                <c:pt idx="1">
                  <c:v>8870.16659808675</c:v>
                </c:pt>
                <c:pt idx="2">
                  <c:v>235.1051226801323</c:v>
                </c:pt>
                <c:pt idx="3">
                  <c:v>19463.11095105445</c:v>
                </c:pt>
                <c:pt idx="4">
                  <c:v>4375.88199438042</c:v>
                </c:pt>
                <c:pt idx="5">
                  <c:v>43.129749604498635</c:v>
                </c:pt>
                <c:pt idx="6">
                  <c:v>15856.141603179496</c:v>
                </c:pt>
                <c:pt idx="7">
                  <c:v>3237.9217091573064</c:v>
                </c:pt>
                <c:pt idx="8">
                  <c:v>2461.142310525642</c:v>
                </c:pt>
                <c:pt idx="9">
                  <c:v>5817.688834386454</c:v>
                </c:pt>
                <c:pt idx="10">
                  <c:v>12820.103324193879</c:v>
                </c:pt>
                <c:pt idx="11">
                  <c:v>5377.038653966299</c:v>
                </c:pt>
                <c:pt idx="12">
                  <c:v>15385.723238915869</c:v>
                </c:pt>
                <c:pt idx="13">
                  <c:v>1793.3629118136992</c:v>
                </c:pt>
                <c:pt idx="14">
                  <c:v>5945.190002543224</c:v>
                </c:pt>
                <c:pt idx="15">
                  <c:v>5798.340610865893</c:v>
                </c:pt>
                <c:pt idx="16">
                  <c:v>18630.13388666948</c:v>
                </c:pt>
                <c:pt idx="17">
                  <c:v>402.18798937519784</c:v>
                </c:pt>
                <c:pt idx="18">
                  <c:v>3.711558033328067</c:v>
                </c:pt>
                <c:pt idx="19">
                  <c:v>12600.091480403844</c:v>
                </c:pt>
                <c:pt idx="20">
                  <c:v>5122.080999026026</c:v>
                </c:pt>
                <c:pt idx="21">
                  <c:v>9606.153156285665</c:v>
                </c:pt>
                <c:pt idx="22">
                  <c:v>15864.936189671978</c:v>
                </c:pt>
                <c:pt idx="23">
                  <c:v>11007.235348743126</c:v>
                </c:pt>
                <c:pt idx="24">
                  <c:v>6318.199806890581</c:v>
                </c:pt>
                <c:pt idx="25">
                  <c:v>490.3024482440313</c:v>
                </c:pt>
                <c:pt idx="26">
                  <c:v>3465.9551957193885</c:v>
                </c:pt>
                <c:pt idx="27">
                  <c:v>162.04578116079716</c:v>
                </c:pt>
                <c:pt idx="28">
                  <c:v>4436.204706818158</c:v>
                </c:pt>
                <c:pt idx="29">
                  <c:v>7953.31113259091</c:v>
                </c:pt>
                <c:pt idx="30">
                  <c:v>11915.687523035424</c:v>
                </c:pt>
                <c:pt idx="31">
                  <c:v>12116.242199087614</c:v>
                </c:pt>
                <c:pt idx="32">
                  <c:v>7738.827400392896</c:v>
                </c:pt>
                <c:pt idx="33">
                  <c:v>9828.926356944758</c:v>
                </c:pt>
                <c:pt idx="34">
                  <c:v>212.3336337075266</c:v>
                </c:pt>
                <c:pt idx="35">
                  <c:v>9644.374760591149</c:v>
                </c:pt>
                <c:pt idx="36">
                  <c:v>29423.66147190132</c:v>
                </c:pt>
                <c:pt idx="37">
                  <c:v>21253.90995652602</c:v>
                </c:pt>
                <c:pt idx="38">
                  <c:v>33565.74064592005</c:v>
                </c:pt>
                <c:pt idx="39">
                  <c:v>14912.998231091968</c:v>
                </c:pt>
                <c:pt idx="40">
                  <c:v>9211.081629524848</c:v>
                </c:pt>
                <c:pt idx="41">
                  <c:v>4391.990551437184</c:v>
                </c:pt>
                <c:pt idx="42">
                  <c:v>20664.737616062834</c:v>
                </c:pt>
                <c:pt idx="43">
                  <c:v>5734.624740447284</c:v>
                </c:pt>
                <c:pt idx="44">
                  <c:v>264.939212748046</c:v>
                </c:pt>
                <c:pt idx="45">
                  <c:v>4172.517683088395</c:v>
                </c:pt>
                <c:pt idx="46">
                  <c:v>9495.748104395076</c:v>
                </c:pt>
                <c:pt idx="47">
                  <c:v>473.96092944948157</c:v>
                </c:pt>
                <c:pt idx="48">
                  <c:v>10408.025910155156</c:v>
                </c:pt>
                <c:pt idx="49">
                  <c:v>8908.120031708333</c:v>
                </c:pt>
                <c:pt idx="50">
                  <c:v>14111.153706813235</c:v>
                </c:pt>
                <c:pt idx="51">
                  <c:v>25811.224041995276</c:v>
                </c:pt>
                <c:pt idx="52">
                  <c:v>18141.187997006655</c:v>
                </c:pt>
                <c:pt idx="53">
                  <c:v>8577.096700981143</c:v>
                </c:pt>
                <c:pt idx="54">
                  <c:v>207.04614814698772</c:v>
                </c:pt>
                <c:pt idx="55">
                  <c:v>8980.593023443349</c:v>
                </c:pt>
                <c:pt idx="56">
                  <c:v>18471.055381801612</c:v>
                </c:pt>
                <c:pt idx="57">
                  <c:v>29258.551947795248</c:v>
                </c:pt>
                <c:pt idx="58">
                  <c:v>16779.173242113437</c:v>
                </c:pt>
                <c:pt idx="59">
                  <c:v>9920.75556989856</c:v>
                </c:pt>
                <c:pt idx="60">
                  <c:v>22598.164708211258</c:v>
                </c:pt>
                <c:pt idx="61">
                  <c:v>1040.5771253143062</c:v>
                </c:pt>
                <c:pt idx="62">
                  <c:v>148.81354574984883</c:v>
                </c:pt>
                <c:pt idx="63">
                  <c:v>21356.282503042734</c:v>
                </c:pt>
                <c:pt idx="64">
                  <c:v>7779.433845267473</c:v>
                </c:pt>
                <c:pt idx="65">
                  <c:v>178.06053308517974</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32566.649002453083</c:v>
                </c:pt>
                <c:pt idx="1">
                  <c:v>41575.193144972734</c:v>
                </c:pt>
                <c:pt idx="2">
                  <c:v>46592.95623578994</c:v>
                </c:pt>
                <c:pt idx="3">
                  <c:v>98018.0453259281</c:v>
                </c:pt>
                <c:pt idx="4">
                  <c:v>48554.59162002918</c:v>
                </c:pt>
                <c:pt idx="5">
                  <c:v>24132.228565307778</c:v>
                </c:pt>
                <c:pt idx="6">
                  <c:v>10102.485749743493</c:v>
                </c:pt>
                <c:pt idx="7">
                  <c:v>6456.221965810837</c:v>
                </c:pt>
                <c:pt idx="8">
                  <c:v>5093.817386389812</c:v>
                </c:pt>
                <c:pt idx="9">
                  <c:v>61174.786529973964</c:v>
                </c:pt>
                <c:pt idx="10">
                  <c:v>77448.97158227758</c:v>
                </c:pt>
                <c:pt idx="11">
                  <c:v>25075.134201403744</c:v>
                </c:pt>
                <c:pt idx="12">
                  <c:v>12082.246034638954</c:v>
                </c:pt>
                <c:pt idx="13">
                  <c:v>8848.248419861799</c:v>
                </c:pt>
                <c:pt idx="14">
                  <c:v>55708.36750219681</c:v>
                </c:pt>
                <c:pt idx="15">
                  <c:v>61415.47990443675</c:v>
                </c:pt>
                <c:pt idx="16">
                  <c:v>35592.70312059926</c:v>
                </c:pt>
                <c:pt idx="17">
                  <c:v>88931.80700484023</c:v>
                </c:pt>
                <c:pt idx="18">
                  <c:v>132911.90041205296</c:v>
                </c:pt>
                <c:pt idx="19">
                  <c:v>83118.5231880169</c:v>
                </c:pt>
                <c:pt idx="20">
                  <c:v>72291.36072137997</c:v>
                </c:pt>
                <c:pt idx="21">
                  <c:v>59807.23597104617</c:v>
                </c:pt>
                <c:pt idx="22">
                  <c:v>137123.11433759838</c:v>
                </c:pt>
                <c:pt idx="23">
                  <c:v>36532.62296980503</c:v>
                </c:pt>
                <c:pt idx="24">
                  <c:v>68491.68530678714</c:v>
                </c:pt>
                <c:pt idx="25">
                  <c:v>94878.3240748086</c:v>
                </c:pt>
                <c:pt idx="26">
                  <c:v>92226.53939224375</c:v>
                </c:pt>
                <c:pt idx="27">
                  <c:v>70096.62964699279</c:v>
                </c:pt>
                <c:pt idx="28">
                  <c:v>95554.03095101492</c:v>
                </c:pt>
                <c:pt idx="29">
                  <c:v>99833.35909679394</c:v>
                </c:pt>
                <c:pt idx="30">
                  <c:v>93224.19819532969</c:v>
                </c:pt>
                <c:pt idx="31">
                  <c:v>263986.43559351185</c:v>
                </c:pt>
                <c:pt idx="32">
                  <c:v>158906.7726544523</c:v>
                </c:pt>
                <c:pt idx="33">
                  <c:v>213816.42509919597</c:v>
                </c:pt>
                <c:pt idx="34">
                  <c:v>169629.847384322</c:v>
                </c:pt>
                <c:pt idx="35">
                  <c:v>88477.13963359069</c:v>
                </c:pt>
                <c:pt idx="36">
                  <c:v>68846.30598303882</c:v>
                </c:pt>
                <c:pt idx="37">
                  <c:v>120213.84838657416</c:v>
                </c:pt>
                <c:pt idx="38">
                  <c:v>143601.81075208573</c:v>
                </c:pt>
                <c:pt idx="39">
                  <c:v>51313.9794054973</c:v>
                </c:pt>
                <c:pt idx="40">
                  <c:v>73181.4932839322</c:v>
                </c:pt>
                <c:pt idx="41">
                  <c:v>132000.49689477542</c:v>
                </c:pt>
                <c:pt idx="42">
                  <c:v>139648.63746498164</c:v>
                </c:pt>
                <c:pt idx="43">
                  <c:v>166526.91333360923</c:v>
                </c:pt>
                <c:pt idx="44">
                  <c:v>102626.0092335752</c:v>
                </c:pt>
                <c:pt idx="45">
                  <c:v>137552.19145350344</c:v>
                </c:pt>
                <c:pt idx="46">
                  <c:v>108707.70022984245</c:v>
                </c:pt>
                <c:pt idx="47">
                  <c:v>54648.928604831744</c:v>
                </c:pt>
                <c:pt idx="48">
                  <c:v>138873.8717285761</c:v>
                </c:pt>
                <c:pt idx="49">
                  <c:v>62149.34834422624</c:v>
                </c:pt>
                <c:pt idx="50">
                  <c:v>79732.97597286868</c:v>
                </c:pt>
                <c:pt idx="51">
                  <c:v>82770.41078038595</c:v>
                </c:pt>
                <c:pt idx="52">
                  <c:v>105393.93851479392</c:v>
                </c:pt>
                <c:pt idx="53">
                  <c:v>106004.79500445981</c:v>
                </c:pt>
                <c:pt idx="54">
                  <c:v>155033.94189307446</c:v>
                </c:pt>
                <c:pt idx="55">
                  <c:v>114473.10814349912</c:v>
                </c:pt>
                <c:pt idx="56">
                  <c:v>68341.17526654946</c:v>
                </c:pt>
                <c:pt idx="57">
                  <c:v>26264.110564824347</c:v>
                </c:pt>
                <c:pt idx="58">
                  <c:v>16997.93866187516</c:v>
                </c:pt>
                <c:pt idx="59">
                  <c:v>96152.02762299468</c:v>
                </c:pt>
                <c:pt idx="60">
                  <c:v>119384.904088964</c:v>
                </c:pt>
                <c:pt idx="61">
                  <c:v>104993.73978612674</c:v>
                </c:pt>
                <c:pt idx="62">
                  <c:v>149308.84702374562</c:v>
                </c:pt>
                <c:pt idx="63">
                  <c:v>53272.53533679674</c:v>
                </c:pt>
                <c:pt idx="64">
                  <c:v>29116.997297554295</c:v>
                </c:pt>
                <c:pt idx="65">
                  <c:v>13945.87284539561</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7623.060864093077</c:v>
                </c:pt>
                <c:pt idx="1">
                  <c:v>12518.035366755314</c:v>
                </c:pt>
                <c:pt idx="2">
                  <c:v>17778.665156584182</c:v>
                </c:pt>
                <c:pt idx="3">
                  <c:v>17699.847766080984</c:v>
                </c:pt>
                <c:pt idx="4">
                  <c:v>26612.66946105768</c:v>
                </c:pt>
                <c:pt idx="5">
                  <c:v>4364.7819173909265</c:v>
                </c:pt>
                <c:pt idx="6">
                  <c:v>180.99318610873328</c:v>
                </c:pt>
                <c:pt idx="7">
                  <c:v>24626.49556156564</c:v>
                </c:pt>
                <c:pt idx="8">
                  <c:v>16310.34715269611</c:v>
                </c:pt>
                <c:pt idx="9">
                  <c:v>18193.28385082546</c:v>
                </c:pt>
                <c:pt idx="10">
                  <c:v>626.7020884099645</c:v>
                </c:pt>
                <c:pt idx="11">
                  <c:v>8191.333666940235</c:v>
                </c:pt>
                <c:pt idx="12">
                  <c:v>12284.898964892545</c:v>
                </c:pt>
                <c:pt idx="13">
                  <c:v>11094.607138812911</c:v>
                </c:pt>
                <c:pt idx="14">
                  <c:v>22105.219135902178</c:v>
                </c:pt>
                <c:pt idx="15">
                  <c:v>31575.15841614597</c:v>
                </c:pt>
                <c:pt idx="16">
                  <c:v>19507.186476816256</c:v>
                </c:pt>
                <c:pt idx="17">
                  <c:v>23372.459385806647</c:v>
                </c:pt>
                <c:pt idx="18">
                  <c:v>3639.8357426397984</c:v>
                </c:pt>
                <c:pt idx="19">
                  <c:v>4215.169395609631</c:v>
                </c:pt>
                <c:pt idx="20">
                  <c:v>13897.071939403317</c:v>
                </c:pt>
                <c:pt idx="21">
                  <c:v>19011.006537998932</c:v>
                </c:pt>
                <c:pt idx="22">
                  <c:v>2196.9952126831745</c:v>
                </c:pt>
                <c:pt idx="23">
                  <c:v>14993.203279850983</c:v>
                </c:pt>
                <c:pt idx="24">
                  <c:v>21916.69244415697</c:v>
                </c:pt>
                <c:pt idx="25">
                  <c:v>20920.710830609583</c:v>
                </c:pt>
                <c:pt idx="26">
                  <c:v>8070.908700820282</c:v>
                </c:pt>
                <c:pt idx="27">
                  <c:v>14637.232533188655</c:v>
                </c:pt>
                <c:pt idx="28">
                  <c:v>18145.741024723968</c:v>
                </c:pt>
                <c:pt idx="29">
                  <c:v>871.2252550011058</c:v>
                </c:pt>
                <c:pt idx="30">
                  <c:v>4451.79567308972</c:v>
                </c:pt>
                <c:pt idx="31">
                  <c:v>18490.63764651711</c:v>
                </c:pt>
                <c:pt idx="32">
                  <c:v>9051.164976486383</c:v>
                </c:pt>
                <c:pt idx="33">
                  <c:v>37648.93140485865</c:v>
                </c:pt>
                <c:pt idx="34">
                  <c:v>6018.611939091779</c:v>
                </c:pt>
                <c:pt idx="35">
                  <c:v>16670.82934011057</c:v>
                </c:pt>
                <c:pt idx="36">
                  <c:v>26270.77198875272</c:v>
                </c:pt>
                <c:pt idx="37">
                  <c:v>18063.399600665547</c:v>
                </c:pt>
                <c:pt idx="38">
                  <c:v>28589.694425327772</c:v>
                </c:pt>
                <c:pt idx="39">
                  <c:v>23783.277995889694</c:v>
                </c:pt>
                <c:pt idx="40">
                  <c:v>10102.197842789592</c:v>
                </c:pt>
                <c:pt idx="41">
                  <c:v>13132.944959141623</c:v>
                </c:pt>
                <c:pt idx="42">
                  <c:v>25711.804691612844</c:v>
                </c:pt>
                <c:pt idx="43">
                  <c:v>13542.664666914943</c:v>
                </c:pt>
                <c:pt idx="44">
                  <c:v>6779.882115460693</c:v>
                </c:pt>
                <c:pt idx="45">
                  <c:v>33066.26093036822</c:v>
                </c:pt>
                <c:pt idx="46">
                  <c:v>14453.236775150386</c:v>
                </c:pt>
                <c:pt idx="47">
                  <c:v>710.1087213037634</c:v>
                </c:pt>
                <c:pt idx="48">
                  <c:v>12955.98939775486</c:v>
                </c:pt>
                <c:pt idx="49">
                  <c:v>19372.661901077576</c:v>
                </c:pt>
                <c:pt idx="50">
                  <c:v>10804.17987079375</c:v>
                </c:pt>
                <c:pt idx="51">
                  <c:v>56156.94558184508</c:v>
                </c:pt>
                <c:pt idx="52">
                  <c:v>12723.835289640696</c:v>
                </c:pt>
                <c:pt idx="53">
                  <c:v>11104.933075088378</c:v>
                </c:pt>
                <c:pt idx="54">
                  <c:v>14360.082075706936</c:v>
                </c:pt>
                <c:pt idx="55">
                  <c:v>28.841006951744575</c:v>
                </c:pt>
                <c:pt idx="56">
                  <c:v>814.9802348780255</c:v>
                </c:pt>
                <c:pt idx="57">
                  <c:v>9507.101449083024</c:v>
                </c:pt>
                <c:pt idx="58">
                  <c:v>23587.742133959062</c:v>
                </c:pt>
                <c:pt idx="59">
                  <c:v>36053.301230212375</c:v>
                </c:pt>
                <c:pt idx="60">
                  <c:v>34132.75882438685</c:v>
                </c:pt>
                <c:pt idx="61">
                  <c:v>13408.282723257293</c:v>
                </c:pt>
                <c:pt idx="62">
                  <c:v>6861.33291991149</c:v>
                </c:pt>
                <c:pt idx="63">
                  <c:v>30466.342929340928</c:v>
                </c:pt>
                <c:pt idx="64">
                  <c:v>11099.923026321876</c:v>
                </c:pt>
                <c:pt idx="65">
                  <c:v>935.0851212104911</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2781.742393457104</c:v>
                </c:pt>
                <c:pt idx="1">
                  <c:v>8026.497847701454</c:v>
                </c:pt>
                <c:pt idx="2">
                  <c:v>8201.969380731742</c:v>
                </c:pt>
                <c:pt idx="3">
                  <c:v>3375.3191140869285</c:v>
                </c:pt>
                <c:pt idx="4">
                  <c:v>83.26790081198325</c:v>
                </c:pt>
                <c:pt idx="5">
                  <c:v>4918.12299509128</c:v>
                </c:pt>
                <c:pt idx="6">
                  <c:v>2745.599498503914</c:v>
                </c:pt>
                <c:pt idx="7">
                  <c:v>141.51695192176336</c:v>
                </c:pt>
                <c:pt idx="8">
                  <c:v>11171.838924016864</c:v>
                </c:pt>
                <c:pt idx="9">
                  <c:v>336.2384298089638</c:v>
                </c:pt>
                <c:pt idx="10">
                  <c:v>4769.8590334991895</c:v>
                </c:pt>
                <c:pt idx="11">
                  <c:v>3294.1120143449575</c:v>
                </c:pt>
                <c:pt idx="12">
                  <c:v>8944.841059396344</c:v>
                </c:pt>
                <c:pt idx="13">
                  <c:v>400.2130940156957</c:v>
                </c:pt>
                <c:pt idx="14">
                  <c:v>1110.2361225706748</c:v>
                </c:pt>
                <c:pt idx="15">
                  <c:v>8622.380720320518</c:v>
                </c:pt>
                <c:pt idx="16">
                  <c:v>11728.710009358116</c:v>
                </c:pt>
                <c:pt idx="17">
                  <c:v>10527.623495044236</c:v>
                </c:pt>
                <c:pt idx="18">
                  <c:v>9502.13679045978</c:v>
                </c:pt>
                <c:pt idx="19">
                  <c:v>1184.043906172576</c:v>
                </c:pt>
                <c:pt idx="20">
                  <c:v>5995.199076336723</c:v>
                </c:pt>
                <c:pt idx="21">
                  <c:v>1860.5458544638138</c:v>
                </c:pt>
                <c:pt idx="22">
                  <c:v>10026.10162852734</c:v>
                </c:pt>
                <c:pt idx="23">
                  <c:v>94.82650473115505</c:v>
                </c:pt>
                <c:pt idx="24">
                  <c:v>209.28785493174766</c:v>
                </c:pt>
                <c:pt idx="25">
                  <c:v>250.21160550231184</c:v>
                </c:pt>
                <c:pt idx="26">
                  <c:v>3723.0969529151735</c:v>
                </c:pt>
                <c:pt idx="27">
                  <c:v>3887.0276248441774</c:v>
                </c:pt>
                <c:pt idx="28">
                  <c:v>370.21420639508267</c:v>
                </c:pt>
                <c:pt idx="29">
                  <c:v>13415.841956438293</c:v>
                </c:pt>
                <c:pt idx="30">
                  <c:v>8687.437855731701</c:v>
                </c:pt>
                <c:pt idx="31">
                  <c:v>13363.071522737568</c:v>
                </c:pt>
                <c:pt idx="32">
                  <c:v>1951.1295931021477</c:v>
                </c:pt>
                <c:pt idx="33">
                  <c:v>2467.6845899288824</c:v>
                </c:pt>
                <c:pt idx="34">
                  <c:v>57.077781841973156</c:v>
                </c:pt>
                <c:pt idx="35">
                  <c:v>11766.638106663911</c:v>
                </c:pt>
                <c:pt idx="36">
                  <c:v>13040.581122220934</c:v>
                </c:pt>
                <c:pt idx="37">
                  <c:v>4072.56066912081</c:v>
                </c:pt>
                <c:pt idx="38">
                  <c:v>13777.417163872331</c:v>
                </c:pt>
                <c:pt idx="39">
                  <c:v>6285.942538814722</c:v>
                </c:pt>
                <c:pt idx="40">
                  <c:v>55.834207235715986</c:v>
                </c:pt>
                <c:pt idx="41">
                  <c:v>144.51896687899654</c:v>
                </c:pt>
                <c:pt idx="42">
                  <c:v>5549.10427180969</c:v>
                </c:pt>
                <c:pt idx="43">
                  <c:v>7096.698521781073</c:v>
                </c:pt>
                <c:pt idx="44">
                  <c:v>38.3854815199098</c:v>
                </c:pt>
                <c:pt idx="45">
                  <c:v>15766.442667023952</c:v>
                </c:pt>
                <c:pt idx="46">
                  <c:v>2600.742248793848</c:v>
                </c:pt>
                <c:pt idx="47">
                  <c:v>5870.689577943678</c:v>
                </c:pt>
                <c:pt idx="48">
                  <c:v>8104.695940141215</c:v>
                </c:pt>
                <c:pt idx="49">
                  <c:v>2242.1043434213097</c:v>
                </c:pt>
                <c:pt idx="50">
                  <c:v>177.33992512742086</c:v>
                </c:pt>
                <c:pt idx="51">
                  <c:v>3323.302826995284</c:v>
                </c:pt>
                <c:pt idx="52">
                  <c:v>13333.642829933618</c:v>
                </c:pt>
                <c:pt idx="53">
                  <c:v>63.01295509665187</c:v>
                </c:pt>
                <c:pt idx="54">
                  <c:v>6646.408075079058</c:v>
                </c:pt>
                <c:pt idx="55">
                  <c:v>6818.376023903134</c:v>
                </c:pt>
                <c:pt idx="56">
                  <c:v>6673.283743427707</c:v>
                </c:pt>
                <c:pt idx="57">
                  <c:v>59.063480643209644</c:v>
                </c:pt>
                <c:pt idx="58">
                  <c:v>114.71278474697186</c:v>
                </c:pt>
                <c:pt idx="59">
                  <c:v>10524.943357389877</c:v>
                </c:pt>
                <c:pt idx="60">
                  <c:v>15726.12116580706</c:v>
                </c:pt>
                <c:pt idx="61">
                  <c:v>9338.070228286144</c:v>
                </c:pt>
                <c:pt idx="62">
                  <c:v>11329.792480752829</c:v>
                </c:pt>
                <c:pt idx="63">
                  <c:v>3333.3028561631263</c:v>
                </c:pt>
                <c:pt idx="64">
                  <c:v>6233.3840569704125</c:v>
                </c:pt>
                <c:pt idx="65">
                  <c:v>8836.909537666494</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294.23116009081616</c:v>
                </c:pt>
                <c:pt idx="1">
                  <c:v>7992.411511228653</c:v>
                </c:pt>
                <c:pt idx="2">
                  <c:v>4826.245796018547</c:v>
                </c:pt>
                <c:pt idx="3">
                  <c:v>10.147411646349015</c:v>
                </c:pt>
                <c:pt idx="4">
                  <c:v>11014.029909242343</c:v>
                </c:pt>
                <c:pt idx="5">
                  <c:v>6906.993727723286</c:v>
                </c:pt>
                <c:pt idx="6">
                  <c:v>4132.094300981044</c:v>
                </c:pt>
                <c:pt idx="7">
                  <c:v>516.6807461609628</c:v>
                </c:pt>
                <c:pt idx="8">
                  <c:v>19275.790762640823</c:v>
                </c:pt>
                <c:pt idx="9">
                  <c:v>8819.277131390434</c:v>
                </c:pt>
                <c:pt idx="10">
                  <c:v>11612.735335833942</c:v>
                </c:pt>
                <c:pt idx="11">
                  <c:v>63.931240117541094</c:v>
                </c:pt>
                <c:pt idx="12">
                  <c:v>7972.212659606663</c:v>
                </c:pt>
                <c:pt idx="13">
                  <c:v>4674.5009649052345</c:v>
                </c:pt>
                <c:pt idx="14">
                  <c:v>15779.943900324874</c:v>
                </c:pt>
                <c:pt idx="15">
                  <c:v>9930.670660115537</c:v>
                </c:pt>
                <c:pt idx="16">
                  <c:v>17473.202084105797</c:v>
                </c:pt>
                <c:pt idx="17">
                  <c:v>441.8639914016756</c:v>
                </c:pt>
                <c:pt idx="18">
                  <c:v>12495.303337170051</c:v>
                </c:pt>
                <c:pt idx="19">
                  <c:v>15482.60103239804</c:v>
                </c:pt>
                <c:pt idx="20">
                  <c:v>335.55263045472515</c:v>
                </c:pt>
                <c:pt idx="21">
                  <c:v>6287.668424417794</c:v>
                </c:pt>
                <c:pt idx="22">
                  <c:v>8901.404468025516</c:v>
                </c:pt>
                <c:pt idx="23">
                  <c:v>3360.7776008556225</c:v>
                </c:pt>
                <c:pt idx="24">
                  <c:v>5147.12283592116</c:v>
                </c:pt>
                <c:pt idx="25">
                  <c:v>32.950189634015885</c:v>
                </c:pt>
                <c:pt idx="26">
                  <c:v>144.7018741307119</c:v>
                </c:pt>
                <c:pt idx="27">
                  <c:v>7563.14604802116</c:v>
                </c:pt>
                <c:pt idx="28">
                  <c:v>15288.547546151502</c:v>
                </c:pt>
                <c:pt idx="29">
                  <c:v>1800.0534312375248</c:v>
                </c:pt>
                <c:pt idx="30">
                  <c:v>3499.1173388147045</c:v>
                </c:pt>
                <c:pt idx="31">
                  <c:v>22327.470977875328</c:v>
                </c:pt>
                <c:pt idx="32">
                  <c:v>13015.292276203993</c:v>
                </c:pt>
                <c:pt idx="33">
                  <c:v>5551.016098421282</c:v>
                </c:pt>
                <c:pt idx="34">
                  <c:v>3778.4094108217137</c:v>
                </c:pt>
                <c:pt idx="35">
                  <c:v>9629.350792643048</c:v>
                </c:pt>
                <c:pt idx="36">
                  <c:v>12768.67321629019</c:v>
                </c:pt>
                <c:pt idx="37">
                  <c:v>34.615258776391215</c:v>
                </c:pt>
                <c:pt idx="38">
                  <c:v>20015.57848110365</c:v>
                </c:pt>
                <c:pt idx="39">
                  <c:v>4504.772075937128</c:v>
                </c:pt>
                <c:pt idx="40">
                  <c:v>9074.956913651944</c:v>
                </c:pt>
                <c:pt idx="41">
                  <c:v>12100.814213892572</c:v>
                </c:pt>
                <c:pt idx="42">
                  <c:v>14416.860146125011</c:v>
                </c:pt>
                <c:pt idx="43">
                  <c:v>533.8960670078566</c:v>
                </c:pt>
                <c:pt idx="44">
                  <c:v>5451.786105176175</c:v>
                </c:pt>
                <c:pt idx="45">
                  <c:v>15792.784185605553</c:v>
                </c:pt>
                <c:pt idx="46">
                  <c:v>8980.070686147765</c:v>
                </c:pt>
                <c:pt idx="47">
                  <c:v>214.87961820358083</c:v>
                </c:pt>
                <c:pt idx="48">
                  <c:v>16682.55648541903</c:v>
                </c:pt>
                <c:pt idx="49">
                  <c:v>4718.353943578301</c:v>
                </c:pt>
                <c:pt idx="50">
                  <c:v>10660.798563738907</c:v>
                </c:pt>
                <c:pt idx="51">
                  <c:v>20195.75513485029</c:v>
                </c:pt>
                <c:pt idx="52">
                  <c:v>20796.253035995393</c:v>
                </c:pt>
                <c:pt idx="53">
                  <c:v>14183.383214901993</c:v>
                </c:pt>
                <c:pt idx="54">
                  <c:v>10353.5508266952</c:v>
                </c:pt>
                <c:pt idx="55">
                  <c:v>14299.683378922316</c:v>
                </c:pt>
                <c:pt idx="56">
                  <c:v>5810.967655639373</c:v>
                </c:pt>
                <c:pt idx="57">
                  <c:v>456.8893661671004</c:v>
                </c:pt>
                <c:pt idx="58">
                  <c:v>353.7358868147218</c:v>
                </c:pt>
                <c:pt idx="59">
                  <c:v>0.04958765993484761</c:v>
                </c:pt>
                <c:pt idx="60">
                  <c:v>4827.138693815256</c:v>
                </c:pt>
                <c:pt idx="61">
                  <c:v>7968.5393088651</c:v>
                </c:pt>
                <c:pt idx="62">
                  <c:v>9964.003660429416</c:v>
                </c:pt>
                <c:pt idx="63">
                  <c:v>383.3354828869389</c:v>
                </c:pt>
                <c:pt idx="64">
                  <c:v>14348.7161618444</c:v>
                </c:pt>
                <c:pt idx="65">
                  <c:v>16173.437732001647</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1191.1746234104494</c:v>
                </c:pt>
                <c:pt idx="1">
                  <c:v>2666.7470516791805</c:v>
                </c:pt>
                <c:pt idx="2">
                  <c:v>8488.692301502688</c:v>
                </c:pt>
                <c:pt idx="3">
                  <c:v>19819.04629351901</c:v>
                </c:pt>
                <c:pt idx="4">
                  <c:v>2211.297483594806</c:v>
                </c:pt>
                <c:pt idx="5">
                  <c:v>20038.185540809365</c:v>
                </c:pt>
                <c:pt idx="6">
                  <c:v>1980.4257127259775</c:v>
                </c:pt>
                <c:pt idx="7">
                  <c:v>47678.440143259075</c:v>
                </c:pt>
                <c:pt idx="8">
                  <c:v>14784.21352429632</c:v>
                </c:pt>
                <c:pt idx="9">
                  <c:v>23329.497060859765</c:v>
                </c:pt>
                <c:pt idx="10">
                  <c:v>29832.961420782336</c:v>
                </c:pt>
                <c:pt idx="11">
                  <c:v>11522.932860749523</c:v>
                </c:pt>
                <c:pt idx="12">
                  <c:v>35641.77038748927</c:v>
                </c:pt>
                <c:pt idx="13">
                  <c:v>8122.141645760507</c:v>
                </c:pt>
                <c:pt idx="14">
                  <c:v>1706.77885768027</c:v>
                </c:pt>
                <c:pt idx="15">
                  <c:v>11699.415589778264</c:v>
                </c:pt>
                <c:pt idx="16">
                  <c:v>26373.265996874674</c:v>
                </c:pt>
                <c:pt idx="17">
                  <c:v>20665.619646202264</c:v>
                </c:pt>
                <c:pt idx="18">
                  <c:v>18061.10708642385</c:v>
                </c:pt>
                <c:pt idx="19">
                  <c:v>29570.91236583187</c:v>
                </c:pt>
                <c:pt idx="20">
                  <c:v>26055.707814574555</c:v>
                </c:pt>
                <c:pt idx="21">
                  <c:v>11770.713610354262</c:v>
                </c:pt>
                <c:pt idx="22">
                  <c:v>12242.28478658743</c:v>
                </c:pt>
                <c:pt idx="23">
                  <c:v>1916.753099427207</c:v>
                </c:pt>
                <c:pt idx="24">
                  <c:v>31190.76853213392</c:v>
                </c:pt>
                <c:pt idx="25">
                  <c:v>13030.096527006537</c:v>
                </c:pt>
                <c:pt idx="26">
                  <c:v>19515.661050262916</c:v>
                </c:pt>
                <c:pt idx="27">
                  <c:v>1797.5855910524642</c:v>
                </c:pt>
                <c:pt idx="28">
                  <c:v>24991.748560520744</c:v>
                </c:pt>
                <c:pt idx="29">
                  <c:v>32313.569606308094</c:v>
                </c:pt>
                <c:pt idx="30">
                  <c:v>10406.50133760356</c:v>
                </c:pt>
                <c:pt idx="31">
                  <c:v>53601.13936959187</c:v>
                </c:pt>
                <c:pt idx="32">
                  <c:v>37380.45910098858</c:v>
                </c:pt>
                <c:pt idx="33">
                  <c:v>47155.57721180972</c:v>
                </c:pt>
                <c:pt idx="34">
                  <c:v>19832.38012285167</c:v>
                </c:pt>
                <c:pt idx="35">
                  <c:v>32539.144907733615</c:v>
                </c:pt>
                <c:pt idx="36">
                  <c:v>13606.425734902494</c:v>
                </c:pt>
                <c:pt idx="37">
                  <c:v>1385.8601556499307</c:v>
                </c:pt>
                <c:pt idx="38">
                  <c:v>4319.893663864788</c:v>
                </c:pt>
                <c:pt idx="39">
                  <c:v>6543.4435450070105</c:v>
                </c:pt>
                <c:pt idx="40">
                  <c:v>15643.048294813381</c:v>
                </c:pt>
                <c:pt idx="41">
                  <c:v>23093.088783397856</c:v>
                </c:pt>
                <c:pt idx="42">
                  <c:v>31248.926947277847</c:v>
                </c:pt>
                <c:pt idx="43">
                  <c:v>29299.312650550673</c:v>
                </c:pt>
                <c:pt idx="44">
                  <c:v>5727.591869658637</c:v>
                </c:pt>
                <c:pt idx="45">
                  <c:v>43087.02004926616</c:v>
                </c:pt>
                <c:pt idx="46">
                  <c:v>33210.49700162264</c:v>
                </c:pt>
                <c:pt idx="47">
                  <c:v>2248.1225720108014</c:v>
                </c:pt>
                <c:pt idx="48">
                  <c:v>1418.1370827625776</c:v>
                </c:pt>
                <c:pt idx="49">
                  <c:v>1576.9166296163844</c:v>
                </c:pt>
                <c:pt idx="50">
                  <c:v>27289.937627293184</c:v>
                </c:pt>
                <c:pt idx="51">
                  <c:v>10997.089220561327</c:v>
                </c:pt>
                <c:pt idx="52">
                  <c:v>617.4086184393327</c:v>
                </c:pt>
                <c:pt idx="53">
                  <c:v>40589.93221441826</c:v>
                </c:pt>
                <c:pt idx="54">
                  <c:v>33386.56212925403</c:v>
                </c:pt>
                <c:pt idx="55">
                  <c:v>20537.23146572576</c:v>
                </c:pt>
                <c:pt idx="56">
                  <c:v>11127.764838154622</c:v>
                </c:pt>
                <c:pt idx="57">
                  <c:v>61016.52470268164</c:v>
                </c:pt>
                <c:pt idx="58">
                  <c:v>9263.529416573021</c:v>
                </c:pt>
                <c:pt idx="59">
                  <c:v>51962.61572324739</c:v>
                </c:pt>
                <c:pt idx="60">
                  <c:v>53965.89813685615</c:v>
                </c:pt>
                <c:pt idx="61">
                  <c:v>36810.36708235978</c:v>
                </c:pt>
                <c:pt idx="62">
                  <c:v>50352.99001581453</c:v>
                </c:pt>
                <c:pt idx="63">
                  <c:v>20887.061651536824</c:v>
                </c:pt>
                <c:pt idx="64">
                  <c:v>50707.97486296227</c:v>
                </c:pt>
                <c:pt idx="65">
                  <c:v>15514.070441187398</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2686.132180972185</c:v>
                </c:pt>
                <c:pt idx="1">
                  <c:v>2969.539773074341</c:v>
                </c:pt>
                <c:pt idx="2">
                  <c:v>34919.93749386916</c:v>
                </c:pt>
                <c:pt idx="3">
                  <c:v>13400.87834232243</c:v>
                </c:pt>
                <c:pt idx="4">
                  <c:v>3092.782024592202</c:v>
                </c:pt>
                <c:pt idx="5">
                  <c:v>28706.2809594036</c:v>
                </c:pt>
                <c:pt idx="6">
                  <c:v>13741.9356011413</c:v>
                </c:pt>
                <c:pt idx="7">
                  <c:v>27685.919278458157</c:v>
                </c:pt>
                <c:pt idx="8">
                  <c:v>3457.7912910166533</c:v>
                </c:pt>
                <c:pt idx="9">
                  <c:v>34339.655285082765</c:v>
                </c:pt>
                <c:pt idx="10">
                  <c:v>33762.39616872982</c:v>
                </c:pt>
                <c:pt idx="11">
                  <c:v>10402.382485956146</c:v>
                </c:pt>
                <c:pt idx="12">
                  <c:v>2826.6501410617548</c:v>
                </c:pt>
                <c:pt idx="13">
                  <c:v>43007.20667163716</c:v>
                </c:pt>
                <c:pt idx="14">
                  <c:v>16409.927577260023</c:v>
                </c:pt>
                <c:pt idx="15">
                  <c:v>3412.383771766939</c:v>
                </c:pt>
                <c:pt idx="16">
                  <c:v>32106.548926766583</c:v>
                </c:pt>
                <c:pt idx="17">
                  <c:v>3851.5572060704535</c:v>
                </c:pt>
                <c:pt idx="18">
                  <c:v>14486.423155772109</c:v>
                </c:pt>
                <c:pt idx="19">
                  <c:v>29866.119675310845</c:v>
                </c:pt>
                <c:pt idx="20">
                  <c:v>7687.802569470844</c:v>
                </c:pt>
                <c:pt idx="21">
                  <c:v>18721.863542393367</c:v>
                </c:pt>
                <c:pt idx="22">
                  <c:v>31182.617783334004</c:v>
                </c:pt>
                <c:pt idx="23">
                  <c:v>12953.710003039798</c:v>
                </c:pt>
                <c:pt idx="24">
                  <c:v>4858.246159681597</c:v>
                </c:pt>
                <c:pt idx="25">
                  <c:v>3651.9031729999815</c:v>
                </c:pt>
                <c:pt idx="26">
                  <c:v>3121.070955642435</c:v>
                </c:pt>
                <c:pt idx="27">
                  <c:v>21180.76704798246</c:v>
                </c:pt>
                <c:pt idx="28">
                  <c:v>7785.225512591459</c:v>
                </c:pt>
                <c:pt idx="29">
                  <c:v>40311.11601542902</c:v>
                </c:pt>
                <c:pt idx="30">
                  <c:v>25561.718493958477</c:v>
                </c:pt>
                <c:pt idx="31">
                  <c:v>26822.27706076153</c:v>
                </c:pt>
                <c:pt idx="32">
                  <c:v>10063.741392708478</c:v>
                </c:pt>
                <c:pt idx="33">
                  <c:v>4948.242256144246</c:v>
                </c:pt>
                <c:pt idx="34">
                  <c:v>16194.874658081422</c:v>
                </c:pt>
                <c:pt idx="35">
                  <c:v>40744.10463907942</c:v>
                </c:pt>
                <c:pt idx="36">
                  <c:v>50506.51398457006</c:v>
                </c:pt>
                <c:pt idx="37">
                  <c:v>18215.557725426377</c:v>
                </c:pt>
                <c:pt idx="38">
                  <c:v>83709.40710073331</c:v>
                </c:pt>
                <c:pt idx="39">
                  <c:v>43872.95076714232</c:v>
                </c:pt>
                <c:pt idx="40">
                  <c:v>14493.817140863248</c:v>
                </c:pt>
                <c:pt idx="41">
                  <c:v>25618.1503434338</c:v>
                </c:pt>
                <c:pt idx="42">
                  <c:v>8351.555419288477</c:v>
                </c:pt>
                <c:pt idx="43">
                  <c:v>15136.115338110078</c:v>
                </c:pt>
                <c:pt idx="44">
                  <c:v>36674.126482870095</c:v>
                </c:pt>
                <c:pt idx="45">
                  <c:v>9535.755391429644</c:v>
                </c:pt>
                <c:pt idx="46">
                  <c:v>3649.8570579644156</c:v>
                </c:pt>
                <c:pt idx="47">
                  <c:v>3656.1236570063884</c:v>
                </c:pt>
                <c:pt idx="48">
                  <c:v>13169.11263617622</c:v>
                </c:pt>
                <c:pt idx="49">
                  <c:v>51250.01111956571</c:v>
                </c:pt>
                <c:pt idx="50">
                  <c:v>16394.306165171005</c:v>
                </c:pt>
                <c:pt idx="51">
                  <c:v>6187.5353367593725</c:v>
                </c:pt>
                <c:pt idx="52">
                  <c:v>4000.3569439399503</c:v>
                </c:pt>
                <c:pt idx="53">
                  <c:v>15681.56375242677</c:v>
                </c:pt>
                <c:pt idx="54">
                  <c:v>6456.526712692092</c:v>
                </c:pt>
                <c:pt idx="55">
                  <c:v>3564.0936904764085</c:v>
                </c:pt>
                <c:pt idx="56">
                  <c:v>5456.03611868933</c:v>
                </c:pt>
                <c:pt idx="57">
                  <c:v>33534.98299375213</c:v>
                </c:pt>
                <c:pt idx="58">
                  <c:v>25699.11902390147</c:v>
                </c:pt>
                <c:pt idx="59">
                  <c:v>16501.36044288664</c:v>
                </c:pt>
                <c:pt idx="60">
                  <c:v>4419.0640069158635</c:v>
                </c:pt>
                <c:pt idx="61">
                  <c:v>22766.046498669355</c:v>
                </c:pt>
                <c:pt idx="62">
                  <c:v>8342.80170010897</c:v>
                </c:pt>
                <c:pt idx="63">
                  <c:v>24128.83296962072</c:v>
                </c:pt>
                <c:pt idx="64">
                  <c:v>24189.3702443668</c:v>
                </c:pt>
                <c:pt idx="65">
                  <c:v>33517.370920511625</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4208.558689702632</c:v>
                </c:pt>
                <c:pt idx="1">
                  <c:v>23646.22630361757</c:v>
                </c:pt>
                <c:pt idx="2">
                  <c:v>28597.259773396967</c:v>
                </c:pt>
                <c:pt idx="3">
                  <c:v>7947.793796566348</c:v>
                </c:pt>
                <c:pt idx="4">
                  <c:v>3062.532827054421</c:v>
                </c:pt>
                <c:pt idx="5">
                  <c:v>18488.666872787027</c:v>
                </c:pt>
                <c:pt idx="6">
                  <c:v>23775.6912431301</c:v>
                </c:pt>
                <c:pt idx="7">
                  <c:v>30620.18786885008</c:v>
                </c:pt>
                <c:pt idx="8">
                  <c:v>34174.64866929694</c:v>
                </c:pt>
                <c:pt idx="9">
                  <c:v>19893.292985654753</c:v>
                </c:pt>
                <c:pt idx="10">
                  <c:v>15950.682168772335</c:v>
                </c:pt>
                <c:pt idx="11">
                  <c:v>12559.943077290183</c:v>
                </c:pt>
                <c:pt idx="12">
                  <c:v>31244.287935824694</c:v>
                </c:pt>
                <c:pt idx="13">
                  <c:v>44487.32766308789</c:v>
                </c:pt>
                <c:pt idx="14">
                  <c:v>41527.383551536914</c:v>
                </c:pt>
                <c:pt idx="15">
                  <c:v>12341.399265290933</c:v>
                </c:pt>
                <c:pt idx="16">
                  <c:v>22034.007658230756</c:v>
                </c:pt>
                <c:pt idx="17">
                  <c:v>28431.50178783902</c:v>
                </c:pt>
                <c:pt idx="18">
                  <c:v>22582.138831867425</c:v>
                </c:pt>
                <c:pt idx="19">
                  <c:v>28390.98247345846</c:v>
                </c:pt>
                <c:pt idx="20">
                  <c:v>32554.861264300016</c:v>
                </c:pt>
                <c:pt idx="21">
                  <c:v>30409.249855967533</c:v>
                </c:pt>
                <c:pt idx="22">
                  <c:v>36917.36542370124</c:v>
                </c:pt>
                <c:pt idx="23">
                  <c:v>20472.612996818752</c:v>
                </c:pt>
                <c:pt idx="24">
                  <c:v>42036.1495048637</c:v>
                </c:pt>
                <c:pt idx="25">
                  <c:v>34881.65560326661</c:v>
                </c:pt>
                <c:pt idx="26">
                  <c:v>25463.59830662055</c:v>
                </c:pt>
                <c:pt idx="27">
                  <c:v>18205.659849856384</c:v>
                </c:pt>
                <c:pt idx="28">
                  <c:v>53244.280975852715</c:v>
                </c:pt>
                <c:pt idx="29">
                  <c:v>38527.673428049195</c:v>
                </c:pt>
                <c:pt idx="30">
                  <c:v>31420.55781679732</c:v>
                </c:pt>
                <c:pt idx="31">
                  <c:v>35443.4421546782</c:v>
                </c:pt>
                <c:pt idx="32">
                  <c:v>20978.82416668944</c:v>
                </c:pt>
                <c:pt idx="33">
                  <c:v>10687.919142382194</c:v>
                </c:pt>
                <c:pt idx="34">
                  <c:v>9721.286122242793</c:v>
                </c:pt>
                <c:pt idx="35">
                  <c:v>8769.471024744264</c:v>
                </c:pt>
                <c:pt idx="36">
                  <c:v>8535.262863726293</c:v>
                </c:pt>
                <c:pt idx="37">
                  <c:v>3746.0889697980365</c:v>
                </c:pt>
                <c:pt idx="38">
                  <c:v>21507.375021594147</c:v>
                </c:pt>
                <c:pt idx="39">
                  <c:v>6004.471180410955</c:v>
                </c:pt>
                <c:pt idx="40">
                  <c:v>5203.442734243495</c:v>
                </c:pt>
                <c:pt idx="41">
                  <c:v>31001.388684728026</c:v>
                </c:pt>
                <c:pt idx="42">
                  <c:v>34060.97914761698</c:v>
                </c:pt>
                <c:pt idx="43">
                  <c:v>14438.04058733548</c:v>
                </c:pt>
                <c:pt idx="44">
                  <c:v>11053.905667728799</c:v>
                </c:pt>
                <c:pt idx="45">
                  <c:v>21178.802286734262</c:v>
                </c:pt>
                <c:pt idx="46">
                  <c:v>11822.431404919218</c:v>
                </c:pt>
                <c:pt idx="47">
                  <c:v>22769.200267662745</c:v>
                </c:pt>
                <c:pt idx="48">
                  <c:v>20657.308713054073</c:v>
                </c:pt>
                <c:pt idx="49">
                  <c:v>18214.168367151084</c:v>
                </c:pt>
                <c:pt idx="50">
                  <c:v>18395.150308582146</c:v>
                </c:pt>
                <c:pt idx="51">
                  <c:v>27756.751843250582</c:v>
                </c:pt>
                <c:pt idx="52">
                  <c:v>32419.792061737047</c:v>
                </c:pt>
                <c:pt idx="53">
                  <c:v>21040.20420226221</c:v>
                </c:pt>
                <c:pt idx="54">
                  <c:v>27902.083124430916</c:v>
                </c:pt>
                <c:pt idx="55">
                  <c:v>19259.104391105477</c:v>
                </c:pt>
                <c:pt idx="56">
                  <c:v>41508.818026753135</c:v>
                </c:pt>
                <c:pt idx="57">
                  <c:v>33323.35865479395</c:v>
                </c:pt>
                <c:pt idx="58">
                  <c:v>38120.807138619304</c:v>
                </c:pt>
                <c:pt idx="59">
                  <c:v>60164.664687467266</c:v>
                </c:pt>
                <c:pt idx="60">
                  <c:v>43035.1993400201</c:v>
                </c:pt>
                <c:pt idx="61">
                  <c:v>20344.419514381367</c:v>
                </c:pt>
                <c:pt idx="62">
                  <c:v>22472.931964443203</c:v>
                </c:pt>
                <c:pt idx="63">
                  <c:v>28046.782490256934</c:v>
                </c:pt>
                <c:pt idx="64">
                  <c:v>26228.52308074511</c:v>
                </c:pt>
                <c:pt idx="65">
                  <c:v>14465.114169034274</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2242.6637335842524</c:v>
                </c:pt>
                <c:pt idx="1">
                  <c:v>2073.6436496557008</c:v>
                </c:pt>
                <c:pt idx="2">
                  <c:v>3435.812549278135</c:v>
                </c:pt>
                <c:pt idx="3">
                  <c:v>2191.0519952560862</c:v>
                </c:pt>
                <c:pt idx="4">
                  <c:v>4846.210204424932</c:v>
                </c:pt>
                <c:pt idx="5">
                  <c:v>1953.107528394787</c:v>
                </c:pt>
                <c:pt idx="6">
                  <c:v>3952.913737200005</c:v>
                </c:pt>
                <c:pt idx="7">
                  <c:v>2891.628083239196</c:v>
                </c:pt>
                <c:pt idx="8">
                  <c:v>122.33883014183426</c:v>
                </c:pt>
                <c:pt idx="9">
                  <c:v>1924.1278631032894</c:v>
                </c:pt>
                <c:pt idx="10">
                  <c:v>821.0542539899867</c:v>
                </c:pt>
                <c:pt idx="11">
                  <c:v>689.1213381678077</c:v>
                </c:pt>
                <c:pt idx="12">
                  <c:v>2342.0978911381435</c:v>
                </c:pt>
                <c:pt idx="13">
                  <c:v>2732.933411177577</c:v>
                </c:pt>
                <c:pt idx="14">
                  <c:v>3389.48672467841</c:v>
                </c:pt>
                <c:pt idx="15">
                  <c:v>5386.177903254601</c:v>
                </c:pt>
                <c:pt idx="16">
                  <c:v>2435.669367031219</c:v>
                </c:pt>
                <c:pt idx="17">
                  <c:v>5381.64123873695</c:v>
                </c:pt>
                <c:pt idx="18">
                  <c:v>6141.865556789635</c:v>
                </c:pt>
                <c:pt idx="19">
                  <c:v>5599.384759473549</c:v>
                </c:pt>
                <c:pt idx="20">
                  <c:v>3605.925580603606</c:v>
                </c:pt>
                <c:pt idx="21">
                  <c:v>2658.1072055546324</c:v>
                </c:pt>
                <c:pt idx="22">
                  <c:v>8320.104512248063</c:v>
                </c:pt>
                <c:pt idx="23">
                  <c:v>5653.385153464298</c:v>
                </c:pt>
                <c:pt idx="24">
                  <c:v>296.3517962580056</c:v>
                </c:pt>
                <c:pt idx="25">
                  <c:v>4057.1932372796196</c:v>
                </c:pt>
                <c:pt idx="26">
                  <c:v>1918.0433046335622</c:v>
                </c:pt>
                <c:pt idx="27">
                  <c:v>59.45721599657477</c:v>
                </c:pt>
                <c:pt idx="28">
                  <c:v>8002.451982987349</c:v>
                </c:pt>
                <c:pt idx="29">
                  <c:v>3654.447191276767</c:v>
                </c:pt>
                <c:pt idx="30">
                  <c:v>1284.5009906392154</c:v>
                </c:pt>
                <c:pt idx="31">
                  <c:v>3968.501767541642</c:v>
                </c:pt>
                <c:pt idx="32">
                  <c:v>1960.6373279872914</c:v>
                </c:pt>
                <c:pt idx="33">
                  <c:v>71.39609231887344</c:v>
                </c:pt>
                <c:pt idx="34">
                  <c:v>7597.415058559753</c:v>
                </c:pt>
                <c:pt idx="35">
                  <c:v>2100.252325380979</c:v>
                </c:pt>
                <c:pt idx="36">
                  <c:v>7573.368414205575</c:v>
                </c:pt>
                <c:pt idx="37">
                  <c:v>1360.1020461889175</c:v>
                </c:pt>
                <c:pt idx="38">
                  <c:v>1046.4731577732778</c:v>
                </c:pt>
                <c:pt idx="39">
                  <c:v>460.62694069281093</c:v>
                </c:pt>
                <c:pt idx="40">
                  <c:v>1006.015737673204</c:v>
                </c:pt>
                <c:pt idx="41">
                  <c:v>1.445757640318666</c:v>
                </c:pt>
                <c:pt idx="42">
                  <c:v>64.04714501768696</c:v>
                </c:pt>
                <c:pt idx="43">
                  <c:v>7273.364983366</c:v>
                </c:pt>
                <c:pt idx="44">
                  <c:v>388.5355652783592</c:v>
                </c:pt>
                <c:pt idx="45">
                  <c:v>4856.60752697011</c:v>
                </c:pt>
                <c:pt idx="46">
                  <c:v>1973.9972051544396</c:v>
                </c:pt>
                <c:pt idx="47">
                  <c:v>1246.3877100087295</c:v>
                </c:pt>
                <c:pt idx="48">
                  <c:v>1853.8983818922904</c:v>
                </c:pt>
                <c:pt idx="49">
                  <c:v>917.2833413061809</c:v>
                </c:pt>
                <c:pt idx="50">
                  <c:v>3358.51458626828</c:v>
                </c:pt>
                <c:pt idx="51">
                  <c:v>131.57090016991773</c:v>
                </c:pt>
                <c:pt idx="52">
                  <c:v>2226.289367398972</c:v>
                </c:pt>
                <c:pt idx="53">
                  <c:v>1039.589260496269</c:v>
                </c:pt>
                <c:pt idx="54">
                  <c:v>3998.2327712129663</c:v>
                </c:pt>
                <c:pt idx="55">
                  <c:v>34.31828444422731</c:v>
                </c:pt>
                <c:pt idx="56">
                  <c:v>3535.616962762186</c:v>
                </c:pt>
                <c:pt idx="57">
                  <c:v>23.16428507316919</c:v>
                </c:pt>
                <c:pt idx="58">
                  <c:v>1123.5567227291529</c:v>
                </c:pt>
                <c:pt idx="59">
                  <c:v>5191.063616200159</c:v>
                </c:pt>
                <c:pt idx="60">
                  <c:v>1680.2784435470103</c:v>
                </c:pt>
                <c:pt idx="61">
                  <c:v>2747.2352953425066</c:v>
                </c:pt>
                <c:pt idx="62">
                  <c:v>907.0189517741602</c:v>
                </c:pt>
                <c:pt idx="63">
                  <c:v>2380.200879164742</c:v>
                </c:pt>
                <c:pt idx="64">
                  <c:v>183.22324958727717</c:v>
                </c:pt>
                <c:pt idx="65">
                  <c:v>5057.830504061999</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36.874985456414194</c:v>
                </c:pt>
                <c:pt idx="1">
                  <c:v>3192.03634414177</c:v>
                </c:pt>
                <c:pt idx="2">
                  <c:v>743.7271323544985</c:v>
                </c:pt>
                <c:pt idx="3">
                  <c:v>72.84362162073064</c:v>
                </c:pt>
                <c:pt idx="4">
                  <c:v>627.2604979898412</c:v>
                </c:pt>
                <c:pt idx="5">
                  <c:v>1696.189433907759</c:v>
                </c:pt>
                <c:pt idx="6">
                  <c:v>2153.111169111815</c:v>
                </c:pt>
                <c:pt idx="7">
                  <c:v>4742.620008215683</c:v>
                </c:pt>
                <c:pt idx="8">
                  <c:v>205.32187304458583</c:v>
                </c:pt>
                <c:pt idx="9">
                  <c:v>86.24743165611858</c:v>
                </c:pt>
                <c:pt idx="10">
                  <c:v>956.7426793894836</c:v>
                </c:pt>
                <c:pt idx="11">
                  <c:v>673.3309485564411</c:v>
                </c:pt>
                <c:pt idx="12">
                  <c:v>2132.2603452533895</c:v>
                </c:pt>
                <c:pt idx="13">
                  <c:v>250.65105340242167</c:v>
                </c:pt>
                <c:pt idx="14">
                  <c:v>139.06174867312157</c:v>
                </c:pt>
                <c:pt idx="15">
                  <c:v>91.64212562684295</c:v>
                </c:pt>
                <c:pt idx="16">
                  <c:v>1326.6377747986803</c:v>
                </c:pt>
                <c:pt idx="17">
                  <c:v>33.297738799602605</c:v>
                </c:pt>
                <c:pt idx="18">
                  <c:v>2078.295196162251</c:v>
                </c:pt>
                <c:pt idx="19">
                  <c:v>147.1858501926361</c:v>
                </c:pt>
                <c:pt idx="20">
                  <c:v>365.5912395815665</c:v>
                </c:pt>
                <c:pt idx="21">
                  <c:v>2301.548549106671</c:v>
                </c:pt>
                <c:pt idx="22">
                  <c:v>3017.7513006366844</c:v>
                </c:pt>
                <c:pt idx="23">
                  <c:v>110.60096422494048</c:v>
                </c:pt>
                <c:pt idx="24">
                  <c:v>86.13283482200293</c:v>
                </c:pt>
                <c:pt idx="25">
                  <c:v>2248.4951291659404</c:v>
                </c:pt>
                <c:pt idx="26">
                  <c:v>505.8664412625475</c:v>
                </c:pt>
                <c:pt idx="27">
                  <c:v>1201.2827532676754</c:v>
                </c:pt>
                <c:pt idx="28">
                  <c:v>3357.3515137247473</c:v>
                </c:pt>
                <c:pt idx="29">
                  <c:v>1302.6943815316356</c:v>
                </c:pt>
                <c:pt idx="30">
                  <c:v>912.1587901210464</c:v>
                </c:pt>
                <c:pt idx="31">
                  <c:v>30.010245789874926</c:v>
                </c:pt>
                <c:pt idx="32">
                  <c:v>36.863735000269585</c:v>
                </c:pt>
                <c:pt idx="33">
                  <c:v>107.51297307134931</c:v>
                </c:pt>
                <c:pt idx="34">
                  <c:v>88.04641249170652</c:v>
                </c:pt>
                <c:pt idx="35">
                  <c:v>2648.66123650751</c:v>
                </c:pt>
                <c:pt idx="36">
                  <c:v>1939.9437812195338</c:v>
                </c:pt>
                <c:pt idx="37">
                  <c:v>32.81433744305837</c:v>
                </c:pt>
                <c:pt idx="38">
                  <c:v>33.405463869939965</c:v>
                </c:pt>
                <c:pt idx="39">
                  <c:v>2045.1214979533256</c:v>
                </c:pt>
                <c:pt idx="40">
                  <c:v>135.47378601581534</c:v>
                </c:pt>
                <c:pt idx="41">
                  <c:v>3.9099494534533776</c:v>
                </c:pt>
                <c:pt idx="42">
                  <c:v>3426.242710114059</c:v>
                </c:pt>
                <c:pt idx="43">
                  <c:v>386.37344282594785</c:v>
                </c:pt>
                <c:pt idx="44">
                  <c:v>19.16409698273396</c:v>
                </c:pt>
                <c:pt idx="45">
                  <c:v>947.0763943617397</c:v>
                </c:pt>
                <c:pt idx="46">
                  <c:v>84.59058132275945</c:v>
                </c:pt>
                <c:pt idx="47">
                  <c:v>41.14776603870518</c:v>
                </c:pt>
                <c:pt idx="48">
                  <c:v>135.87470982116437</c:v>
                </c:pt>
                <c:pt idx="49">
                  <c:v>563.8466275330211</c:v>
                </c:pt>
                <c:pt idx="50">
                  <c:v>994.6111635621005</c:v>
                </c:pt>
                <c:pt idx="51">
                  <c:v>3883.3952785460124</c:v>
                </c:pt>
                <c:pt idx="52">
                  <c:v>1729.330814049521</c:v>
                </c:pt>
                <c:pt idx="53">
                  <c:v>120.69772848586521</c:v>
                </c:pt>
                <c:pt idx="54">
                  <c:v>31.47336631599071</c:v>
                </c:pt>
                <c:pt idx="55">
                  <c:v>2024.8218390226762</c:v>
                </c:pt>
                <c:pt idx="56">
                  <c:v>1180.3386837022463</c:v>
                </c:pt>
                <c:pt idx="57">
                  <c:v>248.09281338351713</c:v>
                </c:pt>
                <c:pt idx="58">
                  <c:v>62.52648034481649</c:v>
                </c:pt>
                <c:pt idx="59">
                  <c:v>3062.217675513493</c:v>
                </c:pt>
                <c:pt idx="60">
                  <c:v>936.6728485047294</c:v>
                </c:pt>
                <c:pt idx="61">
                  <c:v>2299.4389097473777</c:v>
                </c:pt>
                <c:pt idx="62">
                  <c:v>3516.7127166042756</c:v>
                </c:pt>
                <c:pt idx="63">
                  <c:v>199.71243132697498</c:v>
                </c:pt>
                <c:pt idx="64">
                  <c:v>41.393818668713536</c:v>
                </c:pt>
                <c:pt idx="65">
                  <c:v>2317.9375988450092</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195.1426902775911</c:v>
                </c:pt>
                <c:pt idx="1">
                  <c:v>-4268.649742117409</c:v>
                </c:pt>
                <c:pt idx="2">
                  <c:v>-13000.789730609658</c:v>
                </c:pt>
                <c:pt idx="3">
                  <c:v>6784.24555033096</c:v>
                </c:pt>
                <c:pt idx="4">
                  <c:v>-9231.719818516798</c:v>
                </c:pt>
                <c:pt idx="5">
                  <c:v>-2849.761812215487</c:v>
                </c:pt>
                <c:pt idx="6">
                  <c:v>6378.708581672809</c:v>
                </c:pt>
                <c:pt idx="7">
                  <c:v>-17498.865697848792</c:v>
                </c:pt>
                <c:pt idx="8">
                  <c:v>-8474.418851358512</c:v>
                </c:pt>
                <c:pt idx="9">
                  <c:v>14032.527896864709</c:v>
                </c:pt>
                <c:pt idx="10">
                  <c:v>-23264.316260751584</c:v>
                </c:pt>
                <c:pt idx="11">
                  <c:v>5006.770196769263</c:v>
                </c:pt>
                <c:pt idx="12">
                  <c:v>-4797.337891122066</c:v>
                </c:pt>
                <c:pt idx="13">
                  <c:v>9470.98719351187</c:v>
                </c:pt>
                <c:pt idx="14">
                  <c:v>-826.7128569102024</c:v>
                </c:pt>
                <c:pt idx="15">
                  <c:v>-5920.879823008705</c:v>
                </c:pt>
                <c:pt idx="16">
                  <c:v>-29877.821871990207</c:v>
                </c:pt>
                <c:pt idx="17">
                  <c:v>5954.5721850240525</c:v>
                </c:pt>
                <c:pt idx="18">
                  <c:v>20317.751763810564</c:v>
                </c:pt>
                <c:pt idx="19">
                  <c:v>-7309.857531407353</c:v>
                </c:pt>
                <c:pt idx="20">
                  <c:v>6659.199675823349</c:v>
                </c:pt>
                <c:pt idx="21">
                  <c:v>1151.0820021676454</c:v>
                </c:pt>
                <c:pt idx="22">
                  <c:v>-19898.52494363535</c:v>
                </c:pt>
                <c:pt idx="23">
                  <c:v>-48.015381964274184</c:v>
                </c:pt>
                <c:pt idx="24">
                  <c:v>627.4326876983305</c:v>
                </c:pt>
                <c:pt idx="25">
                  <c:v>-2729.750903778497</c:v>
                </c:pt>
                <c:pt idx="26">
                  <c:v>-2677.344095007692</c:v>
                </c:pt>
                <c:pt idx="27">
                  <c:v>-693.8160853388482</c:v>
                </c:pt>
                <c:pt idx="28">
                  <c:v>7259.859199898482</c:v>
                </c:pt>
                <c:pt idx="29">
                  <c:v>19802.2994207901</c:v>
                </c:pt>
                <c:pt idx="30">
                  <c:v>3574.5702588909544</c:v>
                </c:pt>
                <c:pt idx="31">
                  <c:v>11195.654054452061</c:v>
                </c:pt>
                <c:pt idx="32">
                  <c:v>-6799.799455213551</c:v>
                </c:pt>
                <c:pt idx="33">
                  <c:v>265.2630337290145</c:v>
                </c:pt>
                <c:pt idx="34">
                  <c:v>10745.591057681007</c:v>
                </c:pt>
                <c:pt idx="35">
                  <c:v>5553.1839759306495</c:v>
                </c:pt>
                <c:pt idx="36">
                  <c:v>15127.124241204605</c:v>
                </c:pt>
                <c:pt idx="37">
                  <c:v>16048.534953214701</c:v>
                </c:pt>
                <c:pt idx="38">
                  <c:v>-7968.927263172192</c:v>
                </c:pt>
                <c:pt idx="39">
                  <c:v>-16080.866932156358</c:v>
                </c:pt>
                <c:pt idx="40">
                  <c:v>-9463.728541371305</c:v>
                </c:pt>
                <c:pt idx="41">
                  <c:v>13177.606850032987</c:v>
                </c:pt>
                <c:pt idx="42">
                  <c:v>-20655.11411335042</c:v>
                </c:pt>
                <c:pt idx="43">
                  <c:v>-17902.88118000359</c:v>
                </c:pt>
                <c:pt idx="44">
                  <c:v>11452.15645907137</c:v>
                </c:pt>
                <c:pt idx="45">
                  <c:v>1999.8608347595564</c:v>
                </c:pt>
                <c:pt idx="46">
                  <c:v>-16462.11864107589</c:v>
                </c:pt>
                <c:pt idx="47">
                  <c:v>-11555.483838534079</c:v>
                </c:pt>
                <c:pt idx="48">
                  <c:v>-25010.038873743575</c:v>
                </c:pt>
                <c:pt idx="49">
                  <c:v>6209.2962960949335</c:v>
                </c:pt>
                <c:pt idx="50">
                  <c:v>1596.6742743870673</c:v>
                </c:pt>
                <c:pt idx="51">
                  <c:v>25242.83290475857</c:v>
                </c:pt>
                <c:pt idx="52">
                  <c:v>-30235.643313114073</c:v>
                </c:pt>
                <c:pt idx="53">
                  <c:v>-10944.134855696266</c:v>
                </c:pt>
                <c:pt idx="54">
                  <c:v>17371.79072167538</c:v>
                </c:pt>
                <c:pt idx="55">
                  <c:v>-2599.8732779055235</c:v>
                </c:pt>
                <c:pt idx="56">
                  <c:v>4132.056890629313</c:v>
                </c:pt>
                <c:pt idx="57">
                  <c:v>-8642.693082750411</c:v>
                </c:pt>
                <c:pt idx="58">
                  <c:v>10790.389381268782</c:v>
                </c:pt>
                <c:pt idx="59">
                  <c:v>-13107.377471207892</c:v>
                </c:pt>
                <c:pt idx="60">
                  <c:v>-14247.975955216465</c:v>
                </c:pt>
                <c:pt idx="61">
                  <c:v>7074.272238966087</c:v>
                </c:pt>
                <c:pt idx="62">
                  <c:v>6864.005624412197</c:v>
                </c:pt>
                <c:pt idx="63">
                  <c:v>-22589.848443821593</c:v>
                </c:pt>
                <c:pt idx="64">
                  <c:v>-2719.446938196227</c:v>
                </c:pt>
                <c:pt idx="65">
                  <c:v>-15453.421820231142</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2666.6669495366355</c:v>
                </c:pt>
                <c:pt idx="1">
                  <c:v>2009.598097082998</c:v>
                </c:pt>
                <c:pt idx="2">
                  <c:v>1976.2888920963112</c:v>
                </c:pt>
                <c:pt idx="3">
                  <c:v>2954.0672896809783</c:v>
                </c:pt>
                <c:pt idx="4">
                  <c:v>3146.984807040853</c:v>
                </c:pt>
                <c:pt idx="5">
                  <c:v>112.78484642998312</c:v>
                </c:pt>
                <c:pt idx="6">
                  <c:v>48.443553328463416</c:v>
                </c:pt>
                <c:pt idx="7">
                  <c:v>109.82951944082957</c:v>
                </c:pt>
                <c:pt idx="8">
                  <c:v>167.18662875779165</c:v>
                </c:pt>
                <c:pt idx="9">
                  <c:v>4183.056926986941</c:v>
                </c:pt>
                <c:pt idx="10">
                  <c:v>5030.790743084966</c:v>
                </c:pt>
                <c:pt idx="11">
                  <c:v>12.332128214637175</c:v>
                </c:pt>
                <c:pt idx="12">
                  <c:v>125.4822471711627</c:v>
                </c:pt>
                <c:pt idx="13">
                  <c:v>1319.2899061956775</c:v>
                </c:pt>
                <c:pt idx="14">
                  <c:v>5818.534576664528</c:v>
                </c:pt>
                <c:pt idx="15">
                  <c:v>12466.171787544248</c:v>
                </c:pt>
                <c:pt idx="16">
                  <c:v>8597.04443961098</c:v>
                </c:pt>
                <c:pt idx="17">
                  <c:v>2344.9421185794663</c:v>
                </c:pt>
                <c:pt idx="18">
                  <c:v>3158.242634726631</c:v>
                </c:pt>
                <c:pt idx="19">
                  <c:v>10968.183219267674</c:v>
                </c:pt>
                <c:pt idx="20">
                  <c:v>1866.4650724392347</c:v>
                </c:pt>
                <c:pt idx="21">
                  <c:v>5202.812690332525</c:v>
                </c:pt>
                <c:pt idx="22">
                  <c:v>13572.90573649986</c:v>
                </c:pt>
                <c:pt idx="23">
                  <c:v>716.8048710251525</c:v>
                </c:pt>
                <c:pt idx="24">
                  <c:v>12912.986739130614</c:v>
                </c:pt>
                <c:pt idx="25">
                  <c:v>7394.740282691256</c:v>
                </c:pt>
                <c:pt idx="26">
                  <c:v>2734.058770252235</c:v>
                </c:pt>
                <c:pt idx="27">
                  <c:v>3121.887361966599</c:v>
                </c:pt>
                <c:pt idx="28">
                  <c:v>6629.378521414024</c:v>
                </c:pt>
                <c:pt idx="29">
                  <c:v>10627.10162583159</c:v>
                </c:pt>
                <c:pt idx="30">
                  <c:v>8253.829651453421</c:v>
                </c:pt>
                <c:pt idx="31">
                  <c:v>260.922293499722</c:v>
                </c:pt>
                <c:pt idx="32">
                  <c:v>5059.7607606207985</c:v>
                </c:pt>
                <c:pt idx="33">
                  <c:v>6435.980665764774</c:v>
                </c:pt>
                <c:pt idx="34">
                  <c:v>8329.484852754154</c:v>
                </c:pt>
                <c:pt idx="35">
                  <c:v>60.15356807350704</c:v>
                </c:pt>
                <c:pt idx="36">
                  <c:v>7336.04323796121</c:v>
                </c:pt>
                <c:pt idx="37">
                  <c:v>2240.032298960313</c:v>
                </c:pt>
                <c:pt idx="38">
                  <c:v>6186.262739972676</c:v>
                </c:pt>
                <c:pt idx="39">
                  <c:v>5149.4703973332</c:v>
                </c:pt>
                <c:pt idx="40">
                  <c:v>4317.673217218035</c:v>
                </c:pt>
                <c:pt idx="41">
                  <c:v>7000.511758074064</c:v>
                </c:pt>
                <c:pt idx="42">
                  <c:v>8655.804086025744</c:v>
                </c:pt>
                <c:pt idx="43">
                  <c:v>950.0148221573158</c:v>
                </c:pt>
                <c:pt idx="44">
                  <c:v>4407.0360443608815</c:v>
                </c:pt>
                <c:pt idx="45">
                  <c:v>537.8896135846384</c:v>
                </c:pt>
                <c:pt idx="46">
                  <c:v>80.79248404104882</c:v>
                </c:pt>
                <c:pt idx="47">
                  <c:v>3219.993640288052</c:v>
                </c:pt>
                <c:pt idx="48">
                  <c:v>9427.0056602089</c:v>
                </c:pt>
                <c:pt idx="49">
                  <c:v>5675.494513988262</c:v>
                </c:pt>
                <c:pt idx="50">
                  <c:v>943.9602563782935</c:v>
                </c:pt>
                <c:pt idx="51">
                  <c:v>7310.796236826796</c:v>
                </c:pt>
                <c:pt idx="52">
                  <c:v>6929.406278727222</c:v>
                </c:pt>
                <c:pt idx="53">
                  <c:v>3429.719659208552</c:v>
                </c:pt>
                <c:pt idx="54">
                  <c:v>252.9488749256994</c:v>
                </c:pt>
                <c:pt idx="55">
                  <c:v>1421.6817616076344</c:v>
                </c:pt>
                <c:pt idx="56">
                  <c:v>2168.942230683969</c:v>
                </c:pt>
                <c:pt idx="57">
                  <c:v>11056.656416429614</c:v>
                </c:pt>
                <c:pt idx="58">
                  <c:v>5009.878074197251</c:v>
                </c:pt>
                <c:pt idx="59">
                  <c:v>14201.836079109706</c:v>
                </c:pt>
                <c:pt idx="60">
                  <c:v>7621.124015089457</c:v>
                </c:pt>
                <c:pt idx="61">
                  <c:v>14397.362173488784</c:v>
                </c:pt>
                <c:pt idx="62">
                  <c:v>5200.5295808620485</c:v>
                </c:pt>
                <c:pt idx="63">
                  <c:v>3577.8244954753804</c:v>
                </c:pt>
                <c:pt idx="64">
                  <c:v>10603.631111386774</c:v>
                </c:pt>
                <c:pt idx="65">
                  <c:v>8304.370834172569</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42718.0865889815</c:v>
                </c:pt>
                <c:pt idx="1">
                  <c:v>23374.0501679114</c:v>
                </c:pt>
                <c:pt idx="2">
                  <c:v>27324.180059162103</c:v>
                </c:pt>
                <c:pt idx="3">
                  <c:v>43024.25799236562</c:v>
                </c:pt>
                <c:pt idx="4">
                  <c:v>52014.82307272731</c:v>
                </c:pt>
                <c:pt idx="5">
                  <c:v>28290.824445111706</c:v>
                </c:pt>
                <c:pt idx="6">
                  <c:v>13997.354351016795</c:v>
                </c:pt>
                <c:pt idx="7">
                  <c:v>57923.94930852119</c:v>
                </c:pt>
                <c:pt idx="8">
                  <c:v>23397.695309991774</c:v>
                </c:pt>
                <c:pt idx="9">
                  <c:v>31115.47040464581</c:v>
                </c:pt>
                <c:pt idx="10">
                  <c:v>26157.789814415148</c:v>
                </c:pt>
                <c:pt idx="11">
                  <c:v>36424.52179574897</c:v>
                </c:pt>
                <c:pt idx="12">
                  <c:v>52208.52845108019</c:v>
                </c:pt>
                <c:pt idx="13">
                  <c:v>42610.50272006266</c:v>
                </c:pt>
                <c:pt idx="14">
                  <c:v>28707.996010181254</c:v>
                </c:pt>
                <c:pt idx="15">
                  <c:v>32467.29105997402</c:v>
                </c:pt>
                <c:pt idx="16">
                  <c:v>39414.82937140213</c:v>
                </c:pt>
                <c:pt idx="17">
                  <c:v>47427.315114575846</c:v>
                </c:pt>
                <c:pt idx="18">
                  <c:v>66432.99429870614</c:v>
                </c:pt>
                <c:pt idx="19">
                  <c:v>40721.89413828346</c:v>
                </c:pt>
                <c:pt idx="20">
                  <c:v>16367.37553558743</c:v>
                </c:pt>
                <c:pt idx="21">
                  <c:v>47210.119229330376</c:v>
                </c:pt>
                <c:pt idx="22">
                  <c:v>31403.92307583365</c:v>
                </c:pt>
                <c:pt idx="23">
                  <c:v>10456.818536515042</c:v>
                </c:pt>
                <c:pt idx="24">
                  <c:v>7060.905473951991</c:v>
                </c:pt>
                <c:pt idx="25">
                  <c:v>27361.32260508662</c:v>
                </c:pt>
                <c:pt idx="26">
                  <c:v>42658.71675259469</c:v>
                </c:pt>
                <c:pt idx="27">
                  <c:v>40329.29681527534</c:v>
                </c:pt>
                <c:pt idx="28">
                  <c:v>48574.56599764027</c:v>
                </c:pt>
                <c:pt idx="29">
                  <c:v>51282.37289471822</c:v>
                </c:pt>
                <c:pt idx="30">
                  <c:v>26966.721893312613</c:v>
                </c:pt>
                <c:pt idx="31">
                  <c:v>15174.07277675914</c:v>
                </c:pt>
                <c:pt idx="32">
                  <c:v>19318.49381352974</c:v>
                </c:pt>
                <c:pt idx="33">
                  <c:v>22016.114462813708</c:v>
                </c:pt>
                <c:pt idx="34">
                  <c:v>7933.277836479241</c:v>
                </c:pt>
                <c:pt idx="35">
                  <c:v>4981.068282154167</c:v>
                </c:pt>
                <c:pt idx="36">
                  <c:v>14618.520403348497</c:v>
                </c:pt>
                <c:pt idx="37">
                  <c:v>10195.117572876547</c:v>
                </c:pt>
                <c:pt idx="38">
                  <c:v>4766.783232317758</c:v>
                </c:pt>
                <c:pt idx="39">
                  <c:v>2282.4643962589353</c:v>
                </c:pt>
                <c:pt idx="40">
                  <c:v>13968.21259966505</c:v>
                </c:pt>
                <c:pt idx="41">
                  <c:v>31933.88502219609</c:v>
                </c:pt>
                <c:pt idx="42">
                  <c:v>54279.336269375715</c:v>
                </c:pt>
                <c:pt idx="43">
                  <c:v>53353.36462595827</c:v>
                </c:pt>
                <c:pt idx="44">
                  <c:v>38953.19704714925</c:v>
                </c:pt>
                <c:pt idx="45">
                  <c:v>66753.40329933</c:v>
                </c:pt>
                <c:pt idx="46">
                  <c:v>46151.09263612529</c:v>
                </c:pt>
                <c:pt idx="47">
                  <c:v>47023.59158412006</c:v>
                </c:pt>
                <c:pt idx="48">
                  <c:v>54479.62881646331</c:v>
                </c:pt>
                <c:pt idx="49">
                  <c:v>20840.063774634065</c:v>
                </c:pt>
                <c:pt idx="50">
                  <c:v>10415.209862741673</c:v>
                </c:pt>
                <c:pt idx="51">
                  <c:v>6335.477485362029</c:v>
                </c:pt>
                <c:pt idx="52">
                  <c:v>18845.904506478222</c:v>
                </c:pt>
                <c:pt idx="53">
                  <c:v>9766.13736316947</c:v>
                </c:pt>
                <c:pt idx="54">
                  <c:v>41636.769499011796</c:v>
                </c:pt>
                <c:pt idx="55">
                  <c:v>32741.108576383624</c:v>
                </c:pt>
                <c:pt idx="56">
                  <c:v>18018.855738430073</c:v>
                </c:pt>
                <c:pt idx="57">
                  <c:v>6647.176834381292</c:v>
                </c:pt>
                <c:pt idx="58">
                  <c:v>8719.469847354285</c:v>
                </c:pt>
                <c:pt idx="59">
                  <c:v>32280.770013263438</c:v>
                </c:pt>
                <c:pt idx="60">
                  <c:v>10217.697972181864</c:v>
                </c:pt>
                <c:pt idx="61">
                  <c:v>9182.316339682675</c:v>
                </c:pt>
                <c:pt idx="62">
                  <c:v>41107.986371543695</c:v>
                </c:pt>
                <c:pt idx="63">
                  <c:v>14377.209307027215</c:v>
                </c:pt>
                <c:pt idx="64">
                  <c:v>46356.04128245292</c:v>
                </c:pt>
                <c:pt idx="65">
                  <c:v>42717.874737576545</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15536.841626969714</c:v>
                </c:pt>
                <c:pt idx="1">
                  <c:v>14565.4220971522</c:v>
                </c:pt>
                <c:pt idx="2">
                  <c:v>8064.293458901742</c:v>
                </c:pt>
                <c:pt idx="3">
                  <c:v>8038.1270952785</c:v>
                </c:pt>
                <c:pt idx="4">
                  <c:v>14888.691114904315</c:v>
                </c:pt>
                <c:pt idx="5">
                  <c:v>3828.7305618598225</c:v>
                </c:pt>
                <c:pt idx="6">
                  <c:v>9966.153608335408</c:v>
                </c:pt>
                <c:pt idx="7">
                  <c:v>3311.3037852428597</c:v>
                </c:pt>
                <c:pt idx="8">
                  <c:v>9241.145448418254</c:v>
                </c:pt>
                <c:pt idx="9">
                  <c:v>9609.308274587947</c:v>
                </c:pt>
                <c:pt idx="10">
                  <c:v>778.7874153933215</c:v>
                </c:pt>
                <c:pt idx="11">
                  <c:v>188.7408358932481</c:v>
                </c:pt>
                <c:pt idx="12">
                  <c:v>14825.591152650813</c:v>
                </c:pt>
                <c:pt idx="13">
                  <c:v>4911.261054260624</c:v>
                </c:pt>
                <c:pt idx="14">
                  <c:v>14082.012265675796</c:v>
                </c:pt>
                <c:pt idx="15">
                  <c:v>379.4150040365469</c:v>
                </c:pt>
                <c:pt idx="16">
                  <c:v>5223.705600460798</c:v>
                </c:pt>
                <c:pt idx="17">
                  <c:v>3118.755418222031</c:v>
                </c:pt>
                <c:pt idx="18">
                  <c:v>6615.342549237599</c:v>
                </c:pt>
                <c:pt idx="19">
                  <c:v>11464.360134961216</c:v>
                </c:pt>
                <c:pt idx="20">
                  <c:v>5681.10679901588</c:v>
                </c:pt>
                <c:pt idx="21">
                  <c:v>5194.386450895992</c:v>
                </c:pt>
                <c:pt idx="22">
                  <c:v>1639.666326056506</c:v>
                </c:pt>
                <c:pt idx="23">
                  <c:v>6066.593347810658</c:v>
                </c:pt>
                <c:pt idx="24">
                  <c:v>13426.396219203954</c:v>
                </c:pt>
                <c:pt idx="25">
                  <c:v>2217.1340271892027</c:v>
                </c:pt>
                <c:pt idx="26">
                  <c:v>6628.73956962365</c:v>
                </c:pt>
                <c:pt idx="27">
                  <c:v>8818.129842101298</c:v>
                </c:pt>
                <c:pt idx="28">
                  <c:v>12511.514222872185</c:v>
                </c:pt>
                <c:pt idx="29">
                  <c:v>5079.1285358106825</c:v>
                </c:pt>
                <c:pt idx="30">
                  <c:v>923.2253323864895</c:v>
                </c:pt>
                <c:pt idx="31">
                  <c:v>1503.0049448258667</c:v>
                </c:pt>
                <c:pt idx="32">
                  <c:v>11208.722000354537</c:v>
                </c:pt>
                <c:pt idx="33">
                  <c:v>13823.29098304726</c:v>
                </c:pt>
                <c:pt idx="34">
                  <c:v>16385.513457953657</c:v>
                </c:pt>
                <c:pt idx="35">
                  <c:v>10764.62494031364</c:v>
                </c:pt>
                <c:pt idx="36">
                  <c:v>499.09727031921494</c:v>
                </c:pt>
                <c:pt idx="37">
                  <c:v>2554.6085739411233</c:v>
                </c:pt>
                <c:pt idx="38">
                  <c:v>4767.78198372029</c:v>
                </c:pt>
                <c:pt idx="39">
                  <c:v>3091.3914048579895</c:v>
                </c:pt>
                <c:pt idx="40">
                  <c:v>13072.703527789132</c:v>
                </c:pt>
                <c:pt idx="41">
                  <c:v>11834.628365035143</c:v>
                </c:pt>
                <c:pt idx="42">
                  <c:v>12267.732000729136</c:v>
                </c:pt>
                <c:pt idx="43">
                  <c:v>6820.664973117238</c:v>
                </c:pt>
                <c:pt idx="44">
                  <c:v>661.2769510704854</c:v>
                </c:pt>
                <c:pt idx="45">
                  <c:v>15390.66896983987</c:v>
                </c:pt>
                <c:pt idx="46">
                  <c:v>5470.454819109423</c:v>
                </c:pt>
                <c:pt idx="47">
                  <c:v>10025.439642482179</c:v>
                </c:pt>
                <c:pt idx="48">
                  <c:v>8891.125275597413</c:v>
                </c:pt>
                <c:pt idx="49">
                  <c:v>14234.242490374258</c:v>
                </c:pt>
                <c:pt idx="50">
                  <c:v>6011.289301027895</c:v>
                </c:pt>
                <c:pt idx="51">
                  <c:v>12666.75635775317</c:v>
                </c:pt>
                <c:pt idx="52">
                  <c:v>5100.973614401269</c:v>
                </c:pt>
                <c:pt idx="53">
                  <c:v>431.4585797360107</c:v>
                </c:pt>
                <c:pt idx="54">
                  <c:v>420.1827528532361</c:v>
                </c:pt>
                <c:pt idx="55">
                  <c:v>6530.258472901318</c:v>
                </c:pt>
                <c:pt idx="56">
                  <c:v>10097.37362023721</c:v>
                </c:pt>
                <c:pt idx="57">
                  <c:v>11366.676496555683</c:v>
                </c:pt>
                <c:pt idx="58">
                  <c:v>595.5428190850181</c:v>
                </c:pt>
                <c:pt idx="59">
                  <c:v>13083.502901141197</c:v>
                </c:pt>
                <c:pt idx="60">
                  <c:v>10256.47597217953</c:v>
                </c:pt>
                <c:pt idx="61">
                  <c:v>693.0844775876967</c:v>
                </c:pt>
                <c:pt idx="62">
                  <c:v>6032.438075138029</c:v>
                </c:pt>
                <c:pt idx="63">
                  <c:v>624.8931810114478</c:v>
                </c:pt>
                <c:pt idx="64">
                  <c:v>303.46517913343746</c:v>
                </c:pt>
                <c:pt idx="65">
                  <c:v>4501.567678428858</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8145.271702599794</c:v>
                </c:pt>
                <c:pt idx="1">
                  <c:v>3643.6415539451955</c:v>
                </c:pt>
                <c:pt idx="2">
                  <c:v>3032.1706313831655</c:v>
                </c:pt>
                <c:pt idx="3">
                  <c:v>0.010391382558111551</c:v>
                </c:pt>
                <c:pt idx="4">
                  <c:v>120.34598609822824</c:v>
                </c:pt>
                <c:pt idx="5">
                  <c:v>175.21852694904635</c:v>
                </c:pt>
                <c:pt idx="6">
                  <c:v>389.67106835030296</c:v>
                </c:pt>
                <c:pt idx="7">
                  <c:v>4485.206222246959</c:v>
                </c:pt>
                <c:pt idx="8">
                  <c:v>61.56292238211609</c:v>
                </c:pt>
                <c:pt idx="9">
                  <c:v>181.03031403477632</c:v>
                </c:pt>
                <c:pt idx="10">
                  <c:v>51.5317656048785</c:v>
                </c:pt>
                <c:pt idx="11">
                  <c:v>363.06342763321857</c:v>
                </c:pt>
                <c:pt idx="12">
                  <c:v>292.8878256997884</c:v>
                </c:pt>
                <c:pt idx="13">
                  <c:v>218.27782270056443</c:v>
                </c:pt>
                <c:pt idx="14">
                  <c:v>2040.8041421569314</c:v>
                </c:pt>
                <c:pt idx="15">
                  <c:v>6578.411465286727</c:v>
                </c:pt>
                <c:pt idx="16">
                  <c:v>267.1105212807424</c:v>
                </c:pt>
                <c:pt idx="17">
                  <c:v>1552.1424157838926</c:v>
                </c:pt>
                <c:pt idx="18">
                  <c:v>2456.6852372683006</c:v>
                </c:pt>
                <c:pt idx="19">
                  <c:v>4476.137200656126</c:v>
                </c:pt>
                <c:pt idx="20">
                  <c:v>6052.6918848117475</c:v>
                </c:pt>
                <c:pt idx="21">
                  <c:v>189.97810680712638</c:v>
                </c:pt>
                <c:pt idx="22">
                  <c:v>8696.657739324879</c:v>
                </c:pt>
                <c:pt idx="23">
                  <c:v>137.19266273592564</c:v>
                </c:pt>
                <c:pt idx="24">
                  <c:v>7341.624659747033</c:v>
                </c:pt>
                <c:pt idx="25">
                  <c:v>5185.3957616307625</c:v>
                </c:pt>
                <c:pt idx="26">
                  <c:v>4273.975314123333</c:v>
                </c:pt>
                <c:pt idx="27">
                  <c:v>125.82615762352408</c:v>
                </c:pt>
                <c:pt idx="28">
                  <c:v>323.1759050269416</c:v>
                </c:pt>
                <c:pt idx="29">
                  <c:v>4094.1056112901783</c:v>
                </c:pt>
                <c:pt idx="30">
                  <c:v>8481.32722023284</c:v>
                </c:pt>
                <c:pt idx="31">
                  <c:v>1889.2552916275263</c:v>
                </c:pt>
                <c:pt idx="32">
                  <c:v>1144.9495344730678</c:v>
                </c:pt>
                <c:pt idx="33">
                  <c:v>3431.751898665774</c:v>
                </c:pt>
                <c:pt idx="34">
                  <c:v>198.94298629349646</c:v>
                </c:pt>
                <c:pt idx="35">
                  <c:v>97.44857456416645</c:v>
                </c:pt>
                <c:pt idx="36">
                  <c:v>522.5072857789775</c:v>
                </c:pt>
                <c:pt idx="37">
                  <c:v>95.18416978988171</c:v>
                </c:pt>
                <c:pt idx="38">
                  <c:v>568.1087578587718</c:v>
                </c:pt>
                <c:pt idx="39">
                  <c:v>3797.554114280481</c:v>
                </c:pt>
                <c:pt idx="40">
                  <c:v>144.00506549249738</c:v>
                </c:pt>
                <c:pt idx="41">
                  <c:v>3614.1931843098428</c:v>
                </c:pt>
                <c:pt idx="42">
                  <c:v>4618.8190287887655</c:v>
                </c:pt>
                <c:pt idx="43">
                  <c:v>2551.6105894079874</c:v>
                </c:pt>
                <c:pt idx="44">
                  <c:v>4262.185401151871</c:v>
                </c:pt>
                <c:pt idx="45">
                  <c:v>489.1683261434553</c:v>
                </c:pt>
                <c:pt idx="46">
                  <c:v>0.03486789343528113</c:v>
                </c:pt>
                <c:pt idx="47">
                  <c:v>2695.0399632518356</c:v>
                </c:pt>
                <c:pt idx="48">
                  <c:v>5238.568359102991</c:v>
                </c:pt>
                <c:pt idx="49">
                  <c:v>291.3590114785387</c:v>
                </c:pt>
                <c:pt idx="50">
                  <c:v>10134.79029289068</c:v>
                </c:pt>
                <c:pt idx="51">
                  <c:v>190.82489558742503</c:v>
                </c:pt>
                <c:pt idx="52">
                  <c:v>5871.390105611574</c:v>
                </c:pt>
                <c:pt idx="53">
                  <c:v>4517.98267160081</c:v>
                </c:pt>
                <c:pt idx="54">
                  <c:v>4605.42921869947</c:v>
                </c:pt>
                <c:pt idx="55">
                  <c:v>2474.467731254009</c:v>
                </c:pt>
                <c:pt idx="56">
                  <c:v>7102.010823763075</c:v>
                </c:pt>
                <c:pt idx="57">
                  <c:v>184.482214902445</c:v>
                </c:pt>
                <c:pt idx="58">
                  <c:v>47.469277397841346</c:v>
                </c:pt>
                <c:pt idx="59">
                  <c:v>8679.824351186375</c:v>
                </c:pt>
                <c:pt idx="60">
                  <c:v>146.81361975816625</c:v>
                </c:pt>
                <c:pt idx="61">
                  <c:v>2905.27363132168</c:v>
                </c:pt>
                <c:pt idx="62">
                  <c:v>8370.112785920961</c:v>
                </c:pt>
                <c:pt idx="63">
                  <c:v>141.60502939274113</c:v>
                </c:pt>
                <c:pt idx="64">
                  <c:v>4241.173939101329</c:v>
                </c:pt>
                <c:pt idx="65">
                  <c:v>4637.014879629207</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-4021.9608460123045</c:v>
                </c:pt>
                <c:pt idx="1">
                  <c:v>-999.9795451928405</c:v>
                </c:pt>
                <c:pt idx="2">
                  <c:v>-2178.64703384167</c:v>
                </c:pt>
                <c:pt idx="3">
                  <c:v>-1538.9627493330495</c:v>
                </c:pt>
                <c:pt idx="4">
                  <c:v>-4084.8104014293704</c:v>
                </c:pt>
                <c:pt idx="5">
                  <c:v>-1174.3139497485827</c:v>
                </c:pt>
                <c:pt idx="6">
                  <c:v>-2959.275150408619</c:v>
                </c:pt>
                <c:pt idx="7">
                  <c:v>-1432.416952068237</c:v>
                </c:pt>
                <c:pt idx="8">
                  <c:v>-3898.1724327725756</c:v>
                </c:pt>
                <c:pt idx="9">
                  <c:v>-2342.2352206634337</c:v>
                </c:pt>
                <c:pt idx="10">
                  <c:v>-1947.5296550627409</c:v>
                </c:pt>
                <c:pt idx="11">
                  <c:v>-830.353444617021</c:v>
                </c:pt>
                <c:pt idx="12">
                  <c:v>-5557.731983372937</c:v>
                </c:pt>
                <c:pt idx="13">
                  <c:v>-1258.4225954477856</c:v>
                </c:pt>
                <c:pt idx="14">
                  <c:v>-4661.475235809268</c:v>
                </c:pt>
                <c:pt idx="15">
                  <c:v>-63.36013318826047</c:v>
                </c:pt>
                <c:pt idx="16">
                  <c:v>-70.87912357179682</c:v>
                </c:pt>
                <c:pt idx="17">
                  <c:v>-1632.779645159887</c:v>
                </c:pt>
                <c:pt idx="18">
                  <c:v>-2673.1935440029847</c:v>
                </c:pt>
                <c:pt idx="19">
                  <c:v>-1057.417696988973</c:v>
                </c:pt>
                <c:pt idx="20">
                  <c:v>-46.95963360114795</c:v>
                </c:pt>
                <c:pt idx="21">
                  <c:v>-2472.503506534218</c:v>
                </c:pt>
                <c:pt idx="22">
                  <c:v>-2909.5160533774156</c:v>
                </c:pt>
                <c:pt idx="23">
                  <c:v>-51.894791630798075</c:v>
                </c:pt>
                <c:pt idx="24">
                  <c:v>-2535.775892687334</c:v>
                </c:pt>
                <c:pt idx="25">
                  <c:v>-146.6784545570045</c:v>
                </c:pt>
                <c:pt idx="26">
                  <c:v>-3061.5592898870273</c:v>
                </c:pt>
                <c:pt idx="27">
                  <c:v>-133.7631624557574</c:v>
                </c:pt>
                <c:pt idx="28">
                  <c:v>-1610.4094493705647</c:v>
                </c:pt>
                <c:pt idx="29">
                  <c:v>-1872.2133996938364</c:v>
                </c:pt>
                <c:pt idx="30">
                  <c:v>-135.14899446452603</c:v>
                </c:pt>
                <c:pt idx="31">
                  <c:v>-1726.0600167141276</c:v>
                </c:pt>
                <c:pt idx="32">
                  <c:v>-2995.4544357759182</c:v>
                </c:pt>
                <c:pt idx="33">
                  <c:v>-3639.4292103343796</c:v>
                </c:pt>
                <c:pt idx="34">
                  <c:v>-6705.45389544525</c:v>
                </c:pt>
                <c:pt idx="35">
                  <c:v>-3676.7722248102364</c:v>
                </c:pt>
                <c:pt idx="36">
                  <c:v>-1916.3985192567106</c:v>
                </c:pt>
                <c:pt idx="37">
                  <c:v>-1573.3010788919823</c:v>
                </c:pt>
                <c:pt idx="38">
                  <c:v>-815.9728481276607</c:v>
                </c:pt>
                <c:pt idx="39">
                  <c:v>-3995.922898399184</c:v>
                </c:pt>
                <c:pt idx="40">
                  <c:v>-2577.3410132936306</c:v>
                </c:pt>
                <c:pt idx="41">
                  <c:v>-3645.8531686715323</c:v>
                </c:pt>
                <c:pt idx="42">
                  <c:v>-5733.682068136781</c:v>
                </c:pt>
                <c:pt idx="43">
                  <c:v>-3343.0349306849785</c:v>
                </c:pt>
                <c:pt idx="44">
                  <c:v>-1811.8514081055937</c:v>
                </c:pt>
                <c:pt idx="45">
                  <c:v>-3248.1384372207444</c:v>
                </c:pt>
                <c:pt idx="46">
                  <c:v>-1999.2286943045349</c:v>
                </c:pt>
                <c:pt idx="47">
                  <c:v>-2419.4274595287516</c:v>
                </c:pt>
                <c:pt idx="48">
                  <c:v>-3548.3688574043163</c:v>
                </c:pt>
                <c:pt idx="49">
                  <c:v>-61.72213358506028</c:v>
                </c:pt>
                <c:pt idx="50">
                  <c:v>-4885.497652778842</c:v>
                </c:pt>
                <c:pt idx="51">
                  <c:v>-7751.36562751509</c:v>
                </c:pt>
                <c:pt idx="52">
                  <c:v>-123.82417809108803</c:v>
                </c:pt>
                <c:pt idx="53">
                  <c:v>-0.06449118075306808</c:v>
                </c:pt>
                <c:pt idx="54">
                  <c:v>-2687.9898983616686</c:v>
                </c:pt>
                <c:pt idx="55">
                  <c:v>-21.93797469299421</c:v>
                </c:pt>
                <c:pt idx="56">
                  <c:v>-115.86296828405759</c:v>
                </c:pt>
                <c:pt idx="57">
                  <c:v>-4628.838981246617</c:v>
                </c:pt>
                <c:pt idx="58">
                  <c:v>-2156.6375566248744</c:v>
                </c:pt>
                <c:pt idx="59">
                  <c:v>-3503.6346479242384</c:v>
                </c:pt>
                <c:pt idx="60">
                  <c:v>-2582.474833966293</c:v>
                </c:pt>
                <c:pt idx="61">
                  <c:v>-1377.805572935427</c:v>
                </c:pt>
                <c:pt idx="62">
                  <c:v>-100.4414076716176</c:v>
                </c:pt>
                <c:pt idx="63">
                  <c:v>-5192.9932667578505</c:v>
                </c:pt>
                <c:pt idx="64">
                  <c:v>-1695.1704372569952</c:v>
                </c:pt>
                <c:pt idx="65">
                  <c:v>-27.519379233594258</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782.5599458364478</c:v>
                </c:pt>
                <c:pt idx="1">
                  <c:v>2697.7441203657227</c:v>
                </c:pt>
                <c:pt idx="2">
                  <c:v>4026.802668480324</c:v>
                </c:pt>
                <c:pt idx="3">
                  <c:v>3221.949531075226</c:v>
                </c:pt>
                <c:pt idx="4">
                  <c:v>326.2963484904959</c:v>
                </c:pt>
                <c:pt idx="5">
                  <c:v>211.71541344357067</c:v>
                </c:pt>
                <c:pt idx="6">
                  <c:v>137.5583365150832</c:v>
                </c:pt>
                <c:pt idx="7">
                  <c:v>806.5747485155167</c:v>
                </c:pt>
                <c:pt idx="8">
                  <c:v>1770.876250710982</c:v>
                </c:pt>
                <c:pt idx="9">
                  <c:v>192.23091075556934</c:v>
                </c:pt>
                <c:pt idx="10">
                  <c:v>281.08321688348894</c:v>
                </c:pt>
                <c:pt idx="11">
                  <c:v>1563.310184265994</c:v>
                </c:pt>
                <c:pt idx="12">
                  <c:v>3753.7682417543792</c:v>
                </c:pt>
                <c:pt idx="13">
                  <c:v>1626.1782282060458</c:v>
                </c:pt>
                <c:pt idx="14">
                  <c:v>2506.8148776900352</c:v>
                </c:pt>
                <c:pt idx="15">
                  <c:v>188.51446973670744</c:v>
                </c:pt>
                <c:pt idx="16">
                  <c:v>2714.869403051939</c:v>
                </c:pt>
                <c:pt idx="17">
                  <c:v>144.6751839930204</c:v>
                </c:pt>
                <c:pt idx="18">
                  <c:v>273.809819705411</c:v>
                </c:pt>
                <c:pt idx="19">
                  <c:v>893.3649036315849</c:v>
                </c:pt>
                <c:pt idx="20">
                  <c:v>2878.0834931808286</c:v>
                </c:pt>
                <c:pt idx="21">
                  <c:v>835.3249124033039</c:v>
                </c:pt>
                <c:pt idx="22">
                  <c:v>4499.644550989525</c:v>
                </c:pt>
                <c:pt idx="23">
                  <c:v>846.6778691356276</c:v>
                </c:pt>
                <c:pt idx="24">
                  <c:v>226.2478526719585</c:v>
                </c:pt>
                <c:pt idx="25">
                  <c:v>1904.0575669789418</c:v>
                </c:pt>
                <c:pt idx="26">
                  <c:v>1676.8583334773186</c:v>
                </c:pt>
                <c:pt idx="27">
                  <c:v>429.7963439896127</c:v>
                </c:pt>
                <c:pt idx="28">
                  <c:v>338.98450192260634</c:v>
                </c:pt>
                <c:pt idx="29">
                  <c:v>802.1232724140498</c:v>
                </c:pt>
                <c:pt idx="30">
                  <c:v>1644.0467764704956</c:v>
                </c:pt>
                <c:pt idx="31">
                  <c:v>1164.109812104044</c:v>
                </c:pt>
                <c:pt idx="32">
                  <c:v>1126.1285472078582</c:v>
                </c:pt>
                <c:pt idx="33">
                  <c:v>341.2655195933146</c:v>
                </c:pt>
                <c:pt idx="34">
                  <c:v>230.0691395176602</c:v>
                </c:pt>
                <c:pt idx="35">
                  <c:v>2379.834372209511</c:v>
                </c:pt>
                <c:pt idx="36">
                  <c:v>3520.9507893253176</c:v>
                </c:pt>
                <c:pt idx="37">
                  <c:v>207.0742159072014</c:v>
                </c:pt>
                <c:pt idx="38">
                  <c:v>255.53999027110027</c:v>
                </c:pt>
                <c:pt idx="39">
                  <c:v>143.79157173960957</c:v>
                </c:pt>
                <c:pt idx="40">
                  <c:v>692.2411243914206</c:v>
                </c:pt>
                <c:pt idx="41">
                  <c:v>4288.128059756686</c:v>
                </c:pt>
                <c:pt idx="42">
                  <c:v>3385.156970107768</c:v>
                </c:pt>
                <c:pt idx="43">
                  <c:v>1866.1474108544814</c:v>
                </c:pt>
                <c:pt idx="44">
                  <c:v>4496.052824595711</c:v>
                </c:pt>
                <c:pt idx="45">
                  <c:v>2655.700991098058</c:v>
                </c:pt>
                <c:pt idx="46">
                  <c:v>2933.9578096433715</c:v>
                </c:pt>
                <c:pt idx="47">
                  <c:v>2995.3002470616702</c:v>
                </c:pt>
                <c:pt idx="48">
                  <c:v>700.1673463249064</c:v>
                </c:pt>
                <c:pt idx="49">
                  <c:v>331.92170812353925</c:v>
                </c:pt>
                <c:pt idx="50">
                  <c:v>2779.544727605902</c:v>
                </c:pt>
                <c:pt idx="51">
                  <c:v>1111.8239729817678</c:v>
                </c:pt>
                <c:pt idx="52">
                  <c:v>4376.991363383785</c:v>
                </c:pt>
                <c:pt idx="53">
                  <c:v>1614.6160304865411</c:v>
                </c:pt>
                <c:pt idx="54">
                  <c:v>169.39471584122273</c:v>
                </c:pt>
                <c:pt idx="55">
                  <c:v>2062.1179400333367</c:v>
                </c:pt>
                <c:pt idx="56">
                  <c:v>1577.2208211843135</c:v>
                </c:pt>
                <c:pt idx="57">
                  <c:v>3292.169608857633</c:v>
                </c:pt>
                <c:pt idx="58">
                  <c:v>939.4475737365793</c:v>
                </c:pt>
                <c:pt idx="59">
                  <c:v>4025.359656157116</c:v>
                </c:pt>
                <c:pt idx="60">
                  <c:v>4462.21204840495</c:v>
                </c:pt>
                <c:pt idx="61">
                  <c:v>5484.285525169024</c:v>
                </c:pt>
                <c:pt idx="62">
                  <c:v>772.5632735239413</c:v>
                </c:pt>
                <c:pt idx="63">
                  <c:v>260.45339893494275</c:v>
                </c:pt>
                <c:pt idx="64">
                  <c:v>81.17708941479997</c:v>
                </c:pt>
                <c:pt idx="65">
                  <c:v>165.22644501152615</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1159.7725331906545</c:v>
                </c:pt>
                <c:pt idx="1">
                  <c:v>253.6639657391236</c:v>
                </c:pt>
                <c:pt idx="2">
                  <c:v>1057.6362178662005</c:v>
                </c:pt>
                <c:pt idx="3">
                  <c:v>360.7801375847414</c:v>
                </c:pt>
                <c:pt idx="4">
                  <c:v>941.289384979679</c:v>
                </c:pt>
                <c:pt idx="5">
                  <c:v>1667.9090384096978</c:v>
                </c:pt>
                <c:pt idx="6">
                  <c:v>771.6190733455418</c:v>
                </c:pt>
                <c:pt idx="7">
                  <c:v>341.41686432083173</c:v>
                </c:pt>
                <c:pt idx="8">
                  <c:v>405.59103009892556</c:v>
                </c:pt>
                <c:pt idx="9">
                  <c:v>416.5239773040553</c:v>
                </c:pt>
                <c:pt idx="10">
                  <c:v>1452.150623643868</c:v>
                </c:pt>
                <c:pt idx="11">
                  <c:v>1356.7432923164135</c:v>
                </c:pt>
                <c:pt idx="12">
                  <c:v>360.81347998540775</c:v>
                </c:pt>
                <c:pt idx="13">
                  <c:v>414.8983729457192</c:v>
                </c:pt>
                <c:pt idx="14">
                  <c:v>679.0727189557031</c:v>
                </c:pt>
                <c:pt idx="15">
                  <c:v>395.9466758683369</c:v>
                </c:pt>
                <c:pt idx="16">
                  <c:v>200.81835326416396</c:v>
                </c:pt>
                <c:pt idx="17">
                  <c:v>119.69167140814959</c:v>
                </c:pt>
                <c:pt idx="18">
                  <c:v>98.84493156420149</c:v>
                </c:pt>
                <c:pt idx="19">
                  <c:v>168.03053743725232</c:v>
                </c:pt>
                <c:pt idx="20">
                  <c:v>1745.98442246892</c:v>
                </c:pt>
                <c:pt idx="21">
                  <c:v>1253.5892020312142</c:v>
                </c:pt>
                <c:pt idx="22">
                  <c:v>1023.2888171024636</c:v>
                </c:pt>
                <c:pt idx="23">
                  <c:v>383.0292094790701</c:v>
                </c:pt>
                <c:pt idx="24">
                  <c:v>2174.8484072679835</c:v>
                </c:pt>
                <c:pt idx="25">
                  <c:v>509.5482062842792</c:v>
                </c:pt>
                <c:pt idx="26">
                  <c:v>1072.3070005370603</c:v>
                </c:pt>
                <c:pt idx="27">
                  <c:v>139.20067996350446</c:v>
                </c:pt>
                <c:pt idx="28">
                  <c:v>998.0351590787392</c:v>
                </c:pt>
                <c:pt idx="29">
                  <c:v>708.9720574236102</c:v>
                </c:pt>
                <c:pt idx="30">
                  <c:v>964.7432166459183</c:v>
                </c:pt>
                <c:pt idx="31">
                  <c:v>868.4643715249769</c:v>
                </c:pt>
                <c:pt idx="32">
                  <c:v>148.75159213533448</c:v>
                </c:pt>
                <c:pt idx="33">
                  <c:v>882.5338294459954</c:v>
                </c:pt>
                <c:pt idx="34">
                  <c:v>900.9791880314342</c:v>
                </c:pt>
                <c:pt idx="35">
                  <c:v>1243.4911282467042</c:v>
                </c:pt>
                <c:pt idx="36">
                  <c:v>1465.1141977879106</c:v>
                </c:pt>
                <c:pt idx="37">
                  <c:v>1592.8015624222178</c:v>
                </c:pt>
                <c:pt idx="38">
                  <c:v>1680.6770439388056</c:v>
                </c:pt>
                <c:pt idx="39">
                  <c:v>273.91644243650563</c:v>
                </c:pt>
                <c:pt idx="40">
                  <c:v>1058.9744948600999</c:v>
                </c:pt>
                <c:pt idx="41">
                  <c:v>254.37402071018153</c:v>
                </c:pt>
                <c:pt idx="42">
                  <c:v>720.1535013150558</c:v>
                </c:pt>
                <c:pt idx="43">
                  <c:v>1790.5931508231592</c:v>
                </c:pt>
                <c:pt idx="44">
                  <c:v>383.6148410512042</c:v>
                </c:pt>
                <c:pt idx="45">
                  <c:v>218.19636095491722</c:v>
                </c:pt>
                <c:pt idx="46">
                  <c:v>170.99937667914278</c:v>
                </c:pt>
                <c:pt idx="47">
                  <c:v>176.86634860041045</c:v>
                </c:pt>
                <c:pt idx="48">
                  <c:v>176.2943842611715</c:v>
                </c:pt>
                <c:pt idx="49">
                  <c:v>749.5336327663736</c:v>
                </c:pt>
                <c:pt idx="50">
                  <c:v>847.1924242062904</c:v>
                </c:pt>
                <c:pt idx="51">
                  <c:v>202.16181709151252</c:v>
                </c:pt>
                <c:pt idx="52">
                  <c:v>172.1810725682543</c:v>
                </c:pt>
                <c:pt idx="53">
                  <c:v>1294.9375591321668</c:v>
                </c:pt>
                <c:pt idx="54">
                  <c:v>882.9619533111677</c:v>
                </c:pt>
                <c:pt idx="55">
                  <c:v>1164.8125825571378</c:v>
                </c:pt>
                <c:pt idx="56">
                  <c:v>2119.7940361895</c:v>
                </c:pt>
                <c:pt idx="57">
                  <c:v>1310.5759834399853</c:v>
                </c:pt>
                <c:pt idx="58">
                  <c:v>943.5856682898803</c:v>
                </c:pt>
                <c:pt idx="59">
                  <c:v>2528.8469655804174</c:v>
                </c:pt>
                <c:pt idx="60">
                  <c:v>507.62624674235116</c:v>
                </c:pt>
                <c:pt idx="61">
                  <c:v>175.44361016457503</c:v>
                </c:pt>
                <c:pt idx="62">
                  <c:v>207.23953456650062</c:v>
                </c:pt>
                <c:pt idx="63">
                  <c:v>206.05254229585523</c:v>
                </c:pt>
                <c:pt idx="64">
                  <c:v>141.37214871853334</c:v>
                </c:pt>
                <c:pt idx="65">
                  <c:v>142.8231176393982</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392535.06154881185</c:v>
                </c:pt>
                <c:pt idx="1">
                  <c:v>410531.9715049115</c:v>
                </c:pt>
                <c:pt idx="2">
                  <c:v>620158.01997213</c:v>
                </c:pt>
                <c:pt idx="3">
                  <c:v>540692.0875311901</c:v>
                </c:pt>
                <c:pt idx="4">
                  <c:v>493890.40480164706</c:v>
                </c:pt>
                <c:pt idx="5">
                  <c:v>410992.5636636851</c:v>
                </c:pt>
                <c:pt idx="6">
                  <c:v>198139.65005804627</c:v>
                </c:pt>
                <c:pt idx="7">
                  <c:v>112105.27015903553</c:v>
                </c:pt>
                <c:pt idx="8">
                  <c:v>13393.6216148113</c:v>
                </c:pt>
                <c:pt idx="9">
                  <c:v>6930.007831974615</c:v>
                </c:pt>
                <c:pt idx="10">
                  <c:v>84000.68846766453</c:v>
                </c:pt>
                <c:pt idx="11">
                  <c:v>171401.19490611498</c:v>
                </c:pt>
                <c:pt idx="12">
                  <c:v>395135.36155685363</c:v>
                </c:pt>
                <c:pt idx="13">
                  <c:v>415518.49175925495</c:v>
                </c:pt>
                <c:pt idx="14">
                  <c:v>643094.9294083958</c:v>
                </c:pt>
                <c:pt idx="15">
                  <c:v>525435.4637251783</c:v>
                </c:pt>
                <c:pt idx="16">
                  <c:v>647064.396081409</c:v>
                </c:pt>
                <c:pt idx="17">
                  <c:v>348533.36150520603</c:v>
                </c:pt>
                <c:pt idx="18">
                  <c:v>233376.13345830893</c:v>
                </c:pt>
                <c:pt idx="19">
                  <c:v>116469.04986667397</c:v>
                </c:pt>
                <c:pt idx="20">
                  <c:v>14363.29268751325</c:v>
                </c:pt>
                <c:pt idx="21">
                  <c:v>6857.727815934135</c:v>
                </c:pt>
                <c:pt idx="22">
                  <c:v>88583.32870425507</c:v>
                </c:pt>
                <c:pt idx="23">
                  <c:v>174224.89332882658</c:v>
                </c:pt>
                <c:pt idx="24">
                  <c:v>506426.85373202583</c:v>
                </c:pt>
                <c:pt idx="25">
                  <c:v>460341.9056591485</c:v>
                </c:pt>
                <c:pt idx="26">
                  <c:v>528693.2892231898</c:v>
                </c:pt>
                <c:pt idx="27">
                  <c:v>513443.1174571399</c:v>
                </c:pt>
                <c:pt idx="28">
                  <c:v>651544.0962228382</c:v>
                </c:pt>
                <c:pt idx="29">
                  <c:v>380686.46095163544</c:v>
                </c:pt>
                <c:pt idx="30">
                  <c:v>223982.47702400683</c:v>
                </c:pt>
                <c:pt idx="31">
                  <c:v>135258.1636304228</c:v>
                </c:pt>
                <c:pt idx="32">
                  <c:v>15599.232799948768</c:v>
                </c:pt>
                <c:pt idx="33">
                  <c:v>14558.409090716956</c:v>
                </c:pt>
                <c:pt idx="34">
                  <c:v>84113.3711808052</c:v>
                </c:pt>
                <c:pt idx="35">
                  <c:v>194005.94707735445</c:v>
                </c:pt>
                <c:pt idx="36">
                  <c:v>515543.9681798399</c:v>
                </c:pt>
                <c:pt idx="37">
                  <c:v>456228.64504616987</c:v>
                </c:pt>
                <c:pt idx="38">
                  <c:v>590508.9160947799</c:v>
                </c:pt>
                <c:pt idx="39">
                  <c:v>505359.23277102964</c:v>
                </c:pt>
                <c:pt idx="40">
                  <c:v>600498.1468592042</c:v>
                </c:pt>
                <c:pt idx="41">
                  <c:v>372377.18916773074</c:v>
                </c:pt>
                <c:pt idx="42">
                  <c:v>271686.33891841065</c:v>
                </c:pt>
                <c:pt idx="43">
                  <c:v>86663.92644701741</c:v>
                </c:pt>
                <c:pt idx="44">
                  <c:v>14455.698650677105</c:v>
                </c:pt>
                <c:pt idx="45">
                  <c:v>16305.960213866549</c:v>
                </c:pt>
                <c:pt idx="46">
                  <c:v>81772.7386123414</c:v>
                </c:pt>
                <c:pt idx="47">
                  <c:v>183154.64616272008</c:v>
                </c:pt>
                <c:pt idx="48">
                  <c:v>501695.67037067784</c:v>
                </c:pt>
                <c:pt idx="49">
                  <c:v>459553.7544541487</c:v>
                </c:pt>
                <c:pt idx="50">
                  <c:v>527056.4237803868</c:v>
                </c:pt>
                <c:pt idx="51">
                  <c:v>661714.7160749879</c:v>
                </c:pt>
                <c:pt idx="52">
                  <c:v>529961.0294337014</c:v>
                </c:pt>
                <c:pt idx="53">
                  <c:v>358561.89375521295</c:v>
                </c:pt>
                <c:pt idx="54">
                  <c:v>264380.9637050243</c:v>
                </c:pt>
                <c:pt idx="55">
                  <c:v>83675.59617354226</c:v>
                </c:pt>
                <c:pt idx="56">
                  <c:v>14048.715257734646</c:v>
                </c:pt>
                <c:pt idx="57">
                  <c:v>14656.975776356545</c:v>
                </c:pt>
                <c:pt idx="58">
                  <c:v>77928.41181195666</c:v>
                </c:pt>
                <c:pt idx="59">
                  <c:v>275657.5227379297</c:v>
                </c:pt>
                <c:pt idx="60">
                  <c:v>506653.5664221264</c:v>
                </c:pt>
                <c:pt idx="61">
                  <c:v>479542.63803497364</c:v>
                </c:pt>
                <c:pt idx="62">
                  <c:v>709412.3463888569</c:v>
                </c:pt>
                <c:pt idx="63">
                  <c:v>526226.6627666616</c:v>
                </c:pt>
                <c:pt idx="64">
                  <c:v>523834.85825875093</c:v>
                </c:pt>
                <c:pt idx="65">
                  <c:v>340212.10105966916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Region_Digital_...</c:v>
                </c:pt>
                <c:pt idx="13">
                  <c:v>Brand_Digital_S...</c:v>
                </c:pt>
                <c:pt idx="14">
                  <c:v>Region_Digital_...</c:v>
                </c:pt>
                <c:pt idx="15">
                  <c:v>POS</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61.22184723797253</c:v>
                </c:pt>
                <c:pt idx="2">
                  <c:v>79.31919925061918</c:v>
                </c:pt>
                <c:pt idx="3">
                  <c:v>85.98963312964129</c:v>
                </c:pt>
                <c:pt idx="4">
                  <c:v>91.04199647677159</c:v>
                </c:pt>
                <c:pt idx="5">
                  <c:v>92.76469020040393</c:v>
                </c:pt>
                <c:pt idx="6">
                  <c:v>94.06012931049</c:v>
                </c:pt>
                <c:pt idx="7">
                  <c:v>95.31207841575909</c:v>
                </c:pt>
                <c:pt idx="8">
                  <c:v>96.30830454367653</c:v>
                </c:pt>
                <c:pt idx="9">
                  <c:v>97.25855089626359</c:v>
                </c:pt>
                <c:pt idx="10">
                  <c:v>98.07280621088411</c:v>
                </c:pt>
                <c:pt idx="11">
                  <c:v>98.6418734998472</c:v>
                </c:pt>
                <c:pt idx="12">
                  <c:v>99.07129285146073</c:v>
                </c:pt>
                <c:pt idx="13">
                  <c:v>99.39698889136065</c:v>
                </c:pt>
                <c:pt idx="14">
                  <c:v>99.67587996476561</c:v>
                </c:pt>
                <c:pt idx="15">
                  <c:v>99.91279258270842</c:v>
                </c:pt>
                <c:pt idx="16">
                  <c:v>100.02531293847758</c:v>
                </c:pt>
                <c:pt idx="17">
                  <c:v>100.13566134303676</c:v>
                </c:pt>
                <c:pt idx="18">
                  <c:v>100.20306488327661</c:v>
                </c:pt>
                <c:pt idx="19">
                  <c:v>100.14158377376863</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00ACC6"/>
              </a:solidFill>
            </c:spPr>
          </c:dPt>
          <c:dPt>
            <c:idx val="8"/>
            <c:spPr>
              <a:solidFill>
                <a:srgbClr val="FFA52F"/>
              </a:solidFill>
            </c:spPr>
          </c:dPt>
          <c:dPt>
            <c:idx val="9"/>
            <c:spPr>
              <a:solidFill>
                <a:srgbClr val="8C3BFF"/>
              </a:solidFill>
            </c:spPr>
          </c:dPt>
          <c:dPt>
            <c:idx val="10"/>
            <c:spPr>
              <a:solidFill>
                <a:srgbClr val="FF7ED1"/>
              </a:solidFill>
            </c:spPr>
          </c:dPt>
          <c:dPt>
            <c:idx val="11"/>
            <c:spPr>
              <a:solidFill>
                <a:srgbClr val="BF03B8"/>
              </a:solidFill>
            </c:spPr>
          </c:dPt>
          <c:dPt>
            <c:idx val="12"/>
            <c:spPr>
              <a:solidFill>
                <a:srgbClr val="BCB6FF"/>
              </a:solidFill>
            </c:spPr>
          </c:dPt>
          <c:dPt>
            <c:idx val="13"/>
            <c:spPr>
              <a:solidFill>
                <a:srgbClr val="97FF00"/>
              </a:solidFill>
            </c:spPr>
          </c:dPt>
          <c:dPt>
            <c:idx val="14"/>
            <c:spPr>
              <a:solidFill>
                <a:srgbClr val="645474"/>
              </a:solidFill>
            </c:spPr>
          </c:dPt>
          <c:dPt>
            <c:idx val="15"/>
            <c:spPr>
              <a:solidFill>
                <a:srgbClr val="0000DD"/>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61.22%</a:t>
                    </a:r>
                  </a:p>
                </c:rich>
              </c:tx>
              <c:dLblPos val="inEnd"/>
              <c:showLegendKey val="0"/>
              <c:showVal val="1"/>
              <c:showCatName val="0"/>
              <c:showSerName val="0"/>
              <c:showPercent val="0"/>
              <c:showBubbleSize val="0"/>
            </c:dLbl>
            <c:dLbl>
              <c:idx val="1"/>
              <c:tx>
                <c:rich>
                  <a:bodyPr/>
                  <a:lstStyle/>
                  <a:p>
                    <a:r>
                      <a:t>18.1%</a:t>
                    </a:r>
                  </a:p>
                </c:rich>
              </c:tx>
              <c:dLblPos val="inEnd"/>
              <c:showLegendKey val="0"/>
              <c:showVal val="1"/>
              <c:showCatName val="0"/>
              <c:showSerName val="0"/>
              <c:showPercent val="0"/>
              <c:showBubbleSize val="0"/>
            </c:dLbl>
            <c:dLbl>
              <c:idx val="2"/>
              <c:tx>
                <c:rich>
                  <a:bodyPr/>
                  <a:lstStyle/>
                  <a:p>
                    <a:r>
                      <a:t>6.67%</a:t>
                    </a:r>
                  </a:p>
                </c:rich>
              </c:tx>
              <c:dLblPos val="inEnd"/>
              <c:showLegendKey val="0"/>
              <c:showVal val="1"/>
              <c:showCatName val="0"/>
              <c:showSerName val="0"/>
              <c:showPercent val="0"/>
              <c:showBubbleSize val="0"/>
            </c:dLbl>
            <c:dLbl>
              <c:idx val="3"/>
              <c:tx>
                <c:rich>
                  <a:bodyPr/>
                  <a:lstStyle/>
                  <a:p>
                    <a:r>
                      <a:t>5.05%</a:t>
                    </a:r>
                  </a:p>
                </c:rich>
              </c:tx>
              <c:dLblPos val="inEnd"/>
              <c:showLegendKey val="0"/>
              <c:showVal val="1"/>
              <c:showCatName val="0"/>
              <c:showSerName val="0"/>
              <c:showPercent val="0"/>
              <c:showBubbleSize val="0"/>
            </c:dLbl>
            <c:dLbl>
              <c:idx val="4"/>
              <c:tx>
                <c:rich>
                  <a:bodyPr/>
                  <a:lstStyle/>
                  <a:p>
                    <a:r>
                      <a:t>1.72%</a:t>
                    </a:r>
                  </a:p>
                </c:rich>
              </c:tx>
              <c:dLblPos val="inEnd"/>
              <c:showLegendKey val="0"/>
              <c:showVal val="1"/>
              <c:showCatName val="0"/>
              <c:showSerName val="0"/>
              <c:showPercent val="0"/>
              <c:showBubbleSize val="0"/>
            </c:dLbl>
            <c:dLbl>
              <c:idx val="5"/>
              <c:tx>
                <c:rich>
                  <a:bodyPr/>
                  <a:lstStyle/>
                  <a:p>
                    <a:r>
                      <a:t>1.3%</a:t>
                    </a:r>
                  </a:p>
                </c:rich>
              </c:tx>
              <c:dLblPos val="inEnd"/>
              <c:showLegendKey val="0"/>
              <c:showVal val="1"/>
              <c:showCatName val="0"/>
              <c:showSerName val="0"/>
              <c:showPercent val="0"/>
              <c:showBubbleSize val="0"/>
            </c:dLbl>
            <c:dLbl>
              <c:idx val="6"/>
              <c:tx>
                <c:rich>
                  <a:bodyPr/>
                  <a:lstStyle/>
                  <a:p>
                    <a:r>
                      <a:t>1.25%</a:t>
                    </a:r>
                  </a:p>
                </c:rich>
              </c:tx>
              <c:dLblPos val="inEnd"/>
              <c:showLegendKey val="0"/>
              <c:showVal val="1"/>
              <c:showCatName val="0"/>
              <c:showSerName val="0"/>
              <c:showPercent val="0"/>
              <c:showBubbleSize val="0"/>
            </c:dLbl>
            <c:dLbl>
              <c:idx val="7"/>
              <c:tx>
                <c:rich>
                  <a:bodyPr/>
                  <a:lstStyle/>
                  <a:p>
                    <a:r>
                      <a:t>1.0%</a:t>
                    </a:r>
                  </a:p>
                </c:rich>
              </c:tx>
              <c:dLblPos val="inEnd"/>
              <c:showLegendKey val="0"/>
              <c:showVal val="1"/>
              <c:showCatName val="0"/>
              <c:showSerName val="0"/>
              <c:showPercent val="0"/>
              <c:showBubbleSize val="0"/>
            </c:dLbl>
            <c:dLbl>
              <c:idx val="8"/>
              <c:tx>
                <c:rich>
                  <a:bodyPr/>
                  <a:lstStyle/>
                  <a:p>
                    <a:r>
                      <a:t>0.95%</a:t>
                    </a:r>
                  </a:p>
                </c:rich>
              </c:tx>
              <c:dLblPos val="inEnd"/>
              <c:showLegendKey val="0"/>
              <c:showVal val="1"/>
              <c:showCatName val="0"/>
              <c:showSerName val="0"/>
              <c:showPercent val="0"/>
              <c:showBubbleSize val="0"/>
            </c:dLbl>
            <c:dLbl>
              <c:idx val="9"/>
              <c:tx>
                <c:rich>
                  <a:bodyPr/>
                  <a:lstStyle/>
                  <a:p>
                    <a:r>
                      <a:t>0.81%</a:t>
                    </a:r>
                  </a:p>
                </c:rich>
              </c:tx>
              <c:dLblPos val="inEnd"/>
              <c:showLegendKey val="0"/>
              <c:showVal val="1"/>
              <c:showCatName val="0"/>
              <c:showSerName val="0"/>
              <c:showPercent val="0"/>
              <c:showBubbleSize val="0"/>
            </c:dLbl>
            <c:dLbl>
              <c:idx val="10"/>
              <c:tx>
                <c:rich>
                  <a:bodyPr/>
                  <a:lstStyle/>
                  <a:p>
                    <a:r>
                      <a:t>0.57%</a:t>
                    </a:r>
                  </a:p>
                </c:rich>
              </c:tx>
              <c:dLblPos val="inEnd"/>
              <c:showLegendKey val="0"/>
              <c:showVal val="1"/>
              <c:showCatName val="0"/>
              <c:showSerName val="0"/>
              <c:showPercent val="0"/>
              <c:showBubbleSize val="0"/>
            </c:dLbl>
            <c:dLbl>
              <c:idx val="11"/>
              <c:tx>
                <c:rich>
                  <a:bodyPr/>
                  <a:lstStyle/>
                  <a:p>
                    <a:r>
                      <a:t>0.43%</a:t>
                    </a:r>
                  </a:p>
                </c:rich>
              </c:tx>
              <c:dLblPos val="inEnd"/>
              <c:showLegendKey val="0"/>
              <c:showVal val="1"/>
              <c:showCatName val="0"/>
              <c:showSerName val="0"/>
              <c:showPercent val="0"/>
              <c:showBubbleSize val="0"/>
            </c:dLbl>
            <c:dLbl>
              <c:idx val="12"/>
              <c:tx>
                <c:rich>
                  <a:bodyPr/>
                  <a:lstStyle/>
                  <a:p>
                    <a:r>
                      <a:t>0.33%</a:t>
                    </a:r>
                  </a:p>
                </c:rich>
              </c:tx>
              <c:dLblPos val="inEnd"/>
              <c:showLegendKey val="0"/>
              <c:showVal val="1"/>
              <c:showCatName val="0"/>
              <c:showSerName val="0"/>
              <c:showPercent val="0"/>
              <c:showBubbleSize val="0"/>
            </c:dLbl>
            <c:dLbl>
              <c:idx val="13"/>
              <c:tx>
                <c:rich>
                  <a:bodyPr/>
                  <a:lstStyle/>
                  <a:p>
                    <a:r>
                      <a:t>0.28%</a:t>
                    </a:r>
                  </a:p>
                </c:rich>
              </c:tx>
              <c:dLblPos val="inEnd"/>
              <c:showLegendKey val="0"/>
              <c:showVal val="1"/>
              <c:showCatName val="0"/>
              <c:showSerName val="0"/>
              <c:showPercent val="0"/>
              <c:showBubbleSize val="0"/>
            </c:dLbl>
            <c:dLbl>
              <c:idx val="14"/>
              <c:tx>
                <c:rich>
                  <a:bodyPr/>
                  <a:lstStyle/>
                  <a:p>
                    <a:r>
                      <a:t>0.24%</a:t>
                    </a:r>
                  </a:p>
                </c:rich>
              </c:tx>
              <c:dLblPos val="inEnd"/>
              <c:showLegendKey val="0"/>
              <c:showVal val="1"/>
              <c:showCatName val="0"/>
              <c:showSerName val="0"/>
              <c:showPercent val="0"/>
              <c:showBubbleSize val="0"/>
            </c:dLbl>
            <c:dLbl>
              <c:idx val="15"/>
              <c:tx>
                <c:rich>
                  <a:bodyPr/>
                  <a:lstStyle/>
                  <a:p>
                    <a:r>
                      <a:t>0.11%</a:t>
                    </a:r>
                  </a:p>
                </c:rich>
              </c:tx>
              <c:dLblPos val="inEnd"/>
              <c:showLegendKey val="0"/>
              <c:showVal val="1"/>
              <c:showCatName val="0"/>
              <c:showSerName val="0"/>
              <c:showPercent val="0"/>
              <c:showBubbleSize val="0"/>
            </c:dLbl>
            <c:dLbl>
              <c:idx val="16"/>
              <c:tx>
                <c:rich>
                  <a:bodyPr/>
                  <a:lstStyle/>
                  <a:p>
                    <a:r>
                      <a:t>0.11%</a:t>
                    </a:r>
                  </a:p>
                </c:rich>
              </c:tx>
              <c:dLblPos val="inEnd"/>
              <c:showLegendKey val="0"/>
              <c:showVal val="1"/>
              <c:showCatName val="0"/>
              <c:showSerName val="0"/>
              <c:showPercent val="0"/>
              <c:showBubbleSize val="0"/>
            </c:dLbl>
            <c:dLbl>
              <c:idx val="17"/>
              <c:tx>
                <c:rich>
                  <a:bodyPr/>
                  <a:lstStyle/>
                  <a:p>
                    <a:r>
                      <a:t>0.07%</a:t>
                    </a:r>
                  </a:p>
                </c:rich>
              </c:tx>
              <c:dLblPos val="inEnd"/>
              <c:showLegendKey val="0"/>
              <c:showVal val="1"/>
              <c:showCatName val="0"/>
              <c:showSerName val="0"/>
              <c:showPercent val="0"/>
              <c:showBubbleSize val="0"/>
            </c:dLbl>
            <c:dLbl>
              <c:idx val="18"/>
              <c:tx>
                <c:rich>
                  <a:bodyPr/>
                  <a:lstStyle/>
                  <a:p>
                    <a:r>
                      <a:t>0.06%</a:t>
                    </a:r>
                  </a:p>
                </c:rich>
              </c:tx>
              <c:dLblPos val="inEnd"/>
              <c:showLegendKey val="0"/>
              <c:showVal val="1"/>
              <c:showCatName val="0"/>
              <c:showSerName val="0"/>
              <c:showPercent val="0"/>
              <c:showBubbleSize val="0"/>
            </c:dLbl>
            <c:dLbl>
              <c:idx val="19"/>
              <c:tx>
                <c:rich>
                  <a:bodyPr/>
                  <a:lstStyle/>
                  <a:p>
                    <a:r>
                      <a:t>-0.12%</a:t>
                    </a:r>
                  </a:p>
                </c:rich>
              </c:tx>
              <c:dLblPos val="inEnd"/>
              <c:showLegendKey val="0"/>
              <c:showVal val="1"/>
              <c:showCatName val="0"/>
              <c:showSerName val="0"/>
              <c:showPercent val="0"/>
              <c:showBubbleSize val="0"/>
            </c:dLbl>
            <c:dLbl>
              <c:idx val="20"/>
              <c:tx>
                <c:rich>
                  <a:bodyPr/>
                  <a:lstStyle/>
                  <a:p>
                    <a:r>
                      <a:t>-0.14%</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Region_Digital_...</c:v>
                </c:pt>
                <c:pt idx="13">
                  <c:v>Brand_Digital_S...</c:v>
                </c:pt>
                <c:pt idx="14">
                  <c:v>Region_Digital_...</c:v>
                </c:pt>
                <c:pt idx="15">
                  <c:v>POS</c:v>
                </c:pt>
                <c:pt idx="16">
                  <c:v>Region_OOH</c:v>
                </c:pt>
                <c:pt idx="17">
                  <c:v>PR</c:v>
                </c:pt>
                <c:pt idx="18">
                  <c:v>Region_TV</c:v>
                </c:pt>
                <c:pt idx="19">
                  <c:v>Price index</c:v>
                </c:pt>
                <c:pt idx="20">
                  <c:v>Region_Digital_...</c:v>
                </c:pt>
              </c:strCache>
            </c:strRef>
          </c:cat>
          <c:val>
            <c:numRef>
              <c:f>Sheet1!$C$2:$C$22</c:f>
              <c:numCache>
                <c:formatCode>General</c:formatCode>
                <c:ptCount val="21"/>
                <c:pt idx="0">
                  <c:v>61.22184723797254</c:v>
                </c:pt>
                <c:pt idx="1">
                  <c:v>18.097352012646645</c:v>
                </c:pt>
                <c:pt idx="2">
                  <c:v>6.670433879022107</c:v>
                </c:pt>
                <c:pt idx="3">
                  <c:v>5.05236334713029</c:v>
                </c:pt>
                <c:pt idx="4">
                  <c:v>1.7226937236323527</c:v>
                </c:pt>
                <c:pt idx="5">
                  <c:v>1.2954391100860538</c:v>
                </c:pt>
                <c:pt idx="6">
                  <c:v>1.2519491052690928</c:v>
                </c:pt>
                <c:pt idx="7">
                  <c:v>0.9962261279174279</c:v>
                </c:pt>
                <c:pt idx="8">
                  <c:v>0.9502463525870591</c:v>
                </c:pt>
                <c:pt idx="9">
                  <c:v>0.8142553146205248</c:v>
                </c:pt>
                <c:pt idx="10">
                  <c:v>0.5690672889630854</c:v>
                </c:pt>
                <c:pt idx="11">
                  <c:v>0.4294193516135405</c:v>
                </c:pt>
                <c:pt idx="12">
                  <c:v>0.3256960398999252</c:v>
                </c:pt>
                <c:pt idx="13">
                  <c:v>0.27889107340497316</c:v>
                </c:pt>
                <c:pt idx="14">
                  <c:v>0.2369126179428045</c:v>
                </c:pt>
                <c:pt idx="15">
                  <c:v>0.11252035576916938</c:v>
                </c:pt>
                <c:pt idx="16">
                  <c:v>0.11034840455919155</c:v>
                </c:pt>
                <c:pt idx="17">
                  <c:v>0.0674035402398447</c:v>
                </c:pt>
                <c:pt idx="18">
                  <c:v>0.05950775360288966</c:v>
                </c:pt>
                <c:pt idx="19">
                  <c:v>0.12098886311087659</c:v>
                </c:pt>
                <c:pt idx="20">
                  <c:v>0.14158377376861409</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1272178.0</c:v>
                </c:pt>
                <c:pt idx="1">
                  <c:v>1347318.0</c:v>
                </c:pt>
                <c:pt idx="2">
                  <c:v>1538324.0</c:v>
                </c:pt>
                <c:pt idx="3">
                  <c:v>1389225.0</c:v>
                </c:pt>
                <c:pt idx="4">
                  <c:v>1224660.0</c:v>
                </c:pt>
                <c:pt idx="5">
                  <c:v>1279939.0</c:v>
                </c:pt>
                <c:pt idx="6">
                  <c:v>1119349.0</c:v>
                </c:pt>
                <c:pt idx="7">
                  <c:v>1257433.0</c:v>
                </c:pt>
                <c:pt idx="8">
                  <c:v>1067516.0</c:v>
                </c:pt>
                <c:pt idx="9">
                  <c:v>1115484.0</c:v>
                </c:pt>
                <c:pt idx="10">
                  <c:v>1432500.0</c:v>
                </c:pt>
                <c:pt idx="11">
                  <c:v>1159747.0</c:v>
                </c:pt>
                <c:pt idx="12">
                  <c:v>1310243.0</c:v>
                </c:pt>
                <c:pt idx="13">
                  <c:v>1325087.0</c:v>
                </c:pt>
                <c:pt idx="14">
                  <c:v>1715131.0</c:v>
                </c:pt>
                <c:pt idx="15">
                  <c:v>1432960.0</c:v>
                </c:pt>
                <c:pt idx="16">
                  <c:v>1692172.0</c:v>
                </c:pt>
                <c:pt idx="17">
                  <c:v>1211377.0</c:v>
                </c:pt>
                <c:pt idx="18">
                  <c:v>1243530.0</c:v>
                </c:pt>
                <c:pt idx="19">
                  <c:v>1474733.0</c:v>
                </c:pt>
                <c:pt idx="20">
                  <c:v>1155366.0</c:v>
                </c:pt>
                <c:pt idx="21">
                  <c:v>1228096.0</c:v>
                </c:pt>
                <c:pt idx="22">
                  <c:v>1508869.0</c:v>
                </c:pt>
                <c:pt idx="23">
                  <c:v>1238452.0</c:v>
                </c:pt>
                <c:pt idx="24">
                  <c:v>1665105.0</c:v>
                </c:pt>
                <c:pt idx="25">
                  <c:v>1443506.0</c:v>
                </c:pt>
                <c:pt idx="26">
                  <c:v>1561559.0</c:v>
                </c:pt>
                <c:pt idx="27">
                  <c:v>1346568.0</c:v>
                </c:pt>
                <c:pt idx="28">
                  <c:v>1443587.0</c:v>
                </c:pt>
                <c:pt idx="29">
                  <c:v>1256676.0</c:v>
                </c:pt>
                <c:pt idx="30">
                  <c:v>1278433.0</c:v>
                </c:pt>
                <c:pt idx="31">
                  <c:v>1560247.0</c:v>
                </c:pt>
                <c:pt idx="32">
                  <c:v>1152863.0</c:v>
                </c:pt>
                <c:pt idx="33">
                  <c:v>1604068.0</c:v>
                </c:pt>
                <c:pt idx="34">
                  <c:v>1373527.0</c:v>
                </c:pt>
                <c:pt idx="35">
                  <c:v>1559070.0</c:v>
                </c:pt>
                <c:pt idx="36">
                  <c:v>1715232.0</c:v>
                </c:pt>
                <c:pt idx="37">
                  <c:v>1434438.0</c:v>
                </c:pt>
                <c:pt idx="38">
                  <c:v>1529749.0</c:v>
                </c:pt>
                <c:pt idx="39">
                  <c:v>1317597.0</c:v>
                </c:pt>
                <c:pt idx="40">
                  <c:v>1718233.0</c:v>
                </c:pt>
                <c:pt idx="41">
                  <c:v>1285631.0</c:v>
                </c:pt>
                <c:pt idx="42">
                  <c:v>1463974.0</c:v>
                </c:pt>
                <c:pt idx="43">
                  <c:v>1299496.0</c:v>
                </c:pt>
                <c:pt idx="44">
                  <c:v>1297133.0</c:v>
                </c:pt>
                <c:pt idx="45">
                  <c:v>1632248.0</c:v>
                </c:pt>
                <c:pt idx="46">
                  <c:v>1285801.0</c:v>
                </c:pt>
                <c:pt idx="47">
                  <c:v>1217635.0</c:v>
                </c:pt>
                <c:pt idx="48">
                  <c:v>1646462.0</c:v>
                </c:pt>
                <c:pt idx="49">
                  <c:v>1421198.0</c:v>
                </c:pt>
                <c:pt idx="50">
                  <c:v>1265261.0</c:v>
                </c:pt>
                <c:pt idx="51">
                  <c:v>1836569.0</c:v>
                </c:pt>
                <c:pt idx="52">
                  <c:v>1262943.0</c:v>
                </c:pt>
                <c:pt idx="53">
                  <c:v>1322843.0</c:v>
                </c:pt>
                <c:pt idx="54">
                  <c:v>1460557.0</c:v>
                </c:pt>
                <c:pt idx="55">
                  <c:v>1077241.0</c:v>
                </c:pt>
                <c:pt idx="56">
                  <c:v>1354726.0</c:v>
                </c:pt>
                <c:pt idx="57">
                  <c:v>1067183.0</c:v>
                </c:pt>
                <c:pt idx="58">
                  <c:v>1186946.0</c:v>
                </c:pt>
                <c:pt idx="59">
                  <c:v>1415215.0</c:v>
                </c:pt>
                <c:pt idx="60">
                  <c:v>350681.0</c:v>
                </c:pt>
                <c:pt idx="61">
                  <c:v>1544920.0</c:v>
                </c:pt>
                <c:pt idx="62">
                  <c:v>1487448.0</c:v>
                </c:pt>
                <c:pt idx="63">
                  <c:v>1838145.0</c:v>
                </c:pt>
                <c:pt idx="64">
                  <c:v>1442852.0</c:v>
                </c:pt>
                <c:pt idx="65">
                  <c:v>1175943.0</c:v>
                </c:pt>
                <c:pt idx="66">
                  <c:v>1065352.0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1287277.1490905483</c:v>
                </c:pt>
                <c:pt idx="1">
                  <c:v>1281565.3060943307</c:v>
                </c:pt>
                <c:pt idx="2">
                  <c:v>1540722.320274346</c:v>
                </c:pt>
                <c:pt idx="3">
                  <c:v>1415443.3417087365</c:v>
                </c:pt>
                <c:pt idx="4">
                  <c:v>1197522.9061325795</c:v>
                </c:pt>
                <c:pt idx="5">
                  <c:v>1357663.5860652556</c:v>
                </c:pt>
                <c:pt idx="6">
                  <c:v>1033298.3749337262</c:v>
                </c:pt>
                <c:pt idx="7">
                  <c:v>1281946.0665135265</c:v>
                </c:pt>
                <c:pt idx="8">
                  <c:v>1049184.302355201</c:v>
                </c:pt>
                <c:pt idx="9">
                  <c:v>1163727.2480717464</c:v>
                </c:pt>
                <c:pt idx="10">
                  <c:v>1484048.9095886238</c:v>
                </c:pt>
                <c:pt idx="11">
                  <c:v>1183104.4810420075</c:v>
                </c:pt>
                <c:pt idx="12">
                  <c:v>1356181.0856083552</c:v>
                </c:pt>
                <c:pt idx="13">
                  <c:v>1340377.310026318</c:v>
                </c:pt>
                <c:pt idx="14">
                  <c:v>1748514.0531089974</c:v>
                </c:pt>
                <c:pt idx="15">
                  <c:v>1444896.9241152029</c:v>
                </c:pt>
                <c:pt idx="16">
                  <c:v>1691406.6110811485</c:v>
                </c:pt>
                <c:pt idx="17">
                  <c:v>1183005.7583307736</c:v>
                </c:pt>
                <c:pt idx="18">
                  <c:v>1180523.8262227639</c:v>
                </c:pt>
                <c:pt idx="19">
                  <c:v>1439059.7859271888</c:v>
                </c:pt>
                <c:pt idx="20">
                  <c:v>1140182.300031978</c:v>
                </c:pt>
                <c:pt idx="21">
                  <c:v>1244273.142664162</c:v>
                </c:pt>
                <c:pt idx="22">
                  <c:v>1513531.2643761835</c:v>
                </c:pt>
                <c:pt idx="23">
                  <c:v>1253270.4822540055</c:v>
                </c:pt>
                <c:pt idx="24">
                  <c:v>1664498.6379892887</c:v>
                </c:pt>
                <c:pt idx="25">
                  <c:v>1401199.9216439086</c:v>
                </c:pt>
                <c:pt idx="26">
                  <c:v>1485773.3987859054</c:v>
                </c:pt>
                <c:pt idx="27">
                  <c:v>1368129.2075022222</c:v>
                </c:pt>
                <c:pt idx="28">
                  <c:v>1511084.2165143066</c:v>
                </c:pt>
                <c:pt idx="29">
                  <c:v>1240166.3662857898</c:v>
                </c:pt>
                <c:pt idx="30">
                  <c:v>1257145.6669593733</c:v>
                </c:pt>
                <c:pt idx="31">
                  <c:v>1499832.2107157165</c:v>
                </c:pt>
                <c:pt idx="32">
                  <c:v>1209929.5267488284</c:v>
                </c:pt>
                <c:pt idx="33">
                  <c:v>1521975.0427512159</c:v>
                </c:pt>
                <c:pt idx="34">
                  <c:v>1356865.5012145108</c:v>
                </c:pt>
                <c:pt idx="35">
                  <c:v>1471726.2121236944</c:v>
                </c:pt>
                <c:pt idx="36">
                  <c:v>1824122.9592527365</c:v>
                </c:pt>
                <c:pt idx="37">
                  <c:v>1402433.5985521968</c:v>
                </c:pt>
                <c:pt idx="38">
                  <c:v>1508188.3597037946</c:v>
                </c:pt>
                <c:pt idx="39">
                  <c:v>1325558.8348838028</c:v>
                </c:pt>
                <c:pt idx="40">
                  <c:v>1721545.0568684381</c:v>
                </c:pt>
                <c:pt idx="41">
                  <c:v>1233615.6424325057</c:v>
                </c:pt>
                <c:pt idx="42">
                  <c:v>1573386.5092942133</c:v>
                </c:pt>
                <c:pt idx="43">
                  <c:v>1218366.1256692433</c:v>
                </c:pt>
                <c:pt idx="44">
                  <c:v>1161238.8535711756</c:v>
                </c:pt>
                <c:pt idx="45">
                  <c:v>1668996.7783134012</c:v>
                </c:pt>
                <c:pt idx="46">
                  <c:v>1284926.5847470236</c:v>
                </c:pt>
                <c:pt idx="47">
                  <c:v>1229026.008328778</c:v>
                </c:pt>
                <c:pt idx="48">
                  <c:v>1686080.7437373116</c:v>
                </c:pt>
                <c:pt idx="49">
                  <c:v>1351913.3136746539</c:v>
                </c:pt>
                <c:pt idx="50">
                  <c:v>1323669.668944988</c:v>
                </c:pt>
                <c:pt idx="51">
                  <c:v>1746922.7216792717</c:v>
                </c:pt>
                <c:pt idx="52">
                  <c:v>1334069.0816218504</c:v>
                </c:pt>
                <c:pt idx="53">
                  <c:v>1394052.017186485</c:v>
                </c:pt>
                <c:pt idx="54">
                  <c:v>1490028.751695179</c:v>
                </c:pt>
                <c:pt idx="55">
                  <c:v>1122808.533094802</c:v>
                </c:pt>
                <c:pt idx="56">
                  <c:v>1361230.7994445676</c:v>
                </c:pt>
                <c:pt idx="57">
                  <c:v>1118917.9272597167</c:v>
                </c:pt>
                <c:pt idx="58">
                  <c:v>1167490.5294662213</c:v>
                </c:pt>
                <c:pt idx="59">
                  <c:v>1485765.0488516837</c:v>
                </c:pt>
                <c:pt idx="60">
                  <c:v>339284.1618226066</c:v>
                </c:pt>
                <c:pt idx="61">
                  <c:v>1625089.1585471688</c:v>
                </c:pt>
                <c:pt idx="62">
                  <c:v>1527769.0912774417</c:v>
                </c:pt>
                <c:pt idx="63">
                  <c:v>1908495.71870052</c:v>
                </c:pt>
                <c:pt idx="64">
                  <c:v>1511857.2622699842</c:v>
                </c:pt>
                <c:pt idx="65">
                  <c:v>1206523.0578545085</c:v>
                </c:pt>
                <c:pt idx="66">
                  <c:v>1105909.0262765244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290195.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395367150.14</c:v>
                </c:pt>
                <c:pt idx="1">
                  <c:v>424526124.32</c:v>
                </c:pt>
                <c:pt idx="2">
                  <c:v>490574866.81</c:v>
                </c:pt>
                <c:pt idx="3">
                  <c:v>429529051.63</c:v>
                </c:pt>
                <c:pt idx="4">
                  <c:v>363101285.29999995</c:v>
                </c:pt>
                <c:pt idx="5">
                  <c:v>349745792.82</c:v>
                </c:pt>
                <c:pt idx="6">
                  <c:v>283216894.19</c:v>
                </c:pt>
                <c:pt idx="7">
                  <c:v>306076192.15999997</c:v>
                </c:pt>
                <c:pt idx="8">
                  <c:v>258260814.46</c:v>
                </c:pt>
                <c:pt idx="9">
                  <c:v>278526223.88</c:v>
                </c:pt>
                <c:pt idx="10">
                  <c:v>383868487.6</c:v>
                </c:pt>
                <c:pt idx="11">
                  <c:v>330430131.36</c:v>
                </c:pt>
                <c:pt idx="12">
                  <c:v>397834089.64</c:v>
                </c:pt>
                <c:pt idx="13">
                  <c:v>421056374.28999996</c:v>
                </c:pt>
                <c:pt idx="14">
                  <c:v>544747486.11</c:v>
                </c:pt>
                <c:pt idx="15">
                  <c:v>443010953.87</c:v>
                </c:pt>
                <c:pt idx="16">
                  <c:v>502420789.27</c:v>
                </c:pt>
                <c:pt idx="17">
                  <c:v>331284690.37</c:v>
                </c:pt>
                <c:pt idx="18">
                  <c:v>318436202.19</c:v>
                </c:pt>
                <c:pt idx="19">
                  <c:v>361869487.33000004</c:v>
                </c:pt>
                <c:pt idx="20">
                  <c:v>284141110.4</c:v>
                </c:pt>
                <c:pt idx="21">
                  <c:v>310673650.74</c:v>
                </c:pt>
                <c:pt idx="22">
                  <c:v>398469483.59</c:v>
                </c:pt>
                <c:pt idx="23">
                  <c:v>353042057.54</c:v>
                </c:pt>
                <c:pt idx="24">
                  <c:v>507514481.90000004</c:v>
                </c:pt>
                <c:pt idx="25">
                  <c:v>452924007.36</c:v>
                </c:pt>
                <c:pt idx="26">
                  <c:v>499457446.69</c:v>
                </c:pt>
                <c:pt idx="27">
                  <c:v>420528339.46000004</c:v>
                </c:pt>
                <c:pt idx="28">
                  <c:v>424466527.99</c:v>
                </c:pt>
                <c:pt idx="29">
                  <c:v>344761058.76</c:v>
                </c:pt>
                <c:pt idx="30">
                  <c:v>317164939.3</c:v>
                </c:pt>
                <c:pt idx="31">
                  <c:v>384975046.14</c:v>
                </c:pt>
                <c:pt idx="32">
                  <c:v>275744819.95</c:v>
                </c:pt>
                <c:pt idx="33">
                  <c:v>402986141.65000004</c:v>
                </c:pt>
                <c:pt idx="34">
                  <c:v>364880477.28999996</c:v>
                </c:pt>
                <c:pt idx="35">
                  <c:v>448808962.65999997</c:v>
                </c:pt>
                <c:pt idx="36">
                  <c:v>527050054.35</c:v>
                </c:pt>
                <c:pt idx="37">
                  <c:v>461652079.19</c:v>
                </c:pt>
                <c:pt idx="38">
                  <c:v>486368856.23</c:v>
                </c:pt>
                <c:pt idx="39">
                  <c:v>417644745.27</c:v>
                </c:pt>
                <c:pt idx="40">
                  <c:v>506005199.75</c:v>
                </c:pt>
                <c:pt idx="41">
                  <c:v>349733762.63</c:v>
                </c:pt>
                <c:pt idx="42">
                  <c:v>369108191.96000004</c:v>
                </c:pt>
                <c:pt idx="43">
                  <c:v>314019759.59999996</c:v>
                </c:pt>
                <c:pt idx="44">
                  <c:v>315006167.22</c:v>
                </c:pt>
                <c:pt idx="45">
                  <c:v>413372324.55</c:v>
                </c:pt>
                <c:pt idx="46">
                  <c:v>346136864.67</c:v>
                </c:pt>
                <c:pt idx="47">
                  <c:v>349010422.71000004</c:v>
                </c:pt>
                <c:pt idx="48">
                  <c:v>505446054.03999996</c:v>
                </c:pt>
                <c:pt idx="49">
                  <c:v>452998115.03</c:v>
                </c:pt>
                <c:pt idx="50">
                  <c:v>403406565.53</c:v>
                </c:pt>
                <c:pt idx="51">
                  <c:v>565929853.2</c:v>
                </c:pt>
                <c:pt idx="52">
                  <c:v>368299057.75</c:v>
                </c:pt>
                <c:pt idx="53">
                  <c:v>362572222.46</c:v>
                </c:pt>
                <c:pt idx="54">
                  <c:v>362698959.99</c:v>
                </c:pt>
                <c:pt idx="55">
                  <c:v>258212680.6</c:v>
                </c:pt>
                <c:pt idx="56">
                  <c:v>326233871.63</c:v>
                </c:pt>
                <c:pt idx="57">
                  <c:v>264943167.26</c:v>
                </c:pt>
                <c:pt idx="58">
                  <c:v>323596012.15</c:v>
                </c:pt>
                <c:pt idx="59">
                  <c:v>404487357.11</c:v>
                </c:pt>
                <c:pt idx="60">
                  <c:v>104653730.83</c:v>
                </c:pt>
                <c:pt idx="61">
                  <c:v>473940111.97</c:v>
                </c:pt>
                <c:pt idx="62">
                  <c:v>468579773.28999996</c:v>
                </c:pt>
                <c:pt idx="63">
                  <c:v>585770389.22</c:v>
                </c:pt>
                <c:pt idx="64">
                  <c:v>448086865.53000003</c:v>
                </c:pt>
                <c:pt idx="65">
                  <c:v>340798055.08</c:v>
                </c:pt>
                <c:pt idx="66">
                  <c:v>286024209.3</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400002217.83110076</c:v>
                </c:pt>
                <c:pt idx="1">
                  <c:v>403884049.0832855</c:v>
                </c:pt>
                <c:pt idx="2">
                  <c:v>491772881.3667642</c:v>
                </c:pt>
                <c:pt idx="3">
                  <c:v>437689482.2194725</c:v>
                </c:pt>
                <c:pt idx="4">
                  <c:v>355127179.87096095</c:v>
                </c:pt>
                <c:pt idx="5">
                  <c:v>371433205.3607713</c:v>
                </c:pt>
                <c:pt idx="6">
                  <c:v>261452814.35236868</c:v>
                </c:pt>
                <c:pt idx="7">
                  <c:v>312033572.72262824</c:v>
                </c:pt>
                <c:pt idx="8">
                  <c:v>253822392.38874978</c:v>
                </c:pt>
                <c:pt idx="9">
                  <c:v>290657991.8287989</c:v>
                </c:pt>
                <c:pt idx="10">
                  <c:v>398286034.76188874</c:v>
                </c:pt>
                <c:pt idx="11">
                  <c:v>337501234.8531524</c:v>
                </c:pt>
                <c:pt idx="12">
                  <c:v>412013059.33415747</c:v>
                </c:pt>
                <c:pt idx="13">
                  <c:v>425667190.5215044</c:v>
                </c:pt>
                <c:pt idx="14">
                  <c:v>555064054.8226955</c:v>
                </c:pt>
                <c:pt idx="15">
                  <c:v>446726989.75371635</c:v>
                </c:pt>
                <c:pt idx="16">
                  <c:v>502676755.1469485</c:v>
                </c:pt>
                <c:pt idx="17">
                  <c:v>323427841.79139185</c:v>
                </c:pt>
                <c:pt idx="18">
                  <c:v>301846297.3815782</c:v>
                </c:pt>
                <c:pt idx="19">
                  <c:v>352841457.9079315</c:v>
                </c:pt>
                <c:pt idx="20">
                  <c:v>280550741.2431673</c:v>
                </c:pt>
                <c:pt idx="21">
                  <c:v>314510648.5757022</c:v>
                </c:pt>
                <c:pt idx="22">
                  <c:v>399179798.6276607</c:v>
                </c:pt>
                <c:pt idx="23">
                  <c:v>357587393.1666259</c:v>
                </c:pt>
                <c:pt idx="24">
                  <c:v>506885384.46132195</c:v>
                </c:pt>
                <c:pt idx="25">
                  <c:v>440189218.4176107</c:v>
                </c:pt>
                <c:pt idx="26">
                  <c:v>475239365.4123438</c:v>
                </c:pt>
                <c:pt idx="27">
                  <c:v>427034576.89879525</c:v>
                </c:pt>
                <c:pt idx="28">
                  <c:v>443898689.7331078</c:v>
                </c:pt>
                <c:pt idx="29">
                  <c:v>340004255.7421315</c:v>
                </c:pt>
                <c:pt idx="30">
                  <c:v>312286885.8300723</c:v>
                </c:pt>
                <c:pt idx="31">
                  <c:v>370170240.00571764</c:v>
                </c:pt>
                <c:pt idx="32">
                  <c:v>289480608.21492326</c:v>
                </c:pt>
                <c:pt idx="33">
                  <c:v>382192939.62972033</c:v>
                </c:pt>
                <c:pt idx="34">
                  <c:v>361363132.2780326</c:v>
                </c:pt>
                <c:pt idx="35">
                  <c:v>423552763.3346932</c:v>
                </c:pt>
                <c:pt idx="36">
                  <c:v>560640712.6673073</c:v>
                </c:pt>
                <c:pt idx="37">
                  <c:v>451678443.12012374</c:v>
                </c:pt>
                <c:pt idx="38">
                  <c:v>479331102.4936911</c:v>
                </c:pt>
                <c:pt idx="39">
                  <c:v>420409964.2505051</c:v>
                </c:pt>
                <c:pt idx="40">
                  <c:v>507158024.90603966</c:v>
                </c:pt>
                <c:pt idx="41">
                  <c:v>335461179.3057792</c:v>
                </c:pt>
                <c:pt idx="42">
                  <c:v>397736996.3339294</c:v>
                </c:pt>
                <c:pt idx="43">
                  <c:v>294049718.18247527</c:v>
                </c:pt>
                <c:pt idx="44">
                  <c:v>282118756.62808627</c:v>
                </c:pt>
                <c:pt idx="45">
                  <c:v>422578410.6257484</c:v>
                </c:pt>
                <c:pt idx="46">
                  <c:v>345557325.410339</c:v>
                </c:pt>
                <c:pt idx="47">
                  <c:v>351979307.513823</c:v>
                </c:pt>
                <c:pt idx="48">
                  <c:v>517235886.04024607</c:v>
                </c:pt>
                <c:pt idx="49">
                  <c:v>430506728.775406</c:v>
                </c:pt>
                <c:pt idx="50">
                  <c:v>421857696.9241517</c:v>
                </c:pt>
                <c:pt idx="51">
                  <c:v>538156789.0962219</c:v>
                </c:pt>
                <c:pt idx="52">
                  <c:v>388943382.0242355</c:v>
                </c:pt>
                <c:pt idx="53">
                  <c:v>382515601.606438</c:v>
                </c:pt>
                <c:pt idx="54">
                  <c:v>370981278.7365471</c:v>
                </c:pt>
                <c:pt idx="55">
                  <c:v>269017412.8164253</c:v>
                </c:pt>
                <c:pt idx="56">
                  <c:v>327985088.4146948</c:v>
                </c:pt>
                <c:pt idx="57">
                  <c:v>277653725.8505536</c:v>
                </c:pt>
                <c:pt idx="58">
                  <c:v>318313501.62697977</c:v>
                </c:pt>
                <c:pt idx="59">
                  <c:v>424903413.5898715</c:v>
                </c:pt>
                <c:pt idx="60">
                  <c:v>101252572.41272049</c:v>
                </c:pt>
                <c:pt idx="61">
                  <c:v>498660310.6167815</c:v>
                </c:pt>
                <c:pt idx="62">
                  <c:v>481334553.4076218</c:v>
                </c:pt>
                <c:pt idx="63">
                  <c:v>608622788.5796325</c:v>
                </c:pt>
                <c:pt idx="64">
                  <c:v>470040520.11891294</c:v>
                </c:pt>
                <c:pt idx="65">
                  <c:v>349987465.54091376</c:v>
                </c:pt>
                <c:pt idx="66">
                  <c:v>296816241.8108859</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730347346.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Paris: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754006.491463069</c:v>
                </c:pt>
                <c:pt idx="1">
                  <c:v>754006.491463069</c:v>
                </c:pt>
                <c:pt idx="2">
                  <c:v>942508.1143288362</c:v>
                </c:pt>
                <c:pt idx="3">
                  <c:v>754006.491463069</c:v>
                </c:pt>
                <c:pt idx="4">
                  <c:v>754006.491463069</c:v>
                </c:pt>
                <c:pt idx="5">
                  <c:v>942508.1143288362</c:v>
                </c:pt>
                <c:pt idx="6">
                  <c:v>754006.491463069</c:v>
                </c:pt>
                <c:pt idx="7">
                  <c:v>942508.1143288362</c:v>
                </c:pt>
                <c:pt idx="8">
                  <c:v>754006.491463069</c:v>
                </c:pt>
                <c:pt idx="9">
                  <c:v>754006.491463069</c:v>
                </c:pt>
                <c:pt idx="10">
                  <c:v>942508.1143288362</c:v>
                </c:pt>
                <c:pt idx="11">
                  <c:v>754006.491463069</c:v>
                </c:pt>
                <c:pt idx="12">
                  <c:v>754006.491463069</c:v>
                </c:pt>
                <c:pt idx="13">
                  <c:v>754006.491463069</c:v>
                </c:pt>
                <c:pt idx="14">
                  <c:v>942508.1143288362</c:v>
                </c:pt>
                <c:pt idx="15">
                  <c:v>754006.491463069</c:v>
                </c:pt>
                <c:pt idx="16">
                  <c:v>942508.1143288362</c:v>
                </c:pt>
                <c:pt idx="17">
                  <c:v>754006.491463069</c:v>
                </c:pt>
                <c:pt idx="18">
                  <c:v>754006.491463069</c:v>
                </c:pt>
                <c:pt idx="19">
                  <c:v>942508.1143288362</c:v>
                </c:pt>
                <c:pt idx="20">
                  <c:v>754006.491463069</c:v>
                </c:pt>
                <c:pt idx="21">
                  <c:v>754006.491463069</c:v>
                </c:pt>
                <c:pt idx="22">
                  <c:v>942508.1143288362</c:v>
                </c:pt>
                <c:pt idx="23">
                  <c:v>754006.491463069</c:v>
                </c:pt>
                <c:pt idx="24">
                  <c:v>942508.1143288362</c:v>
                </c:pt>
                <c:pt idx="25">
                  <c:v>754006.491463069</c:v>
                </c:pt>
                <c:pt idx="26">
                  <c:v>754006.491463069</c:v>
                </c:pt>
                <c:pt idx="27">
                  <c:v>754006.491463069</c:v>
                </c:pt>
                <c:pt idx="28">
                  <c:v>942508.1143288362</c:v>
                </c:pt>
                <c:pt idx="29">
                  <c:v>754006.491463069</c:v>
                </c:pt>
                <c:pt idx="30">
                  <c:v>754006.491463069</c:v>
                </c:pt>
                <c:pt idx="31">
                  <c:v>942508.1143288362</c:v>
                </c:pt>
                <c:pt idx="32">
                  <c:v>754006.491463069</c:v>
                </c:pt>
                <c:pt idx="33">
                  <c:v>942508.1143288362</c:v>
                </c:pt>
                <c:pt idx="34">
                  <c:v>754006.491463069</c:v>
                </c:pt>
                <c:pt idx="35">
                  <c:v>754006.491463069</c:v>
                </c:pt>
                <c:pt idx="36">
                  <c:v>942508.1143288362</c:v>
                </c:pt>
                <c:pt idx="37">
                  <c:v>754006.491463069</c:v>
                </c:pt>
                <c:pt idx="38">
                  <c:v>754006.491463069</c:v>
                </c:pt>
                <c:pt idx="39">
                  <c:v>754006.491463069</c:v>
                </c:pt>
                <c:pt idx="40">
                  <c:v>942508.1143288362</c:v>
                </c:pt>
                <c:pt idx="41">
                  <c:v>754006.491463069</c:v>
                </c:pt>
                <c:pt idx="42">
                  <c:v>942508.1143288362</c:v>
                </c:pt>
                <c:pt idx="43">
                  <c:v>754006.491463069</c:v>
                </c:pt>
                <c:pt idx="44">
                  <c:v>754006.491463069</c:v>
                </c:pt>
                <c:pt idx="45">
                  <c:v>942508.1143288362</c:v>
                </c:pt>
                <c:pt idx="46">
                  <c:v>754006.491463069</c:v>
                </c:pt>
                <c:pt idx="47">
                  <c:v>754006.491463069</c:v>
                </c:pt>
                <c:pt idx="48">
                  <c:v>942508.1143288362</c:v>
                </c:pt>
                <c:pt idx="49">
                  <c:v>754006.491463069</c:v>
                </c:pt>
                <c:pt idx="50">
                  <c:v>754006.491463069</c:v>
                </c:pt>
                <c:pt idx="51">
                  <c:v>942508.1143288362</c:v>
                </c:pt>
                <c:pt idx="52">
                  <c:v>754006.491463069</c:v>
                </c:pt>
                <c:pt idx="53">
                  <c:v>754006.491463069</c:v>
                </c:pt>
                <c:pt idx="54">
                  <c:v>942508.1143288362</c:v>
                </c:pt>
                <c:pt idx="55">
                  <c:v>754006.491463069</c:v>
                </c:pt>
                <c:pt idx="56">
                  <c:v>942508.1143288362</c:v>
                </c:pt>
                <c:pt idx="57">
                  <c:v>754006.491463069</c:v>
                </c:pt>
                <c:pt idx="58">
                  <c:v>754006.491463069</c:v>
                </c:pt>
                <c:pt idx="59">
                  <c:v>942508.1143288362</c:v>
                </c:pt>
                <c:pt idx="60">
                  <c:v>754006.491463069</c:v>
                </c:pt>
                <c:pt idx="61">
                  <c:v>754006.491463069</c:v>
                </c:pt>
                <c:pt idx="62">
                  <c:v>942508.1143288362</c:v>
                </c:pt>
                <c:pt idx="63">
                  <c:v>754006.491463069</c:v>
                </c:pt>
                <c:pt idx="64">
                  <c:v>754006.491463069</c:v>
                </c:pt>
                <c:pt idx="65">
                  <c:v>754006.491463069</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21514.663151922967</c:v>
                </c:pt>
                <c:pt idx="1">
                  <c:v>9371.072915719305</c:v>
                </c:pt>
                <c:pt idx="2">
                  <c:v>158.77509611900652</c:v>
                </c:pt>
                <c:pt idx="3">
                  <c:v>21932.161303050696</c:v>
                </c:pt>
                <c:pt idx="4">
                  <c:v>4665.955024578538</c:v>
                </c:pt>
                <c:pt idx="5">
                  <c:v>57.890709665774544</c:v>
                </c:pt>
                <c:pt idx="6">
                  <c:v>20375.332791208355</c:v>
                </c:pt>
                <c:pt idx="7">
                  <c:v>3693.9742359371644</c:v>
                </c:pt>
                <c:pt idx="8">
                  <c:v>2243.4062970976825</c:v>
                </c:pt>
                <c:pt idx="9">
                  <c:v>8390.415116025477</c:v>
                </c:pt>
                <c:pt idx="10">
                  <c:v>14721.828267195926</c:v>
                </c:pt>
                <c:pt idx="11">
                  <c:v>7821.462837476148</c:v>
                </c:pt>
                <c:pt idx="12">
                  <c:v>20427.62772518198</c:v>
                </c:pt>
                <c:pt idx="13">
                  <c:v>2080.1078053667275</c:v>
                </c:pt>
                <c:pt idx="14">
                  <c:v>7484.004494499898</c:v>
                </c:pt>
                <c:pt idx="15">
                  <c:v>12322.636304759393</c:v>
                </c:pt>
                <c:pt idx="16">
                  <c:v>25480.199069890292</c:v>
                </c:pt>
                <c:pt idx="17">
                  <c:v>342.3717158286304</c:v>
                </c:pt>
                <c:pt idx="18">
                  <c:v>4.361439965080759</c:v>
                </c:pt>
                <c:pt idx="19">
                  <c:v>14213.709191000631</c:v>
                </c:pt>
                <c:pt idx="20">
                  <c:v>9158.526976645595</c:v>
                </c:pt>
                <c:pt idx="21">
                  <c:v>23280.083366329094</c:v>
                </c:pt>
                <c:pt idx="22">
                  <c:v>15498.642859853202</c:v>
                </c:pt>
                <c:pt idx="23">
                  <c:v>20311.03675352666</c:v>
                </c:pt>
                <c:pt idx="24">
                  <c:v>8236.157298106247</c:v>
                </c:pt>
                <c:pt idx="25">
                  <c:v>482.2497731818458</c:v>
                </c:pt>
                <c:pt idx="26">
                  <c:v>6618.8788685898735</c:v>
                </c:pt>
                <c:pt idx="27">
                  <c:v>225.2303263660972</c:v>
                </c:pt>
                <c:pt idx="28">
                  <c:v>2805.349421620289</c:v>
                </c:pt>
                <c:pt idx="29">
                  <c:v>7658.319249294556</c:v>
                </c:pt>
                <c:pt idx="30">
                  <c:v>19531.53828972739</c:v>
                </c:pt>
                <c:pt idx="31">
                  <c:v>11412.7233900422</c:v>
                </c:pt>
                <c:pt idx="32">
                  <c:v>11727.156375833567</c:v>
                </c:pt>
                <c:pt idx="33">
                  <c:v>8549.633817923119</c:v>
                </c:pt>
                <c:pt idx="34">
                  <c:v>209.92446240628803</c:v>
                </c:pt>
                <c:pt idx="35">
                  <c:v>19307.124235956908</c:v>
                </c:pt>
                <c:pt idx="36">
                  <c:v>35145.4510460834</c:v>
                </c:pt>
                <c:pt idx="37">
                  <c:v>19826.231342283056</c:v>
                </c:pt>
                <c:pt idx="38">
                  <c:v>23701.922667121635</c:v>
                </c:pt>
                <c:pt idx="39">
                  <c:v>14334.64895513253</c:v>
                </c:pt>
                <c:pt idx="40">
                  <c:v>20525.90845133552</c:v>
                </c:pt>
                <c:pt idx="41">
                  <c:v>4902.995648462327</c:v>
                </c:pt>
                <c:pt idx="42">
                  <c:v>25570.888241948654</c:v>
                </c:pt>
                <c:pt idx="43">
                  <c:v>7554.459322915523</c:v>
                </c:pt>
                <c:pt idx="44">
                  <c:v>466.5612578679588</c:v>
                </c:pt>
                <c:pt idx="45">
                  <c:v>10166.091169904355</c:v>
                </c:pt>
                <c:pt idx="46">
                  <c:v>13477.887046965629</c:v>
                </c:pt>
                <c:pt idx="47">
                  <c:v>1157.9637630202171</c:v>
                </c:pt>
                <c:pt idx="48">
                  <c:v>12021.496290378602</c:v>
                </c:pt>
                <c:pt idx="49">
                  <c:v>8904.202008488899</c:v>
                </c:pt>
                <c:pt idx="50">
                  <c:v>6282.917771296408</c:v>
                </c:pt>
                <c:pt idx="51">
                  <c:v>27704.64888838582</c:v>
                </c:pt>
                <c:pt idx="52">
                  <c:v>21433.040261519174</c:v>
                </c:pt>
                <c:pt idx="53">
                  <c:v>10103.607996517541</c:v>
                </c:pt>
                <c:pt idx="54">
                  <c:v>172.21598729319982</c:v>
                </c:pt>
                <c:pt idx="55">
                  <c:v>10376.939290134427</c:v>
                </c:pt>
                <c:pt idx="56">
                  <c:v>23033.85873902917</c:v>
                </c:pt>
                <c:pt idx="57">
                  <c:v>29344.293095255336</c:v>
                </c:pt>
                <c:pt idx="58">
                  <c:v>18715.126723845577</c:v>
                </c:pt>
                <c:pt idx="59">
                  <c:v>19971.526236455775</c:v>
                </c:pt>
                <c:pt idx="60">
                  <c:v>27338.77945760751</c:v>
                </c:pt>
                <c:pt idx="61">
                  <c:v>1636.6750308278467</c:v>
                </c:pt>
                <c:pt idx="62">
                  <c:v>245.4479222670641</c:v>
                </c:pt>
                <c:pt idx="63">
                  <c:v>30305.094683083993</c:v>
                </c:pt>
                <c:pt idx="64">
                  <c:v>4880.007819703927</c:v>
                </c:pt>
                <c:pt idx="65">
                  <c:v>149.02135132388472</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55641.188292806895</c:v>
                </c:pt>
                <c:pt idx="1">
                  <c:v>43513.215079406335</c:v>
                </c:pt>
                <c:pt idx="2">
                  <c:v>38852.300784547</c:v>
                </c:pt>
                <c:pt idx="3">
                  <c:v>110765.39971969923</c:v>
                </c:pt>
                <c:pt idx="4">
                  <c:v>50865.375728948005</c:v>
                </c:pt>
                <c:pt idx="5">
                  <c:v>26076.882306321815</c:v>
                </c:pt>
                <c:pt idx="6">
                  <c:v>14162.096487761044</c:v>
                </c:pt>
                <c:pt idx="7">
                  <c:v>6116.190953202302</c:v>
                </c:pt>
                <c:pt idx="8">
                  <c:v>5691.349432341189</c:v>
                </c:pt>
                <c:pt idx="9">
                  <c:v>76501.1035335511</c:v>
                </c:pt>
                <c:pt idx="10">
                  <c:v>97409.17944576897</c:v>
                </c:pt>
                <c:pt idx="11">
                  <c:v>36957.215524132094</c:v>
                </c:pt>
                <c:pt idx="12">
                  <c:v>16687.34980892621</c:v>
                </c:pt>
                <c:pt idx="13">
                  <c:v>10397.69142083179</c:v>
                </c:pt>
                <c:pt idx="14">
                  <c:v>63091.84212972631</c:v>
                </c:pt>
                <c:pt idx="15">
                  <c:v>92968.24694496517</c:v>
                </c:pt>
                <c:pt idx="16">
                  <c:v>53714.978698726896</c:v>
                </c:pt>
                <c:pt idx="17">
                  <c:v>85085.93447449408</c:v>
                </c:pt>
                <c:pt idx="18">
                  <c:v>160014.6138049332</c:v>
                </c:pt>
                <c:pt idx="19">
                  <c:v>133543.38720170048</c:v>
                </c:pt>
                <c:pt idx="20">
                  <c:v>112720.37825570123</c:v>
                </c:pt>
                <c:pt idx="21">
                  <c:v>123655.75091962641</c:v>
                </c:pt>
                <c:pt idx="22">
                  <c:v>133363.65570568581</c:v>
                </c:pt>
                <c:pt idx="23">
                  <c:v>62015.036886797</c:v>
                </c:pt>
                <c:pt idx="24">
                  <c:v>87458.3509652531</c:v>
                </c:pt>
                <c:pt idx="25">
                  <c:v>108373.56635451327</c:v>
                </c:pt>
                <c:pt idx="26">
                  <c:v>138727.59561289637</c:v>
                </c:pt>
                <c:pt idx="27">
                  <c:v>103287.94711497615</c:v>
                </c:pt>
                <c:pt idx="28">
                  <c:v>64525.42940374575</c:v>
                </c:pt>
                <c:pt idx="29">
                  <c:v>95160.82284913858</c:v>
                </c:pt>
                <c:pt idx="30">
                  <c:v>139525.9552962016</c:v>
                </c:pt>
                <c:pt idx="31">
                  <c:v>231554.22615069355</c:v>
                </c:pt>
                <c:pt idx="32">
                  <c:v>208425.50777830667</c:v>
                </c:pt>
                <c:pt idx="33">
                  <c:v>250338.55390063062</c:v>
                </c:pt>
                <c:pt idx="34">
                  <c:v>228224.2071186495</c:v>
                </c:pt>
                <c:pt idx="35">
                  <c:v>143042.0774421911</c:v>
                </c:pt>
                <c:pt idx="36">
                  <c:v>80993.64354911429</c:v>
                </c:pt>
                <c:pt idx="37">
                  <c:v>125667.17472859629</c:v>
                </c:pt>
                <c:pt idx="38">
                  <c:v>144383.65191499388</c:v>
                </c:pt>
                <c:pt idx="39">
                  <c:v>55042.59054943605</c:v>
                </c:pt>
                <c:pt idx="40">
                  <c:v>156848.90219430186</c:v>
                </c:pt>
                <c:pt idx="41">
                  <c:v>126194.8943874009</c:v>
                </c:pt>
                <c:pt idx="42">
                  <c:v>173628.14784941057</c:v>
                </c:pt>
                <c:pt idx="43">
                  <c:v>196918.75436492794</c:v>
                </c:pt>
                <c:pt idx="44">
                  <c:v>170809.25786109074</c:v>
                </c:pt>
                <c:pt idx="45">
                  <c:v>242748.5399216787</c:v>
                </c:pt>
                <c:pt idx="46">
                  <c:v>159036.45281779786</c:v>
                </c:pt>
                <c:pt idx="47">
                  <c:v>87898.48057960065</c:v>
                </c:pt>
                <c:pt idx="48">
                  <c:v>164910.71587975943</c:v>
                </c:pt>
                <c:pt idx="49">
                  <c:v>70157.60154683518</c:v>
                </c:pt>
                <c:pt idx="50">
                  <c:v>67443.18651803961</c:v>
                </c:pt>
                <c:pt idx="51">
                  <c:v>97072.27867323662</c:v>
                </c:pt>
                <c:pt idx="52">
                  <c:v>120375.06209828518</c:v>
                </c:pt>
                <c:pt idx="53">
                  <c:v>157687.96327463153</c:v>
                </c:pt>
                <c:pt idx="54">
                  <c:v>176028.136267125</c:v>
                </c:pt>
                <c:pt idx="55">
                  <c:v>143350.1741512861</c:v>
                </c:pt>
                <c:pt idx="56">
                  <c:v>99725.51989155149</c:v>
                </c:pt>
                <c:pt idx="57">
                  <c:v>27325.476416716505</c:v>
                </c:pt>
                <c:pt idx="58">
                  <c:v>23283.000257833915</c:v>
                </c:pt>
                <c:pt idx="59">
                  <c:v>118576.16522207744</c:v>
                </c:pt>
                <c:pt idx="60">
                  <c:v>150014.19996924401</c:v>
                </c:pt>
                <c:pt idx="61">
                  <c:v>145309.5222270462</c:v>
                </c:pt>
                <c:pt idx="62">
                  <c:v>221268.81601904237</c:v>
                </c:pt>
                <c:pt idx="63">
                  <c:v>71651.1300484228</c:v>
                </c:pt>
                <c:pt idx="64">
                  <c:v>19934.87111549113</c:v>
                </c:pt>
                <c:pt idx="65">
                  <c:v>12811.55195134019</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16146.054603358782</c:v>
                </c:pt>
                <c:pt idx="1">
                  <c:v>13104.436426367623</c:v>
                </c:pt>
                <c:pt idx="2">
                  <c:v>14335.213889063942</c:v>
                </c:pt>
                <c:pt idx="3">
                  <c:v>15093.681558265904</c:v>
                </c:pt>
                <c:pt idx="4">
                  <c:v>27801.835188015495</c:v>
                </c:pt>
                <c:pt idx="5">
                  <c:v>5880.482892120039</c:v>
                </c:pt>
                <c:pt idx="6">
                  <c:v>348.1520623176112</c:v>
                </c:pt>
                <c:pt idx="7">
                  <c:v>18927.350306789274</c:v>
                </c:pt>
                <c:pt idx="8">
                  <c:v>23592.368551695046</c:v>
                </c:pt>
                <c:pt idx="9">
                  <c:v>18428.804891844586</c:v>
                </c:pt>
                <c:pt idx="10">
                  <c:v>907.2935503960987</c:v>
                </c:pt>
                <c:pt idx="11">
                  <c:v>14175.252132790229</c:v>
                </c:pt>
                <c:pt idx="12">
                  <c:v>17732.793561613307</c:v>
                </c:pt>
                <c:pt idx="13">
                  <c:v>12920.857409432445</c:v>
                </c:pt>
                <c:pt idx="14">
                  <c:v>28337.03244247169</c:v>
                </c:pt>
                <c:pt idx="15">
                  <c:v>45185.67151625506</c:v>
                </c:pt>
                <c:pt idx="16">
                  <c:v>30824.89480510483</c:v>
                </c:pt>
                <c:pt idx="17">
                  <c:v>21736.628405352196</c:v>
                </c:pt>
                <c:pt idx="18">
                  <c:v>4824.606432934863</c:v>
                </c:pt>
                <c:pt idx="19">
                  <c:v>6245.467591735292</c:v>
                </c:pt>
                <c:pt idx="20">
                  <c:v>20295.974898077828</c:v>
                </c:pt>
                <c:pt idx="21">
                  <c:v>32294.569360681573</c:v>
                </c:pt>
                <c:pt idx="22">
                  <c:v>1932.1402249876448</c:v>
                </c:pt>
                <c:pt idx="23">
                  <c:v>28627.635285298173</c:v>
                </c:pt>
                <c:pt idx="24">
                  <c:v>32413.20001104654</c:v>
                </c:pt>
                <c:pt idx="25">
                  <c:v>23953.80848067093</c:v>
                </c:pt>
                <c:pt idx="26">
                  <c:v>9345.905995008578</c:v>
                </c:pt>
                <c:pt idx="27">
                  <c:v>21819.617852159045</c:v>
                </c:pt>
                <c:pt idx="28">
                  <c:v>11911.317576758705</c:v>
                </c:pt>
                <c:pt idx="29">
                  <c:v>846.2907023562736</c:v>
                </c:pt>
                <c:pt idx="30">
                  <c:v>5501.178261000437</c:v>
                </c:pt>
                <c:pt idx="31">
                  <c:v>14832.291675705263</c:v>
                </c:pt>
                <c:pt idx="32">
                  <c:v>13009.567746808352</c:v>
                </c:pt>
                <c:pt idx="33">
                  <c:v>37500.26578704325</c:v>
                </c:pt>
                <c:pt idx="34">
                  <c:v>10127.409631158656</c:v>
                </c:pt>
                <c:pt idx="35">
                  <c:v>21789.74771296645</c:v>
                </c:pt>
                <c:pt idx="36">
                  <c:v>34448.95014341519</c:v>
                </c:pt>
                <c:pt idx="37">
                  <c:v>19111.705399937597</c:v>
                </c:pt>
                <c:pt idx="38">
                  <c:v>12323.302899900387</c:v>
                </c:pt>
                <c:pt idx="39">
                  <c:v>18956.36558876031</c:v>
                </c:pt>
                <c:pt idx="40">
                  <c:v>21659.12147371645</c:v>
                </c:pt>
                <c:pt idx="41">
                  <c:v>9189.508869947833</c:v>
                </c:pt>
                <c:pt idx="42">
                  <c:v>31513.4753313924</c:v>
                </c:pt>
                <c:pt idx="43">
                  <c:v>17361.124735893263</c:v>
                </c:pt>
                <c:pt idx="44">
                  <c:v>15677.995421404124</c:v>
                </c:pt>
                <c:pt idx="45">
                  <c:v>52579.88224839031</c:v>
                </c:pt>
                <c:pt idx="46">
                  <c:v>18095.172963127097</c:v>
                </c:pt>
                <c:pt idx="47">
                  <c:v>736.1195219151293</c:v>
                </c:pt>
                <c:pt idx="48">
                  <c:v>17400.6265416522</c:v>
                </c:pt>
                <c:pt idx="49">
                  <c:v>18920.04394845754</c:v>
                </c:pt>
                <c:pt idx="50">
                  <c:v>9201.832285019344</c:v>
                </c:pt>
                <c:pt idx="51">
                  <c:v>61705.43011361483</c:v>
                </c:pt>
                <c:pt idx="52">
                  <c:v>14734.763137856733</c:v>
                </c:pt>
                <c:pt idx="53">
                  <c:v>14490.883254131082</c:v>
                </c:pt>
                <c:pt idx="54">
                  <c:v>19155.607383687206</c:v>
                </c:pt>
                <c:pt idx="55">
                  <c:v>28.059690649660674</c:v>
                </c:pt>
                <c:pt idx="56">
                  <c:v>800.6714715284348</c:v>
                </c:pt>
                <c:pt idx="57">
                  <c:v>9536.101019956932</c:v>
                </c:pt>
                <c:pt idx="58">
                  <c:v>36710.61608347141</c:v>
                </c:pt>
                <c:pt idx="59">
                  <c:v>48416.35914118502</c:v>
                </c:pt>
                <c:pt idx="60">
                  <c:v>41715.5688135931</c:v>
                </c:pt>
                <c:pt idx="61">
                  <c:v>20899.643986130504</c:v>
                </c:pt>
                <c:pt idx="62">
                  <c:v>6907.891724133826</c:v>
                </c:pt>
                <c:pt idx="63">
                  <c:v>42616.764779482444</c:v>
                </c:pt>
                <c:pt idx="64">
                  <c:v>7823.372575430587</c:v>
                </c:pt>
                <c:pt idx="65">
                  <c:v>664.7828220695784</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5493.615310636791</c:v>
                </c:pt>
                <c:pt idx="1">
                  <c:v>8615.284585551071</c:v>
                </c:pt>
                <c:pt idx="2">
                  <c:v>5868.011901897016</c:v>
                </c:pt>
                <c:pt idx="3">
                  <c:v>5464.741505613976</c:v>
                </c:pt>
                <c:pt idx="4">
                  <c:v>85.23375665108644</c:v>
                </c:pt>
                <c:pt idx="5">
                  <c:v>4652.518052605697</c:v>
                </c:pt>
                <c:pt idx="6">
                  <c:v>2546.973057732761</c:v>
                </c:pt>
                <c:pt idx="7">
                  <c:v>120.52011634033683</c:v>
                </c:pt>
                <c:pt idx="8">
                  <c:v>11986.895334522611</c:v>
                </c:pt>
                <c:pt idx="9">
                  <c:v>443.88725114028955</c:v>
                </c:pt>
                <c:pt idx="10">
                  <c:v>5160.202849922493</c:v>
                </c:pt>
                <c:pt idx="11">
                  <c:v>3790.1223831301104</c:v>
                </c:pt>
                <c:pt idx="12">
                  <c:v>11759.335557156031</c:v>
                </c:pt>
                <c:pt idx="13">
                  <c:v>360.53584397870213</c:v>
                </c:pt>
                <c:pt idx="14">
                  <c:v>2040.3659972642106</c:v>
                </c:pt>
                <c:pt idx="15">
                  <c:v>11121.430415231305</c:v>
                </c:pt>
                <c:pt idx="16">
                  <c:v>19264.26741794784</c:v>
                </c:pt>
                <c:pt idx="17">
                  <c:v>10618.979998272549</c:v>
                </c:pt>
                <c:pt idx="18">
                  <c:v>8805.823538764751</c:v>
                </c:pt>
                <c:pt idx="19">
                  <c:v>2778.86618744142</c:v>
                </c:pt>
                <c:pt idx="20">
                  <c:v>12000.757081139123</c:v>
                </c:pt>
                <c:pt idx="21">
                  <c:v>2591.653141231753</c:v>
                </c:pt>
                <c:pt idx="22">
                  <c:v>8783.74060703218</c:v>
                </c:pt>
                <c:pt idx="23">
                  <c:v>146.71681794583466</c:v>
                </c:pt>
                <c:pt idx="24">
                  <c:v>114.49364760979084</c:v>
                </c:pt>
                <c:pt idx="25">
                  <c:v>241.1909059811227</c:v>
                </c:pt>
                <c:pt idx="26">
                  <c:v>4272.605612014827</c:v>
                </c:pt>
                <c:pt idx="27">
                  <c:v>5945.754804123692</c:v>
                </c:pt>
                <c:pt idx="28">
                  <c:v>232.85083556294154</c:v>
                </c:pt>
                <c:pt idx="29">
                  <c:v>12240.740813516866</c:v>
                </c:pt>
                <c:pt idx="30">
                  <c:v>14418.295116815023</c:v>
                </c:pt>
                <c:pt idx="31">
                  <c:v>11377.254931766769</c:v>
                </c:pt>
                <c:pt idx="32">
                  <c:v>2225.9437025663938</c:v>
                </c:pt>
                <c:pt idx="33">
                  <c:v>2061.6772553579576</c:v>
                </c:pt>
                <c:pt idx="34">
                  <c:v>91.06366321106002</c:v>
                </c:pt>
                <c:pt idx="35">
                  <c:v>17597.718777450387</c:v>
                </c:pt>
                <c:pt idx="36">
                  <c:v>16612.315038181445</c:v>
                </c:pt>
                <c:pt idx="37">
                  <c:v>4781.8121294306</c:v>
                </c:pt>
                <c:pt idx="38">
                  <c:v>7700.78936487998</c:v>
                </c:pt>
                <c:pt idx="39">
                  <c:v>7201.160026249639</c:v>
                </c:pt>
                <c:pt idx="40">
                  <c:v>153.80994426995574</c:v>
                </c:pt>
                <c:pt idx="41">
                  <c:v>191.74975423804804</c:v>
                </c:pt>
                <c:pt idx="42">
                  <c:v>5611.201108613857</c:v>
                </c:pt>
                <c:pt idx="43">
                  <c:v>8900.803508767955</c:v>
                </c:pt>
                <c:pt idx="44">
                  <c:v>86.11236505482145</c:v>
                </c:pt>
                <c:pt idx="45">
                  <c:v>25586.26005796592</c:v>
                </c:pt>
                <c:pt idx="46">
                  <c:v>4743.967373717249</c:v>
                </c:pt>
                <c:pt idx="47">
                  <c:v>11050.16356983189</c:v>
                </c:pt>
                <c:pt idx="48">
                  <c:v>10902.132260870558</c:v>
                </c:pt>
                <c:pt idx="49">
                  <c:v>3234.4080200692956</c:v>
                </c:pt>
                <c:pt idx="50">
                  <c:v>66.15214836853991</c:v>
                </c:pt>
                <c:pt idx="51">
                  <c:v>5208.489139605302</c:v>
                </c:pt>
                <c:pt idx="52">
                  <c:v>15390.242406173882</c:v>
                </c:pt>
                <c:pt idx="53">
                  <c:v>95.62176022678452</c:v>
                </c:pt>
                <c:pt idx="54">
                  <c:v>8045.303378802562</c:v>
                </c:pt>
                <c:pt idx="55">
                  <c:v>10944.460555276153</c:v>
                </c:pt>
                <c:pt idx="56">
                  <c:v>10812.075875488486</c:v>
                </c:pt>
                <c:pt idx="57">
                  <c:v>55.72826506480836</c:v>
                </c:pt>
                <c:pt idx="58">
                  <c:v>166.18676952762027</c:v>
                </c:pt>
                <c:pt idx="59">
                  <c:v>11831.174875760738</c:v>
                </c:pt>
                <c:pt idx="60">
                  <c:v>17471.113345384565</c:v>
                </c:pt>
                <c:pt idx="61">
                  <c:v>12451.43795499059</c:v>
                </c:pt>
                <c:pt idx="62">
                  <c:v>13220.374522796848</c:v>
                </c:pt>
                <c:pt idx="63">
                  <c:v>4885.276364829613</c:v>
                </c:pt>
                <c:pt idx="64">
                  <c:v>3673.851889166655</c:v>
                </c:pt>
                <c:pt idx="65">
                  <c:v>8784.895611252829</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659.6825803945991</c:v>
                </c:pt>
                <c:pt idx="1">
                  <c:v>7615.848008174809</c:v>
                </c:pt>
                <c:pt idx="2">
                  <c:v>2970.640456712527</c:v>
                </c:pt>
                <c:pt idx="3">
                  <c:v>12.655332035252304</c:v>
                </c:pt>
                <c:pt idx="4">
                  <c:v>11493.521988803626</c:v>
                </c:pt>
                <c:pt idx="5">
                  <c:v>9123.980497670476</c:v>
                </c:pt>
                <c:pt idx="6">
                  <c:v>5330.921931355282</c:v>
                </c:pt>
                <c:pt idx="7">
                  <c:v>648.1817040866149</c:v>
                </c:pt>
                <c:pt idx="8">
                  <c:v>21759.56821945044</c:v>
                </c:pt>
                <c:pt idx="9">
                  <c:v>7729.968489512461</c:v>
                </c:pt>
                <c:pt idx="10">
                  <c:v>12895.778082706955</c:v>
                </c:pt>
                <c:pt idx="11">
                  <c:v>101.59525920145254</c:v>
                </c:pt>
                <c:pt idx="12">
                  <c:v>11286.386902219429</c:v>
                </c:pt>
                <c:pt idx="13">
                  <c:v>5480.245952816815</c:v>
                </c:pt>
                <c:pt idx="14">
                  <c:v>23222.61577514998</c:v>
                </c:pt>
                <c:pt idx="15">
                  <c:v>17151.643953746523</c:v>
                </c:pt>
                <c:pt idx="16">
                  <c:v>25314.63095188074</c:v>
                </c:pt>
                <c:pt idx="17">
                  <c:v>393.5598077906877</c:v>
                </c:pt>
                <c:pt idx="18">
                  <c:v>9827.540512977374</c:v>
                </c:pt>
                <c:pt idx="19">
                  <c:v>21261.304952803162</c:v>
                </c:pt>
                <c:pt idx="20">
                  <c:v>685.6313606823471</c:v>
                </c:pt>
                <c:pt idx="21">
                  <c:v>8097.73081622205</c:v>
                </c:pt>
                <c:pt idx="22">
                  <c:v>7593.148194612254</c:v>
                </c:pt>
                <c:pt idx="23">
                  <c:v>6293.691844604904</c:v>
                </c:pt>
                <c:pt idx="24">
                  <c:v>9356.815481520041</c:v>
                </c:pt>
                <c:pt idx="25">
                  <c:v>35.163633235749735</c:v>
                </c:pt>
                <c:pt idx="26">
                  <c:v>136.10248800345263</c:v>
                </c:pt>
                <c:pt idx="27">
                  <c:v>9793.084938727772</c:v>
                </c:pt>
                <c:pt idx="28">
                  <c:v>10598.539100206586</c:v>
                </c:pt>
                <c:pt idx="29">
                  <c:v>2666.463883167499</c:v>
                </c:pt>
                <c:pt idx="30">
                  <c:v>5590.721462182036</c:v>
                </c:pt>
                <c:pt idx="31">
                  <c:v>18524.191749718393</c:v>
                </c:pt>
                <c:pt idx="32">
                  <c:v>16319.674797695152</c:v>
                </c:pt>
                <c:pt idx="33">
                  <c:v>8430.949870259636</c:v>
                </c:pt>
                <c:pt idx="34">
                  <c:v>4547.141032785482</c:v>
                </c:pt>
                <c:pt idx="35">
                  <c:v>12086.581016805249</c:v>
                </c:pt>
                <c:pt idx="36">
                  <c:v>19502.918310448316</c:v>
                </c:pt>
                <c:pt idx="37">
                  <c:v>30.16720508822314</c:v>
                </c:pt>
                <c:pt idx="38">
                  <c:v>20872.695042211977</c:v>
                </c:pt>
                <c:pt idx="39">
                  <c:v>4255.25039323658</c:v>
                </c:pt>
                <c:pt idx="40">
                  <c:v>20657.789873050246</c:v>
                </c:pt>
                <c:pt idx="41">
                  <c:v>11457.405703291353</c:v>
                </c:pt>
                <c:pt idx="42">
                  <c:v>25993.406693810364</c:v>
                </c:pt>
                <c:pt idx="43">
                  <c:v>575.2664967726905</c:v>
                </c:pt>
                <c:pt idx="44">
                  <c:v>6528.37870791184</c:v>
                </c:pt>
                <c:pt idx="45">
                  <c:v>34540.56444804522</c:v>
                </c:pt>
                <c:pt idx="46">
                  <c:v>11122.733670252577</c:v>
                </c:pt>
                <c:pt idx="47">
                  <c:v>251.0083821056098</c:v>
                </c:pt>
                <c:pt idx="48">
                  <c:v>21104.182159405602</c:v>
                </c:pt>
                <c:pt idx="49">
                  <c:v>6695.075002830922</c:v>
                </c:pt>
                <c:pt idx="50">
                  <c:v>13116.552913846384</c:v>
                </c:pt>
                <c:pt idx="51">
                  <c:v>27033.559922346925</c:v>
                </c:pt>
                <c:pt idx="52">
                  <c:v>23445.26865401662</c:v>
                </c:pt>
                <c:pt idx="53">
                  <c:v>20878.91753950707</c:v>
                </c:pt>
                <c:pt idx="54">
                  <c:v>12645.071957875134</c:v>
                </c:pt>
                <c:pt idx="55">
                  <c:v>23526.934595135048</c:v>
                </c:pt>
                <c:pt idx="56">
                  <c:v>10519.134576574459</c:v>
                </c:pt>
                <c:pt idx="57">
                  <c:v>425.8708673745132</c:v>
                </c:pt>
                <c:pt idx="58">
                  <c:v>367.1075398843547</c:v>
                </c:pt>
                <c:pt idx="59">
                  <c:v>0.12247632349778506</c:v>
                </c:pt>
                <c:pt idx="60">
                  <c:v>6554.159342786397</c:v>
                </c:pt>
                <c:pt idx="61">
                  <c:v>10485.35714771819</c:v>
                </c:pt>
                <c:pt idx="62">
                  <c:v>12445.42038554802</c:v>
                </c:pt>
                <c:pt idx="63">
                  <c:v>682.1993435037111</c:v>
                </c:pt>
                <c:pt idx="64">
                  <c:v>11157.932313950047</c:v>
                </c:pt>
                <c:pt idx="65">
                  <c:v>13778.904624011</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2115.5349741251603</c:v>
                </c:pt>
                <c:pt idx="1">
                  <c:v>2757.9038760536064</c:v>
                </c:pt>
                <c:pt idx="2">
                  <c:v>7655.819087699148</c:v>
                </c:pt>
                <c:pt idx="3">
                  <c:v>26220.2582576903</c:v>
                </c:pt>
                <c:pt idx="4">
                  <c:v>2312.872725122801</c:v>
                </c:pt>
                <c:pt idx="5">
                  <c:v>23128.943879606322</c:v>
                </c:pt>
                <c:pt idx="6">
                  <c:v>2413.7260578635555</c:v>
                </c:pt>
                <c:pt idx="7">
                  <c:v>43830.51512093813</c:v>
                </c:pt>
                <c:pt idx="8">
                  <c:v>19545.108031401352</c:v>
                </c:pt>
                <c:pt idx="9">
                  <c:v>29953.134401413896</c:v>
                </c:pt>
                <c:pt idx="10">
                  <c:v>37945.912803463274</c:v>
                </c:pt>
                <c:pt idx="11">
                  <c:v>16767.10841958264</c:v>
                </c:pt>
                <c:pt idx="12">
                  <c:v>48541.14705217917</c:v>
                </c:pt>
                <c:pt idx="13">
                  <c:v>8638.443424243309</c:v>
                </c:pt>
                <c:pt idx="14">
                  <c:v>2340.7003408349096</c:v>
                </c:pt>
                <c:pt idx="15">
                  <c:v>10466.826278094179</c:v>
                </c:pt>
                <c:pt idx="16">
                  <c:v>39198.99850438507</c:v>
                </c:pt>
                <c:pt idx="17">
                  <c:v>17627.783065242373</c:v>
                </c:pt>
                <c:pt idx="18">
                  <c:v>18920.42446616737</c:v>
                </c:pt>
                <c:pt idx="19">
                  <c:v>46964.491870479</c:v>
                </c:pt>
                <c:pt idx="20">
                  <c:v>33962.56553825525</c:v>
                </c:pt>
                <c:pt idx="21">
                  <c:v>20241.79667928807</c:v>
                </c:pt>
                <c:pt idx="22">
                  <c:v>10970.080570547776</c:v>
                </c:pt>
                <c:pt idx="23">
                  <c:v>3374.672923388225</c:v>
                </c:pt>
                <c:pt idx="24">
                  <c:v>36693.15660989092</c:v>
                </c:pt>
                <c:pt idx="25">
                  <c:v>14451.294287133445</c:v>
                </c:pt>
                <c:pt idx="26">
                  <c:v>30438.135598260684</c:v>
                </c:pt>
                <c:pt idx="27">
                  <c:v>2783.0001458351367</c:v>
                </c:pt>
                <c:pt idx="28">
                  <c:v>16175.3787123525</c:v>
                </c:pt>
                <c:pt idx="29">
                  <c:v>30576.006392732586</c:v>
                </c:pt>
                <c:pt idx="30">
                  <c:v>13261.077658524904</c:v>
                </c:pt>
                <c:pt idx="31">
                  <c:v>42876.71762900142</c:v>
                </c:pt>
                <c:pt idx="32">
                  <c:v>39601.137409158764</c:v>
                </c:pt>
                <c:pt idx="33">
                  <c:v>49192.756703815</c:v>
                </c:pt>
                <c:pt idx="34">
                  <c:v>24436.275494199952</c:v>
                </c:pt>
                <c:pt idx="35">
                  <c:v>52327.863082566175</c:v>
                </c:pt>
                <c:pt idx="36">
                  <c:v>18566.350739948975</c:v>
                </c:pt>
                <c:pt idx="37">
                  <c:v>1270.9875527719878</c:v>
                </c:pt>
                <c:pt idx="38">
                  <c:v>2462.2868024143095</c:v>
                </c:pt>
                <c:pt idx="39">
                  <c:v>8121.667828704769</c:v>
                </c:pt>
                <c:pt idx="40">
                  <c:v>37044.7367552448</c:v>
                </c:pt>
                <c:pt idx="41">
                  <c:v>25617.819589881008</c:v>
                </c:pt>
                <c:pt idx="42">
                  <c:v>50028.94393167839</c:v>
                </c:pt>
                <c:pt idx="43">
                  <c:v>34472.81926488524</c:v>
                </c:pt>
                <c:pt idx="44">
                  <c:v>8573.294577181357</c:v>
                </c:pt>
                <c:pt idx="45">
                  <c:v>59510.75536300262</c:v>
                </c:pt>
                <c:pt idx="46">
                  <c:v>49165.14029151136</c:v>
                </c:pt>
                <c:pt idx="47">
                  <c:v>3966.1858035534387</c:v>
                </c:pt>
                <c:pt idx="48">
                  <c:v>1793.1998733901737</c:v>
                </c:pt>
                <c:pt idx="49">
                  <c:v>1996.1371845483131</c:v>
                </c:pt>
                <c:pt idx="50">
                  <c:v>34942.72831914973</c:v>
                </c:pt>
                <c:pt idx="51">
                  <c:v>8760.6772935383</c:v>
                </c:pt>
                <c:pt idx="52">
                  <c:v>710.7040728242406</c:v>
                </c:pt>
                <c:pt idx="53">
                  <c:v>63663.39249944566</c:v>
                </c:pt>
                <c:pt idx="54">
                  <c:v>36468.018093861305</c:v>
                </c:pt>
                <c:pt idx="55">
                  <c:v>20983.465028552844</c:v>
                </c:pt>
                <c:pt idx="56">
                  <c:v>10740.947203317823</c:v>
                </c:pt>
                <c:pt idx="57">
                  <c:v>61133.53963188764</c:v>
                </c:pt>
                <c:pt idx="58">
                  <c:v>8840.067528968386</c:v>
                </c:pt>
                <c:pt idx="59">
                  <c:v>65890.2454723166</c:v>
                </c:pt>
                <c:pt idx="60">
                  <c:v>62751.11457793589</c:v>
                </c:pt>
                <c:pt idx="61">
                  <c:v>52474.369500463545</c:v>
                </c:pt>
                <c:pt idx="62">
                  <c:v>66868.18319251228</c:v>
                </c:pt>
                <c:pt idx="63">
                  <c:v>32284.407303490407</c:v>
                </c:pt>
                <c:pt idx="64">
                  <c:v>34324.57300155373</c:v>
                </c:pt>
                <c:pt idx="65">
                  <c:v>16275.419123055359</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4449.105409543823</c:v>
                </c:pt>
                <c:pt idx="1">
                  <c:v>2980.284439915971</c:v>
                </c:pt>
                <c:pt idx="2">
                  <c:v>28456.147725413575</c:v>
                </c:pt>
                <c:pt idx="3">
                  <c:v>21041.7680315866</c:v>
                </c:pt>
                <c:pt idx="4">
                  <c:v>3222.915322428041</c:v>
                </c:pt>
                <c:pt idx="5">
                  <c:v>31170.701280368477</c:v>
                </c:pt>
                <c:pt idx="6">
                  <c:v>13797.819576935115</c:v>
                </c:pt>
                <c:pt idx="7">
                  <c:v>22872.468170164168</c:v>
                </c:pt>
                <c:pt idx="8">
                  <c:v>3858.9042993170588</c:v>
                </c:pt>
                <c:pt idx="9">
                  <c:v>38200.86100508078</c:v>
                </c:pt>
                <c:pt idx="10">
                  <c:v>45861.88891019107</c:v>
                </c:pt>
                <c:pt idx="11">
                  <c:v>16432.06701645535</c:v>
                </c:pt>
                <c:pt idx="12">
                  <c:v>3896.84713015576</c:v>
                </c:pt>
                <c:pt idx="13">
                  <c:v>52501.94644487809</c:v>
                </c:pt>
                <c:pt idx="14">
                  <c:v>28196.589853355596</c:v>
                </c:pt>
                <c:pt idx="15">
                  <c:v>4663.727971692532</c:v>
                </c:pt>
                <c:pt idx="16">
                  <c:v>47137.156685019196</c:v>
                </c:pt>
                <c:pt idx="17">
                  <c:v>3638.6575176297447</c:v>
                </c:pt>
                <c:pt idx="18">
                  <c:v>18013.855258985834</c:v>
                </c:pt>
                <c:pt idx="19">
                  <c:v>50204.92205997552</c:v>
                </c:pt>
                <c:pt idx="20">
                  <c:v>10079.174577376021</c:v>
                </c:pt>
                <c:pt idx="21">
                  <c:v>31956.536391534755</c:v>
                </c:pt>
                <c:pt idx="22">
                  <c:v>29843.821048614787</c:v>
                </c:pt>
                <c:pt idx="23">
                  <c:v>20347.173171837472</c:v>
                </c:pt>
                <c:pt idx="24">
                  <c:v>6042.801683225058</c:v>
                </c:pt>
                <c:pt idx="25">
                  <c:v>3971.5538306078197</c:v>
                </c:pt>
                <c:pt idx="26">
                  <c:v>4709.932352092871</c:v>
                </c:pt>
                <c:pt idx="27">
                  <c:v>31177.536861346493</c:v>
                </c:pt>
                <c:pt idx="28">
                  <c:v>5396.164412807043</c:v>
                </c:pt>
                <c:pt idx="29">
                  <c:v>37616.25817354361</c:v>
                </c:pt>
                <c:pt idx="30">
                  <c:v>35955.770286258885</c:v>
                </c:pt>
                <c:pt idx="31">
                  <c:v>22503.31421465997</c:v>
                </c:pt>
                <c:pt idx="32">
                  <c:v>15900.352972499753</c:v>
                </c:pt>
                <c:pt idx="33">
                  <c:v>5375.983080427906</c:v>
                </c:pt>
                <c:pt idx="34">
                  <c:v>25237.946199915234</c:v>
                </c:pt>
                <c:pt idx="35">
                  <c:v>58228.10033218313</c:v>
                </c:pt>
                <c:pt idx="36">
                  <c:v>72421.19147606123</c:v>
                </c:pt>
                <c:pt idx="37">
                  <c:v>21888.97203791431</c:v>
                </c:pt>
                <c:pt idx="38">
                  <c:v>55083.31020743779</c:v>
                </c:pt>
                <c:pt idx="39">
                  <c:v>45324.87082977427</c:v>
                </c:pt>
                <c:pt idx="40">
                  <c:v>35598.34285210644</c:v>
                </c:pt>
                <c:pt idx="41">
                  <c:v>28097.177390504192</c:v>
                </c:pt>
                <c:pt idx="42">
                  <c:v>13125.868935852923</c:v>
                </c:pt>
                <c:pt idx="43">
                  <c:v>16205.878851511732</c:v>
                </c:pt>
                <c:pt idx="44">
                  <c:v>63148.05170973924</c:v>
                </c:pt>
                <c:pt idx="45">
                  <c:v>21078.348233136505</c:v>
                </c:pt>
                <c:pt idx="46">
                  <c:v>5225.575210388038</c:v>
                </c:pt>
                <c:pt idx="47">
                  <c:v>5347.578827307905</c:v>
                </c:pt>
                <c:pt idx="48">
                  <c:v>16951.80310260721</c:v>
                </c:pt>
                <c:pt idx="49">
                  <c:v>59275.03227560753</c:v>
                </c:pt>
                <c:pt idx="50">
                  <c:v>10312.546672781942</c:v>
                </c:pt>
                <c:pt idx="51">
                  <c:v>6876.941441082715</c:v>
                </c:pt>
                <c:pt idx="52">
                  <c:v>4447.700899486325</c:v>
                </c:pt>
                <c:pt idx="53">
                  <c:v>26625.695028642524</c:v>
                </c:pt>
                <c:pt idx="54">
                  <c:v>7624.65653021243</c:v>
                </c:pt>
                <c:pt idx="55">
                  <c:v>4679.302242212025</c:v>
                </c:pt>
                <c:pt idx="56">
                  <c:v>7422.579363459067</c:v>
                </c:pt>
                <c:pt idx="57">
                  <c:v>30236.5995896583</c:v>
                </c:pt>
                <c:pt idx="58">
                  <c:v>37068.96915512176</c:v>
                </c:pt>
                <c:pt idx="59">
                  <c:v>30613.06870768174</c:v>
                </c:pt>
                <c:pt idx="60">
                  <c:v>5558.420691591235</c:v>
                </c:pt>
                <c:pt idx="61">
                  <c:v>32676.40643162352</c:v>
                </c:pt>
                <c:pt idx="62">
                  <c:v>10316.64875192532</c:v>
                </c:pt>
                <c:pt idx="63">
                  <c:v>32955.71022756429</c:v>
                </c:pt>
                <c:pt idx="64">
                  <c:v>18668.841636909452</c:v>
                </c:pt>
                <c:pt idx="65">
                  <c:v>28583.74823775912</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8002.452300770312</c:v>
                </c:pt>
                <c:pt idx="1">
                  <c:v>22880.772076868092</c:v>
                </c:pt>
                <c:pt idx="2">
                  <c:v>21935.240855901324</c:v>
                </c:pt>
                <c:pt idx="3">
                  <c:v>10004.247309371625</c:v>
                </c:pt>
                <c:pt idx="4">
                  <c:v>3195.4302643086817</c:v>
                </c:pt>
                <c:pt idx="5">
                  <c:v>19762.359667208297</c:v>
                </c:pt>
                <c:pt idx="6">
                  <c:v>31259.05196491455</c:v>
                </c:pt>
                <c:pt idx="7">
                  <c:v>37277.19099782535</c:v>
                </c:pt>
                <c:pt idx="8">
                  <c:v>38448.14718036662</c:v>
                </c:pt>
                <c:pt idx="9">
                  <c:v>19548.939563399443</c:v>
                </c:pt>
                <c:pt idx="10">
                  <c:v>20376.349689635146</c:v>
                </c:pt>
                <c:pt idx="11">
                  <c:v>16654.77194255025</c:v>
                </c:pt>
                <c:pt idx="12">
                  <c:v>43934.013730705155</c:v>
                </c:pt>
                <c:pt idx="13">
                  <c:v>52934.03293316075</c:v>
                </c:pt>
                <c:pt idx="14">
                  <c:v>54953.5824292074</c:v>
                </c:pt>
                <c:pt idx="15">
                  <c:v>18455.123236076644</c:v>
                </c:pt>
                <c:pt idx="16">
                  <c:v>32129.537611152413</c:v>
                </c:pt>
                <c:pt idx="17">
                  <c:v>26808.635815169117</c:v>
                </c:pt>
                <c:pt idx="18">
                  <c:v>23774.984587881503</c:v>
                </c:pt>
                <c:pt idx="19">
                  <c:v>43968.70210588076</c:v>
                </c:pt>
                <c:pt idx="20">
                  <c:v>52932.87085212483</c:v>
                </c:pt>
                <c:pt idx="21">
                  <c:v>58704.663933750424</c:v>
                </c:pt>
                <c:pt idx="22">
                  <c:v>37311.86413871196</c:v>
                </c:pt>
                <c:pt idx="23">
                  <c:v>36857.08881274004</c:v>
                </c:pt>
                <c:pt idx="24">
                  <c:v>50503.901071857224</c:v>
                </c:pt>
                <c:pt idx="25">
                  <c:v>38498.62111253847</c:v>
                </c:pt>
                <c:pt idx="26">
                  <c:v>38940.48409710129</c:v>
                </c:pt>
                <c:pt idx="27">
                  <c:v>26597.215976430023</c:v>
                </c:pt>
                <c:pt idx="28">
                  <c:v>36888.593158248346</c:v>
                </c:pt>
                <c:pt idx="29">
                  <c:v>35839.94548869467</c:v>
                </c:pt>
                <c:pt idx="30">
                  <c:v>48353.258194131224</c:v>
                </c:pt>
                <c:pt idx="31">
                  <c:v>30089.31523946502</c:v>
                </c:pt>
                <c:pt idx="32">
                  <c:v>28300.335888389687</c:v>
                </c:pt>
                <c:pt idx="33">
                  <c:v>10688.805736573438</c:v>
                </c:pt>
                <c:pt idx="34">
                  <c:v>14253.856984211921</c:v>
                </c:pt>
                <c:pt idx="35">
                  <c:v>13676.38715425391</c:v>
                </c:pt>
                <c:pt idx="36">
                  <c:v>11329.031926890786</c:v>
                </c:pt>
                <c:pt idx="37">
                  <c:v>3799.171157866632</c:v>
                </c:pt>
                <c:pt idx="38">
                  <c:v>16129.531668383717</c:v>
                </c:pt>
                <c:pt idx="39">
                  <c:v>6305.5849192572805</c:v>
                </c:pt>
                <c:pt idx="40">
                  <c:v>11636.940661687506</c:v>
                </c:pt>
                <c:pt idx="41">
                  <c:v>31806.035517246863</c:v>
                </c:pt>
                <c:pt idx="42">
                  <c:v>47924.49470700813</c:v>
                </c:pt>
                <c:pt idx="43">
                  <c:v>17313.51925930554</c:v>
                </c:pt>
                <c:pt idx="44">
                  <c:v>18544.528654725404</c:v>
                </c:pt>
                <c:pt idx="45">
                  <c:v>38300.105641856855</c:v>
                </c:pt>
                <c:pt idx="46">
                  <c:v>17078.13626978726</c:v>
                </c:pt>
                <c:pt idx="47">
                  <c:v>32722.95779263236</c:v>
                </c:pt>
                <c:pt idx="48">
                  <c:v>25364.55950078262</c:v>
                </c:pt>
                <c:pt idx="49">
                  <c:v>21202.829197969288</c:v>
                </c:pt>
                <c:pt idx="50">
                  <c:v>14570.095303122087</c:v>
                </c:pt>
                <c:pt idx="51">
                  <c:v>36296.78208915917</c:v>
                </c:pt>
                <c:pt idx="52">
                  <c:v>36713.39283460219</c:v>
                </c:pt>
                <c:pt idx="53">
                  <c:v>29909.186758257452</c:v>
                </c:pt>
                <c:pt idx="54">
                  <c:v>29270.88586983003</c:v>
                </c:pt>
                <c:pt idx="55">
                  <c:v>23335.631444791245</c:v>
                </c:pt>
                <c:pt idx="56">
                  <c:v>53889.19734603952</c:v>
                </c:pt>
                <c:pt idx="57">
                  <c:v>34291.3774130931</c:v>
                </c:pt>
                <c:pt idx="58">
                  <c:v>47653.69611174031</c:v>
                </c:pt>
                <c:pt idx="59">
                  <c:v>77068.9220720207</c:v>
                </c:pt>
                <c:pt idx="60">
                  <c:v>53435.75018811554</c:v>
                </c:pt>
                <c:pt idx="61">
                  <c:v>28725.64215528034</c:v>
                </c:pt>
                <c:pt idx="62">
                  <c:v>31310.174268223767</c:v>
                </c:pt>
                <c:pt idx="63">
                  <c:v>39244.86846328255</c:v>
                </c:pt>
                <c:pt idx="64">
                  <c:v>18125.47612722785</c:v>
                </c:pt>
                <c:pt idx="65">
                  <c:v>12753.52637410137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4828.11317141839</c:v>
                </c:pt>
                <c:pt idx="1">
                  <c:v>2491.0804756703237</c:v>
                </c:pt>
                <c:pt idx="2">
                  <c:v>3282.7741877259286</c:v>
                </c:pt>
                <c:pt idx="3">
                  <c:v>1748.064823704899</c:v>
                </c:pt>
                <c:pt idx="4">
                  <c:v>4978.394266820369</c:v>
                </c:pt>
                <c:pt idx="5">
                  <c:v>2238.9843202915563</c:v>
                </c:pt>
                <c:pt idx="6">
                  <c:v>4414.127458863062</c:v>
                </c:pt>
                <c:pt idx="7">
                  <c:v>2049.7487730671387</c:v>
                </c:pt>
                <c:pt idx="8">
                  <c:v>132.66220048389582</c:v>
                </c:pt>
                <c:pt idx="9">
                  <c:v>2735.988604147883</c:v>
                </c:pt>
                <c:pt idx="10">
                  <c:v>1122.7237385465667</c:v>
                </c:pt>
                <c:pt idx="11">
                  <c:v>802.1404882489993</c:v>
                </c:pt>
                <c:pt idx="12">
                  <c:v>3135.6684842786726</c:v>
                </c:pt>
                <c:pt idx="13">
                  <c:v>3399.739620082054</c:v>
                </c:pt>
                <c:pt idx="14">
                  <c:v>5821.424855994284</c:v>
                </c:pt>
                <c:pt idx="15">
                  <c:v>6743.858938015988</c:v>
                </c:pt>
                <c:pt idx="16">
                  <c:v>4184.3779906892805</c:v>
                </c:pt>
                <c:pt idx="17">
                  <c:v>5238.008088765176</c:v>
                </c:pt>
                <c:pt idx="18">
                  <c:v>6172.5905996645015</c:v>
                </c:pt>
                <c:pt idx="19">
                  <c:v>8389.867407240654</c:v>
                </c:pt>
                <c:pt idx="20">
                  <c:v>5966.250273902287</c:v>
                </c:pt>
                <c:pt idx="21">
                  <c:v>5836.891021414427</c:v>
                </c:pt>
                <c:pt idx="22">
                  <c:v>8063.64367809882</c:v>
                </c:pt>
                <c:pt idx="23">
                  <c:v>10353.147746741455</c:v>
                </c:pt>
                <c:pt idx="24">
                  <c:v>524.6319300430896</c:v>
                </c:pt>
                <c:pt idx="25">
                  <c:v>4491.899833040555</c:v>
                </c:pt>
                <c:pt idx="26">
                  <c:v>3256.785733867564</c:v>
                </c:pt>
                <c:pt idx="27">
                  <c:v>76.2883443754578</c:v>
                </c:pt>
                <c:pt idx="28">
                  <c:v>5695.876094425022</c:v>
                </c:pt>
                <c:pt idx="29">
                  <c:v>3169.127553166341</c:v>
                </c:pt>
                <c:pt idx="30">
                  <c:v>2067.9436557405133</c:v>
                </c:pt>
                <c:pt idx="31">
                  <c:v>4106.229970040772</c:v>
                </c:pt>
                <c:pt idx="32">
                  <c:v>4159.474872778784</c:v>
                </c:pt>
                <c:pt idx="33">
                  <c:v>79.55821639794407</c:v>
                </c:pt>
                <c:pt idx="34">
                  <c:v>10185.72371716667</c:v>
                </c:pt>
                <c:pt idx="35">
                  <c:v>4108.202228022318</c:v>
                </c:pt>
                <c:pt idx="36">
                  <c:v>10593.723134468686</c:v>
                </c:pt>
                <c:pt idx="37">
                  <c:v>1819.9708952926408</c:v>
                </c:pt>
                <c:pt idx="38">
                  <c:v>2179.4394895021737</c:v>
                </c:pt>
                <c:pt idx="39">
                  <c:v>584.1692571072191</c:v>
                </c:pt>
                <c:pt idx="40">
                  <c:v>2171.279492183204</c:v>
                </c:pt>
                <c:pt idx="41">
                  <c:v>0.9889225793375601</c:v>
                </c:pt>
                <c:pt idx="42">
                  <c:v>112.52620565396842</c:v>
                </c:pt>
                <c:pt idx="43">
                  <c:v>8414.690307568491</c:v>
                </c:pt>
                <c:pt idx="44">
                  <c:v>622.729179478318</c:v>
                </c:pt>
                <c:pt idx="45">
                  <c:v>8050.258739022625</c:v>
                </c:pt>
                <c:pt idx="46">
                  <c:v>3509.389028306241</c:v>
                </c:pt>
                <c:pt idx="47">
                  <c:v>989.0300351885646</c:v>
                </c:pt>
                <c:pt idx="48">
                  <c:v>2163.796686776587</c:v>
                </c:pt>
                <c:pt idx="49">
                  <c:v>1226.5712988771215</c:v>
                </c:pt>
                <c:pt idx="50">
                  <c:v>2436.1670126300714</c:v>
                </c:pt>
                <c:pt idx="51">
                  <c:v>94.63601624705355</c:v>
                </c:pt>
                <c:pt idx="52">
                  <c:v>2602.220630305251</c:v>
                </c:pt>
                <c:pt idx="53">
                  <c:v>1215.8847825126365</c:v>
                </c:pt>
                <c:pt idx="54">
                  <c:v>5208.6314246777565</c:v>
                </c:pt>
                <c:pt idx="55">
                  <c:v>48.68125191695324</c:v>
                </c:pt>
                <c:pt idx="56">
                  <c:v>5663.553716003881</c:v>
                </c:pt>
                <c:pt idx="57">
                  <c:v>20.296697704262144</c:v>
                </c:pt>
                <c:pt idx="58">
                  <c:v>1776.6587499207635</c:v>
                </c:pt>
                <c:pt idx="59">
                  <c:v>6274.555229780579</c:v>
                </c:pt>
                <c:pt idx="60">
                  <c:v>3006.287124564083</c:v>
                </c:pt>
                <c:pt idx="61">
                  <c:v>3999.3645169629262</c:v>
                </c:pt>
                <c:pt idx="62">
                  <c:v>978.7169569810782</c:v>
                </c:pt>
                <c:pt idx="63">
                  <c:v>2142.177046857249</c:v>
                </c:pt>
                <c:pt idx="64">
                  <c:v>133.5782212653569</c:v>
                </c:pt>
                <c:pt idx="65">
                  <c:v>4689.859538101376</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66.63056739936616</c:v>
                </c:pt>
                <c:pt idx="1">
                  <c:v>3029.124995070273</c:v>
                </c:pt>
                <c:pt idx="2">
                  <c:v>512.302608189858</c:v>
                </c:pt>
                <c:pt idx="3">
                  <c:v>123.84687399114674</c:v>
                </c:pt>
                <c:pt idx="4">
                  <c:v>659.5846615881659</c:v>
                </c:pt>
                <c:pt idx="5">
                  <c:v>2109.078298297852</c:v>
                </c:pt>
                <c:pt idx="6">
                  <c:v>2142.744546023054</c:v>
                </c:pt>
                <c:pt idx="7">
                  <c:v>4688.80522341341</c:v>
                </c:pt>
                <c:pt idx="8">
                  <c:v>205.47944920080246</c:v>
                </c:pt>
                <c:pt idx="9">
                  <c:v>84.86986209233204</c:v>
                </c:pt>
                <c:pt idx="10">
                  <c:v>1420.8176308270358</c:v>
                </c:pt>
                <c:pt idx="11">
                  <c:v>861.356771252516</c:v>
                </c:pt>
                <c:pt idx="12">
                  <c:v>2890.2874015058596</c:v>
                </c:pt>
                <c:pt idx="13">
                  <c:v>259.8007738310038</c:v>
                </c:pt>
                <c:pt idx="14">
                  <c:v>193.05504553343704</c:v>
                </c:pt>
                <c:pt idx="15">
                  <c:v>91.43765894001639</c:v>
                </c:pt>
                <c:pt idx="16">
                  <c:v>1931.7389994244738</c:v>
                </c:pt>
                <c:pt idx="17">
                  <c:v>31.032823986369504</c:v>
                </c:pt>
                <c:pt idx="18">
                  <c:v>2356.70229711635</c:v>
                </c:pt>
                <c:pt idx="19">
                  <c:v>259.00470324756753</c:v>
                </c:pt>
                <c:pt idx="20">
                  <c:v>503.7840462166225</c:v>
                </c:pt>
                <c:pt idx="21">
                  <c:v>4027.072318842134</c:v>
                </c:pt>
                <c:pt idx="22">
                  <c:v>2668.336200885882</c:v>
                </c:pt>
                <c:pt idx="23">
                  <c:v>191.90247563588267</c:v>
                </c:pt>
                <c:pt idx="24">
                  <c:v>158.87390348494057</c:v>
                </c:pt>
                <c:pt idx="25">
                  <c:v>2632.3870657717134</c:v>
                </c:pt>
                <c:pt idx="26">
                  <c:v>614.1565879663284</c:v>
                </c:pt>
                <c:pt idx="27">
                  <c:v>1676.9689343875134</c:v>
                </c:pt>
                <c:pt idx="28">
                  <c:v>2220.2398657974586</c:v>
                </c:pt>
                <c:pt idx="29">
                  <c:v>1174.6531419344121</c:v>
                </c:pt>
                <c:pt idx="30">
                  <c:v>1264.356388261219</c:v>
                </c:pt>
                <c:pt idx="31">
                  <c:v>22.860694620904503</c:v>
                </c:pt>
                <c:pt idx="32">
                  <c:v>44.87432261926632</c:v>
                </c:pt>
                <c:pt idx="33">
                  <c:v>116.08626869353742</c:v>
                </c:pt>
                <c:pt idx="34">
                  <c:v>107.87825092816239</c:v>
                </c:pt>
                <c:pt idx="35">
                  <c:v>3783.134455349755</c:v>
                </c:pt>
                <c:pt idx="36">
                  <c:v>2716.6738622572266</c:v>
                </c:pt>
                <c:pt idx="37">
                  <c:v>34.92538705634303</c:v>
                </c:pt>
                <c:pt idx="38">
                  <c:v>29.031681066570563</c:v>
                </c:pt>
                <c:pt idx="39">
                  <c:v>1687.9215985293945</c:v>
                </c:pt>
                <c:pt idx="40">
                  <c:v>334.63873161607404</c:v>
                </c:pt>
                <c:pt idx="41">
                  <c:v>3.004736314197759</c:v>
                </c:pt>
                <c:pt idx="42">
                  <c:v>4156.300756650847</c:v>
                </c:pt>
                <c:pt idx="43">
                  <c:v>500.01421054894985</c:v>
                </c:pt>
                <c:pt idx="44">
                  <c:v>38.44232931185339</c:v>
                </c:pt>
                <c:pt idx="45">
                  <c:v>1396.6221997054859</c:v>
                </c:pt>
                <c:pt idx="46">
                  <c:v>124.56312040927011</c:v>
                </c:pt>
                <c:pt idx="47">
                  <c:v>52.20028474504164</c:v>
                </c:pt>
                <c:pt idx="48">
                  <c:v>168.70485698877673</c:v>
                </c:pt>
                <c:pt idx="49">
                  <c:v>569.2371215717952</c:v>
                </c:pt>
                <c:pt idx="50">
                  <c:v>527.9353983938412</c:v>
                </c:pt>
                <c:pt idx="51">
                  <c:v>4063.236913195544</c:v>
                </c:pt>
                <c:pt idx="52">
                  <c:v>1966.9939476754107</c:v>
                </c:pt>
                <c:pt idx="53">
                  <c:v>172.4321148671197</c:v>
                </c:pt>
                <c:pt idx="54">
                  <c:v>38.98136382878995</c:v>
                </c:pt>
                <c:pt idx="55">
                  <c:v>2784.6330399440712</c:v>
                </c:pt>
                <c:pt idx="56">
                  <c:v>1407.338497068712</c:v>
                </c:pt>
                <c:pt idx="57">
                  <c:v>296.25334290545345</c:v>
                </c:pt>
                <c:pt idx="58">
                  <c:v>88.59558286974307</c:v>
                </c:pt>
                <c:pt idx="59">
                  <c:v>2990.0381307294733</c:v>
                </c:pt>
                <c:pt idx="60">
                  <c:v>1121.227329427964</c:v>
                </c:pt>
                <c:pt idx="61">
                  <c:v>3236.090079664364</c:v>
                </c:pt>
                <c:pt idx="62">
                  <c:v>4938.896296837805</c:v>
                </c:pt>
                <c:pt idx="63">
                  <c:v>219.9025452929754</c:v>
                </c:pt>
                <c:pt idx="64">
                  <c:v>25.775040599043564</c:v>
                </c:pt>
                <c:pt idx="65">
                  <c:v>2651.505895303898</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20698.926749445527</c:v>
                </c:pt>
                <c:pt idx="1">
                  <c:v>-3843.741492198071</c:v>
                </c:pt>
                <c:pt idx="2">
                  <c:v>-11954.557208473967</c:v>
                </c:pt>
                <c:pt idx="3">
                  <c:v>12261.633539241377</c:v>
                </c:pt>
                <c:pt idx="4">
                  <c:v>-235.50225557687554</c:v>
                </c:pt>
                <c:pt idx="5">
                  <c:v>-3418.6998956320676</c:v>
                </c:pt>
                <c:pt idx="6">
                  <c:v>11914.329886402176</c:v>
                </c:pt>
                <c:pt idx="7">
                  <c:v>-6890.992361743519</c:v>
                </c:pt>
                <c:pt idx="8">
                  <c:v>3498.685585516076</c:v>
                </c:pt>
                <c:pt idx="9">
                  <c:v>11579.189156501967</c:v>
                </c:pt>
                <c:pt idx="10">
                  <c:v>-16099.437629393946</c:v>
                </c:pt>
                <c:pt idx="11">
                  <c:v>5499.820605176237</c:v>
                </c:pt>
                <c:pt idx="12">
                  <c:v>5275.487117866425</c:v>
                </c:pt>
                <c:pt idx="13">
                  <c:v>10553.991722893054</c:v>
                </c:pt>
                <c:pt idx="14">
                  <c:v>-6024.478701082917</c:v>
                </c:pt>
                <c:pt idx="15">
                  <c:v>13303.258735979005</c:v>
                </c:pt>
                <c:pt idx="16">
                  <c:v>4116.468774245089</c:v>
                </c:pt>
                <c:pt idx="17">
                  <c:v>6825.194411987352</c:v>
                </c:pt>
                <c:pt idx="18">
                  <c:v>9094.153257919803</c:v>
                </c:pt>
                <c:pt idx="19">
                  <c:v>-9134.369317817358</c:v>
                </c:pt>
                <c:pt idx="20">
                  <c:v>-2280.500051038068</c:v>
                </c:pt>
                <c:pt idx="21">
                  <c:v>-9292.81817747945</c:v>
                </c:pt>
                <c:pt idx="22">
                  <c:v>19308.749418975243</c:v>
                </c:pt>
                <c:pt idx="23">
                  <c:v>15110.925222175603</c:v>
                </c:pt>
                <c:pt idx="24">
                  <c:v>9651.826498455153</c:v>
                </c:pt>
                <c:pt idx="25">
                  <c:v>-13533.982283597134</c:v>
                </c:pt>
                <c:pt idx="26">
                  <c:v>-7046.296706605666</c:v>
                </c:pt>
                <c:pt idx="27">
                  <c:v>11975.159114951675</c:v>
                </c:pt>
                <c:pt idx="28">
                  <c:v>-4218.850832567328</c:v>
                </c:pt>
                <c:pt idx="29">
                  <c:v>8450.040302614543</c:v>
                </c:pt>
                <c:pt idx="30">
                  <c:v>20917.323827602413</c:v>
                </c:pt>
                <c:pt idx="31">
                  <c:v>6540.252253170736</c:v>
                </c:pt>
                <c:pt idx="32">
                  <c:v>-17423.337056020413</c:v>
                </c:pt>
                <c:pt idx="33">
                  <c:v>16643.29409153366</c:v>
                </c:pt>
                <c:pt idx="34">
                  <c:v>16820.077593175447</c:v>
                </c:pt>
                <c:pt idx="35">
                  <c:v>11207.505576519285</c:v>
                </c:pt>
                <c:pt idx="36">
                  <c:v>-4855.576242758118</c:v>
                </c:pt>
                <c:pt idx="37">
                  <c:v>-17165.584710847135</c:v>
                </c:pt>
                <c:pt idx="38">
                  <c:v>-9658.625154198018</c:v>
                </c:pt>
                <c:pt idx="39">
                  <c:v>-1906.213804457168</c:v>
                </c:pt>
                <c:pt idx="40">
                  <c:v>121.31353521671736</c:v>
                </c:pt>
                <c:pt idx="41">
                  <c:v>-7816.015762608932</c:v>
                </c:pt>
                <c:pt idx="42">
                  <c:v>-5737.577049582042</c:v>
                </c:pt>
                <c:pt idx="43">
                  <c:v>6387.055112864625</c:v>
                </c:pt>
                <c:pt idx="44">
                  <c:v>-8990.371877269772</c:v>
                </c:pt>
                <c:pt idx="45">
                  <c:v>-8344.490515889414</c:v>
                </c:pt>
                <c:pt idx="46">
                  <c:v>-15730.720907388728</c:v>
                </c:pt>
                <c:pt idx="47">
                  <c:v>-10030.7403539594</c:v>
                </c:pt>
                <c:pt idx="48">
                  <c:v>-6943.07619163252</c:v>
                </c:pt>
                <c:pt idx="49">
                  <c:v>-14799.619542372679</c:v>
                </c:pt>
                <c:pt idx="50">
                  <c:v>-14035.747104810127</c:v>
                </c:pt>
                <c:pt idx="51">
                  <c:v>-145.31742112628626</c:v>
                </c:pt>
                <c:pt idx="52">
                  <c:v>-10106.732036476787</c:v>
                </c:pt>
                <c:pt idx="53">
                  <c:v>7037.726417319163</c:v>
                </c:pt>
                <c:pt idx="54">
                  <c:v>1598.600221781412</c:v>
                </c:pt>
                <c:pt idx="55">
                  <c:v>-10246.991632734238</c:v>
                </c:pt>
                <c:pt idx="56">
                  <c:v>-1233.5010727462732</c:v>
                </c:pt>
                <c:pt idx="57">
                  <c:v>-11904.791853928575</c:v>
                </c:pt>
                <c:pt idx="58">
                  <c:v>-15211.614502462846</c:v>
                </c:pt>
                <c:pt idx="59">
                  <c:v>10396.173520145956</c:v>
                </c:pt>
                <c:pt idx="60">
                  <c:v>-2986.0200713986414</c:v>
                </c:pt>
                <c:pt idx="61">
                  <c:v>-31429.950513287968</c:v>
                </c:pt>
                <c:pt idx="62">
                  <c:v>-2952.404903448235</c:v>
                </c:pt>
                <c:pt idx="63">
                  <c:v>26523.29952865174</c:v>
                </c:pt>
                <c:pt idx="64">
                  <c:v>-171.1349970297881</c:v>
                </c:pt>
                <c:pt idx="65">
                  <c:v>11424.471282139297</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9789.557413553825</c:v>
                </c:pt>
                <c:pt idx="1">
                  <c:v>4964.8959516594</c:v>
                </c:pt>
                <c:pt idx="2">
                  <c:v>9959.055748863631</c:v>
                </c:pt>
                <c:pt idx="3">
                  <c:v>8508.825892248713</c:v>
                </c:pt>
                <c:pt idx="4">
                  <c:v>6808.399581449214</c:v>
                </c:pt>
                <c:pt idx="5">
                  <c:v>776.1639915276864</c:v>
                </c:pt>
                <c:pt idx="6">
                  <c:v>371.395200008274</c:v>
                </c:pt>
                <c:pt idx="7">
                  <c:v>188.88060193052638</c:v>
                </c:pt>
                <c:pt idx="8">
                  <c:v>3960.570963803508</c:v>
                </c:pt>
                <c:pt idx="9">
                  <c:v>5975.461748710465</c:v>
                </c:pt>
                <c:pt idx="10">
                  <c:v>1198.3436498826388</c:v>
                </c:pt>
                <c:pt idx="11">
                  <c:v>3532.2279620604013</c:v>
                </c:pt>
                <c:pt idx="12">
                  <c:v>1681.035167328825</c:v>
                </c:pt>
                <c:pt idx="13">
                  <c:v>6231.511802142932</c:v>
                </c:pt>
                <c:pt idx="14">
                  <c:v>7714.814360708641</c:v>
                </c:pt>
                <c:pt idx="15">
                  <c:v>183.26504528424522</c:v>
                </c:pt>
                <c:pt idx="16">
                  <c:v>88.11177620289479</c:v>
                </c:pt>
                <c:pt idx="17">
                  <c:v>2792.4102361411406</c:v>
                </c:pt>
                <c:pt idx="18">
                  <c:v>3273.1532041995542</c:v>
                </c:pt>
                <c:pt idx="19">
                  <c:v>4430.903586247745</c:v>
                </c:pt>
                <c:pt idx="20">
                  <c:v>6490.336775526434</c:v>
                </c:pt>
                <c:pt idx="21">
                  <c:v>619.1875362846417</c:v>
                </c:pt>
                <c:pt idx="22">
                  <c:v>3656.3030581800836</c:v>
                </c:pt>
                <c:pt idx="23">
                  <c:v>5499.63975059478</c:v>
                </c:pt>
                <c:pt idx="24">
                  <c:v>12821.773744661074</c:v>
                </c:pt>
                <c:pt idx="25">
                  <c:v>6089.550592033471</c:v>
                </c:pt>
                <c:pt idx="26">
                  <c:v>6987.42436465971</c:v>
                </c:pt>
                <c:pt idx="27">
                  <c:v>4298.586514841383</c:v>
                </c:pt>
                <c:pt idx="28">
                  <c:v>7484.755520590804</c:v>
                </c:pt>
                <c:pt idx="29">
                  <c:v>3234.7342380435707</c:v>
                </c:pt>
                <c:pt idx="30">
                  <c:v>133.48851929197323</c:v>
                </c:pt>
                <c:pt idx="31">
                  <c:v>7911.984979220695</c:v>
                </c:pt>
                <c:pt idx="32">
                  <c:v>300.40267339702115</c:v>
                </c:pt>
                <c:pt idx="33">
                  <c:v>117.93765867784073</c:v>
                </c:pt>
                <c:pt idx="34">
                  <c:v>4147.454033682274</c:v>
                </c:pt>
                <c:pt idx="35">
                  <c:v>4366.399154182596</c:v>
                </c:pt>
                <c:pt idx="36">
                  <c:v>1956.4125370793765</c:v>
                </c:pt>
                <c:pt idx="37">
                  <c:v>7925.277759784617</c:v>
                </c:pt>
                <c:pt idx="38">
                  <c:v>253.60537243551454</c:v>
                </c:pt>
                <c:pt idx="39">
                  <c:v>8219.044014818463</c:v>
                </c:pt>
                <c:pt idx="40">
                  <c:v>5412.629237092333</c:v>
                </c:pt>
                <c:pt idx="41">
                  <c:v>10451.630909360192</c:v>
                </c:pt>
                <c:pt idx="42">
                  <c:v>10337.730147832051</c:v>
                </c:pt>
                <c:pt idx="43">
                  <c:v>4182.847123939318</c:v>
                </c:pt>
                <c:pt idx="44">
                  <c:v>5035.788996367461</c:v>
                </c:pt>
                <c:pt idx="45">
                  <c:v>12467.714214031635</c:v>
                </c:pt>
                <c:pt idx="46">
                  <c:v>5375.531634486222</c:v>
                </c:pt>
                <c:pt idx="47">
                  <c:v>3919.7199580205606</c:v>
                </c:pt>
                <c:pt idx="48">
                  <c:v>9235.791000497231</c:v>
                </c:pt>
                <c:pt idx="49">
                  <c:v>9119.059225146006</c:v>
                </c:pt>
                <c:pt idx="50">
                  <c:v>2733.2198497510226</c:v>
                </c:pt>
                <c:pt idx="51">
                  <c:v>10013.432782506348</c:v>
                </c:pt>
                <c:pt idx="52">
                  <c:v>7561.4925642301805</c:v>
                </c:pt>
                <c:pt idx="53">
                  <c:v>8008.1188536032705</c:v>
                </c:pt>
                <c:pt idx="54">
                  <c:v>2935.4765884132084</c:v>
                </c:pt>
                <c:pt idx="55">
                  <c:v>11554.37337799176</c:v>
                </c:pt>
                <c:pt idx="56">
                  <c:v>7872.319497728649</c:v>
                </c:pt>
                <c:pt idx="57">
                  <c:v>108.69271820592802</c:v>
                </c:pt>
                <c:pt idx="58">
                  <c:v>7049.612408063784</c:v>
                </c:pt>
                <c:pt idx="59">
                  <c:v>5091.693331675118</c:v>
                </c:pt>
                <c:pt idx="60">
                  <c:v>4148.629791028054</c:v>
                </c:pt>
                <c:pt idx="61">
                  <c:v>12953.586763141893</c:v>
                </c:pt>
                <c:pt idx="62">
                  <c:v>11286.703649650015</c:v>
                </c:pt>
                <c:pt idx="63">
                  <c:v>7547.6408179688915</c:v>
                </c:pt>
                <c:pt idx="64">
                  <c:v>7663.48761095647</c:v>
                </c:pt>
                <c:pt idx="65">
                  <c:v>286.0347746516898</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47359.29770562031</c:v>
                </c:pt>
                <c:pt idx="1">
                  <c:v>38701.83969712825</c:v>
                </c:pt>
                <c:pt idx="2">
                  <c:v>34277.633906241834</c:v>
                </c:pt>
                <c:pt idx="3">
                  <c:v>45573.28977161418</c:v>
                </c:pt>
                <c:pt idx="4">
                  <c:v>34620.665014326216</c:v>
                </c:pt>
                <c:pt idx="5">
                  <c:v>33039.94714213311</c:v>
                </c:pt>
                <c:pt idx="6">
                  <c:v>41438.1411977473</c:v>
                </c:pt>
                <c:pt idx="7">
                  <c:v>72539.76226581784</c:v>
                </c:pt>
                <c:pt idx="8">
                  <c:v>65481.49013144568</c:v>
                </c:pt>
                <c:pt idx="9">
                  <c:v>64053.3837850312</c:v>
                </c:pt>
                <c:pt idx="10">
                  <c:v>80338.61175787737</c:v>
                </c:pt>
                <c:pt idx="11">
                  <c:v>51714.46564361546</c:v>
                </c:pt>
                <c:pt idx="12">
                  <c:v>54213.82716481756</c:v>
                </c:pt>
                <c:pt idx="13">
                  <c:v>42311.97133465897</c:v>
                </c:pt>
                <c:pt idx="14">
                  <c:v>62812.15077417045</c:v>
                </c:pt>
                <c:pt idx="15">
                  <c:v>59499.92818390318</c:v>
                </c:pt>
                <c:pt idx="16">
                  <c:v>64417.18886795988</c:v>
                </c:pt>
                <c:pt idx="17">
                  <c:v>41165.22334577229</c:v>
                </c:pt>
                <c:pt idx="18">
                  <c:v>20915.367526415597</c:v>
                </c:pt>
                <c:pt idx="19">
                  <c:v>34278.00746668019</c:v>
                </c:pt>
                <c:pt idx="20">
                  <c:v>27525.17682276761</c:v>
                </c:pt>
                <c:pt idx="21">
                  <c:v>46195.28850426134</c:v>
                </c:pt>
                <c:pt idx="22">
                  <c:v>32038.04895409864</c:v>
                </c:pt>
                <c:pt idx="23">
                  <c:v>10581.32459206829</c:v>
                </c:pt>
                <c:pt idx="24">
                  <c:v>8739.005468756644</c:v>
                </c:pt>
                <c:pt idx="25">
                  <c:v>27500.675516408624</c:v>
                </c:pt>
                <c:pt idx="26">
                  <c:v>47751.2834386984</c:v>
                </c:pt>
                <c:pt idx="27">
                  <c:v>27628.24323848768</c:v>
                </c:pt>
                <c:pt idx="28">
                  <c:v>15574.751125392359</c:v>
                </c:pt>
                <c:pt idx="29">
                  <c:v>6290.528906581089</c:v>
                </c:pt>
                <c:pt idx="30">
                  <c:v>32597.973976916393</c:v>
                </c:pt>
                <c:pt idx="31">
                  <c:v>27705.941044469437</c:v>
                </c:pt>
                <c:pt idx="32">
                  <c:v>27121.281873466138</c:v>
                </c:pt>
                <c:pt idx="33">
                  <c:v>13320.470508769939</c:v>
                </c:pt>
                <c:pt idx="34">
                  <c:v>8486.330424153955</c:v>
                </c:pt>
                <c:pt idx="35">
                  <c:v>32129.387318848327</c:v>
                </c:pt>
                <c:pt idx="36">
                  <c:v>53706.9018413585</c:v>
                </c:pt>
                <c:pt idx="37">
                  <c:v>37746.41300087758</c:v>
                </c:pt>
                <c:pt idx="38">
                  <c:v>16498.56024363804</c:v>
                </c:pt>
                <c:pt idx="39">
                  <c:v>34642.494916047</c:v>
                </c:pt>
                <c:pt idx="40">
                  <c:v>45397.22152036763</c:v>
                </c:pt>
                <c:pt idx="41">
                  <c:v>18307.644999976263</c:v>
                </c:pt>
                <c:pt idx="42">
                  <c:v>48945.50798989695</c:v>
                </c:pt>
                <c:pt idx="43">
                  <c:v>27925.070465442277</c:v>
                </c:pt>
                <c:pt idx="44">
                  <c:v>16752.863068737643</c:v>
                </c:pt>
                <c:pt idx="45">
                  <c:v>19203.98141018558</c:v>
                </c:pt>
                <c:pt idx="46">
                  <c:v>17948.366162642054</c:v>
                </c:pt>
                <c:pt idx="47">
                  <c:v>27814.10402134094</c:v>
                </c:pt>
                <c:pt idx="48">
                  <c:v>16557.989124639942</c:v>
                </c:pt>
                <c:pt idx="49">
                  <c:v>6718.727995785335</c:v>
                </c:pt>
                <c:pt idx="50">
                  <c:v>7817.469288141546</c:v>
                </c:pt>
                <c:pt idx="51">
                  <c:v>34590.18145268306</c:v>
                </c:pt>
                <c:pt idx="52">
                  <c:v>13227.660590616193</c:v>
                </c:pt>
                <c:pt idx="53">
                  <c:v>38415.4883616282</c:v>
                </c:pt>
                <c:pt idx="54">
                  <c:v>28267.516968122825</c:v>
                </c:pt>
                <c:pt idx="55">
                  <c:v>8411.975243263412</c:v>
                </c:pt>
                <c:pt idx="56">
                  <c:v>27273.962533394577</c:v>
                </c:pt>
                <c:pt idx="57">
                  <c:v>28606.74637668213</c:v>
                </c:pt>
                <c:pt idx="58">
                  <c:v>16492.6873877025</c:v>
                </c:pt>
                <c:pt idx="59">
                  <c:v>46874.18921873857</c:v>
                </c:pt>
                <c:pt idx="60">
                  <c:v>37659.44145435273</c:v>
                </c:pt>
                <c:pt idx="61">
                  <c:v>16983.768180575476</c:v>
                </c:pt>
                <c:pt idx="62">
                  <c:v>18311.306716978015</c:v>
                </c:pt>
                <c:pt idx="63">
                  <c:v>35087.23617320607</c:v>
                </c:pt>
                <c:pt idx="64">
                  <c:v>17896.8373480129</c:v>
                </c:pt>
                <c:pt idx="65">
                  <c:v>12950.394348962427</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3124.8507119942215</c:v>
                </c:pt>
                <c:pt idx="1">
                  <c:v>9209.726912497226</c:v>
                </c:pt>
                <c:pt idx="2">
                  <c:v>5313.265675414048</c:v>
                </c:pt>
                <c:pt idx="3">
                  <c:v>26.233833083737853</c:v>
                </c:pt>
                <c:pt idx="4">
                  <c:v>3367.4599223568694</c:v>
                </c:pt>
                <c:pt idx="5">
                  <c:v>7052.573448122334</c:v>
                </c:pt>
                <c:pt idx="6">
                  <c:v>2588.4117959686796</c:v>
                </c:pt>
                <c:pt idx="7">
                  <c:v>7860.626626578438</c:v>
                </c:pt>
                <c:pt idx="8">
                  <c:v>9025.31769896509</c:v>
                </c:pt>
                <c:pt idx="9">
                  <c:v>5025.545003267919</c:v>
                </c:pt>
                <c:pt idx="10">
                  <c:v>4245.364249447686</c:v>
                </c:pt>
                <c:pt idx="11">
                  <c:v>7818.383131742734</c:v>
                </c:pt>
                <c:pt idx="12">
                  <c:v>2976.587880788462</c:v>
                </c:pt>
                <c:pt idx="13">
                  <c:v>3923.33335443565</c:v>
                </c:pt>
                <c:pt idx="14">
                  <c:v>9713.43227177189</c:v>
                </c:pt>
                <c:pt idx="15">
                  <c:v>9381.058916315513</c:v>
                </c:pt>
                <c:pt idx="16">
                  <c:v>8403.522407803372</c:v>
                </c:pt>
                <c:pt idx="17">
                  <c:v>5332.584580518996</c:v>
                </c:pt>
                <c:pt idx="18">
                  <c:v>676.7805875021879</c:v>
                </c:pt>
                <c:pt idx="19">
                  <c:v>5202.06225300287</c:v>
                </c:pt>
                <c:pt idx="20">
                  <c:v>9716.922640199135</c:v>
                </c:pt>
                <c:pt idx="21">
                  <c:v>7599.034836077591</c:v>
                </c:pt>
                <c:pt idx="22">
                  <c:v>12562.637558384235</c:v>
                </c:pt>
                <c:pt idx="23">
                  <c:v>6503.625179508983</c:v>
                </c:pt>
                <c:pt idx="24">
                  <c:v>13380.59192715976</c:v>
                </c:pt>
                <c:pt idx="25">
                  <c:v>10357.954270373975</c:v>
                </c:pt>
                <c:pt idx="26">
                  <c:v>3688.186837466057</c:v>
                </c:pt>
                <c:pt idx="27">
                  <c:v>3020.897518089649</c:v>
                </c:pt>
                <c:pt idx="28">
                  <c:v>457.3104331765794</c:v>
                </c:pt>
                <c:pt idx="29">
                  <c:v>6495.681988278915</c:v>
                </c:pt>
                <c:pt idx="30">
                  <c:v>7980.638982414081</c:v>
                </c:pt>
                <c:pt idx="31">
                  <c:v>3499.325636967504</c:v>
                </c:pt>
                <c:pt idx="32">
                  <c:v>6651.437948461422</c:v>
                </c:pt>
                <c:pt idx="33">
                  <c:v>3387.1112851310786</c:v>
                </c:pt>
                <c:pt idx="34">
                  <c:v>7149.664697725262</c:v>
                </c:pt>
                <c:pt idx="35">
                  <c:v>6551.06503343236</c:v>
                </c:pt>
                <c:pt idx="36">
                  <c:v>376.9572342751102</c:v>
                </c:pt>
                <c:pt idx="37">
                  <c:v>5883.743036979978</c:v>
                </c:pt>
                <c:pt idx="38">
                  <c:v>7539.013866414682</c:v>
                </c:pt>
                <c:pt idx="39">
                  <c:v>7947.118920332221</c:v>
                </c:pt>
                <c:pt idx="40">
                  <c:v>938.3592715113336</c:v>
                </c:pt>
                <c:pt idx="41">
                  <c:v>2.730173929546703</c:v>
                </c:pt>
                <c:pt idx="42">
                  <c:v>70.80765613078285</c:v>
                </c:pt>
                <c:pt idx="43">
                  <c:v>299.00796938338715</c:v>
                </c:pt>
                <c:pt idx="44">
                  <c:v>7254.305610201745</c:v>
                </c:pt>
                <c:pt idx="45">
                  <c:v>4545.593105040869</c:v>
                </c:pt>
                <c:pt idx="46">
                  <c:v>11395.788151161127</c:v>
                </c:pt>
                <c:pt idx="47">
                  <c:v>4157.564201981586</c:v>
                </c:pt>
                <c:pt idx="48">
                  <c:v>2326.518393884731</c:v>
                </c:pt>
                <c:pt idx="49">
                  <c:v>3175.689362910084</c:v>
                </c:pt>
                <c:pt idx="50">
                  <c:v>3306.847340619141</c:v>
                </c:pt>
                <c:pt idx="51">
                  <c:v>4469.855346929916</c:v>
                </c:pt>
                <c:pt idx="52">
                  <c:v>3869.354213956775</c:v>
                </c:pt>
                <c:pt idx="53">
                  <c:v>323.6525840930177</c:v>
                </c:pt>
                <c:pt idx="54">
                  <c:v>1112.0254882854979</c:v>
                </c:pt>
                <c:pt idx="55">
                  <c:v>4805.177753121299</c:v>
                </c:pt>
                <c:pt idx="56">
                  <c:v>8844.675039462792</c:v>
                </c:pt>
                <c:pt idx="57">
                  <c:v>505.07535269180096</c:v>
                </c:pt>
                <c:pt idx="58">
                  <c:v>2950.64296658899</c:v>
                </c:pt>
                <c:pt idx="59">
                  <c:v>3709.8803636504986</c:v>
                </c:pt>
                <c:pt idx="60">
                  <c:v>8364.786601286152</c:v>
                </c:pt>
                <c:pt idx="61">
                  <c:v>8810.751484009752</c:v>
                </c:pt>
                <c:pt idx="62">
                  <c:v>6147.858212026957</c:v>
                </c:pt>
                <c:pt idx="63">
                  <c:v>2835.8376439051644</c:v>
                </c:pt>
                <c:pt idx="64">
                  <c:v>9177.391720049389</c:v>
                </c:pt>
                <c:pt idx="65">
                  <c:v>1040.681820799841</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1390.2613933063292</c:v>
                </c:pt>
                <c:pt idx="1">
                  <c:v>2929.599723254527</c:v>
                </c:pt>
                <c:pt idx="2">
                  <c:v>35.8664711770185</c:v>
                </c:pt>
                <c:pt idx="3">
                  <c:v>70.12256144482524</c:v>
                </c:pt>
                <c:pt idx="4">
                  <c:v>2.5716220642825563e-06</c:v>
                </c:pt>
                <c:pt idx="5">
                  <c:v>223.71674497724257</c:v>
                </c:pt>
                <c:pt idx="6">
                  <c:v>198.35300258219092</c:v>
                </c:pt>
                <c:pt idx="7">
                  <c:v>6307.381882086685</c:v>
                </c:pt>
                <c:pt idx="8">
                  <c:v>353.5818387289524</c:v>
                </c:pt>
                <c:pt idx="9">
                  <c:v>142.91206303740935</c:v>
                </c:pt>
                <c:pt idx="10">
                  <c:v>154.64550517161805</c:v>
                </c:pt>
                <c:pt idx="11">
                  <c:v>102.02765251171374</c:v>
                </c:pt>
                <c:pt idx="12">
                  <c:v>1736.6770372196997</c:v>
                </c:pt>
                <c:pt idx="13">
                  <c:v>3326.213711782991</c:v>
                </c:pt>
                <c:pt idx="14">
                  <c:v>107.9302767081311</c:v>
                </c:pt>
                <c:pt idx="15">
                  <c:v>94.43605813916479</c:v>
                </c:pt>
                <c:pt idx="16">
                  <c:v>148.36381375905947</c:v>
                </c:pt>
                <c:pt idx="17">
                  <c:v>102.65733547705335</c:v>
                </c:pt>
                <c:pt idx="18">
                  <c:v>127.56978546331935</c:v>
                </c:pt>
                <c:pt idx="19">
                  <c:v>7888.790075556039</c:v>
                </c:pt>
                <c:pt idx="20">
                  <c:v>145.8214050949445</c:v>
                </c:pt>
                <c:pt idx="21">
                  <c:v>3874.0420197610633</c:v>
                </c:pt>
                <c:pt idx="22">
                  <c:v>1493.8386223228501</c:v>
                </c:pt>
                <c:pt idx="23">
                  <c:v>9.617847207311305</c:v>
                </c:pt>
                <c:pt idx="24">
                  <c:v>3872.581526344947</c:v>
                </c:pt>
                <c:pt idx="25">
                  <c:v>3811.199298798134</c:v>
                </c:pt>
                <c:pt idx="26">
                  <c:v>333.0997322236587</c:v>
                </c:pt>
                <c:pt idx="27">
                  <c:v>256.1952542356436</c:v>
                </c:pt>
                <c:pt idx="28">
                  <c:v>4174.536220367691</c:v>
                </c:pt>
                <c:pt idx="29">
                  <c:v>1701.2703784996536</c:v>
                </c:pt>
                <c:pt idx="30">
                  <c:v>167.40881244092407</c:v>
                </c:pt>
                <c:pt idx="31">
                  <c:v>3400.2341493815516</c:v>
                </c:pt>
                <c:pt idx="32">
                  <c:v>42.77938590618717</c:v>
                </c:pt>
                <c:pt idx="33">
                  <c:v>2265.2223541202384</c:v>
                </c:pt>
                <c:pt idx="34">
                  <c:v>4896.5904722970445</c:v>
                </c:pt>
                <c:pt idx="35">
                  <c:v>4603.686947189629</c:v>
                </c:pt>
                <c:pt idx="36">
                  <c:v>4312.144398464405</c:v>
                </c:pt>
                <c:pt idx="37">
                  <c:v>303.0353030301228</c:v>
                </c:pt>
                <c:pt idx="38">
                  <c:v>3605.4174083369535</c:v>
                </c:pt>
                <c:pt idx="39">
                  <c:v>1036.7257735661371</c:v>
                </c:pt>
                <c:pt idx="40">
                  <c:v>412.2914338103606</c:v>
                </c:pt>
                <c:pt idx="41">
                  <c:v>118.37457039165034</c:v>
                </c:pt>
                <c:pt idx="42">
                  <c:v>4137.602634846159</c:v>
                </c:pt>
                <c:pt idx="43">
                  <c:v>2953.6548120157636</c:v>
                </c:pt>
                <c:pt idx="44">
                  <c:v>4141.476450841767</c:v>
                </c:pt>
                <c:pt idx="45">
                  <c:v>7297.719154610561</c:v>
                </c:pt>
                <c:pt idx="46">
                  <c:v>1701.7303398496974</c:v>
                </c:pt>
                <c:pt idx="47">
                  <c:v>6420.688287495979</c:v>
                </c:pt>
                <c:pt idx="48">
                  <c:v>1051.81627100374</c:v>
                </c:pt>
                <c:pt idx="49">
                  <c:v>219.70652471491059</c:v>
                </c:pt>
                <c:pt idx="50">
                  <c:v>1.6519707314398243e-05</c:v>
                </c:pt>
                <c:pt idx="51">
                  <c:v>146.95681687475064</c:v>
                </c:pt>
                <c:pt idx="52">
                  <c:v>4008.4001893671802</c:v>
                </c:pt>
                <c:pt idx="53">
                  <c:v>4056.0253518576897</c:v>
                </c:pt>
                <c:pt idx="54">
                  <c:v>3733.799910360485</c:v>
                </c:pt>
                <c:pt idx="55">
                  <c:v>206.10311409643614</c:v>
                </c:pt>
                <c:pt idx="56">
                  <c:v>125.9241213800349</c:v>
                </c:pt>
                <c:pt idx="57">
                  <c:v>136.02236972367876</c:v>
                </c:pt>
                <c:pt idx="58">
                  <c:v>283.86203281150404</c:v>
                </c:pt>
                <c:pt idx="59">
                  <c:v>7488.1432797537145</c:v>
                </c:pt>
                <c:pt idx="60">
                  <c:v>3636.3563688671384</c:v>
                </c:pt>
                <c:pt idx="61">
                  <c:v>211.93311344413604</c:v>
                </c:pt>
                <c:pt idx="62">
                  <c:v>322.952339329946</c:v>
                </c:pt>
                <c:pt idx="63">
                  <c:v>6209.997284675934</c:v>
                </c:pt>
                <c:pt idx="64">
                  <c:v>1823.3985212633022</c:v>
                </c:pt>
                <c:pt idx="65">
                  <c:v>3.0509291481403984e-06</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-2410.1797978897666</c:v>
                </c:pt>
                <c:pt idx="1">
                  <c:v>-1717.1084764559582</c:v>
                </c:pt>
                <c:pt idx="2">
                  <c:v>-1305.9271813486157</c:v>
                </c:pt>
                <c:pt idx="3">
                  <c:v>-4698.1006630836555</c:v>
                </c:pt>
                <c:pt idx="4">
                  <c:v>-2102.9635677617225</c:v>
                </c:pt>
                <c:pt idx="5">
                  <c:v>-49.19712717025078</c:v>
                </c:pt>
                <c:pt idx="6">
                  <c:v>-8.370294127788735</c:v>
                </c:pt>
                <c:pt idx="7">
                  <c:v>-142.75736558565694</c:v>
                </c:pt>
                <c:pt idx="8">
                  <c:v>-3371.7643671891483</c:v>
                </c:pt>
                <c:pt idx="9">
                  <c:v>-100.31152040794758</c:v>
                </c:pt>
                <c:pt idx="10">
                  <c:v>-3006.344153399575</c:v>
                </c:pt>
                <c:pt idx="11">
                  <c:v>-1655.6769922080716</c:v>
                </c:pt>
                <c:pt idx="12">
                  <c:v>-2225.4623311081946</c:v>
                </c:pt>
                <c:pt idx="13">
                  <c:v>-1229.8921867885845</c:v>
                </c:pt>
                <c:pt idx="14">
                  <c:v>-36.848229139607106</c:v>
                </c:pt>
                <c:pt idx="15">
                  <c:v>-3943.590372557659</c:v>
                </c:pt>
                <c:pt idx="16">
                  <c:v>-2977.2512267955854</c:v>
                </c:pt>
                <c:pt idx="17">
                  <c:v>-1035.1419557669483</c:v>
                </c:pt>
                <c:pt idx="18">
                  <c:v>-76.97388768520514</c:v>
                </c:pt>
                <c:pt idx="19">
                  <c:v>-105.7162564095071</c:v>
                </c:pt>
                <c:pt idx="20">
                  <c:v>-591.631753716459</c:v>
                </c:pt>
                <c:pt idx="21">
                  <c:v>-1725.8502866137212</c:v>
                </c:pt>
                <c:pt idx="22">
                  <c:v>-847.5052282950646</c:v>
                </c:pt>
                <c:pt idx="23">
                  <c:v>-28.574436144528548</c:v>
                </c:pt>
                <c:pt idx="24">
                  <c:v>-1702.1061844261833</c:v>
                </c:pt>
                <c:pt idx="25">
                  <c:v>-91.48122486604376</c:v>
                </c:pt>
                <c:pt idx="26">
                  <c:v>-1588.4037776665</c:v>
                </c:pt>
                <c:pt idx="27">
                  <c:v>-1142.833085855172</c:v>
                </c:pt>
                <c:pt idx="28">
                  <c:v>-183.34526656640193</c:v>
                </c:pt>
                <c:pt idx="29">
                  <c:v>-4320.484133756283</c:v>
                </c:pt>
                <c:pt idx="30">
                  <c:v>-2013.1362515136648</c:v>
                </c:pt>
                <c:pt idx="31">
                  <c:v>-2113.3730338013993</c:v>
                </c:pt>
                <c:pt idx="32">
                  <c:v>-2048.171488290632</c:v>
                </c:pt>
                <c:pt idx="33">
                  <c:v>-1355.4966068695246</c:v>
                </c:pt>
                <c:pt idx="34">
                  <c:v>-68.79558946398618</c:v>
                </c:pt>
                <c:pt idx="35">
                  <c:v>-70.99563596699912</c:v>
                </c:pt>
                <c:pt idx="36">
                  <c:v>-4907.649518170681</c:v>
                </c:pt>
                <c:pt idx="37">
                  <c:v>-354.9124907705353</c:v>
                </c:pt>
                <c:pt idx="38">
                  <c:v>-1137.1528785923051</c:v>
                </c:pt>
                <c:pt idx="39">
                  <c:v>-123.65595130682516</c:v>
                </c:pt>
                <c:pt idx="40">
                  <c:v>-4130.712033021497</c:v>
                </c:pt>
                <c:pt idx="41">
                  <c:v>-3969.182983741278</c:v>
                </c:pt>
                <c:pt idx="42">
                  <c:v>-5576.158510258332</c:v>
                </c:pt>
                <c:pt idx="43">
                  <c:v>-50.21426910144591</c:v>
                </c:pt>
                <c:pt idx="44">
                  <c:v>-2478.7324242383525</c:v>
                </c:pt>
                <c:pt idx="45">
                  <c:v>-876.4024266340217</c:v>
                </c:pt>
                <c:pt idx="46">
                  <c:v>-2032.6557682241555</c:v>
                </c:pt>
                <c:pt idx="47">
                  <c:v>-1413.7897700317421</c:v>
                </c:pt>
                <c:pt idx="48">
                  <c:v>-747.3260770401325</c:v>
                </c:pt>
                <c:pt idx="49">
                  <c:v>-3884.014237352486</c:v>
                </c:pt>
                <c:pt idx="50">
                  <c:v>-228.88155102033855</c:v>
                </c:pt>
                <c:pt idx="51">
                  <c:v>-4222.7020280423085</c:v>
                </c:pt>
                <c:pt idx="52">
                  <c:v>-133.3824962224675</c:v>
                </c:pt>
                <c:pt idx="53">
                  <c:v>-1148.3045485689295</c:v>
                </c:pt>
                <c:pt idx="54">
                  <c:v>-1947.0489851294628</c:v>
                </c:pt>
                <c:pt idx="55">
                  <c:v>-2704.4439860389148</c:v>
                </c:pt>
                <c:pt idx="56">
                  <c:v>-54.34153981585989</c:v>
                </c:pt>
                <c:pt idx="57">
                  <c:v>-2446.4457093889705</c:v>
                </c:pt>
                <c:pt idx="58">
                  <c:v>-3417.404964812352</c:v>
                </c:pt>
                <c:pt idx="59">
                  <c:v>-6176.421497618481</c:v>
                </c:pt>
                <c:pt idx="60">
                  <c:v>-1118.35517780704</c:v>
                </c:pt>
                <c:pt idx="61">
                  <c:v>-3059.8322049699846</c:v>
                </c:pt>
                <c:pt idx="62">
                  <c:v>-1957.48890740656</c:v>
                </c:pt>
                <c:pt idx="63">
                  <c:v>-3497.8442932479356</c:v>
                </c:pt>
                <c:pt idx="64">
                  <c:v>-7.976181192004844</c:v>
                </c:pt>
                <c:pt idx="65">
                  <c:v>-3657.1285445268</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585.1937715196069</c:v>
                </c:pt>
                <c:pt idx="1">
                  <c:v>37.80288665945266</c:v>
                </c:pt>
                <c:pt idx="2">
                  <c:v>142.84062279330067</c:v>
                </c:pt>
                <c:pt idx="3">
                  <c:v>2409.1229891498638</c:v>
                </c:pt>
                <c:pt idx="4">
                  <c:v>1668.4404837621773</c:v>
                </c:pt>
                <c:pt idx="5">
                  <c:v>1514.5924880371797</c:v>
                </c:pt>
                <c:pt idx="6">
                  <c:v>203.6561052832797</c:v>
                </c:pt>
                <c:pt idx="7">
                  <c:v>1338.5966432319508</c:v>
                </c:pt>
                <c:pt idx="8">
                  <c:v>556.0152981317291</c:v>
                </c:pt>
                <c:pt idx="9">
                  <c:v>1766.8669027783062</c:v>
                </c:pt>
                <c:pt idx="10">
                  <c:v>4175.7797051495345</c:v>
                </c:pt>
                <c:pt idx="11">
                  <c:v>1695.0250623994098</c:v>
                </c:pt>
                <c:pt idx="12">
                  <c:v>1064.4641125114094</c:v>
                </c:pt>
                <c:pt idx="13">
                  <c:v>1399.4070799409728</c:v>
                </c:pt>
                <c:pt idx="14">
                  <c:v>1168.6682558716218</c:v>
                </c:pt>
                <c:pt idx="15">
                  <c:v>983.4545063670314</c:v>
                </c:pt>
                <c:pt idx="16">
                  <c:v>400.70655564409526</c:v>
                </c:pt>
                <c:pt idx="17">
                  <c:v>62.01967644497476</c:v>
                </c:pt>
                <c:pt idx="18">
                  <c:v>1744.611968815284</c:v>
                </c:pt>
                <c:pt idx="19">
                  <c:v>262.274443693967</c:v>
                </c:pt>
                <c:pt idx="20">
                  <c:v>135.80049092184422</c:v>
                </c:pt>
                <c:pt idx="21">
                  <c:v>2670.9657622636105</c:v>
                </c:pt>
                <c:pt idx="22">
                  <c:v>1074.2234360680125</c:v>
                </c:pt>
                <c:pt idx="23">
                  <c:v>40.917731810574615</c:v>
                </c:pt>
                <c:pt idx="24">
                  <c:v>170.9312346398154</c:v>
                </c:pt>
                <c:pt idx="25">
                  <c:v>88.47533828969267</c:v>
                </c:pt>
                <c:pt idx="26">
                  <c:v>2553.8029510918946</c:v>
                </c:pt>
                <c:pt idx="27">
                  <c:v>1098.2869236440176</c:v>
                </c:pt>
                <c:pt idx="28">
                  <c:v>345.2088563447028</c:v>
                </c:pt>
                <c:pt idx="29">
                  <c:v>2399.1543585464983</c:v>
                </c:pt>
                <c:pt idx="30">
                  <c:v>337.4717785302565</c:v>
                </c:pt>
                <c:pt idx="31">
                  <c:v>666.1288808440496</c:v>
                </c:pt>
                <c:pt idx="32">
                  <c:v>2208.733506073577</c:v>
                </c:pt>
                <c:pt idx="33">
                  <c:v>2529.985353179739</c:v>
                </c:pt>
                <c:pt idx="34">
                  <c:v>4186.715304544525</c:v>
                </c:pt>
                <c:pt idx="35">
                  <c:v>3143.786456025435</c:v>
                </c:pt>
                <c:pt idx="36">
                  <c:v>4644.55740849445</c:v>
                </c:pt>
                <c:pt idx="37">
                  <c:v>1017.741509838927</c:v>
                </c:pt>
                <c:pt idx="38">
                  <c:v>4990.481819968954</c:v>
                </c:pt>
                <c:pt idx="39">
                  <c:v>1752.3900776457408</c:v>
                </c:pt>
                <c:pt idx="40">
                  <c:v>2566.023981273992</c:v>
                </c:pt>
                <c:pt idx="41">
                  <c:v>162.72414438049015</c:v>
                </c:pt>
                <c:pt idx="42">
                  <c:v>421.24519230913194</c:v>
                </c:pt>
                <c:pt idx="43">
                  <c:v>2497.398344523561</c:v>
                </c:pt>
                <c:pt idx="44">
                  <c:v>1181.5435954397751</c:v>
                </c:pt>
                <c:pt idx="45">
                  <c:v>785.915540338957</c:v>
                </c:pt>
                <c:pt idx="46">
                  <c:v>542.9881240837369</c:v>
                </c:pt>
                <c:pt idx="47">
                  <c:v>5168.328103632708</c:v>
                </c:pt>
                <c:pt idx="48">
                  <c:v>1295.4248711011542</c:v>
                </c:pt>
                <c:pt idx="49">
                  <c:v>2925.2784312680433</c:v>
                </c:pt>
                <c:pt idx="50">
                  <c:v>334.5532871116714</c:v>
                </c:pt>
                <c:pt idx="51">
                  <c:v>4039.749909228408</c:v>
                </c:pt>
                <c:pt idx="52">
                  <c:v>611.0722465893876</c:v>
                </c:pt>
                <c:pt idx="53">
                  <c:v>3290.0982470654753</c:v>
                </c:pt>
                <c:pt idx="54">
                  <c:v>2836.1455760588324</c:v>
                </c:pt>
                <c:pt idx="55">
                  <c:v>1412.3852108927283</c:v>
                </c:pt>
                <c:pt idx="56">
                  <c:v>229.89931397638156</c:v>
                </c:pt>
                <c:pt idx="57">
                  <c:v>98.75446668923274</c:v>
                </c:pt>
                <c:pt idx="58">
                  <c:v>2998.182444395255</c:v>
                </c:pt>
                <c:pt idx="59">
                  <c:v>4926.709749841191</c:v>
                </c:pt>
                <c:pt idx="60">
                  <c:v>642.5087459657767</c:v>
                </c:pt>
                <c:pt idx="61">
                  <c:v>38.20730975564909</c:v>
                </c:pt>
                <c:pt idx="62">
                  <c:v>340.4229118796378</c:v>
                </c:pt>
                <c:pt idx="63">
                  <c:v>153.66116969524148</c:v>
                </c:pt>
                <c:pt idx="64">
                  <c:v>1892.5144998686228</c:v>
                </c:pt>
                <c:pt idx="65">
                  <c:v>1754.0818736064307</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103.70832280912023</c:v>
                </c:pt>
                <c:pt idx="1">
                  <c:v>100.17919359066846</c:v>
                </c:pt>
                <c:pt idx="2">
                  <c:v>641.0964590525459</c:v>
                </c:pt>
                <c:pt idx="3">
                  <c:v>134.718643860811</c:v>
                </c:pt>
                <c:pt idx="4">
                  <c:v>241.72145124611978</c:v>
                </c:pt>
                <c:pt idx="5">
                  <c:v>416.6849873098363</c:v>
                </c:pt>
                <c:pt idx="6">
                  <c:v>91.4284647548712</c:v>
                </c:pt>
                <c:pt idx="7">
                  <c:v>1039.1008710669446</c:v>
                </c:pt>
                <c:pt idx="8">
                  <c:v>602.0228300975599</c:v>
                </c:pt>
                <c:pt idx="9">
                  <c:v>696.539836590081</c:v>
                </c:pt>
                <c:pt idx="10">
                  <c:v>1007.8500302067051</c:v>
                </c:pt>
                <c:pt idx="11">
                  <c:v>307.2814642296221</c:v>
                </c:pt>
                <c:pt idx="12">
                  <c:v>654.219162680397</c:v>
                </c:pt>
                <c:pt idx="13">
                  <c:v>981.1601552813149</c:v>
                </c:pt>
                <c:pt idx="14">
                  <c:v>832.9989185332125</c:v>
                </c:pt>
                <c:pt idx="15">
                  <c:v>1134.458416256974</c:v>
                </c:pt>
                <c:pt idx="16">
                  <c:v>587.1832806817145</c:v>
                </c:pt>
                <c:pt idx="17">
                  <c:v>88.3299271585499</c:v>
                </c:pt>
                <c:pt idx="18">
                  <c:v>89.66598020867681</c:v>
                </c:pt>
                <c:pt idx="19">
                  <c:v>135.80035197037168</c:v>
                </c:pt>
                <c:pt idx="20">
                  <c:v>661.4255630505991</c:v>
                </c:pt>
                <c:pt idx="21">
                  <c:v>1272.4815211164462</c:v>
                </c:pt>
                <c:pt idx="22">
                  <c:v>362.99046617802225</c:v>
                </c:pt>
                <c:pt idx="23">
                  <c:v>896.1133012519198</c:v>
                </c:pt>
                <c:pt idx="24">
                  <c:v>157.50747971364876</c:v>
                </c:pt>
                <c:pt idx="25">
                  <c:v>120.2899804104177</c:v>
                </c:pt>
                <c:pt idx="26">
                  <c:v>457.6408381973675</c:v>
                </c:pt>
                <c:pt idx="27">
                  <c:v>1132.3439032534795</c:v>
                </c:pt>
                <c:pt idx="28">
                  <c:v>1184.8373522749828</c:v>
                </c:pt>
                <c:pt idx="29">
                  <c:v>669.7417258984304</c:v>
                </c:pt>
                <c:pt idx="30">
                  <c:v>700.0226344943019</c:v>
                </c:pt>
                <c:pt idx="31">
                  <c:v>404.52782874879034</c:v>
                </c:pt>
                <c:pt idx="32">
                  <c:v>768.5555653472776</c:v>
                </c:pt>
                <c:pt idx="33">
                  <c:v>161.8092788546544</c:v>
                </c:pt>
                <c:pt idx="34">
                  <c:v>132.1493561453591</c:v>
                </c:pt>
                <c:pt idx="35">
                  <c:v>109.24429506805102</c:v>
                </c:pt>
                <c:pt idx="36">
                  <c:v>188.30434152930258</c:v>
                </c:pt>
                <c:pt idx="37">
                  <c:v>110.49549718774634</c:v>
                </c:pt>
                <c:pt idx="38">
                  <c:v>968.7986976324905</c:v>
                </c:pt>
                <c:pt idx="39">
                  <c:v>441.36261863141175</c:v>
                </c:pt>
                <c:pt idx="40">
                  <c:v>1859.16172583034</c:v>
                </c:pt>
                <c:pt idx="41">
                  <c:v>736.1887883382087</c:v>
                </c:pt>
                <c:pt idx="42">
                  <c:v>167.60494430332054</c:v>
                </c:pt>
                <c:pt idx="43">
                  <c:v>1468.9647037502518</c:v>
                </c:pt>
                <c:pt idx="44">
                  <c:v>190.69529751691618</c:v>
                </c:pt>
                <c:pt idx="45">
                  <c:v>560.4492719049601</c:v>
                </c:pt>
                <c:pt idx="46">
                  <c:v>271.7224886863991</c:v>
                </c:pt>
                <c:pt idx="47">
                  <c:v>146.49876822893538</c:v>
                </c:pt>
                <c:pt idx="48">
                  <c:v>126.2053135395537</c:v>
                </c:pt>
                <c:pt idx="49">
                  <c:v>758.1475722531973</c:v>
                </c:pt>
                <c:pt idx="50">
                  <c:v>843.4140061746086</c:v>
                </c:pt>
                <c:pt idx="51">
                  <c:v>588.0212939104432</c:v>
                </c:pt>
                <c:pt idx="52">
                  <c:v>135.56631036573285</c:v>
                </c:pt>
                <c:pt idx="53">
                  <c:v>645.608336744643</c:v>
                </c:pt>
                <c:pt idx="54">
                  <c:v>761.149668494983</c:v>
                </c:pt>
                <c:pt idx="55">
                  <c:v>667.3214272962376</c:v>
                </c:pt>
                <c:pt idx="56">
                  <c:v>161.49370778086018</c:v>
                </c:pt>
                <c:pt idx="57">
                  <c:v>1084.3887123324594</c:v>
                </c:pt>
                <c:pt idx="58">
                  <c:v>1799.380117295912</c:v>
                </c:pt>
                <c:pt idx="59">
                  <c:v>1033.1892684882946</c:v>
                </c:pt>
                <c:pt idx="60">
                  <c:v>1111.9210611444023</c:v>
                </c:pt>
                <c:pt idx="61">
                  <c:v>783.0601298051286</c:v>
                </c:pt>
                <c:pt idx="62">
                  <c:v>1119.825046289044</c:v>
                </c:pt>
                <c:pt idx="63">
                  <c:v>148.18567224615106</c:v>
                </c:pt>
                <c:pt idx="64">
                  <c:v>121.0776463127804</c:v>
                </c:pt>
                <c:pt idx="65">
                  <c:v>130.13035748708631</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247776.42182498312</c:v>
                </c:pt>
                <c:pt idx="1">
                  <c:v>282665.4917178898</c:v>
                </c:pt>
                <c:pt idx="2">
                  <c:v>349822.2936999735</c:v>
                </c:pt>
                <c:pt idx="3">
                  <c:v>293665.67490637413</c:v>
                </c:pt>
                <c:pt idx="4">
                  <c:v>205107.34369360257</c:v>
                </c:pt>
                <c:pt idx="5">
                  <c:v>153768.51333326544</c:v>
                </c:pt>
                <c:pt idx="6">
                  <c:v>53861.83545704814</c:v>
                </c:pt>
                <c:pt idx="7">
                  <c:v>13511.896930131557</c:v>
                </c:pt>
                <c:pt idx="8">
                  <c:v>4527.785594038808</c:v>
                </c:pt>
                <c:pt idx="9">
                  <c:v>39087.7794140767</c:v>
                </c:pt>
                <c:pt idx="10">
                  <c:v>134341.31102482037</c:v>
                </c:pt>
                <c:pt idx="11">
                  <c:v>177130.20700834726</c:v>
                </c:pt>
                <c:pt idx="12">
                  <c:v>262349.2962150126</c:v>
                </c:pt>
                <c:pt idx="13">
                  <c:v>294481.0546164367</c:v>
                </c:pt>
                <c:pt idx="14">
                  <c:v>396440.2989779026</c:v>
                </c:pt>
                <c:pt idx="15">
                  <c:v>299025.787824759</c:v>
                </c:pt>
                <c:pt idx="16">
                  <c:v>278941.3361089378</c:v>
                </c:pt>
                <c:pt idx="17">
                  <c:v>125593.88690758208</c:v>
                </c:pt>
                <c:pt idx="18">
                  <c:v>61378.253793126925</c:v>
                </c:pt>
                <c:pt idx="19">
                  <c:v>15496.516558776366</c:v>
                </c:pt>
                <c:pt idx="20">
                  <c:v>4730.00143358324</c:v>
                </c:pt>
                <c:pt idx="21">
                  <c:v>40439.31366025374</c:v>
                </c:pt>
                <c:pt idx="22">
                  <c:v>134230.6793089654</c:v>
                </c:pt>
                <c:pt idx="23">
                  <c:v>187225.69157044278</c:v>
                </c:pt>
                <c:pt idx="24">
                  <c:v>327450.5846333594</c:v>
                </c:pt>
                <c:pt idx="25">
                  <c:v>315615.5715391281</c:v>
                </c:pt>
                <c:pt idx="26">
                  <c:v>337224.46695235465</c:v>
                </c:pt>
                <c:pt idx="27">
                  <c:v>283442.8005411477</c:v>
                </c:pt>
                <c:pt idx="28">
                  <c:v>258856.66597387864</c:v>
                </c:pt>
                <c:pt idx="29">
                  <c:v>131663.90679235075</c:v>
                </c:pt>
                <c:pt idx="30">
                  <c:v>64602.599535678804</c:v>
                </c:pt>
                <c:pt idx="31">
                  <c:v>16899.199822709004</c:v>
                </c:pt>
                <c:pt idx="32">
                  <c:v>4784.035451384694</c:v>
                </c:pt>
                <c:pt idx="33">
                  <c:v>58933.136377163915</c:v>
                </c:pt>
                <c:pt idx="34">
                  <c:v>130235.33519960208</c:v>
                </c:pt>
                <c:pt idx="35">
                  <c:v>220465.7466441731</c:v>
                </c:pt>
                <c:pt idx="36">
                  <c:v>371128.3235670581</c:v>
                </c:pt>
                <c:pt idx="37">
                  <c:v>316717.70244613406</c:v>
                </c:pt>
                <c:pt idx="38">
                  <c:v>341467.65691442986</c:v>
                </c:pt>
                <c:pt idx="39">
                  <c:v>275787.7549726026</c:v>
                </c:pt>
                <c:pt idx="40">
                  <c:v>297153.47432176175</c:v>
                </c:pt>
                <c:pt idx="41">
                  <c:v>130941.43378384825</c:v>
                </c:pt>
                <c:pt idx="42">
                  <c:v>75350.67880065284</c:v>
                </c:pt>
                <c:pt idx="43">
                  <c:v>8693.58878535148</c:v>
                </c:pt>
                <c:pt idx="44">
                  <c:v>4979.061801268933</c:v>
                </c:pt>
                <c:pt idx="45">
                  <c:v>65549.90023563152</c:v>
                </c:pt>
                <c:pt idx="46">
                  <c:v>123329.23819966574</c:v>
                </c:pt>
                <c:pt idx="47">
                  <c:v>184525.89448132</c:v>
                </c:pt>
                <c:pt idx="48">
                  <c:v>346078.00167079957</c:v>
                </c:pt>
                <c:pt idx="49">
                  <c:v>305851.16603101033</c:v>
                </c:pt>
                <c:pt idx="50">
                  <c:v>300602.81018204044</c:v>
                </c:pt>
                <c:pt idx="51">
                  <c:v>354644.6513155752</c:v>
                </c:pt>
                <c:pt idx="52">
                  <c:v>212481.32825179087</c:v>
                </c:pt>
                <c:pt idx="53">
                  <c:v>147463.20682444834</c:v>
                </c:pt>
                <c:pt idx="54">
                  <c:v>82315.80218255748</c:v>
                </c:pt>
                <c:pt idx="55">
                  <c:v>8090.091563231503</c:v>
                </c:pt>
                <c:pt idx="56">
                  <c:v>9072.45635609041</c:v>
                </c:pt>
                <c:pt idx="57">
                  <c:v>49166.82117741788</c:v>
                </c:pt>
                <c:pt idx="58">
                  <c:v>114644.80124597487</c:v>
                </c:pt>
                <c:pt idx="59">
                  <c:v>282743.6685142958</c:v>
                </c:pt>
                <c:pt idx="60">
                  <c:v>328687.3057179423</c:v>
                </c:pt>
                <c:pt idx="61">
                  <c:v>347519.76533869177</c:v>
                </c:pt>
                <c:pt idx="62">
                  <c:v>429708.0117388463</c:v>
                </c:pt>
                <c:pt idx="63">
                  <c:v>300514.435341092</c:v>
                </c:pt>
                <c:pt idx="64">
                  <c:v>191840.0151440531</c:v>
                </c:pt>
                <c:pt idx="65">
                  <c:v>117185.07420209172</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Brand_Digital_S...</c:v>
                </c:pt>
                <c:pt idx="13">
                  <c:v>Region_Digital_...</c:v>
                </c:pt>
                <c:pt idx="14">
                  <c:v>POS</c:v>
                </c:pt>
                <c:pt idx="15">
                  <c:v>Region_OOH</c:v>
                </c:pt>
                <c:pt idx="16">
                  <c:v>Region_Digital_...</c:v>
                </c:pt>
                <c:pt idx="17">
                  <c:v>PR</c:v>
                </c:pt>
                <c:pt idx="18">
                  <c:v>Region_TV</c:v>
                </c:pt>
                <c:pt idx="19">
                  <c:v>Region_Digital_...</c:v>
                </c:pt>
                <c:pt idx="20">
                  <c:v>Price index</c:v>
                </c:pt>
              </c:strCache>
            </c:strRef>
          </c:cat>
          <c:val>
            <c:numRef>
              <c:f>Sheet1!$B$2:$B$22</c:f>
              <c:numCache>
                <c:formatCode>General</c:formatCode>
                <c:ptCount val="21"/>
                <c:pt idx="0">
                  <c:v>0.0</c:v>
                </c:pt>
                <c:pt idx="1">
                  <c:v>59.038224066934674</c:v>
                </c:pt>
                <c:pt idx="2">
                  <c:v>72.11660897204122</c:v>
                </c:pt>
                <c:pt idx="3">
                  <c:v>80.32569914936379</c:v>
                </c:pt>
                <c:pt idx="4">
                  <c:v>87.80659873199238</c:v>
                </c:pt>
                <c:pt idx="5">
                  <c:v>90.34507310688478</c:v>
                </c:pt>
                <c:pt idx="6">
                  <c:v>92.21198462281448</c:v>
                </c:pt>
                <c:pt idx="7">
                  <c:v>93.82675136028733</c:v>
                </c:pt>
                <c:pt idx="8">
                  <c:v>95.31060393247574</c:v>
                </c:pt>
                <c:pt idx="9">
                  <c:v>96.74147236891498</c:v>
                </c:pt>
                <c:pt idx="10">
                  <c:v>97.85281429389306</c:v>
                </c:pt>
                <c:pt idx="11">
                  <c:v>98.79688470934748</c:v>
                </c:pt>
                <c:pt idx="12">
                  <c:v>99.27721895816742</c:v>
                </c:pt>
                <c:pt idx="13">
                  <c:v>99.73077596864864</c:v>
                </c:pt>
                <c:pt idx="14">
                  <c:v>99.9636021772894</c:v>
                </c:pt>
                <c:pt idx="15">
                  <c:v>100.13338859371905</c:v>
                </c:pt>
                <c:pt idx="16">
                  <c:v>100.28111291185891</c:v>
                </c:pt>
                <c:pt idx="17">
                  <c:v>100.4079091781673</c:v>
                </c:pt>
                <c:pt idx="18">
                  <c:v>100.49698950252018</c:v>
                </c:pt>
                <c:pt idx="19">
                  <c:v>100.38762549860922</c:v>
                </c:pt>
                <c:pt idx="20">
                  <c:v>100.0</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00ACC6"/>
              </a:solidFill>
            </c:spPr>
          </c:dPt>
          <c:dPt>
            <c:idx val="8"/>
            <c:spPr>
              <a:solidFill>
                <a:srgbClr val="FFA52F"/>
              </a:solidFill>
            </c:spPr>
          </c:dPt>
          <c:dPt>
            <c:idx val="9"/>
            <c:spPr>
              <a:solidFill>
                <a:srgbClr val="8C3BFF"/>
              </a:solidFill>
            </c:spPr>
          </c:dPt>
          <c:dPt>
            <c:idx val="10"/>
            <c:spPr>
              <a:solidFill>
                <a:srgbClr val="FF7ED1"/>
              </a:solidFill>
            </c:spPr>
          </c:dPt>
          <c:dPt>
            <c:idx val="11"/>
            <c:spPr>
              <a:solidFill>
                <a:srgbClr val="BCB6FF"/>
              </a:solidFill>
            </c:spPr>
          </c:dPt>
          <c:dPt>
            <c:idx val="12"/>
            <c:spPr>
              <a:solidFill>
                <a:srgbClr val="97FF00"/>
              </a:solidFill>
            </c:spPr>
          </c:dPt>
          <c:dPt>
            <c:idx val="13"/>
            <c:spPr>
              <a:solidFill>
                <a:srgbClr val="BF03B8"/>
              </a:solidFill>
            </c:spPr>
          </c:dPt>
          <c:dPt>
            <c:idx val="14"/>
            <c:spPr>
              <a:solidFill>
                <a:srgbClr val="0000DD"/>
              </a:solidFill>
            </c:spPr>
          </c:dPt>
          <c:dPt>
            <c:idx val="15"/>
            <c:spPr>
              <a:solidFill>
                <a:srgbClr val="790000"/>
              </a:solidFill>
            </c:spPr>
          </c:dPt>
          <c:dPt>
            <c:idx val="16"/>
            <c:spPr>
              <a:solidFill>
                <a:srgbClr val="645474"/>
              </a:solidFill>
            </c:spPr>
          </c:dPt>
          <c:dPt>
            <c:idx val="17"/>
            <c:spPr>
              <a:solidFill>
                <a:srgbClr val="00FDCF"/>
              </a:solidFill>
            </c:spPr>
          </c:dPt>
          <c:dPt>
            <c:idx val="18"/>
            <c:spPr>
              <a:solidFill>
                <a:srgbClr val="0774D8"/>
              </a:solidFill>
            </c:spPr>
          </c:dPt>
          <c:dPt>
            <c:idx val="20"/>
            <c:spPr>
              <a:solidFill>
                <a:srgbClr val="A17569"/>
              </a:solidFill>
            </c:spPr>
          </c:dPt>
          <c:dLbls>
            <c:dLbl>
              <c:idx val="0"/>
              <c:tx>
                <c:rich>
                  <a:bodyPr/>
                  <a:lstStyle/>
                  <a:p>
                    <a:r>
                      <a:t>59.04%</a:t>
                    </a:r>
                  </a:p>
                </c:rich>
              </c:tx>
              <c:dLblPos val="inEnd"/>
              <c:showLegendKey val="0"/>
              <c:showVal val="1"/>
              <c:showCatName val="0"/>
              <c:showSerName val="0"/>
              <c:showPercent val="0"/>
              <c:showBubbleSize val="0"/>
            </c:dLbl>
            <c:dLbl>
              <c:idx val="1"/>
              <c:tx>
                <c:rich>
                  <a:bodyPr/>
                  <a:lstStyle/>
                  <a:p>
                    <a:r>
                      <a:t>13.08%</a:t>
                    </a:r>
                  </a:p>
                </c:rich>
              </c:tx>
              <c:dLblPos val="inEnd"/>
              <c:showLegendKey val="0"/>
              <c:showVal val="1"/>
              <c:showCatName val="0"/>
              <c:showSerName val="0"/>
              <c:showPercent val="0"/>
              <c:showBubbleSize val="0"/>
            </c:dLbl>
            <c:dLbl>
              <c:idx val="2"/>
              <c:tx>
                <c:rich>
                  <a:bodyPr/>
                  <a:lstStyle/>
                  <a:p>
                    <a:r>
                      <a:t>8.21%</a:t>
                    </a:r>
                  </a:p>
                </c:rich>
              </c:tx>
              <c:dLblPos val="inEnd"/>
              <c:showLegendKey val="0"/>
              <c:showVal val="1"/>
              <c:showCatName val="0"/>
              <c:showSerName val="0"/>
              <c:showPercent val="0"/>
              <c:showBubbleSize val="0"/>
            </c:dLbl>
            <c:dLbl>
              <c:idx val="3"/>
              <c:tx>
                <c:rich>
                  <a:bodyPr/>
                  <a:lstStyle/>
                  <a:p>
                    <a:r>
                      <a:t>7.48%</a:t>
                    </a:r>
                  </a:p>
                </c:rich>
              </c:tx>
              <c:dLblPos val="inEnd"/>
              <c:showLegendKey val="0"/>
              <c:showVal val="1"/>
              <c:showCatName val="0"/>
              <c:showSerName val="0"/>
              <c:showPercent val="0"/>
              <c:showBubbleSize val="0"/>
            </c:dLbl>
            <c:dLbl>
              <c:idx val="4"/>
              <c:tx>
                <c:rich>
                  <a:bodyPr/>
                  <a:lstStyle/>
                  <a:p>
                    <a:r>
                      <a:t>2.54%</a:t>
                    </a:r>
                  </a:p>
                </c:rich>
              </c:tx>
              <c:dLblPos val="inEnd"/>
              <c:showLegendKey val="0"/>
              <c:showVal val="1"/>
              <c:showCatName val="0"/>
              <c:showSerName val="0"/>
              <c:showPercent val="0"/>
              <c:showBubbleSize val="0"/>
            </c:dLbl>
            <c:dLbl>
              <c:idx val="5"/>
              <c:tx>
                <c:rich>
                  <a:bodyPr/>
                  <a:lstStyle/>
                  <a:p>
                    <a:r>
                      <a:t>1.87%</a:t>
                    </a:r>
                  </a:p>
                </c:rich>
              </c:tx>
              <c:dLblPos val="inEnd"/>
              <c:showLegendKey val="0"/>
              <c:showVal val="1"/>
              <c:showCatName val="0"/>
              <c:showSerName val="0"/>
              <c:showPercent val="0"/>
              <c:showBubbleSize val="0"/>
            </c:dLbl>
            <c:dLbl>
              <c:idx val="6"/>
              <c:tx>
                <c:rich>
                  <a:bodyPr/>
                  <a:lstStyle/>
                  <a:p>
                    <a:r>
                      <a:t>1.61%</a:t>
                    </a:r>
                  </a:p>
                </c:rich>
              </c:tx>
              <c:dLblPos val="inEnd"/>
              <c:showLegendKey val="0"/>
              <c:showVal val="1"/>
              <c:showCatName val="0"/>
              <c:showSerName val="0"/>
              <c:showPercent val="0"/>
              <c:showBubbleSize val="0"/>
            </c:dLbl>
            <c:dLbl>
              <c:idx val="7"/>
              <c:tx>
                <c:rich>
                  <a:bodyPr/>
                  <a:lstStyle/>
                  <a:p>
                    <a:r>
                      <a:t>1.48%</a:t>
                    </a:r>
                  </a:p>
                </c:rich>
              </c:tx>
              <c:dLblPos val="inEnd"/>
              <c:showLegendKey val="0"/>
              <c:showVal val="1"/>
              <c:showCatName val="0"/>
              <c:showSerName val="0"/>
              <c:showPercent val="0"/>
              <c:showBubbleSize val="0"/>
            </c:dLbl>
            <c:dLbl>
              <c:idx val="8"/>
              <c:tx>
                <c:rich>
                  <a:bodyPr/>
                  <a:lstStyle/>
                  <a:p>
                    <a:r>
                      <a:t>1.43%</a:t>
                    </a:r>
                  </a:p>
                </c:rich>
              </c:tx>
              <c:dLblPos val="inEnd"/>
              <c:showLegendKey val="0"/>
              <c:showVal val="1"/>
              <c:showCatName val="0"/>
              <c:showSerName val="0"/>
              <c:showPercent val="0"/>
              <c:showBubbleSize val="0"/>
            </c:dLbl>
            <c:dLbl>
              <c:idx val="9"/>
              <c:tx>
                <c:rich>
                  <a:bodyPr/>
                  <a:lstStyle/>
                  <a:p>
                    <a:r>
                      <a:t>1.11%</a:t>
                    </a:r>
                  </a:p>
                </c:rich>
              </c:tx>
              <c:dLblPos val="inEnd"/>
              <c:showLegendKey val="0"/>
              <c:showVal val="1"/>
              <c:showCatName val="0"/>
              <c:showSerName val="0"/>
              <c:showPercent val="0"/>
              <c:showBubbleSize val="0"/>
            </c:dLbl>
            <c:dLbl>
              <c:idx val="10"/>
              <c:tx>
                <c:rich>
                  <a:bodyPr/>
                  <a:lstStyle/>
                  <a:p>
                    <a:r>
                      <a:t>0.94%</a:t>
                    </a:r>
                  </a:p>
                </c:rich>
              </c:tx>
              <c:dLblPos val="inEnd"/>
              <c:showLegendKey val="0"/>
              <c:showVal val="1"/>
              <c:showCatName val="0"/>
              <c:showSerName val="0"/>
              <c:showPercent val="0"/>
              <c:showBubbleSize val="0"/>
            </c:dLbl>
            <c:dLbl>
              <c:idx val="11"/>
              <c:tx>
                <c:rich>
                  <a:bodyPr/>
                  <a:lstStyle/>
                  <a:p>
                    <a:r>
                      <a:t>0.48%</a:t>
                    </a:r>
                  </a:p>
                </c:rich>
              </c:tx>
              <c:dLblPos val="inEnd"/>
              <c:showLegendKey val="0"/>
              <c:showVal val="1"/>
              <c:showCatName val="0"/>
              <c:showSerName val="0"/>
              <c:showPercent val="0"/>
              <c:showBubbleSize val="0"/>
            </c:dLbl>
            <c:dLbl>
              <c:idx val="12"/>
              <c:tx>
                <c:rich>
                  <a:bodyPr/>
                  <a:lstStyle/>
                  <a:p>
                    <a:r>
                      <a:t>0.45%</a:t>
                    </a:r>
                  </a:p>
                </c:rich>
              </c:tx>
              <c:dLblPos val="inEnd"/>
              <c:showLegendKey val="0"/>
              <c:showVal val="1"/>
              <c:showCatName val="0"/>
              <c:showSerName val="0"/>
              <c:showPercent val="0"/>
              <c:showBubbleSize val="0"/>
            </c:dLbl>
            <c:dLbl>
              <c:idx val="13"/>
              <c:tx>
                <c:rich>
                  <a:bodyPr/>
                  <a:lstStyle/>
                  <a:p>
                    <a:r>
                      <a:t>0.23%</a:t>
                    </a:r>
                  </a:p>
                </c:rich>
              </c:tx>
              <c:dLblPos val="inEnd"/>
              <c:showLegendKey val="0"/>
              <c:showVal val="1"/>
              <c:showCatName val="0"/>
              <c:showSerName val="0"/>
              <c:showPercent val="0"/>
              <c:showBubbleSize val="0"/>
            </c:dLbl>
            <c:dLbl>
              <c:idx val="14"/>
              <c:tx>
                <c:rich>
                  <a:bodyPr/>
                  <a:lstStyle/>
                  <a:p>
                    <a:r>
                      <a:t>0.17%</a:t>
                    </a:r>
                  </a:p>
                </c:rich>
              </c:tx>
              <c:dLblPos val="inEnd"/>
              <c:showLegendKey val="0"/>
              <c:showVal val="1"/>
              <c:showCatName val="0"/>
              <c:showSerName val="0"/>
              <c:showPercent val="0"/>
              <c:showBubbleSize val="0"/>
            </c:dLbl>
            <c:dLbl>
              <c:idx val="15"/>
              <c:tx>
                <c:rich>
                  <a:bodyPr/>
                  <a:lstStyle/>
                  <a:p>
                    <a:r>
                      <a:t>0.15%</a:t>
                    </a:r>
                  </a:p>
                </c:rich>
              </c:tx>
              <c:dLblPos val="inEnd"/>
              <c:showLegendKey val="0"/>
              <c:showVal val="1"/>
              <c:showCatName val="0"/>
              <c:showSerName val="0"/>
              <c:showPercent val="0"/>
              <c:showBubbleSize val="0"/>
            </c:dLbl>
            <c:dLbl>
              <c:idx val="16"/>
              <c:tx>
                <c:rich>
                  <a:bodyPr/>
                  <a:lstStyle/>
                  <a:p>
                    <a:r>
                      <a:t>0.13%</a:t>
                    </a:r>
                  </a:p>
                </c:rich>
              </c:tx>
              <c:dLblPos val="inEnd"/>
              <c:showLegendKey val="0"/>
              <c:showVal val="1"/>
              <c:showCatName val="0"/>
              <c:showSerName val="0"/>
              <c:showPercent val="0"/>
              <c:showBubbleSize val="0"/>
            </c:dLbl>
            <c:dLbl>
              <c:idx val="17"/>
              <c:tx>
                <c:rich>
                  <a:bodyPr/>
                  <a:lstStyle/>
                  <a:p>
                    <a:r>
                      <a:t>0.09%</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-0.16%</a:t>
                    </a:r>
                  </a:p>
                </c:rich>
              </c:tx>
              <c:dLblPos val="inEnd"/>
              <c:showLegendKey val="0"/>
              <c:showVal val="1"/>
              <c:showCatName val="0"/>
              <c:showSerName val="0"/>
              <c:showPercent val="0"/>
              <c:showBubbleSize val="0"/>
            </c:dLbl>
            <c:dLbl>
              <c:idx val="20"/>
              <c:tx>
                <c:rich>
                  <a:bodyPr/>
                  <a:lstStyle/>
                  <a:p>
                    <a:r>
                      <a:t>-0.39%</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Brand_Digital_S...</c:v>
                </c:pt>
                <c:pt idx="13">
                  <c:v>Region_Digital_...</c:v>
                </c:pt>
                <c:pt idx="14">
                  <c:v>POS</c:v>
                </c:pt>
                <c:pt idx="15">
                  <c:v>Region_OOH</c:v>
                </c:pt>
                <c:pt idx="16">
                  <c:v>Region_Digital_...</c:v>
                </c:pt>
                <c:pt idx="17">
                  <c:v>PR</c:v>
                </c:pt>
                <c:pt idx="18">
                  <c:v>Region_TV</c:v>
                </c:pt>
                <c:pt idx="19">
                  <c:v>Region_Digital_...</c:v>
                </c:pt>
                <c:pt idx="20">
                  <c:v>Price index</c:v>
                </c:pt>
              </c:strCache>
            </c:strRef>
          </c:cat>
          <c:val>
            <c:numRef>
              <c:f>Sheet1!$C$2:$C$22</c:f>
              <c:numCache>
                <c:formatCode>General</c:formatCode>
                <c:ptCount val="21"/>
                <c:pt idx="0">
                  <c:v>59.03822406693469</c:v>
                </c:pt>
                <c:pt idx="1">
                  <c:v>13.078384905106532</c:v>
                </c:pt>
                <c:pt idx="2">
                  <c:v>8.209090177322562</c:v>
                </c:pt>
                <c:pt idx="3">
                  <c:v>7.480899582628596</c:v>
                </c:pt>
                <c:pt idx="4">
                  <c:v>2.5384743748924046</c:v>
                </c:pt>
                <c:pt idx="5">
                  <c:v>1.8669115159296998</c:v>
                </c:pt>
                <c:pt idx="6">
                  <c:v>1.6147667374728454</c:v>
                </c:pt>
                <c:pt idx="7">
                  <c:v>1.4838525721884166</c:v>
                </c:pt>
                <c:pt idx="8">
                  <c:v>1.430868436439251</c:v>
                </c:pt>
                <c:pt idx="9">
                  <c:v>1.1113419249780683</c:v>
                </c:pt>
                <c:pt idx="10">
                  <c:v>0.9440704154544226</c:v>
                </c:pt>
                <c:pt idx="11">
                  <c:v>0.48033424881996384</c:v>
                </c:pt>
                <c:pt idx="12">
                  <c:v>0.45355701048118635</c:v>
                </c:pt>
                <c:pt idx="13">
                  <c:v>0.23282620864076517</c:v>
                </c:pt>
                <c:pt idx="14">
                  <c:v>0.1697864164296494</c:v>
                </c:pt>
                <c:pt idx="15">
                  <c:v>0.14772431813987666</c:v>
                </c:pt>
                <c:pt idx="16">
                  <c:v>0.12679626630837182</c:v>
                </c:pt>
                <c:pt idx="17">
                  <c:v>0.08908032435289344</c:v>
                </c:pt>
                <c:pt idx="18">
                  <c:v>0.05084367756264231</c:v>
                </c:pt>
                <c:pt idx="19">
                  <c:v>0.16020768147362038</c:v>
                </c:pt>
                <c:pt idx="20">
                  <c:v>0.38762549860920703</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1022589.0</c:v>
                </c:pt>
                <c:pt idx="1">
                  <c:v>1217374.0</c:v>
                </c:pt>
                <c:pt idx="2">
                  <c:v>1498337.0</c:v>
                </c:pt>
                <c:pt idx="3">
                  <c:v>1403147.0</c:v>
                </c:pt>
                <c:pt idx="4">
                  <c:v>1149058.0</c:v>
                </c:pt>
                <c:pt idx="5">
                  <c:v>1319956.0</c:v>
                </c:pt>
                <c:pt idx="6">
                  <c:v>895874.0</c:v>
                </c:pt>
                <c:pt idx="7">
                  <c:v>1099702.0</c:v>
                </c:pt>
                <c:pt idx="8">
                  <c:v>808397.0</c:v>
                </c:pt>
                <c:pt idx="9">
                  <c:v>915140.0</c:v>
                </c:pt>
                <c:pt idx="10">
                  <c:v>1292472.0</c:v>
                </c:pt>
                <c:pt idx="11">
                  <c:v>926587.0</c:v>
                </c:pt>
                <c:pt idx="12">
                  <c:v>1281983.0</c:v>
                </c:pt>
                <c:pt idx="13">
                  <c:v>1198049.0</c:v>
                </c:pt>
                <c:pt idx="14">
                  <c:v>1715421.0</c:v>
                </c:pt>
                <c:pt idx="15">
                  <c:v>1284642.0</c:v>
                </c:pt>
                <c:pt idx="16">
                  <c:v>1497030.0</c:v>
                </c:pt>
                <c:pt idx="17">
                  <c:v>1102408.0</c:v>
                </c:pt>
                <c:pt idx="18">
                  <c:v>1094641.0</c:v>
                </c:pt>
                <c:pt idx="19">
                  <c:v>1187026.0</c:v>
                </c:pt>
                <c:pt idx="20">
                  <c:v>821013.0</c:v>
                </c:pt>
                <c:pt idx="21">
                  <c:v>1061725.0</c:v>
                </c:pt>
                <c:pt idx="22">
                  <c:v>1406394.0</c:v>
                </c:pt>
                <c:pt idx="23">
                  <c:v>1073026.0</c:v>
                </c:pt>
                <c:pt idx="24">
                  <c:v>1545511.0</c:v>
                </c:pt>
                <c:pt idx="25">
                  <c:v>1138250.0</c:v>
                </c:pt>
                <c:pt idx="26">
                  <c:v>1403915.0</c:v>
                </c:pt>
                <c:pt idx="27">
                  <c:v>1249931.0</c:v>
                </c:pt>
                <c:pt idx="28">
                  <c:v>1362097.0</c:v>
                </c:pt>
                <c:pt idx="29">
                  <c:v>1255975.0</c:v>
                </c:pt>
                <c:pt idx="30">
                  <c:v>1144099.0</c:v>
                </c:pt>
                <c:pt idx="31">
                  <c:v>1397462.0</c:v>
                </c:pt>
                <c:pt idx="32">
                  <c:v>1093505.0</c:v>
                </c:pt>
                <c:pt idx="33">
                  <c:v>1367844.0</c:v>
                </c:pt>
                <c:pt idx="34">
                  <c:v>1143846.0</c:v>
                </c:pt>
                <c:pt idx="35">
                  <c:v>1145230.0</c:v>
                </c:pt>
                <c:pt idx="36">
                  <c:v>1583933.0</c:v>
                </c:pt>
                <c:pt idx="37">
                  <c:v>1354612.0</c:v>
                </c:pt>
                <c:pt idx="38">
                  <c:v>1401601.0</c:v>
                </c:pt>
                <c:pt idx="39">
                  <c:v>1274080.0</c:v>
                </c:pt>
                <c:pt idx="40">
                  <c:v>1582630.0</c:v>
                </c:pt>
                <c:pt idx="41">
                  <c:v>1216326.0</c:v>
                </c:pt>
                <c:pt idx="42">
                  <c:v>1375085.0</c:v>
                </c:pt>
                <c:pt idx="43">
                  <c:v>1040728.0</c:v>
                </c:pt>
                <c:pt idx="44">
                  <c:v>997010.0</c:v>
                </c:pt>
                <c:pt idx="45">
                  <c:v>1310472.0</c:v>
                </c:pt>
                <c:pt idx="46">
                  <c:v>1170495.0</c:v>
                </c:pt>
                <c:pt idx="47">
                  <c:v>1085966.0</c:v>
                </c:pt>
                <c:pt idx="48">
                  <c:v>1395228.0</c:v>
                </c:pt>
                <c:pt idx="49">
                  <c:v>1366714.0</c:v>
                </c:pt>
                <c:pt idx="50">
                  <c:v>1295939.0</c:v>
                </c:pt>
                <c:pt idx="51">
                  <c:v>1512606.0</c:v>
                </c:pt>
                <c:pt idx="52">
                  <c:v>1335379.0</c:v>
                </c:pt>
                <c:pt idx="53">
                  <c:v>1287952.0</c:v>
                </c:pt>
                <c:pt idx="54">
                  <c:v>1325952.0</c:v>
                </c:pt>
                <c:pt idx="55">
                  <c:v>1098940.0</c:v>
                </c:pt>
                <c:pt idx="56">
                  <c:v>1006373.0</c:v>
                </c:pt>
                <c:pt idx="57">
                  <c:v>941883.0</c:v>
                </c:pt>
                <c:pt idx="58">
                  <c:v>933982.0</c:v>
                </c:pt>
                <c:pt idx="59">
                  <c:v>1164698.0</c:v>
                </c:pt>
                <c:pt idx="60">
                  <c:v>259705.0</c:v>
                </c:pt>
                <c:pt idx="61">
                  <c:v>1512176.0</c:v>
                </c:pt>
                <c:pt idx="62">
                  <c:v>1315074.0</c:v>
                </c:pt>
                <c:pt idx="63">
                  <c:v>1957701.0</c:v>
                </c:pt>
                <c:pt idx="64">
                  <c:v>1485399.0</c:v>
                </c:pt>
                <c:pt idx="65">
                  <c:v>1220492.0</c:v>
                </c:pt>
                <c:pt idx="66">
                  <c:v>1036420.0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1035691.7850983454</c:v>
                </c:pt>
                <c:pt idx="1">
                  <c:v>1148895.0634045417</c:v>
                </c:pt>
                <c:pt idx="2">
                  <c:v>1446366.7786376532</c:v>
                </c:pt>
                <c:pt idx="3">
                  <c:v>1394270.6388773685</c:v>
                </c:pt>
                <c:pt idx="4">
                  <c:v>1154429.2359090275</c:v>
                </c:pt>
                <c:pt idx="5">
                  <c:v>1274297.0456264447</c:v>
                </c:pt>
                <c:pt idx="6">
                  <c:v>842903.6772326187</c:v>
                </c:pt>
                <c:pt idx="7">
                  <c:v>1059005.7478180674</c:v>
                </c:pt>
                <c:pt idx="8">
                  <c:v>825902.2042253399</c:v>
                </c:pt>
                <c:pt idx="9">
                  <c:v>927403.0387949435</c:v>
                </c:pt>
                <c:pt idx="10">
                  <c:v>1235737.182318608</c:v>
                </c:pt>
                <c:pt idx="11">
                  <c:v>965924.9205860693</c:v>
                </c:pt>
                <c:pt idx="12">
                  <c:v>1234773.350061147</c:v>
                </c:pt>
                <c:pt idx="13">
                  <c:v>1159323.135283331</c:v>
                </c:pt>
                <c:pt idx="14">
                  <c:v>1635579.3014280722</c:v>
                </c:pt>
                <c:pt idx="15">
                  <c:v>1270462.1412972677</c:v>
                </c:pt>
                <c:pt idx="16">
                  <c:v>1563470.5059944359</c:v>
                </c:pt>
                <c:pt idx="17">
                  <c:v>1139045.591645724</c:v>
                </c:pt>
                <c:pt idx="18">
                  <c:v>1093835.2034062652</c:v>
                </c:pt>
                <c:pt idx="19">
                  <c:v>1218680.423747181</c:v>
                </c:pt>
                <c:pt idx="20">
                  <c:v>869918.016807887</c:v>
                </c:pt>
                <c:pt idx="21">
                  <c:v>1106598.982307058</c:v>
                </c:pt>
                <c:pt idx="22">
                  <c:v>1317877.254285322</c:v>
                </c:pt>
                <c:pt idx="23">
                  <c:v>1048187.7236453226</c:v>
                </c:pt>
                <c:pt idx="24">
                  <c:v>1456447.0602420121</c:v>
                </c:pt>
                <c:pt idx="25">
                  <c:v>1221485.1468126262</c:v>
                </c:pt>
                <c:pt idx="26">
                  <c:v>1398199.281763018</c:v>
                </c:pt>
                <c:pt idx="27">
                  <c:v>1231931.46141561</c:v>
                </c:pt>
                <c:pt idx="28">
                  <c:v>1455379.9151265086</c:v>
                </c:pt>
                <c:pt idx="29">
                  <c:v>1237455.352409158</c:v>
                </c:pt>
                <c:pt idx="30">
                  <c:v>1118605.9618437374</c:v>
                </c:pt>
                <c:pt idx="31">
                  <c:v>1433480.6251684846</c:v>
                </c:pt>
                <c:pt idx="32">
                  <c:v>1036331.0380752134</c:v>
                </c:pt>
                <c:pt idx="33">
                  <c:v>1330917.7553415957</c:v>
                </c:pt>
                <c:pt idx="34">
                  <c:v>1157559.3434517365</c:v>
                </c:pt>
                <c:pt idx="35">
                  <c:v>1277119.9601542067</c:v>
                </c:pt>
                <c:pt idx="36">
                  <c:v>1603327.456100585</c:v>
                </c:pt>
                <c:pt idx="37">
                  <c:v>1324954.2361316667</c:v>
                </c:pt>
                <c:pt idx="38">
                  <c:v>1464883.6325353086</c:v>
                </c:pt>
                <c:pt idx="39">
                  <c:v>1266130.8648100654</c:v>
                </c:pt>
                <c:pt idx="40">
                  <c:v>1545773.3475354142</c:v>
                </c:pt>
                <c:pt idx="41">
                  <c:v>1225332.8219269137</c:v>
                </c:pt>
                <c:pt idx="42">
                  <c:v>1408630.2895549545</c:v>
                </c:pt>
                <c:pt idx="43">
                  <c:v>1068248.745391912</c:v>
                </c:pt>
                <c:pt idx="44">
                  <c:v>988771.9019230531</c:v>
                </c:pt>
                <c:pt idx="45">
                  <c:v>1275953.0565209854</c:v>
                </c:pt>
                <c:pt idx="46">
                  <c:v>1143459.1695255577</c:v>
                </c:pt>
                <c:pt idx="47">
                  <c:v>1089544.5780683644</c:v>
                </c:pt>
                <c:pt idx="48">
                  <c:v>1425357.1504096822</c:v>
                </c:pt>
                <c:pt idx="49">
                  <c:v>1372693.2038646229</c:v>
                </c:pt>
                <c:pt idx="50">
                  <c:v>1380116.235341517</c:v>
                </c:pt>
                <c:pt idx="51">
                  <c:v>1514630.469190796</c:v>
                </c:pt>
                <c:pt idx="52">
                  <c:v>1309885.8768148876</c:v>
                </c:pt>
                <c:pt idx="53">
                  <c:v>1295905.4868880003</c:v>
                </c:pt>
                <c:pt idx="54">
                  <c:v>1377663.6862639948</c:v>
                </c:pt>
                <c:pt idx="55">
                  <c:v>1071628.046052978</c:v>
                </c:pt>
                <c:pt idx="56">
                  <c:v>1021379.2556617098</c:v>
                </c:pt>
                <c:pt idx="57">
                  <c:v>934303.1544742275</c:v>
                </c:pt>
                <c:pt idx="58">
                  <c:v>942686.9171373858</c:v>
                </c:pt>
                <c:pt idx="59">
                  <c:v>1210449.2462402154</c:v>
                </c:pt>
                <c:pt idx="60">
                  <c:v>299470.324479194</c:v>
                </c:pt>
                <c:pt idx="61">
                  <c:v>1491684.9972340022</c:v>
                </c:pt>
                <c:pt idx="62">
                  <c:v>1351510.0810374403</c:v>
                </c:pt>
                <c:pt idx="63">
                  <c:v>1909955.262685956</c:v>
                </c:pt>
                <c:pt idx="64">
                  <c:v>1499179.457190292</c:v>
                </c:pt>
                <c:pt idx="65">
                  <c:v>1273172.1496882555</c:v>
                </c:pt>
                <c:pt idx="66">
                  <c:v>1029456.6508718237</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349241.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215663218.05</c:v>
                </c:pt>
                <c:pt idx="1">
                  <c:v>282585487.1</c:v>
                </c:pt>
                <c:pt idx="2">
                  <c:v>356917627.51</c:v>
                </c:pt>
                <c:pt idx="3">
                  <c:v>336004499.2</c:v>
                </c:pt>
                <c:pt idx="4">
                  <c:v>262361923.12</c:v>
                </c:pt>
                <c:pt idx="5">
                  <c:v>277583974.32</c:v>
                </c:pt>
                <c:pt idx="6">
                  <c:v>166466786.46</c:v>
                </c:pt>
                <c:pt idx="7">
                  <c:v>186995478.64000002</c:v>
                </c:pt>
                <c:pt idx="8">
                  <c:v>132518134.22999999</c:v>
                </c:pt>
                <c:pt idx="9">
                  <c:v>149736713.12</c:v>
                </c:pt>
                <c:pt idx="10">
                  <c:v>228791442.95</c:v>
                </c:pt>
                <c:pt idx="11">
                  <c:v>182775721.68</c:v>
                </c:pt>
                <c:pt idx="12">
                  <c:v>278039149.76</c:v>
                </c:pt>
                <c:pt idx="13">
                  <c:v>278092348.43</c:v>
                </c:pt>
                <c:pt idx="14">
                  <c:v>418740381.44</c:v>
                </c:pt>
                <c:pt idx="15">
                  <c:v>304888626.15</c:v>
                </c:pt>
                <c:pt idx="16">
                  <c:v>332647827.86</c:v>
                </c:pt>
                <c:pt idx="17">
                  <c:v>224751846.06</c:v>
                </c:pt>
                <c:pt idx="18">
                  <c:v>205113906.75</c:v>
                </c:pt>
                <c:pt idx="19">
                  <c:v>199809329.09</c:v>
                </c:pt>
                <c:pt idx="20">
                  <c:v>127849188.24</c:v>
                </c:pt>
                <c:pt idx="21">
                  <c:v>172667759.75</c:v>
                </c:pt>
                <c:pt idx="22">
                  <c:v>250420683.47</c:v>
                </c:pt>
                <c:pt idx="23">
                  <c:v>211296127.62</c:v>
                </c:pt>
                <c:pt idx="24">
                  <c:v>337287994.03</c:v>
                </c:pt>
                <c:pt idx="25">
                  <c:v>261289038.16000003</c:v>
                </c:pt>
                <c:pt idx="26">
                  <c:v>333530623.27</c:v>
                </c:pt>
                <c:pt idx="27">
                  <c:v>303545125.0</c:v>
                </c:pt>
                <c:pt idx="28">
                  <c:v>303995969.1</c:v>
                </c:pt>
                <c:pt idx="29">
                  <c:v>258944026.85</c:v>
                </c:pt>
                <c:pt idx="30">
                  <c:v>210014981.59</c:v>
                </c:pt>
                <c:pt idx="31">
                  <c:v>237780089.28</c:v>
                </c:pt>
                <c:pt idx="32">
                  <c:v>172938609.04</c:v>
                </c:pt>
                <c:pt idx="33">
                  <c:v>225634991.65</c:v>
                </c:pt>
                <c:pt idx="34">
                  <c:v>200935876.39000002</c:v>
                </c:pt>
                <c:pt idx="35">
                  <c:v>229154443.02</c:v>
                </c:pt>
                <c:pt idx="36">
                  <c:v>338118835.86</c:v>
                </c:pt>
                <c:pt idx="37">
                  <c:v>310090443.47</c:v>
                </c:pt>
                <c:pt idx="38">
                  <c:v>336627568.13</c:v>
                </c:pt>
                <c:pt idx="39">
                  <c:v>304913311.02</c:v>
                </c:pt>
                <c:pt idx="40">
                  <c:v>355830139.6</c:v>
                </c:pt>
                <c:pt idx="41">
                  <c:v>242395512.97</c:v>
                </c:pt>
                <c:pt idx="42">
                  <c:v>247315541.62</c:v>
                </c:pt>
                <c:pt idx="43">
                  <c:v>173489183.19</c:v>
                </c:pt>
                <c:pt idx="44">
                  <c:v>163968860.9</c:v>
                </c:pt>
                <c:pt idx="45">
                  <c:v>216916398.64999998</c:v>
                </c:pt>
                <c:pt idx="46">
                  <c:v>204088414.24</c:v>
                </c:pt>
                <c:pt idx="47">
                  <c:v>212594359.54</c:v>
                </c:pt>
                <c:pt idx="48">
                  <c:v>306757714.65</c:v>
                </c:pt>
                <c:pt idx="49">
                  <c:v>314470675.65999997</c:v>
                </c:pt>
                <c:pt idx="50">
                  <c:v>310939215.98</c:v>
                </c:pt>
                <c:pt idx="51">
                  <c:v>357268398.93</c:v>
                </c:pt>
                <c:pt idx="52">
                  <c:v>293303434.25</c:v>
                </c:pt>
                <c:pt idx="53">
                  <c:v>264759122.1</c:v>
                </c:pt>
                <c:pt idx="54">
                  <c:v>239649154.68</c:v>
                </c:pt>
                <c:pt idx="55">
                  <c:v>185692760.3</c:v>
                </c:pt>
                <c:pt idx="56">
                  <c:v>162201892.13</c:v>
                </c:pt>
                <c:pt idx="57">
                  <c:v>155992261.32</c:v>
                </c:pt>
                <c:pt idx="58">
                  <c:v>167260478.49</c:v>
                </c:pt>
                <c:pt idx="59">
                  <c:v>225984667.33999997</c:v>
                </c:pt>
                <c:pt idx="60">
                  <c:v>56293655.8</c:v>
                </c:pt>
                <c:pt idx="61">
                  <c:v>327358754.4</c:v>
                </c:pt>
                <c:pt idx="62">
                  <c:v>308792679.14</c:v>
                </c:pt>
                <c:pt idx="63">
                  <c:v>473701608.17999995</c:v>
                </c:pt>
                <c:pt idx="64">
                  <c:v>356075726.36</c:v>
                </c:pt>
                <c:pt idx="65">
                  <c:v>270661280.37</c:v>
                </c:pt>
                <c:pt idx="66">
                  <c:v>208384411.16</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218294301.56095058</c:v>
                </c:pt>
                <c:pt idx="1">
                  <c:v>267770112.50166276</c:v>
                </c:pt>
                <c:pt idx="2">
                  <c:v>344522490.91564393</c:v>
                </c:pt>
                <c:pt idx="3">
                  <c:v>333678039.7836439</c:v>
                </c:pt>
                <c:pt idx="4">
                  <c:v>263536316.67146775</c:v>
                </c:pt>
                <c:pt idx="5">
                  <c:v>267663244.37224492</c:v>
                </c:pt>
                <c:pt idx="6">
                  <c:v>156779040.17527363</c:v>
                </c:pt>
                <c:pt idx="7">
                  <c:v>180114258.26628307</c:v>
                </c:pt>
                <c:pt idx="8">
                  <c:v>135404570.07295156</c:v>
                </c:pt>
                <c:pt idx="9">
                  <c:v>151342724.43094438</c:v>
                </c:pt>
                <c:pt idx="10">
                  <c:v>218528197.93729058</c:v>
                </c:pt>
                <c:pt idx="11">
                  <c:v>190809059.44006675</c:v>
                </c:pt>
                <c:pt idx="12">
                  <c:v>267621913.18573955</c:v>
                </c:pt>
                <c:pt idx="13">
                  <c:v>269178092.0846426</c:v>
                </c:pt>
                <c:pt idx="14">
                  <c:v>399302265.3680869</c:v>
                </c:pt>
                <c:pt idx="15">
                  <c:v>301521498.1033042</c:v>
                </c:pt>
                <c:pt idx="16">
                  <c:v>347428855.9257176</c:v>
                </c:pt>
                <c:pt idx="17">
                  <c:v>232283304.41708818</c:v>
                </c:pt>
                <c:pt idx="18">
                  <c:v>204279028.62472844</c:v>
                </c:pt>
                <c:pt idx="19">
                  <c:v>205053564.3554451</c:v>
                </c:pt>
                <c:pt idx="20">
                  <c:v>135595174.62808618</c:v>
                </c:pt>
                <c:pt idx="21">
                  <c:v>180087670.39414716</c:v>
                </c:pt>
                <c:pt idx="22">
                  <c:v>235313903.58149928</c:v>
                </c:pt>
                <c:pt idx="23">
                  <c:v>206216635.43155634</c:v>
                </c:pt>
                <c:pt idx="24">
                  <c:v>318011583.3343184</c:v>
                </c:pt>
                <c:pt idx="25">
                  <c:v>280447434.53084695</c:v>
                </c:pt>
                <c:pt idx="26">
                  <c:v>332128703.64638764</c:v>
                </c:pt>
                <c:pt idx="27">
                  <c:v>299233590.64617056</c:v>
                </c:pt>
                <c:pt idx="28">
                  <c:v>324734000.45198715</c:v>
                </c:pt>
                <c:pt idx="29">
                  <c:v>255110343.27850246</c:v>
                </c:pt>
                <c:pt idx="30">
                  <c:v>205013434.20559424</c:v>
                </c:pt>
                <c:pt idx="31">
                  <c:v>242938376.03312263</c:v>
                </c:pt>
                <c:pt idx="32">
                  <c:v>163869262.68467298</c:v>
                </c:pt>
                <c:pt idx="33">
                  <c:v>219303875.5464053</c:v>
                </c:pt>
                <c:pt idx="34">
                  <c:v>203313302.7744509</c:v>
                </c:pt>
                <c:pt idx="35">
                  <c:v>255550187.10398537</c:v>
                </c:pt>
                <c:pt idx="36">
                  <c:v>341615866.97611815</c:v>
                </c:pt>
                <c:pt idx="37">
                  <c:v>303422474.6324017</c:v>
                </c:pt>
                <c:pt idx="38">
                  <c:v>351500331.779876</c:v>
                </c:pt>
                <c:pt idx="39">
                  <c:v>302930012.02061844</c:v>
                </c:pt>
                <c:pt idx="40">
                  <c:v>347215077.75374305</c:v>
                </c:pt>
                <c:pt idx="41">
                  <c:v>244144646.156414</c:v>
                </c:pt>
                <c:pt idx="42">
                  <c:v>253654063.25763327</c:v>
                </c:pt>
                <c:pt idx="43">
                  <c:v>178489994.95231676</c:v>
                </c:pt>
                <c:pt idx="44">
                  <c:v>162542057.90917808</c:v>
                </c:pt>
                <c:pt idx="45">
                  <c:v>211300577.11865306</c:v>
                </c:pt>
                <c:pt idx="46">
                  <c:v>199289623.888085</c:v>
                </c:pt>
                <c:pt idx="47">
                  <c:v>212936623.7401374</c:v>
                </c:pt>
                <c:pt idx="48">
                  <c:v>313073284.62433857</c:v>
                </c:pt>
                <c:pt idx="49">
                  <c:v>316213349.516539</c:v>
                </c:pt>
                <c:pt idx="50">
                  <c:v>331324516.95865434</c:v>
                </c:pt>
                <c:pt idx="51">
                  <c:v>357429643.91552347</c:v>
                </c:pt>
                <c:pt idx="52">
                  <c:v>287896731.7177576</c:v>
                </c:pt>
                <c:pt idx="53">
                  <c:v>266808471.08258432</c:v>
                </c:pt>
                <c:pt idx="54">
                  <c:v>248984370.01711905</c:v>
                </c:pt>
                <c:pt idx="55">
                  <c:v>180764288.23752996</c:v>
                </c:pt>
                <c:pt idx="56">
                  <c:v>164445074.07028434</c:v>
                </c:pt>
                <c:pt idx="57">
                  <c:v>155254958.8186021</c:v>
                </c:pt>
                <c:pt idx="58">
                  <c:v>168194098.94051763</c:v>
                </c:pt>
                <c:pt idx="59">
                  <c:v>234281959.80059254</c:v>
                </c:pt>
                <c:pt idx="60">
                  <c:v>64913187.53411009</c:v>
                </c:pt>
                <c:pt idx="61">
                  <c:v>323355027.0377208</c:v>
                </c:pt>
                <c:pt idx="62">
                  <c:v>317227778.4820029</c:v>
                </c:pt>
                <c:pt idx="63">
                  <c:v>461797269.3323102</c:v>
                </c:pt>
                <c:pt idx="64">
                  <c:v>359471805.3526578</c:v>
                </c:pt>
                <c:pt idx="65">
                  <c:v>282578516.8273981</c:v>
                </c:pt>
                <c:pt idx="66">
                  <c:v>207063533.45392042</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568441930.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Warsaw: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541609.0854943773</c:v>
                </c:pt>
                <c:pt idx="1">
                  <c:v>541609.0854943773</c:v>
                </c:pt>
                <c:pt idx="2">
                  <c:v>677011.3568679716</c:v>
                </c:pt>
                <c:pt idx="3">
                  <c:v>541609.0854943773</c:v>
                </c:pt>
                <c:pt idx="4">
                  <c:v>541609.0854943773</c:v>
                </c:pt>
                <c:pt idx="5">
                  <c:v>677011.3568679716</c:v>
                </c:pt>
                <c:pt idx="6">
                  <c:v>541609.0854943773</c:v>
                </c:pt>
                <c:pt idx="7">
                  <c:v>677011.3568679716</c:v>
                </c:pt>
                <c:pt idx="8">
                  <c:v>541609.0854943773</c:v>
                </c:pt>
                <c:pt idx="9">
                  <c:v>541609.0854943773</c:v>
                </c:pt>
                <c:pt idx="10">
                  <c:v>677011.3568679716</c:v>
                </c:pt>
                <c:pt idx="11">
                  <c:v>541609.0854943773</c:v>
                </c:pt>
                <c:pt idx="12">
                  <c:v>541609.0854943773</c:v>
                </c:pt>
                <c:pt idx="13">
                  <c:v>541609.0854943773</c:v>
                </c:pt>
                <c:pt idx="14">
                  <c:v>677011.3568679716</c:v>
                </c:pt>
                <c:pt idx="15">
                  <c:v>541609.0854943773</c:v>
                </c:pt>
                <c:pt idx="16">
                  <c:v>677011.3568679716</c:v>
                </c:pt>
                <c:pt idx="17">
                  <c:v>541609.0854943773</c:v>
                </c:pt>
                <c:pt idx="18">
                  <c:v>541609.0854943773</c:v>
                </c:pt>
                <c:pt idx="19">
                  <c:v>677011.3568679716</c:v>
                </c:pt>
                <c:pt idx="20">
                  <c:v>541609.0854943773</c:v>
                </c:pt>
                <c:pt idx="21">
                  <c:v>541609.0854943773</c:v>
                </c:pt>
                <c:pt idx="22">
                  <c:v>677011.3568679716</c:v>
                </c:pt>
                <c:pt idx="23">
                  <c:v>541609.0854943773</c:v>
                </c:pt>
                <c:pt idx="24">
                  <c:v>677011.3568679716</c:v>
                </c:pt>
                <c:pt idx="25">
                  <c:v>541609.0854943773</c:v>
                </c:pt>
                <c:pt idx="26">
                  <c:v>541609.0854943773</c:v>
                </c:pt>
                <c:pt idx="27">
                  <c:v>541609.0854943773</c:v>
                </c:pt>
                <c:pt idx="28">
                  <c:v>677011.3568679716</c:v>
                </c:pt>
                <c:pt idx="29">
                  <c:v>541609.0854943773</c:v>
                </c:pt>
                <c:pt idx="30">
                  <c:v>541609.0854943773</c:v>
                </c:pt>
                <c:pt idx="31">
                  <c:v>677011.3568679716</c:v>
                </c:pt>
                <c:pt idx="32">
                  <c:v>541609.0854943773</c:v>
                </c:pt>
                <c:pt idx="33">
                  <c:v>677011.3568679716</c:v>
                </c:pt>
                <c:pt idx="34">
                  <c:v>541609.0854943773</c:v>
                </c:pt>
                <c:pt idx="35">
                  <c:v>541609.0854943773</c:v>
                </c:pt>
                <c:pt idx="36">
                  <c:v>677011.3568679716</c:v>
                </c:pt>
                <c:pt idx="37">
                  <c:v>541609.0854943773</c:v>
                </c:pt>
                <c:pt idx="38">
                  <c:v>541609.0854943773</c:v>
                </c:pt>
                <c:pt idx="39">
                  <c:v>541609.0854943773</c:v>
                </c:pt>
                <c:pt idx="40">
                  <c:v>677011.3568679716</c:v>
                </c:pt>
                <c:pt idx="41">
                  <c:v>541609.0854943773</c:v>
                </c:pt>
                <c:pt idx="42">
                  <c:v>677011.3568679716</c:v>
                </c:pt>
                <c:pt idx="43">
                  <c:v>541609.0854943773</c:v>
                </c:pt>
                <c:pt idx="44">
                  <c:v>541609.0854943773</c:v>
                </c:pt>
                <c:pt idx="45">
                  <c:v>677011.3568679716</c:v>
                </c:pt>
                <c:pt idx="46">
                  <c:v>541609.0854943773</c:v>
                </c:pt>
                <c:pt idx="47">
                  <c:v>541609.0854943773</c:v>
                </c:pt>
                <c:pt idx="48">
                  <c:v>677011.3568679716</c:v>
                </c:pt>
                <c:pt idx="49">
                  <c:v>541609.0854943773</c:v>
                </c:pt>
                <c:pt idx="50">
                  <c:v>541609.0854943773</c:v>
                </c:pt>
                <c:pt idx="51">
                  <c:v>677011.3568679716</c:v>
                </c:pt>
                <c:pt idx="52">
                  <c:v>541609.0854943773</c:v>
                </c:pt>
                <c:pt idx="53">
                  <c:v>541609.0854943773</c:v>
                </c:pt>
                <c:pt idx="54">
                  <c:v>677011.3568679716</c:v>
                </c:pt>
                <c:pt idx="55">
                  <c:v>541609.0854943773</c:v>
                </c:pt>
                <c:pt idx="56">
                  <c:v>677011.3568679716</c:v>
                </c:pt>
                <c:pt idx="57">
                  <c:v>541609.0854943773</c:v>
                </c:pt>
                <c:pt idx="58">
                  <c:v>541609.0854943773</c:v>
                </c:pt>
                <c:pt idx="59">
                  <c:v>677011.3568679716</c:v>
                </c:pt>
                <c:pt idx="60">
                  <c:v>541609.0854943773</c:v>
                </c:pt>
                <c:pt idx="61">
                  <c:v>541609.0854943773</c:v>
                </c:pt>
                <c:pt idx="62">
                  <c:v>677011.3568679716</c:v>
                </c:pt>
                <c:pt idx="63">
                  <c:v>541609.0854943773</c:v>
                </c:pt>
                <c:pt idx="64">
                  <c:v>541609.0854943773</c:v>
                </c:pt>
                <c:pt idx="65">
                  <c:v>541609.0854943773</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24213.524814397508</c:v>
                </c:pt>
                <c:pt idx="1">
                  <c:v>13986.702169974846</c:v>
                </c:pt>
                <c:pt idx="2">
                  <c:v>230.98487013651376</c:v>
                </c:pt>
                <c:pt idx="3">
                  <c:v>33264.372813471266</c:v>
                </c:pt>
                <c:pt idx="4">
                  <c:v>8207.370244702059</c:v>
                </c:pt>
                <c:pt idx="5">
                  <c:v>88.09390056686028</c:v>
                </c:pt>
                <c:pt idx="6">
                  <c:v>21771.838195868793</c:v>
                </c:pt>
                <c:pt idx="7">
                  <c:v>5633.407297698956</c:v>
                </c:pt>
                <c:pt idx="8">
                  <c:v>3791.966667611084</c:v>
                </c:pt>
                <c:pt idx="9">
                  <c:v>8769.756887772603</c:v>
                </c:pt>
                <c:pt idx="10">
                  <c:v>20404.616598995915</c:v>
                </c:pt>
                <c:pt idx="11">
                  <c:v>10550.560560474642</c:v>
                </c:pt>
                <c:pt idx="12">
                  <c:v>27240.896118221048</c:v>
                </c:pt>
                <c:pt idx="13">
                  <c:v>1957.9549176406847</c:v>
                </c:pt>
                <c:pt idx="14">
                  <c:v>9531.17150054751</c:v>
                </c:pt>
                <c:pt idx="15">
                  <c:v>8997.137268545726</c:v>
                </c:pt>
                <c:pt idx="16">
                  <c:v>28404.168632159483</c:v>
                </c:pt>
                <c:pt idx="17">
                  <c:v>479.6413064223366</c:v>
                </c:pt>
                <c:pt idx="18">
                  <c:v>3.9506589117353466</c:v>
                </c:pt>
                <c:pt idx="19">
                  <c:v>16900.719985787793</c:v>
                </c:pt>
                <c:pt idx="20">
                  <c:v>6727.049212306093</c:v>
                </c:pt>
                <c:pt idx="21">
                  <c:v>25314.780732875053</c:v>
                </c:pt>
                <c:pt idx="22">
                  <c:v>19184.289403436025</c:v>
                </c:pt>
                <c:pt idx="23">
                  <c:v>21187.207852037493</c:v>
                </c:pt>
                <c:pt idx="24">
                  <c:v>8615.880028244608</c:v>
                </c:pt>
                <c:pt idx="25">
                  <c:v>369.125220056332</c:v>
                </c:pt>
                <c:pt idx="26">
                  <c:v>6327.866368438127</c:v>
                </c:pt>
                <c:pt idx="27">
                  <c:v>221.85077848014026</c:v>
                </c:pt>
                <c:pt idx="28">
                  <c:v>3318.94801648228</c:v>
                </c:pt>
                <c:pt idx="29">
                  <c:v>9450.929918094687</c:v>
                </c:pt>
                <c:pt idx="30">
                  <c:v>21032.503084380736</c:v>
                </c:pt>
                <c:pt idx="31">
                  <c:v>18493.021681367038</c:v>
                </c:pt>
                <c:pt idx="32">
                  <c:v>9852.246668864711</c:v>
                </c:pt>
                <c:pt idx="33">
                  <c:v>10037.737930186826</c:v>
                </c:pt>
                <c:pt idx="34">
                  <c:v>332.517494397371</c:v>
                </c:pt>
                <c:pt idx="35">
                  <c:v>18118.188230751064</c:v>
                </c:pt>
                <c:pt idx="36">
                  <c:v>44242.33027277072</c:v>
                </c:pt>
                <c:pt idx="37">
                  <c:v>29007.28485950625</c:v>
                </c:pt>
                <c:pt idx="38">
                  <c:v>30247.08419241949</c:v>
                </c:pt>
                <c:pt idx="39">
                  <c:v>19631.380288471595</c:v>
                </c:pt>
                <c:pt idx="40">
                  <c:v>19219.890305704583</c:v>
                </c:pt>
                <c:pt idx="41">
                  <c:v>5836.781515651272</c:v>
                </c:pt>
                <c:pt idx="42">
                  <c:v>26061.223095468733</c:v>
                </c:pt>
                <c:pt idx="43">
                  <c:v>8459.096969351831</c:v>
                </c:pt>
                <c:pt idx="44">
                  <c:v>500.2126547773001</c:v>
                </c:pt>
                <c:pt idx="45">
                  <c:v>6911.495450442698</c:v>
                </c:pt>
                <c:pt idx="46">
                  <c:v>17529.643775775392</c:v>
                </c:pt>
                <c:pt idx="47">
                  <c:v>1629.1502713299437</c:v>
                </c:pt>
                <c:pt idx="48">
                  <c:v>11380.972352016835</c:v>
                </c:pt>
                <c:pt idx="49">
                  <c:v>14522.975664312724</c:v>
                </c:pt>
                <c:pt idx="50">
                  <c:v>6891.599221272208</c:v>
                </c:pt>
                <c:pt idx="51">
                  <c:v>20619.185279476584</c:v>
                </c:pt>
                <c:pt idx="52">
                  <c:v>22834.87810040461</c:v>
                </c:pt>
                <c:pt idx="53">
                  <c:v>14172.73875818606</c:v>
                </c:pt>
                <c:pt idx="54">
                  <c:v>243.68344659636503</c:v>
                </c:pt>
                <c:pt idx="55">
                  <c:v>14677.772657981768</c:v>
                </c:pt>
                <c:pt idx="56">
                  <c:v>20506.379225394732</c:v>
                </c:pt>
                <c:pt idx="57">
                  <c:v>38173.87536710966</c:v>
                </c:pt>
                <c:pt idx="58">
                  <c:v>21689.231304368677</c:v>
                </c:pt>
                <c:pt idx="59">
                  <c:v>17505.366855988425</c:v>
                </c:pt>
                <c:pt idx="60">
                  <c:v>31275.41465248548</c:v>
                </c:pt>
                <c:pt idx="61">
                  <c:v>1430.101493315159</c:v>
                </c:pt>
                <c:pt idx="62">
                  <c:v>271.0635786471442</c:v>
                </c:pt>
                <c:pt idx="63">
                  <c:v>43229.24699933578</c:v>
                </c:pt>
                <c:pt idx="64">
                  <c:v>8819.602233721413</c:v>
                </c:pt>
                <c:pt idx="65">
                  <c:v>227.11672944222028</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59861.88973502515</c:v>
                </c:pt>
                <c:pt idx="1">
                  <c:v>65355.62759267575</c:v>
                </c:pt>
                <c:pt idx="2">
                  <c:v>54080.06250845947</c:v>
                </c:pt>
                <c:pt idx="3">
                  <c:v>166581.08279108323</c:v>
                </c:pt>
                <c:pt idx="4">
                  <c:v>80454.77804205204</c:v>
                </c:pt>
                <c:pt idx="5">
                  <c:v>47307.137374216174</c:v>
                </c:pt>
                <c:pt idx="6">
                  <c:v>14785.40895910388</c:v>
                </c:pt>
                <c:pt idx="7">
                  <c:v>8390.359575481589</c:v>
                </c:pt>
                <c:pt idx="8">
                  <c:v>6961.959764891186</c:v>
                </c:pt>
                <c:pt idx="9">
                  <c:v>96187.12623907464</c:v>
                </c:pt>
                <c:pt idx="10">
                  <c:v>137042.57156231647</c:v>
                </c:pt>
                <c:pt idx="11">
                  <c:v>54094.620884674834</c:v>
                </c:pt>
                <c:pt idx="12">
                  <c:v>22256.85146179651</c:v>
                </c:pt>
                <c:pt idx="13">
                  <c:v>9709.305962143073</c:v>
                </c:pt>
                <c:pt idx="14">
                  <c:v>113546.96421220576</c:v>
                </c:pt>
                <c:pt idx="15">
                  <c:v>86746.25130793921</c:v>
                </c:pt>
                <c:pt idx="16">
                  <c:v>61003.458219207954</c:v>
                </c:pt>
                <c:pt idx="17">
                  <c:v>119600.74939367769</c:v>
                </c:pt>
                <c:pt idx="18">
                  <c:v>183549.8912408248</c:v>
                </c:pt>
                <c:pt idx="19">
                  <c:v>132752.59709526954</c:v>
                </c:pt>
                <c:pt idx="20">
                  <c:v>91216.86464772037</c:v>
                </c:pt>
                <c:pt idx="21">
                  <c:v>142600.96133356963</c:v>
                </c:pt>
                <c:pt idx="22">
                  <c:v>165602.9122806024</c:v>
                </c:pt>
                <c:pt idx="23">
                  <c:v>58761.866239548246</c:v>
                </c:pt>
                <c:pt idx="24">
                  <c:v>107036.56487600302</c:v>
                </c:pt>
                <c:pt idx="25">
                  <c:v>107291.1550499328</c:v>
                </c:pt>
                <c:pt idx="26">
                  <c:v>157148.7120144948</c:v>
                </c:pt>
                <c:pt idx="27">
                  <c:v>105307.29678352963</c:v>
                </c:pt>
                <c:pt idx="28">
                  <c:v>86522.50297231151</c:v>
                </c:pt>
                <c:pt idx="29">
                  <c:v>116785.92256901196</c:v>
                </c:pt>
                <c:pt idx="30">
                  <c:v>151969.67045207263</c:v>
                </c:pt>
                <c:pt idx="31">
                  <c:v>332839.79458070884</c:v>
                </c:pt>
                <c:pt idx="32">
                  <c:v>213883.18783165887</c:v>
                </c:pt>
                <c:pt idx="33">
                  <c:v>311945.47845720104</c:v>
                </c:pt>
                <c:pt idx="34">
                  <c:v>261137.9989269234</c:v>
                </c:pt>
                <c:pt idx="35">
                  <c:v>149799.5474725709</c:v>
                </c:pt>
                <c:pt idx="36">
                  <c:v>102450.60669287536</c:v>
                </c:pt>
                <c:pt idx="37">
                  <c:v>178287.09925496895</c:v>
                </c:pt>
                <c:pt idx="38">
                  <c:v>156188.78871085466</c:v>
                </c:pt>
                <c:pt idx="39">
                  <c:v>71183.3492213968</c:v>
                </c:pt>
                <c:pt idx="40">
                  <c:v>151044.5828019708</c:v>
                </c:pt>
                <c:pt idx="41">
                  <c:v>165408.36347650105</c:v>
                </c:pt>
                <c:pt idx="42">
                  <c:v>187640.74659620062</c:v>
                </c:pt>
                <c:pt idx="43">
                  <c:v>223997.31501476187</c:v>
                </c:pt>
                <c:pt idx="44">
                  <c:v>196483.29241855492</c:v>
                </c:pt>
                <c:pt idx="45">
                  <c:v>205174.8358629683</c:v>
                </c:pt>
                <c:pt idx="46">
                  <c:v>213598.4431437829</c:v>
                </c:pt>
                <c:pt idx="47">
                  <c:v>130140.63140667994</c:v>
                </c:pt>
                <c:pt idx="48">
                  <c:v>136299.4473258438</c:v>
                </c:pt>
                <c:pt idx="49">
                  <c:v>109549.45218499456</c:v>
                </c:pt>
                <c:pt idx="50">
                  <c:v>101123.45216719247</c:v>
                </c:pt>
                <c:pt idx="51">
                  <c:v>69730.6664229854</c:v>
                </c:pt>
                <c:pt idx="52">
                  <c:v>133346.60947245295</c:v>
                </c:pt>
                <c:pt idx="53">
                  <c:v>147107.34636155012</c:v>
                </c:pt>
                <c:pt idx="54">
                  <c:v>224432.2780541837</c:v>
                </c:pt>
                <c:pt idx="55">
                  <c:v>215930.749735656</c:v>
                </c:pt>
                <c:pt idx="56">
                  <c:v>72370.65334793268</c:v>
                </c:pt>
                <c:pt idx="57">
                  <c:v>33915.35368543687</c:v>
                </c:pt>
                <c:pt idx="58">
                  <c:v>21117.714791626433</c:v>
                </c:pt>
                <c:pt idx="59">
                  <c:v>131958.90222324082</c:v>
                </c:pt>
                <c:pt idx="60">
                  <c:v>173425.37478797266</c:v>
                </c:pt>
                <c:pt idx="61">
                  <c:v>133361.7362299816</c:v>
                </c:pt>
                <c:pt idx="62">
                  <c:v>270720.48046418664</c:v>
                </c:pt>
                <c:pt idx="63">
                  <c:v>100703.51481146495</c:v>
                </c:pt>
                <c:pt idx="64">
                  <c:v>43272.96766398989</c:v>
                </c:pt>
                <c:pt idx="65">
                  <c:v>17840.901242828513</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21705.86772636778</c:v>
                </c:pt>
                <c:pt idx="1">
                  <c:v>19685.58292261509</c:v>
                </c:pt>
                <c:pt idx="2">
                  <c:v>22029.34998322158</c:v>
                </c:pt>
                <c:pt idx="3">
                  <c:v>24966.39610950704</c:v>
                </c:pt>
                <c:pt idx="4">
                  <c:v>42650.38277909374</c:v>
                </c:pt>
                <c:pt idx="5">
                  <c:v>12751.60532693803</c:v>
                </c:pt>
                <c:pt idx="6">
                  <c:v>253.0213661985424</c:v>
                </c:pt>
                <c:pt idx="7">
                  <c:v>24261.147413904433</c:v>
                </c:pt>
                <c:pt idx="8">
                  <c:v>23952.21874281176</c:v>
                </c:pt>
                <c:pt idx="9">
                  <c:v>34280.40526710429</c:v>
                </c:pt>
                <c:pt idx="10">
                  <c:v>1282.3502642233336</c:v>
                </c:pt>
                <c:pt idx="11">
                  <c:v>22043.047218313593</c:v>
                </c:pt>
                <c:pt idx="12">
                  <c:v>22526.442143699795</c:v>
                </c:pt>
                <c:pt idx="13">
                  <c:v>12119.92920356956</c:v>
                </c:pt>
                <c:pt idx="14">
                  <c:v>36008.95151525776</c:v>
                </c:pt>
                <c:pt idx="15">
                  <c:v>42994.82451077358</c:v>
                </c:pt>
                <c:pt idx="16">
                  <c:v>35129.00972163326</c:v>
                </c:pt>
                <c:pt idx="17">
                  <c:v>28929.61112221422</c:v>
                </c:pt>
                <c:pt idx="18">
                  <c:v>4079.154111636714</c:v>
                </c:pt>
                <c:pt idx="19">
                  <c:v>4690.116688674444</c:v>
                </c:pt>
                <c:pt idx="20">
                  <c:v>17341.639158540085</c:v>
                </c:pt>
                <c:pt idx="21">
                  <c:v>46595.51844304589</c:v>
                </c:pt>
                <c:pt idx="22">
                  <c:v>2674.263222733488</c:v>
                </c:pt>
                <c:pt idx="23">
                  <c:v>25750.2868540379</c:v>
                </c:pt>
                <c:pt idx="24">
                  <c:v>32205.283839692787</c:v>
                </c:pt>
                <c:pt idx="25">
                  <c:v>24124.0652547427</c:v>
                </c:pt>
                <c:pt idx="26">
                  <c:v>16485.459405585225</c:v>
                </c:pt>
                <c:pt idx="27">
                  <c:v>21724.619400265914</c:v>
                </c:pt>
                <c:pt idx="28">
                  <c:v>19454.672655118546</c:v>
                </c:pt>
                <c:pt idx="29">
                  <c:v>1002.3686120335645</c:v>
                </c:pt>
                <c:pt idx="30">
                  <c:v>10831.396409176472</c:v>
                </c:pt>
                <c:pt idx="31">
                  <c:v>14859.380687571018</c:v>
                </c:pt>
                <c:pt idx="32">
                  <c:v>11392.117193854614</c:v>
                </c:pt>
                <c:pt idx="33">
                  <c:v>49060.40091972509</c:v>
                </c:pt>
                <c:pt idx="34">
                  <c:v>10913.520182024731</c:v>
                </c:pt>
                <c:pt idx="35">
                  <c:v>21760.338054872413</c:v>
                </c:pt>
                <c:pt idx="36">
                  <c:v>40647.24674419689</c:v>
                </c:pt>
                <c:pt idx="37">
                  <c:v>25293.188108001534</c:v>
                </c:pt>
                <c:pt idx="38">
                  <c:v>22460.12798468292</c:v>
                </c:pt>
                <c:pt idx="39">
                  <c:v>26256.28634828748</c:v>
                </c:pt>
                <c:pt idx="40">
                  <c:v>20213.076448925287</c:v>
                </c:pt>
                <c:pt idx="41">
                  <c:v>16348.836071569998</c:v>
                </c:pt>
                <c:pt idx="42">
                  <c:v>33417.240063025965</c:v>
                </c:pt>
                <c:pt idx="43">
                  <c:v>20574.91964003088</c:v>
                </c:pt>
                <c:pt idx="44">
                  <c:v>17187.45521901006</c:v>
                </c:pt>
                <c:pt idx="45">
                  <c:v>49172.619686072685</c:v>
                </c:pt>
                <c:pt idx="46">
                  <c:v>24358.15951642471</c:v>
                </c:pt>
                <c:pt idx="47">
                  <c:v>1236.5060406577675</c:v>
                </c:pt>
                <c:pt idx="48">
                  <c:v>8790.634573567228</c:v>
                </c:pt>
                <c:pt idx="49">
                  <c:v>31565.53810013977</c:v>
                </c:pt>
                <c:pt idx="50">
                  <c:v>14554.700484658906</c:v>
                </c:pt>
                <c:pt idx="51">
                  <c:v>45716.194334486725</c:v>
                </c:pt>
                <c:pt idx="52">
                  <c:v>19525.978132458164</c:v>
                </c:pt>
                <c:pt idx="53">
                  <c:v>14612.921979271363</c:v>
                </c:pt>
                <c:pt idx="54">
                  <c:v>19872.005063083983</c:v>
                </c:pt>
                <c:pt idx="55">
                  <c:v>39.826267112185576</c:v>
                </c:pt>
                <c:pt idx="56">
                  <c:v>953.6270167475765</c:v>
                </c:pt>
                <c:pt idx="57">
                  <c:v>11410.843481013679</c:v>
                </c:pt>
                <c:pt idx="58">
                  <c:v>34183.38284476708</c:v>
                </c:pt>
                <c:pt idx="59">
                  <c:v>53569.4585853441</c:v>
                </c:pt>
                <c:pt idx="60">
                  <c:v>47891.15176306111</c:v>
                </c:pt>
                <c:pt idx="61">
                  <c:v>18508.526114345324</c:v>
                </c:pt>
                <c:pt idx="62">
                  <c:v>19906.020432504894</c:v>
                </c:pt>
                <c:pt idx="63">
                  <c:v>61216.76460095972</c:v>
                </c:pt>
                <c:pt idx="64">
                  <c:v>18345.607472618205</c:v>
                </c:pt>
                <c:pt idx="65">
                  <c:v>1229.078281335438</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6641.272748650355</c:v>
                </c:pt>
                <c:pt idx="1">
                  <c:v>12803.360370154749</c:v>
                </c:pt>
                <c:pt idx="2">
                  <c:v>7861.290627003821</c:v>
                </c:pt>
                <c:pt idx="3">
                  <c:v>7372.622897884992</c:v>
                </c:pt>
                <c:pt idx="4">
                  <c:v>92.32620824820341</c:v>
                </c:pt>
                <c:pt idx="5">
                  <c:v>7313.0813094221885</c:v>
                </c:pt>
                <c:pt idx="6">
                  <c:v>3336.67421641756</c:v>
                </c:pt>
                <c:pt idx="7">
                  <c:v>183.5643658457167</c:v>
                </c:pt>
                <c:pt idx="8">
                  <c:v>15673.089855086448</c:v>
                </c:pt>
                <c:pt idx="9">
                  <c:v>416.9145683658367</c:v>
                </c:pt>
                <c:pt idx="10">
                  <c:v>7480.082978750682</c:v>
                </c:pt>
                <c:pt idx="11">
                  <c:v>4345.804097010797</c:v>
                </c:pt>
                <c:pt idx="12">
                  <c:v>15712.070401473524</c:v>
                </c:pt>
                <c:pt idx="13">
                  <c:v>420.29712805911356</c:v>
                </c:pt>
                <c:pt idx="14">
                  <c:v>3136.547933625045</c:v>
                </c:pt>
                <c:pt idx="15">
                  <c:v>8196.033140398707</c:v>
                </c:pt>
                <c:pt idx="16">
                  <c:v>21842.534857536924</c:v>
                </c:pt>
                <c:pt idx="17">
                  <c:v>13818.847735053372</c:v>
                </c:pt>
                <c:pt idx="18">
                  <c:v>11271.87081678744</c:v>
                </c:pt>
                <c:pt idx="19">
                  <c:v>2101.3753688936085</c:v>
                </c:pt>
                <c:pt idx="20">
                  <c:v>9920.387620750143</c:v>
                </c:pt>
                <c:pt idx="21">
                  <c:v>3276.5904246137434</c:v>
                </c:pt>
                <c:pt idx="22">
                  <c:v>12178.294956019086</c:v>
                </c:pt>
                <c:pt idx="23">
                  <c:v>141.8338731531728</c:v>
                </c:pt>
                <c:pt idx="24">
                  <c:v>137.7785895755311</c:v>
                </c:pt>
                <c:pt idx="25">
                  <c:v>397.97674765564295</c:v>
                </c:pt>
                <c:pt idx="26">
                  <c:v>8127.246709021347</c:v>
                </c:pt>
                <c:pt idx="27">
                  <c:v>6192.980173833991</c:v>
                </c:pt>
                <c:pt idx="28">
                  <c:v>327.9154684164431</c:v>
                </c:pt>
                <c:pt idx="29">
                  <c:v>16831.62646125447</c:v>
                </c:pt>
                <c:pt idx="30">
                  <c:v>15201.679263715918</c:v>
                </c:pt>
                <c:pt idx="31">
                  <c:v>14289.214053945992</c:v>
                </c:pt>
                <c:pt idx="32">
                  <c:v>2333.733865954655</c:v>
                </c:pt>
                <c:pt idx="33">
                  <c:v>2961.6925105231007</c:v>
                </c:pt>
                <c:pt idx="34">
                  <c:v>94.54541895659973</c:v>
                </c:pt>
                <c:pt idx="35">
                  <c:v>18157.84014431334</c:v>
                </c:pt>
                <c:pt idx="36">
                  <c:v>19577.58867905019</c:v>
                </c:pt>
                <c:pt idx="37">
                  <c:v>6858.384124598706</c:v>
                </c:pt>
                <c:pt idx="38">
                  <c:v>9871.485533250707</c:v>
                </c:pt>
                <c:pt idx="39">
                  <c:v>9703.899585623718</c:v>
                </c:pt>
                <c:pt idx="40">
                  <c:v>106.12063450582903</c:v>
                </c:pt>
                <c:pt idx="41">
                  <c:v>230.6980361945285</c:v>
                </c:pt>
                <c:pt idx="42">
                  <c:v>7209.016275641906</c:v>
                </c:pt>
                <c:pt idx="43">
                  <c:v>9969.92864104035</c:v>
                </c:pt>
                <c:pt idx="44">
                  <c:v>104.33511898854404</c:v>
                </c:pt>
                <c:pt idx="45">
                  <c:v>23064.340570611064</c:v>
                </c:pt>
                <c:pt idx="46">
                  <c:v>6116.210050776726</c:v>
                </c:pt>
                <c:pt idx="47">
                  <c:v>15769.127024483683</c:v>
                </c:pt>
                <c:pt idx="48">
                  <c:v>5422.646157264171</c:v>
                </c:pt>
                <c:pt idx="49">
                  <c:v>6407.262032016524</c:v>
                </c:pt>
                <c:pt idx="50">
                  <c:v>73.64354324488347</c:v>
                </c:pt>
                <c:pt idx="51">
                  <c:v>3349.3462231493304</c:v>
                </c:pt>
                <c:pt idx="52">
                  <c:v>15869.19464442997</c:v>
                </c:pt>
                <c:pt idx="53">
                  <c:v>55.09856525703457</c:v>
                </c:pt>
                <c:pt idx="54">
                  <c:v>11469.100713575006</c:v>
                </c:pt>
                <c:pt idx="55">
                  <c:v>17710.70383369831</c:v>
                </c:pt>
                <c:pt idx="56">
                  <c:v>7721.2074334362</c:v>
                </c:pt>
                <c:pt idx="57">
                  <c:v>80.63766127739537</c:v>
                </c:pt>
                <c:pt idx="58">
                  <c:v>258.17473536919584</c:v>
                </c:pt>
                <c:pt idx="59">
                  <c:v>14133.968687997165</c:v>
                </c:pt>
                <c:pt idx="60">
                  <c:v>20029.829779744432</c:v>
                </c:pt>
                <c:pt idx="61">
                  <c:v>11713.662835654764</c:v>
                </c:pt>
                <c:pt idx="62">
                  <c:v>22902.52261804741</c:v>
                </c:pt>
                <c:pt idx="63">
                  <c:v>6454.636887494088</c:v>
                </c:pt>
                <c:pt idx="64">
                  <c:v>6255.541431381173</c:v>
                </c:pt>
                <c:pt idx="65">
                  <c:v>10619.184389311551</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701.6795459841605</c:v>
                </c:pt>
                <c:pt idx="1">
                  <c:v>11666.394495466593</c:v>
                </c:pt>
                <c:pt idx="2">
                  <c:v>4150.313083515116</c:v>
                </c:pt>
                <c:pt idx="3">
                  <c:v>17.447959808217593</c:v>
                </c:pt>
                <c:pt idx="4">
                  <c:v>17546.06980421856</c:v>
                </c:pt>
                <c:pt idx="5">
                  <c:v>18238.757135302953</c:v>
                </c:pt>
                <c:pt idx="6">
                  <c:v>6055.697813693325</c:v>
                </c:pt>
                <c:pt idx="7">
                  <c:v>655.807375213163</c:v>
                </c:pt>
                <c:pt idx="8">
                  <c:v>26984.871777864086</c:v>
                </c:pt>
                <c:pt idx="9">
                  <c:v>15433.800363351456</c:v>
                </c:pt>
                <c:pt idx="10">
                  <c:v>17830.13398116172</c:v>
                </c:pt>
                <c:pt idx="11">
                  <c:v>202.80095597816958</c:v>
                </c:pt>
                <c:pt idx="12">
                  <c:v>14829.80628748304</c:v>
                </c:pt>
                <c:pt idx="13">
                  <c:v>5119.546830603042</c:v>
                </c:pt>
                <c:pt idx="14">
                  <c:v>30787.785233301584</c:v>
                </c:pt>
                <c:pt idx="15">
                  <c:v>15798.894570193508</c:v>
                </c:pt>
                <c:pt idx="16">
                  <c:v>25459.7161653068</c:v>
                </c:pt>
                <c:pt idx="17">
                  <c:v>460.74289608093295</c:v>
                </c:pt>
                <c:pt idx="18">
                  <c:v>14164.986143195845</c:v>
                </c:pt>
                <c:pt idx="19">
                  <c:v>21610.599311803067</c:v>
                </c:pt>
                <c:pt idx="20">
                  <c:v>621.9432006572175</c:v>
                </c:pt>
                <c:pt idx="21">
                  <c:v>12724.785767054625</c:v>
                </c:pt>
                <c:pt idx="22">
                  <c:v>11099.447769113092</c:v>
                </c:pt>
                <c:pt idx="23">
                  <c:v>4274.869151969845</c:v>
                </c:pt>
                <c:pt idx="24">
                  <c:v>10044.454066892324</c:v>
                </c:pt>
                <c:pt idx="25">
                  <c:v>34.04893184100415</c:v>
                </c:pt>
                <c:pt idx="26">
                  <c:v>211.28754563957614</c:v>
                </c:pt>
                <c:pt idx="27">
                  <c:v>9958.792709416293</c:v>
                </c:pt>
                <c:pt idx="28">
                  <c:v>13545.724914085862</c:v>
                </c:pt>
                <c:pt idx="29">
                  <c:v>3041.4174708341707</c:v>
                </c:pt>
                <c:pt idx="30">
                  <c:v>4531.579676715602</c:v>
                </c:pt>
                <c:pt idx="31">
                  <c:v>22289.838787180863</c:v>
                </c:pt>
                <c:pt idx="32">
                  <c:v>18531.281443561922</c:v>
                </c:pt>
                <c:pt idx="33">
                  <c:v>12254.35690035171</c:v>
                </c:pt>
                <c:pt idx="34">
                  <c:v>4744.615285069315</c:v>
                </c:pt>
                <c:pt idx="35">
                  <c:v>11540.253213277381</c:v>
                </c:pt>
                <c:pt idx="36">
                  <c:v>18822.354644585048</c:v>
                </c:pt>
                <c:pt idx="37">
                  <c:v>46.76529252394516</c:v>
                </c:pt>
                <c:pt idx="38">
                  <c:v>23627.681131536112</c:v>
                </c:pt>
                <c:pt idx="39">
                  <c:v>4100.345967227037</c:v>
                </c:pt>
                <c:pt idx="40">
                  <c:v>18217.27354023455</c:v>
                </c:pt>
                <c:pt idx="41">
                  <c:v>16840.853851880784</c:v>
                </c:pt>
                <c:pt idx="42">
                  <c:v>20638.01259747549</c:v>
                </c:pt>
                <c:pt idx="43">
                  <c:v>586.1869622548217</c:v>
                </c:pt>
                <c:pt idx="44">
                  <c:v>8684.129567133805</c:v>
                </c:pt>
                <c:pt idx="45">
                  <c:v>22910.507971313396</c:v>
                </c:pt>
                <c:pt idx="46">
                  <c:v>14820.679339753959</c:v>
                </c:pt>
                <c:pt idx="47">
                  <c:v>371.0973789356813</c:v>
                </c:pt>
                <c:pt idx="48">
                  <c:v>12528.123573883611</c:v>
                </c:pt>
                <c:pt idx="49">
                  <c:v>11974.675386155692</c:v>
                </c:pt>
                <c:pt idx="50">
                  <c:v>20756.22602431148</c:v>
                </c:pt>
                <c:pt idx="51">
                  <c:v>18398.524941665342</c:v>
                </c:pt>
                <c:pt idx="52">
                  <c:v>27316.67214781751</c:v>
                </c:pt>
                <c:pt idx="53">
                  <c:v>22160.06243103967</c:v>
                </c:pt>
                <c:pt idx="54">
                  <c:v>11092.204499817284</c:v>
                </c:pt>
                <c:pt idx="55">
                  <c:v>37191.16037086284</c:v>
                </c:pt>
                <c:pt idx="56">
                  <c:v>5237.806754455866</c:v>
                </c:pt>
                <c:pt idx="57">
                  <c:v>524.9348649006045</c:v>
                </c:pt>
                <c:pt idx="58">
                  <c:v>306.63754005296795</c:v>
                </c:pt>
                <c:pt idx="59">
                  <c:v>0.0839320962770064</c:v>
                </c:pt>
                <c:pt idx="60">
                  <c:v>7484.961430850346</c:v>
                </c:pt>
                <c:pt idx="61">
                  <c:v>9874.3173543191</c:v>
                </c:pt>
                <c:pt idx="62">
                  <c:v>18060.998809739853</c:v>
                </c:pt>
                <c:pt idx="63">
                  <c:v>701.9743375110086</c:v>
                </c:pt>
                <c:pt idx="64">
                  <c:v>28787.925837275834</c:v>
                </c:pt>
                <c:pt idx="65">
                  <c:v>21264.061145802996</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2322.744629306948</c:v>
                </c:pt>
                <c:pt idx="1">
                  <c:v>4164.250778321813</c:v>
                </c:pt>
                <c:pt idx="2">
                  <c:v>9871.993088943367</c:v>
                </c:pt>
                <c:pt idx="3">
                  <c:v>37638.90753775028</c:v>
                </c:pt>
                <c:pt idx="4">
                  <c:v>3511.541088086625</c:v>
                </c:pt>
                <c:pt idx="5">
                  <c:v>35573.50962833762</c:v>
                </c:pt>
                <c:pt idx="6">
                  <c:v>2677.3006227448022</c:v>
                </c:pt>
                <c:pt idx="7">
                  <c:v>58850.91695602041</c:v>
                </c:pt>
                <c:pt idx="8">
                  <c:v>21506.297077172738</c:v>
                </c:pt>
                <c:pt idx="9">
                  <c:v>33081.018692113365</c:v>
                </c:pt>
                <c:pt idx="10">
                  <c:v>53443.407306443754</c:v>
                </c:pt>
                <c:pt idx="11">
                  <c:v>23093.698385836266</c:v>
                </c:pt>
                <c:pt idx="12">
                  <c:v>64083.94660541156</c:v>
                </c:pt>
                <c:pt idx="13">
                  <c:v>8741.38962497433</c:v>
                </c:pt>
                <c:pt idx="14">
                  <c:v>3445.88653783787</c:v>
                </c:pt>
                <c:pt idx="15">
                  <c:v>8892.380427244543</c:v>
                </c:pt>
                <c:pt idx="16">
                  <c:v>47519.69688951406</c:v>
                </c:pt>
                <c:pt idx="17">
                  <c:v>26523.75920602001</c:v>
                </c:pt>
                <c:pt idx="18">
                  <c:v>21401.588635922068</c:v>
                </c:pt>
                <c:pt idx="19">
                  <c:v>49670.3317497702</c:v>
                </c:pt>
                <c:pt idx="20">
                  <c:v>29234.40520920353</c:v>
                </c:pt>
                <c:pt idx="21">
                  <c:v>28763.974148502904</c:v>
                </c:pt>
                <c:pt idx="22">
                  <c:v>14944.841087584735</c:v>
                </c:pt>
                <c:pt idx="23">
                  <c:v>2960.229603323009</c:v>
                </c:pt>
                <c:pt idx="24">
                  <c:v>44235.980198826284</c:v>
                </c:pt>
                <c:pt idx="25">
                  <c:v>17028.875936705906</c:v>
                </c:pt>
                <c:pt idx="26">
                  <c:v>30449.377370311286</c:v>
                </c:pt>
                <c:pt idx="27">
                  <c:v>2836.078052156764</c:v>
                </c:pt>
                <c:pt idx="28">
                  <c:v>21445.26126341076</c:v>
                </c:pt>
                <c:pt idx="29">
                  <c:v>40965.693532243866</c:v>
                </c:pt>
                <c:pt idx="30">
                  <c:v>22946.685279964073</c:v>
                </c:pt>
                <c:pt idx="31">
                  <c:v>50530.88888659606</c:v>
                </c:pt>
                <c:pt idx="32">
                  <c:v>47895.29456709168</c:v>
                </c:pt>
                <c:pt idx="33">
                  <c:v>64889.89583042029</c:v>
                </c:pt>
                <c:pt idx="34">
                  <c:v>27663.617291293835</c:v>
                </c:pt>
                <c:pt idx="35">
                  <c:v>54050.49143454974</c:v>
                </c:pt>
                <c:pt idx="36">
                  <c:v>21966.24270138818</c:v>
                </c:pt>
                <c:pt idx="37">
                  <c:v>1860.7890683878627</c:v>
                </c:pt>
                <c:pt idx="38">
                  <c:v>3464.199791784219</c:v>
                </c:pt>
                <c:pt idx="39">
                  <c:v>5652.6793099687275</c:v>
                </c:pt>
                <c:pt idx="40">
                  <c:v>31749.84380546368</c:v>
                </c:pt>
                <c:pt idx="41">
                  <c:v>28923.85021504</c:v>
                </c:pt>
                <c:pt idx="42">
                  <c:v>44463.17029030153</c:v>
                </c:pt>
                <c:pt idx="43">
                  <c:v>40066.29425179823</c:v>
                </c:pt>
                <c:pt idx="44">
                  <c:v>9768.676518159264</c:v>
                </c:pt>
                <c:pt idx="45">
                  <c:v>57964.94981625287</c:v>
                </c:pt>
                <c:pt idx="46">
                  <c:v>68473.35780908386</c:v>
                </c:pt>
                <c:pt idx="47">
                  <c:v>5799.542241261759</c:v>
                </c:pt>
                <c:pt idx="48">
                  <c:v>1224.5604758261857</c:v>
                </c:pt>
                <c:pt idx="49">
                  <c:v>2996.4014443308733</c:v>
                </c:pt>
                <c:pt idx="50">
                  <c:v>56990.77453478766</c:v>
                </c:pt>
                <c:pt idx="51">
                  <c:v>7596.792709240359</c:v>
                </c:pt>
                <c:pt idx="52">
                  <c:v>867.2924856433468</c:v>
                </c:pt>
                <c:pt idx="53">
                  <c:v>64525.721741678266</c:v>
                </c:pt>
                <c:pt idx="54">
                  <c:v>49818.96924004325</c:v>
                </c:pt>
                <c:pt idx="55">
                  <c:v>30286.393782613573</c:v>
                </c:pt>
                <c:pt idx="56">
                  <c:v>16269.289605860828</c:v>
                </c:pt>
                <c:pt idx="57">
                  <c:v>80025.11475759247</c:v>
                </c:pt>
                <c:pt idx="58">
                  <c:v>9242.164295560633</c:v>
                </c:pt>
                <c:pt idx="59">
                  <c:v>70438.33222868993</c:v>
                </c:pt>
                <c:pt idx="60">
                  <c:v>71425.99533581047</c:v>
                </c:pt>
                <c:pt idx="61">
                  <c:v>47681.304040964686</c:v>
                </c:pt>
                <c:pt idx="62">
                  <c:v>89726.85433429926</c:v>
                </c:pt>
                <c:pt idx="63">
                  <c:v>44455.401746005315</c:v>
                </c:pt>
                <c:pt idx="64">
                  <c:v>77802.45671858503</c:v>
                </c:pt>
                <c:pt idx="65">
                  <c:v>20311.762441317514</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5005.495826088195</c:v>
                </c:pt>
                <c:pt idx="1">
                  <c:v>4515.452473058221</c:v>
                </c:pt>
                <c:pt idx="2">
                  <c:v>40460.726417109494</c:v>
                </c:pt>
                <c:pt idx="3">
                  <c:v>29287.5610014073</c:v>
                </c:pt>
                <c:pt idx="4">
                  <c:v>4861.834746139782</c:v>
                </c:pt>
                <c:pt idx="5">
                  <c:v>47801.476301752606</c:v>
                </c:pt>
                <c:pt idx="6">
                  <c:v>17687.534786629563</c:v>
                </c:pt>
                <c:pt idx="7">
                  <c:v>35483.256280374255</c:v>
                </c:pt>
                <c:pt idx="8">
                  <c:v>4890.102634246501</c:v>
                </c:pt>
                <c:pt idx="9">
                  <c:v>51111.19415143632</c:v>
                </c:pt>
                <c:pt idx="10">
                  <c:v>63685.29120303434</c:v>
                </c:pt>
                <c:pt idx="11">
                  <c:v>27327.794193632533</c:v>
                </c:pt>
                <c:pt idx="12">
                  <c:v>5148.00593976976</c:v>
                </c:pt>
                <c:pt idx="13">
                  <c:v>47444.931945138305</c:v>
                </c:pt>
                <c:pt idx="14">
                  <c:v>29910.48501949487</c:v>
                </c:pt>
                <c:pt idx="15">
                  <c:v>4239.2918237878785</c:v>
                </c:pt>
                <c:pt idx="16">
                  <c:v>53426.182482323726</c:v>
                </c:pt>
                <c:pt idx="17">
                  <c:v>5103.037782099496</c:v>
                </c:pt>
                <c:pt idx="18">
                  <c:v>21827.198921484967</c:v>
                </c:pt>
                <c:pt idx="19">
                  <c:v>44756.01540893239</c:v>
                </c:pt>
                <c:pt idx="20">
                  <c:v>8553.908250878054</c:v>
                </c:pt>
                <c:pt idx="21">
                  <c:v>42828.63072731829</c:v>
                </c:pt>
                <c:pt idx="22">
                  <c:v>38618.59730848331</c:v>
                </c:pt>
                <c:pt idx="23">
                  <c:v>20475.48043242466</c:v>
                </c:pt>
                <c:pt idx="24">
                  <c:v>7221.273580999363</c:v>
                </c:pt>
                <c:pt idx="25">
                  <c:v>4121.146628456019</c:v>
                </c:pt>
                <c:pt idx="26">
                  <c:v>5270.599661650272</c:v>
                </c:pt>
                <c:pt idx="27">
                  <c:v>32420.6301068502</c:v>
                </c:pt>
                <c:pt idx="28">
                  <c:v>7081.352986830694</c:v>
                </c:pt>
                <c:pt idx="29">
                  <c:v>59615.56179583943</c:v>
                </c:pt>
                <c:pt idx="30">
                  <c:v>38550.51519045401</c:v>
                </c:pt>
                <c:pt idx="31">
                  <c:v>26013.737037310035</c:v>
                </c:pt>
                <c:pt idx="32">
                  <c:v>13866.400935472979</c:v>
                </c:pt>
                <c:pt idx="33">
                  <c:v>6790.5426380394065</c:v>
                </c:pt>
                <c:pt idx="34">
                  <c:v>28325.231150046977</c:v>
                </c:pt>
                <c:pt idx="35">
                  <c:v>59685.308485654634</c:v>
                </c:pt>
                <c:pt idx="36">
                  <c:v>73301.62022833273</c:v>
                </c:pt>
                <c:pt idx="37">
                  <c:v>30252.63694428642</c:v>
                </c:pt>
                <c:pt idx="38">
                  <c:v>73162.8997236198</c:v>
                </c:pt>
                <c:pt idx="39">
                  <c:v>55100.92870567605</c:v>
                </c:pt>
                <c:pt idx="40">
                  <c:v>28983.899987233952</c:v>
                </c:pt>
                <c:pt idx="41">
                  <c:v>32150.19064164233</c:v>
                </c:pt>
                <c:pt idx="42">
                  <c:v>13049.55170766206</c:v>
                </c:pt>
                <c:pt idx="43">
                  <c:v>17741.796186690855</c:v>
                </c:pt>
                <c:pt idx="44">
                  <c:v>72371.33117925281</c:v>
                </c:pt>
                <c:pt idx="45">
                  <c:v>15490.923818697333</c:v>
                </c:pt>
                <c:pt idx="46">
                  <c:v>6881.393820552714</c:v>
                </c:pt>
                <c:pt idx="47">
                  <c:v>8122.1448698495515</c:v>
                </c:pt>
                <c:pt idx="48">
                  <c:v>10756.207393712986</c:v>
                </c:pt>
                <c:pt idx="49">
                  <c:v>83776.29757004308</c:v>
                </c:pt>
                <c:pt idx="50">
                  <c:v>13462.318764533271</c:v>
                </c:pt>
                <c:pt idx="51">
                  <c:v>5047.901662064423</c:v>
                </c:pt>
                <c:pt idx="52">
                  <c:v>5137.972617512822</c:v>
                </c:pt>
                <c:pt idx="53">
                  <c:v>24920.143314208275</c:v>
                </c:pt>
                <c:pt idx="54">
                  <c:v>8644.031539583533</c:v>
                </c:pt>
                <c:pt idx="55">
                  <c:v>7313.540288170905</c:v>
                </c:pt>
                <c:pt idx="56">
                  <c:v>5840.851175082886</c:v>
                </c:pt>
                <c:pt idx="57">
                  <c:v>43707.021110981994</c:v>
                </c:pt>
                <c:pt idx="58">
                  <c:v>36937.7469310922</c:v>
                </c:pt>
                <c:pt idx="59">
                  <c:v>25865.183156004194</c:v>
                </c:pt>
                <c:pt idx="60">
                  <c:v>6360.388851570082</c:v>
                </c:pt>
                <c:pt idx="61">
                  <c:v>29932.219960187784</c:v>
                </c:pt>
                <c:pt idx="62">
                  <c:v>19029.629320296597</c:v>
                </c:pt>
                <c:pt idx="63">
                  <c:v>41654.689864734435</c:v>
                </c:pt>
                <c:pt idx="64">
                  <c:v>47857.23187021338</c:v>
                </c:pt>
                <c:pt idx="65">
                  <c:v>42990.58340090941</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9828.149548373814</c:v>
                </c:pt>
                <c:pt idx="1">
                  <c:v>34929.9538793339</c:v>
                </c:pt>
                <c:pt idx="2">
                  <c:v>31906.315204173057</c:v>
                </c:pt>
                <c:pt idx="3">
                  <c:v>14701.436908451078</c:v>
                </c:pt>
                <c:pt idx="4">
                  <c:v>4890.568810590236</c:v>
                </c:pt>
                <c:pt idx="5">
                  <c:v>30646.10650911672</c:v>
                </c:pt>
                <c:pt idx="6">
                  <c:v>33141.73993318966</c:v>
                </c:pt>
                <c:pt idx="7">
                  <c:v>45704.204009453984</c:v>
                </c:pt>
                <c:pt idx="8">
                  <c:v>48607.92987939494</c:v>
                </c:pt>
                <c:pt idx="9">
                  <c:v>30084.712371513047</c:v>
                </c:pt>
                <c:pt idx="10">
                  <c:v>28802.954515590845</c:v>
                </c:pt>
                <c:pt idx="11">
                  <c:v>21170.143242064914</c:v>
                </c:pt>
                <c:pt idx="12">
                  <c:v>57509.50460548472</c:v>
                </c:pt>
                <c:pt idx="13">
                  <c:v>48794.47064716172</c:v>
                </c:pt>
                <c:pt idx="14">
                  <c:v>72903.47520520256</c:v>
                </c:pt>
                <c:pt idx="15">
                  <c:v>16649.67313329289</c:v>
                </c:pt>
                <c:pt idx="16">
                  <c:v>34099.62923373333</c:v>
                </c:pt>
                <c:pt idx="17">
                  <c:v>38750.93823168162</c:v>
                </c:pt>
                <c:pt idx="18">
                  <c:v>29452.138496971755</c:v>
                </c:pt>
                <c:pt idx="19">
                  <c:v>44671.061922890796</c:v>
                </c:pt>
                <c:pt idx="20">
                  <c:v>43760.62752714231</c:v>
                </c:pt>
                <c:pt idx="21">
                  <c:v>72886.16485174838</c:v>
                </c:pt>
                <c:pt idx="22">
                  <c:v>44790.53334503436</c:v>
                </c:pt>
                <c:pt idx="23">
                  <c:v>34296.45111851981</c:v>
                </c:pt>
                <c:pt idx="24">
                  <c:v>59241.22670100126</c:v>
                </c:pt>
                <c:pt idx="25">
                  <c:v>39858.838078855355</c:v>
                </c:pt>
                <c:pt idx="26">
                  <c:v>42279.88539143649</c:v>
                </c:pt>
                <c:pt idx="27">
                  <c:v>28157.62616675396</c:v>
                </c:pt>
                <c:pt idx="28">
                  <c:v>45616.37777189671</c:v>
                </c:pt>
                <c:pt idx="29">
                  <c:v>48475.47843805724</c:v>
                </c:pt>
                <c:pt idx="30">
                  <c:v>50886.075698255125</c:v>
                </c:pt>
                <c:pt idx="31">
                  <c:v>37204.31706035114</c:v>
                </c:pt>
                <c:pt idx="32">
                  <c:v>28380.60006739211</c:v>
                </c:pt>
                <c:pt idx="33">
                  <c:v>13634.949124874402</c:v>
                </c:pt>
                <c:pt idx="34">
                  <c:v>16044.622537359795</c:v>
                </c:pt>
                <c:pt idx="35">
                  <c:v>13854.011234350115</c:v>
                </c:pt>
                <c:pt idx="36">
                  <c:v>12911.576699578733</c:v>
                </c:pt>
                <c:pt idx="37">
                  <c:v>5831.966313746426</c:v>
                </c:pt>
                <c:pt idx="38">
                  <c:v>20202.054042997952</c:v>
                </c:pt>
                <c:pt idx="39">
                  <c:v>7900.044408564297</c:v>
                </c:pt>
                <c:pt idx="40">
                  <c:v>10836.902429371772</c:v>
                </c:pt>
                <c:pt idx="41">
                  <c:v>39052.332748192304</c:v>
                </c:pt>
                <c:pt idx="42">
                  <c:v>47863.65119013953</c:v>
                </c:pt>
                <c:pt idx="43">
                  <c:v>19547.983146987823</c:v>
                </c:pt>
                <c:pt idx="44">
                  <c:v>21391.701519577524</c:v>
                </c:pt>
                <c:pt idx="45">
                  <c:v>33311.41552342931</c:v>
                </c:pt>
                <c:pt idx="46">
                  <c:v>22047.9352776151</c:v>
                </c:pt>
                <c:pt idx="47">
                  <c:v>49828.60676035165</c:v>
                </c:pt>
                <c:pt idx="48">
                  <c:v>20934.95537962398</c:v>
                </c:pt>
                <c:pt idx="49">
                  <c:v>29933.064763525967</c:v>
                </c:pt>
                <c:pt idx="50">
                  <c:v>20649.95175176769</c:v>
                </c:pt>
                <c:pt idx="51">
                  <c:v>24772.299178672</c:v>
                </c:pt>
                <c:pt idx="52">
                  <c:v>42536.28534074565</c:v>
                </c:pt>
                <c:pt idx="53">
                  <c:v>32865.026637747986</c:v>
                </c:pt>
                <c:pt idx="54">
                  <c:v>39742.80401472495</c:v>
                </c:pt>
                <c:pt idx="55">
                  <c:v>34832.559757967225</c:v>
                </c:pt>
                <c:pt idx="56">
                  <c:v>45225.94866627842</c:v>
                </c:pt>
                <c:pt idx="57">
                  <c:v>43702.62016959515</c:v>
                </c:pt>
                <c:pt idx="58">
                  <c:v>49255.99714394678</c:v>
                </c:pt>
                <c:pt idx="59">
                  <c:v>81466.36793486169</c:v>
                </c:pt>
                <c:pt idx="60">
                  <c:v>61526.6433819963</c:v>
                </c:pt>
                <c:pt idx="61">
                  <c:v>26176.65076653026</c:v>
                </c:pt>
                <c:pt idx="62">
                  <c:v>43370.753205795576</c:v>
                </c:pt>
                <c:pt idx="63">
                  <c:v>53555.90230884972</c:v>
                </c:pt>
                <c:pt idx="64">
                  <c:v>40710.41026983473</c:v>
                </c:pt>
                <c:pt idx="65">
                  <c:v>18607.855240452755</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6060.862296219942</c:v>
                </c:pt>
                <c:pt idx="1">
                  <c:v>3660.6401303328626</c:v>
                </c:pt>
                <c:pt idx="2">
                  <c:v>5291.459516205461</c:v>
                </c:pt>
                <c:pt idx="3">
                  <c:v>3067.625755792006</c:v>
                </c:pt>
                <c:pt idx="4">
                  <c:v>6716.927477651431</c:v>
                </c:pt>
                <c:pt idx="5">
                  <c:v>3412.6317754127026</c:v>
                </c:pt>
                <c:pt idx="6">
                  <c:v>5249.112389086873</c:v>
                </c:pt>
                <c:pt idx="7">
                  <c:v>4598.413728461352</c:v>
                </c:pt>
                <c:pt idx="8">
                  <c:v>155.83495239314368</c:v>
                </c:pt>
                <c:pt idx="9">
                  <c:v>2906.2838803504574</c:v>
                </c:pt>
                <c:pt idx="10">
                  <c:v>1543.5276375704818</c:v>
                </c:pt>
                <c:pt idx="11">
                  <c:v>729.8452247973914</c:v>
                </c:pt>
                <c:pt idx="12">
                  <c:v>4198.42050419312</c:v>
                </c:pt>
                <c:pt idx="13">
                  <c:v>3055.245215302458</c:v>
                </c:pt>
                <c:pt idx="14">
                  <c:v>5871.003664186682</c:v>
                </c:pt>
                <c:pt idx="15">
                  <c:v>6192.621437020908</c:v>
                </c:pt>
                <c:pt idx="16">
                  <c:v>5166.972776120081</c:v>
                </c:pt>
                <c:pt idx="17">
                  <c:v>7653.569153203321</c:v>
                </c:pt>
                <c:pt idx="18">
                  <c:v>8289.551995854426</c:v>
                </c:pt>
                <c:pt idx="19">
                  <c:v>7072.274981908145</c:v>
                </c:pt>
                <c:pt idx="20">
                  <c:v>4796.598540454712</c:v>
                </c:pt>
                <c:pt idx="21">
                  <c:v>6373.590295921214</c:v>
                </c:pt>
                <c:pt idx="22">
                  <c:v>10056.314693293103</c:v>
                </c:pt>
                <c:pt idx="23">
                  <c:v>9755.541908754361</c:v>
                </c:pt>
                <c:pt idx="24">
                  <c:v>560.7098016140865</c:v>
                </c:pt>
                <c:pt idx="25">
                  <c:v>4719.916975270271</c:v>
                </c:pt>
                <c:pt idx="26">
                  <c:v>2641.016918264217</c:v>
                </c:pt>
                <c:pt idx="27">
                  <c:v>73.00420363609379</c:v>
                </c:pt>
                <c:pt idx="28">
                  <c:v>5926.8025459669225</c:v>
                </c:pt>
                <c:pt idx="29">
                  <c:v>3350.7697059679654</c:v>
                </c:pt>
                <c:pt idx="30">
                  <c:v>1666.644583399233</c:v>
                </c:pt>
                <c:pt idx="31">
                  <c:v>6877.239200032359</c:v>
                </c:pt>
                <c:pt idx="32">
                  <c:v>2766.5180125755824</c:v>
                </c:pt>
                <c:pt idx="33">
                  <c:v>131.48241397362597</c:v>
                </c:pt>
                <c:pt idx="34">
                  <c:v>11817.359921559242</c:v>
                </c:pt>
                <c:pt idx="35">
                  <c:v>4537.476836101264</c:v>
                </c:pt>
                <c:pt idx="36">
                  <c:v>11628.308040689066</c:v>
                </c:pt>
                <c:pt idx="37">
                  <c:v>2428.756446703565</c:v>
                </c:pt>
                <c:pt idx="38">
                  <c:v>1679.8430735301465</c:v>
                </c:pt>
                <c:pt idx="39">
                  <c:v>367.7543313489882</c:v>
                </c:pt>
                <c:pt idx="40">
                  <c:v>2110.153613136482</c:v>
                </c:pt>
                <c:pt idx="41">
                  <c:v>1.8055061900068854</c:v>
                </c:pt>
                <c:pt idx="42">
                  <c:v>115.81768394291298</c:v>
                </c:pt>
                <c:pt idx="43">
                  <c:v>9417.89554080016</c:v>
                </c:pt>
                <c:pt idx="44">
                  <c:v>680.5087310701605</c:v>
                </c:pt>
                <c:pt idx="45">
                  <c:v>7481.232649193222</c:v>
                </c:pt>
                <c:pt idx="46">
                  <c:v>4781.2651017505195</c:v>
                </c:pt>
                <c:pt idx="47">
                  <c:v>1811.4464853613295</c:v>
                </c:pt>
                <c:pt idx="48">
                  <c:v>2182.1719682479566</c:v>
                </c:pt>
                <c:pt idx="49">
                  <c:v>1681.477601088431</c:v>
                </c:pt>
                <c:pt idx="50">
                  <c:v>2944.5091773712875</c:v>
                </c:pt>
                <c:pt idx="51">
                  <c:v>86.17086222701529</c:v>
                </c:pt>
                <c:pt idx="52">
                  <c:v>2814.4454540062397</c:v>
                </c:pt>
                <c:pt idx="53">
                  <c:v>1657.6657564592188</c:v>
                </c:pt>
                <c:pt idx="54">
                  <c:v>6090.375924705333</c:v>
                </c:pt>
                <c:pt idx="55">
                  <c:v>106.58587820288348</c:v>
                </c:pt>
                <c:pt idx="56">
                  <c:v>3968.2058942774056</c:v>
                </c:pt>
                <c:pt idx="57">
                  <c:v>28.829070325359154</c:v>
                </c:pt>
                <c:pt idx="58">
                  <c:v>2062.559615579296</c:v>
                </c:pt>
                <c:pt idx="59">
                  <c:v>6925.27770901234</c:v>
                </c:pt>
                <c:pt idx="60">
                  <c:v>3461.023187843436</c:v>
                </c:pt>
                <c:pt idx="61">
                  <c:v>3643.4746895994313</c:v>
                </c:pt>
                <c:pt idx="62">
                  <c:v>2520.3311904685056</c:v>
                </c:pt>
                <c:pt idx="63">
                  <c:v>3727.0552469010463</c:v>
                </c:pt>
                <c:pt idx="64">
                  <c:v>298.16969713470075</c:v>
                </c:pt>
                <c:pt idx="65">
                  <c:v>6511.38864126725</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66.17706267875536</c:v>
                </c:pt>
                <c:pt idx="1">
                  <c:v>4645.319861582867</c:v>
                </c:pt>
                <c:pt idx="2">
                  <c:v>739.2399977065136</c:v>
                </c:pt>
                <c:pt idx="3">
                  <c:v>169.0640127662516</c:v>
                </c:pt>
                <c:pt idx="4">
                  <c:v>1051.3723537638425</c:v>
                </c:pt>
                <c:pt idx="5">
                  <c:v>4013.587098001463</c:v>
                </c:pt>
                <c:pt idx="6">
                  <c:v>2759.5025427219844</c:v>
                </c:pt>
                <c:pt idx="7">
                  <c:v>6125.73466944509</c:v>
                </c:pt>
                <c:pt idx="8">
                  <c:v>307.38153725638534</c:v>
                </c:pt>
                <c:pt idx="9">
                  <c:v>147.58426024088197</c:v>
                </c:pt>
                <c:pt idx="10">
                  <c:v>1989.4531788981644</c:v>
                </c:pt>
                <c:pt idx="11">
                  <c:v>991.6626719470414</c:v>
                </c:pt>
                <c:pt idx="12">
                  <c:v>3842.0793412787516</c:v>
                </c:pt>
                <c:pt idx="13">
                  <c:v>269.09957717537225</c:v>
                </c:pt>
                <c:pt idx="14">
                  <c:v>275.809754739373</c:v>
                </c:pt>
                <c:pt idx="15">
                  <c:v>78.90032053134739</c:v>
                </c:pt>
                <c:pt idx="16">
                  <c:v>1962.2895234281516</c:v>
                </c:pt>
                <c:pt idx="17">
                  <c:v>37.83817143049036</c:v>
                </c:pt>
                <c:pt idx="18">
                  <c:v>2815.0681606765124</c:v>
                </c:pt>
                <c:pt idx="19">
                  <c:v>221.77869678102607</c:v>
                </c:pt>
                <c:pt idx="20">
                  <c:v>382.2371375694799</c:v>
                </c:pt>
                <c:pt idx="21">
                  <c:v>5251.883660068182</c:v>
                </c:pt>
                <c:pt idx="22">
                  <c:v>3710.4756808191605</c:v>
                </c:pt>
                <c:pt idx="23">
                  <c:v>148.90185851847502</c:v>
                </c:pt>
                <c:pt idx="24">
                  <c:v>163.4373858510283</c:v>
                </c:pt>
                <c:pt idx="25">
                  <c:v>3181.697639490016</c:v>
                </c:pt>
                <c:pt idx="26">
                  <c:v>743.0558764824046</c:v>
                </c:pt>
                <c:pt idx="27">
                  <c:v>1857.968434845648</c:v>
                </c:pt>
                <c:pt idx="28">
                  <c:v>3254.356104451512</c:v>
                </c:pt>
                <c:pt idx="29">
                  <c:v>1764.0962910004891</c:v>
                </c:pt>
                <c:pt idx="30">
                  <c:v>1155.7821697381319</c:v>
                </c:pt>
                <c:pt idx="31">
                  <c:v>18.21169934192418</c:v>
                </c:pt>
                <c:pt idx="32">
                  <c:v>48.12228674814047</c:v>
                </c:pt>
                <c:pt idx="33">
                  <c:v>162.20411062549968</c:v>
                </c:pt>
                <c:pt idx="34">
                  <c:v>141.7414833138094</c:v>
                </c:pt>
                <c:pt idx="35">
                  <c:v>3858.046723926902</c:v>
                </c:pt>
                <c:pt idx="36">
                  <c:v>3393.9840655677153</c:v>
                </c:pt>
                <c:pt idx="37">
                  <c:v>53.300078928648745</c:v>
                </c:pt>
                <c:pt idx="38">
                  <c:v>34.89029490534309</c:v>
                </c:pt>
                <c:pt idx="39">
                  <c:v>2149.44808392851</c:v>
                </c:pt>
                <c:pt idx="40">
                  <c:v>264.07782174293</c:v>
                </c:pt>
                <c:pt idx="41">
                  <c:v>4.784155237296673</c:v>
                </c:pt>
                <c:pt idx="42">
                  <c:v>4278.592071244894</c:v>
                </c:pt>
                <c:pt idx="43">
                  <c:v>563.7113803481657</c:v>
                </c:pt>
                <c:pt idx="44">
                  <c:v>41.97577560245263</c:v>
                </c:pt>
                <c:pt idx="45">
                  <c:v>1563.6012154711038</c:v>
                </c:pt>
                <c:pt idx="46">
                  <c:v>174.37836516831206</c:v>
                </c:pt>
                <c:pt idx="47">
                  <c:v>80.04145775438364</c:v>
                </c:pt>
                <c:pt idx="48">
                  <c:v>127.4856682765646</c:v>
                </c:pt>
                <c:pt idx="49">
                  <c:v>922.576988720719</c:v>
                </c:pt>
                <c:pt idx="50">
                  <c:v>623.393178634479</c:v>
                </c:pt>
                <c:pt idx="51">
                  <c:v>3041.652148016324</c:v>
                </c:pt>
                <c:pt idx="52">
                  <c:v>2077.337514757927</c:v>
                </c:pt>
                <c:pt idx="53">
                  <c:v>185.12837087718646</c:v>
                </c:pt>
                <c:pt idx="54">
                  <c:v>34.549686279867345</c:v>
                </c:pt>
                <c:pt idx="55">
                  <c:v>4355.346147405648</c:v>
                </c:pt>
                <c:pt idx="56">
                  <c:v>1276.4132468600394</c:v>
                </c:pt>
                <c:pt idx="57">
                  <c:v>330.53821803862184</c:v>
                </c:pt>
                <c:pt idx="58">
                  <c:v>87.97086866038566</c:v>
                </c:pt>
                <c:pt idx="59">
                  <c:v>3546.8669244567554</c:v>
                </c:pt>
                <c:pt idx="60">
                  <c:v>1178.7434836665016</c:v>
                </c:pt>
                <c:pt idx="61">
                  <c:v>2917.270380077098</c:v>
                </c:pt>
                <c:pt idx="62">
                  <c:v>6151.56756822112</c:v>
                </c:pt>
                <c:pt idx="63">
                  <c:v>346.5397742934472</c:v>
                </c:pt>
                <c:pt idx="64">
                  <c:v>46.13320864244389</c:v>
                </c:pt>
                <c:pt idx="65">
                  <c:v>2899.6323743143776</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7626.07307858795</c:v>
                </c:pt>
                <c:pt idx="1">
                  <c:v>-8468.103304588352</c:v>
                </c:pt>
                <c:pt idx="2">
                  <c:v>6289.827251080441</c:v>
                </c:pt>
                <c:pt idx="3">
                  <c:v>-10460.295069027008</c:v>
                </c:pt>
                <c:pt idx="4">
                  <c:v>7122.543349740312</c:v>
                </c:pt>
                <c:pt idx="5">
                  <c:v>-14704.443416021832</c:v>
                </c:pt>
                <c:pt idx="6">
                  <c:v>-3853.5948814424582</c:v>
                </c:pt>
                <c:pt idx="7">
                  <c:v>-2578.873821605308</c:v>
                </c:pt>
                <c:pt idx="8">
                  <c:v>19859.84706177422</c:v>
                </c:pt>
                <c:pt idx="9">
                  <c:v>-2462.1285636269467</c:v>
                </c:pt>
                <c:pt idx="10">
                  <c:v>-4116.5754839859455</c:v>
                </c:pt>
                <c:pt idx="11">
                  <c:v>-6963.383424975995</c:v>
                </c:pt>
                <c:pt idx="12">
                  <c:v>-8890.896430734329</c:v>
                </c:pt>
                <c:pt idx="13">
                  <c:v>4950.3901349647795</c:v>
                </c:pt>
                <c:pt idx="14">
                  <c:v>-20104.80017075216</c:v>
                </c:pt>
                <c:pt idx="15">
                  <c:v>-3542.2762554940246</c:v>
                </c:pt>
                <c:pt idx="16">
                  <c:v>-10831.783006887963</c:v>
                </c:pt>
                <c:pt idx="17">
                  <c:v>6171.229531035738</c:v>
                </c:pt>
                <c:pt idx="18">
                  <c:v>-717.7328498665335</c:v>
                </c:pt>
                <c:pt idx="19">
                  <c:v>-4261.435573541679</c:v>
                </c:pt>
                <c:pt idx="20">
                  <c:v>110.37627317601982</c:v>
                </c:pt>
                <c:pt idx="21">
                  <c:v>22107.771592814857</c:v>
                </c:pt>
                <c:pt idx="22">
                  <c:v>13654.860626469066</c:v>
                </c:pt>
                <c:pt idx="23">
                  <c:v>-4960.31009558492</c:v>
                </c:pt>
                <c:pt idx="24">
                  <c:v>-16005.390021576906</c:v>
                </c:pt>
                <c:pt idx="25">
                  <c:v>-7809.9192666097915</c:v>
                </c:pt>
                <c:pt idx="26">
                  <c:v>9535.865482725903</c:v>
                </c:pt>
                <c:pt idx="27">
                  <c:v>-2855.4794475253184</c:v>
                </c:pt>
                <c:pt idx="28">
                  <c:v>-6292.30569372852</c:v>
                </c:pt>
                <c:pt idx="29">
                  <c:v>18824.500813296298</c:v>
                </c:pt>
                <c:pt idx="30">
                  <c:v>1267.4019832042104</c:v>
                </c:pt>
                <c:pt idx="31">
                  <c:v>22494.501073223353</c:v>
                </c:pt>
                <c:pt idx="32">
                  <c:v>10185.54496312002</c:v>
                </c:pt>
                <c:pt idx="33">
                  <c:v>1085.3668634523874</c:v>
                </c:pt>
                <c:pt idx="34">
                  <c:v>-9612.24842505769</c:v>
                </c:pt>
                <c:pt idx="35">
                  <c:v>21542.608343396023</c:v>
                </c:pt>
                <c:pt idx="36">
                  <c:v>-11316.21197196134</c:v>
                </c:pt>
                <c:pt idx="37">
                  <c:v>-2148.647122421893</c:v>
                </c:pt>
                <c:pt idx="38">
                  <c:v>-6387.548577116268</c:v>
                </c:pt>
                <c:pt idx="39">
                  <c:v>-3833.730668127658</c:v>
                </c:pt>
                <c:pt idx="40">
                  <c:v>-8401.613307672756</c:v>
                </c:pt>
                <c:pt idx="41">
                  <c:v>-6824.882061506628</c:v>
                </c:pt>
                <c:pt idx="42">
                  <c:v>7998.944079447552</c:v>
                </c:pt>
                <c:pt idx="43">
                  <c:v>-446.7017586066099</c:v>
                </c:pt>
                <c:pt idx="44">
                  <c:v>-11332.62723712343</c:v>
                </c:pt>
                <c:pt idx="45">
                  <c:v>-15465.204374404724</c:v>
                </c:pt>
                <c:pt idx="46">
                  <c:v>-13198.846243779924</c:v>
                </c:pt>
                <c:pt idx="47">
                  <c:v>-2282.5518365699722</c:v>
                </c:pt>
                <c:pt idx="48">
                  <c:v>9728.746741619841</c:v>
                </c:pt>
                <c:pt idx="49">
                  <c:v>-4773.632082579885</c:v>
                </c:pt>
                <c:pt idx="50">
                  <c:v>-836.4615621631297</c:v>
                </c:pt>
                <c:pt idx="51">
                  <c:v>7491.534193144571</c:v>
                </c:pt>
                <c:pt idx="52">
                  <c:v>1882.1509695793798</c:v>
                </c:pt>
                <c:pt idx="53">
                  <c:v>14909.28880845325</c:v>
                </c:pt>
                <c:pt idx="54">
                  <c:v>-1364.809789660536</c:v>
                </c:pt>
                <c:pt idx="55">
                  <c:v>4686.907402691145</c:v>
                </c:pt>
                <c:pt idx="56">
                  <c:v>2121.9068844841822</c:v>
                </c:pt>
                <c:pt idx="57">
                  <c:v>-4239.64835703545</c:v>
                </c:pt>
                <c:pt idx="58">
                  <c:v>4965.106039043232</c:v>
                </c:pt>
                <c:pt idx="59">
                  <c:v>-19535.487515319728</c:v>
                </c:pt>
                <c:pt idx="60">
                  <c:v>-15709.542154321922</c:v>
                </c:pt>
                <c:pt idx="61">
                  <c:v>-14679.604343224153</c:v>
                </c:pt>
                <c:pt idx="62">
                  <c:v>-34681.911434306196</c:v>
                </c:pt>
                <c:pt idx="63">
                  <c:v>10917.721253123804</c:v>
                </c:pt>
                <c:pt idx="64">
                  <c:v>-14985.670256010968</c:v>
                </c:pt>
                <c:pt idx="65">
                  <c:v>-10252.06984442539</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6148.93828265564</c:v>
                </c:pt>
                <c:pt idx="1">
                  <c:v>4020.961834149104</c:v>
                </c:pt>
                <c:pt idx="2">
                  <c:v>3132.0487582268966</c:v>
                </c:pt>
                <c:pt idx="3">
                  <c:v>5301.917851179771</c:v>
                </c:pt>
                <c:pt idx="4">
                  <c:v>1691.0988849201603</c:v>
                </c:pt>
                <c:pt idx="5">
                  <c:v>3251.1617708686153</c:v>
                </c:pt>
                <c:pt idx="6">
                  <c:v>230.86425562716707</c:v>
                </c:pt>
                <c:pt idx="7">
                  <c:v>3218.654048302464</c:v>
                </c:pt>
                <c:pt idx="8">
                  <c:v>2553.0800197047874</c:v>
                </c:pt>
                <c:pt idx="9">
                  <c:v>241.35501983385083</c:v>
                </c:pt>
                <c:pt idx="10">
                  <c:v>3417.3913181789576</c:v>
                </c:pt>
                <c:pt idx="11">
                  <c:v>6554.233114741619</c:v>
                </c:pt>
                <c:pt idx="12">
                  <c:v>8370.370150778961</c:v>
                </c:pt>
                <c:pt idx="13">
                  <c:v>4215.1793681490435</c:v>
                </c:pt>
                <c:pt idx="14">
                  <c:v>6269.807035687065</c:v>
                </c:pt>
                <c:pt idx="15">
                  <c:v>56.67341738901168</c:v>
                </c:pt>
                <c:pt idx="16">
                  <c:v>1537.7857024466532</c:v>
                </c:pt>
                <c:pt idx="17">
                  <c:v>2583.716266430109</c:v>
                </c:pt>
                <c:pt idx="18">
                  <c:v>1688.256118318356</c:v>
                </c:pt>
                <c:pt idx="19">
                  <c:v>2020.599570423857</c:v>
                </c:pt>
                <c:pt idx="20">
                  <c:v>3712.622230019326</c:v>
                </c:pt>
                <c:pt idx="21">
                  <c:v>6299.0846115788945</c:v>
                </c:pt>
                <c:pt idx="22">
                  <c:v>6241.596515155282</c:v>
                </c:pt>
                <c:pt idx="23">
                  <c:v>2276.127824323695</c:v>
                </c:pt>
                <c:pt idx="24">
                  <c:v>161.99853598947846</c:v>
                </c:pt>
                <c:pt idx="25">
                  <c:v>2590.8463325548287</c:v>
                </c:pt>
                <c:pt idx="26">
                  <c:v>4480.7306403367065</c:v>
                </c:pt>
                <c:pt idx="27">
                  <c:v>107.78886581371279</c:v>
                </c:pt>
                <c:pt idx="28">
                  <c:v>95.50322746041925</c:v>
                </c:pt>
                <c:pt idx="29">
                  <c:v>3951.310435948948</c:v>
                </c:pt>
                <c:pt idx="30">
                  <c:v>54.894142181928146</c:v>
                </c:pt>
                <c:pt idx="31">
                  <c:v>1769.1780196226587</c:v>
                </c:pt>
                <c:pt idx="32">
                  <c:v>444.948864121626</c:v>
                </c:pt>
                <c:pt idx="33">
                  <c:v>7275.604660515952</c:v>
                </c:pt>
                <c:pt idx="34">
                  <c:v>174.77959991211918</c:v>
                </c:pt>
                <c:pt idx="35">
                  <c:v>7482.354776332322</c:v>
                </c:pt>
                <c:pt idx="36">
                  <c:v>3963.5293543787666</c:v>
                </c:pt>
                <c:pt idx="37">
                  <c:v>314.378196155351</c:v>
                </c:pt>
                <c:pt idx="38">
                  <c:v>5014.760598974283</c:v>
                </c:pt>
                <c:pt idx="39">
                  <c:v>2479.1062290139917</c:v>
                </c:pt>
                <c:pt idx="40">
                  <c:v>7482.340522601607</c:v>
                </c:pt>
                <c:pt idx="41">
                  <c:v>2513.8595865837688</c:v>
                </c:pt>
                <c:pt idx="42">
                  <c:v>4159.408647707923</c:v>
                </c:pt>
                <c:pt idx="43">
                  <c:v>5749.492558018621</c:v>
                </c:pt>
                <c:pt idx="44">
                  <c:v>2338.450507008586</c:v>
                </c:pt>
                <c:pt idx="45">
                  <c:v>267.51002614917013</c:v>
                </c:pt>
                <c:pt idx="46">
                  <c:v>151.52371719499087</c:v>
                </c:pt>
                <c:pt idx="47">
                  <c:v>42.308378735228686</c:v>
                </c:pt>
                <c:pt idx="48">
                  <c:v>5614.11175582266</c:v>
                </c:pt>
                <c:pt idx="49">
                  <c:v>4244.876115961801</c:v>
                </c:pt>
                <c:pt idx="50">
                  <c:v>741.6182152475083</c:v>
                </c:pt>
                <c:pt idx="51">
                  <c:v>3926.3407980954216</c:v>
                </c:pt>
                <c:pt idx="52">
                  <c:v>409.95102056917824</c:v>
                </c:pt>
                <c:pt idx="53">
                  <c:v>338.11689669424993</c:v>
                </c:pt>
                <c:pt idx="54">
                  <c:v>3010.5504448508796</c:v>
                </c:pt>
                <c:pt idx="55">
                  <c:v>130.17884669227217</c:v>
                </c:pt>
                <c:pt idx="56">
                  <c:v>5962.991619979532</c:v>
                </c:pt>
                <c:pt idx="57">
                  <c:v>2384.553361407615</c:v>
                </c:pt>
                <c:pt idx="58">
                  <c:v>264.2365383494524</c:v>
                </c:pt>
                <c:pt idx="59">
                  <c:v>6731.006875260823</c:v>
                </c:pt>
                <c:pt idx="60">
                  <c:v>4817.799651470165</c:v>
                </c:pt>
                <c:pt idx="61">
                  <c:v>223.39183045091613</c:v>
                </c:pt>
                <c:pt idx="62">
                  <c:v>253.17747715952686</c:v>
                </c:pt>
                <c:pt idx="63">
                  <c:v>2971.0277012812694</c:v>
                </c:pt>
                <c:pt idx="64">
                  <c:v>3370.5676249978105</c:v>
                </c:pt>
                <c:pt idx="65">
                  <c:v>96.15656270557346</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4566.233423129919</c:v>
                </c:pt>
                <c:pt idx="1">
                  <c:v>16019.689658800982</c:v>
                </c:pt>
                <c:pt idx="2">
                  <c:v>30798.94360321715</c:v>
                </c:pt>
                <c:pt idx="3">
                  <c:v>10136.68453067853</c:v>
                </c:pt>
                <c:pt idx="4">
                  <c:v>17338.051804406874</c:v>
                </c:pt>
                <c:pt idx="5">
                  <c:v>25969.093942990068</c:v>
                </c:pt>
                <c:pt idx="6">
                  <c:v>10998.968471628259</c:v>
                </c:pt>
                <c:pt idx="7">
                  <c:v>32486.303002053264</c:v>
                </c:pt>
                <c:pt idx="8">
                  <c:v>15985.52121786858</c:v>
                </c:pt>
                <c:pt idx="9">
                  <c:v>19583.0929866372</c:v>
                </c:pt>
                <c:pt idx="10">
                  <c:v>16864.344213552642</c:v>
                </c:pt>
                <c:pt idx="11">
                  <c:v>21210.671054714458</c:v>
                </c:pt>
                <c:pt idx="12">
                  <c:v>53802.16018518237</c:v>
                </c:pt>
                <c:pt idx="13">
                  <c:v>48198.443753622945</c:v>
                </c:pt>
                <c:pt idx="14">
                  <c:v>27488.18148344376</c:v>
                </c:pt>
                <c:pt idx="15">
                  <c:v>40617.667992006755</c:v>
                </c:pt>
                <c:pt idx="16">
                  <c:v>32881.057343424865</c:v>
                </c:pt>
                <c:pt idx="17">
                  <c:v>30461.65455800146</c:v>
                </c:pt>
                <c:pt idx="18">
                  <c:v>36527.09657778173</c:v>
                </c:pt>
                <c:pt idx="19">
                  <c:v>43609.37359812554</c:v>
                </c:pt>
                <c:pt idx="20">
                  <c:v>17008.19528847104</c:v>
                </c:pt>
                <c:pt idx="21">
                  <c:v>36372.77339061243</c:v>
                </c:pt>
                <c:pt idx="22">
                  <c:v>68405.04358188839</c:v>
                </c:pt>
                <c:pt idx="23">
                  <c:v>57386.16550983387</c:v>
                </c:pt>
                <c:pt idx="24">
                  <c:v>43307.90045640156</c:v>
                </c:pt>
                <c:pt idx="25">
                  <c:v>15132.768694361554</c:v>
                </c:pt>
                <c:pt idx="26">
                  <c:v>21364.88567786428</c:v>
                </c:pt>
                <c:pt idx="27">
                  <c:v>15194.432562060658</c:v>
                </c:pt>
                <c:pt idx="28">
                  <c:v>29075.79315619474</c:v>
                </c:pt>
                <c:pt idx="29">
                  <c:v>16901.60632534747</c:v>
                </c:pt>
                <c:pt idx="30">
                  <c:v>18806.905575831846</c:v>
                </c:pt>
                <c:pt idx="31">
                  <c:v>24157.77029672249</c:v>
                </c:pt>
                <c:pt idx="32">
                  <c:v>34709.15692134996</c:v>
                </c:pt>
                <c:pt idx="33">
                  <c:v>25269.43691655479</c:v>
                </c:pt>
                <c:pt idx="34">
                  <c:v>33910.7949661292</c:v>
                </c:pt>
                <c:pt idx="35">
                  <c:v>37750.51311348415</c:v>
                </c:pt>
                <c:pt idx="36">
                  <c:v>20459.3955226535</c:v>
                </c:pt>
                <c:pt idx="37">
                  <c:v>6640.769420202811</c:v>
                </c:pt>
                <c:pt idx="38">
                  <c:v>8127.025122340131</c:v>
                </c:pt>
                <c:pt idx="39">
                  <c:v>41235.54396136783</c:v>
                </c:pt>
                <c:pt idx="40">
                  <c:v>29718.167256044537</c:v>
                </c:pt>
                <c:pt idx="41">
                  <c:v>28030.599597151697</c:v>
                </c:pt>
                <c:pt idx="42">
                  <c:v>27883.947193884676</c:v>
                </c:pt>
                <c:pt idx="43">
                  <c:v>24273.36242021712</c:v>
                </c:pt>
                <c:pt idx="44">
                  <c:v>22061.127962170864</c:v>
                </c:pt>
                <c:pt idx="45">
                  <c:v>14659.578026249133</c:v>
                </c:pt>
                <c:pt idx="46">
                  <c:v>8840.827409188005</c:v>
                </c:pt>
                <c:pt idx="47">
                  <c:v>38804.634034882336</c:v>
                </c:pt>
                <c:pt idx="48">
                  <c:v>55748.25274889813</c:v>
                </c:pt>
                <c:pt idx="49">
                  <c:v>33682.42285712395</c:v>
                </c:pt>
                <c:pt idx="50">
                  <c:v>45664.790185268685</c:v>
                </c:pt>
                <c:pt idx="51">
                  <c:v>37021.373006516296</c:v>
                </c:pt>
                <c:pt idx="52">
                  <c:v>38958.91091524407</c:v>
                </c:pt>
                <c:pt idx="53">
                  <c:v>39864.808830474976</c:v>
                </c:pt>
                <c:pt idx="54">
                  <c:v>22522.149641399108</c:v>
                </c:pt>
                <c:pt idx="55">
                  <c:v>7529.014175074005</c:v>
                </c:pt>
                <c:pt idx="56">
                  <c:v>5513.7979483332565</c:v>
                </c:pt>
                <c:pt idx="57">
                  <c:v>2166.5841017928306</c:v>
                </c:pt>
                <c:pt idx="58">
                  <c:v>1148.4808623689905</c:v>
                </c:pt>
                <c:pt idx="59">
                  <c:v>17296.456556088902</c:v>
                </c:pt>
                <c:pt idx="60">
                  <c:v>23119.068201129714</c:v>
                </c:pt>
                <c:pt idx="61">
                  <c:v>21759.25146765021</c:v>
                </c:pt>
                <c:pt idx="62">
                  <c:v>20605.024652711258</c:v>
                </c:pt>
                <c:pt idx="63">
                  <c:v>6866.102806693869</c:v>
                </c:pt>
                <c:pt idx="64">
                  <c:v>4234.847005847409</c:v>
                </c:pt>
                <c:pt idx="65">
                  <c:v>24750.165823693987</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763.2009282278124</c:v>
                </c:pt>
                <c:pt idx="1">
                  <c:v>6868.2218909934245</c:v>
                </c:pt>
                <c:pt idx="2">
                  <c:v>7570.7585256307375</c:v>
                </c:pt>
                <c:pt idx="3">
                  <c:v>222.19230127443313</c:v>
                </c:pt>
                <c:pt idx="4">
                  <c:v>5712.040847683502</c:v>
                </c:pt>
                <c:pt idx="5">
                  <c:v>3515.1011774891767</c:v>
                </c:pt>
                <c:pt idx="6">
                  <c:v>5689.729963041673</c:v>
                </c:pt>
                <c:pt idx="7">
                  <c:v>5372.228057567898</c:v>
                </c:pt>
                <c:pt idx="8">
                  <c:v>6299.1499716259295</c:v>
                </c:pt>
                <c:pt idx="9">
                  <c:v>938.7434069068179</c:v>
                </c:pt>
                <c:pt idx="10">
                  <c:v>3077.2977168867747</c:v>
                </c:pt>
                <c:pt idx="11">
                  <c:v>4015.951925983718</c:v>
                </c:pt>
                <c:pt idx="12">
                  <c:v>8066.41908183907</c:v>
                </c:pt>
                <c:pt idx="13">
                  <c:v>8167.936972346212</c:v>
                </c:pt>
                <c:pt idx="14">
                  <c:v>623.049802026364</c:v>
                </c:pt>
                <c:pt idx="15">
                  <c:v>3217.2336392255893</c:v>
                </c:pt>
                <c:pt idx="16">
                  <c:v>172.40837173353623</c:v>
                </c:pt>
                <c:pt idx="17">
                  <c:v>2878.5386752598415</c:v>
                </c:pt>
                <c:pt idx="18">
                  <c:v>3184.2959042719767</c:v>
                </c:pt>
                <c:pt idx="19">
                  <c:v>8344.601298200554</c:v>
                </c:pt>
                <c:pt idx="20">
                  <c:v>6208.877400314867</c:v>
                </c:pt>
                <c:pt idx="21">
                  <c:v>1897.6569438668896</c:v>
                </c:pt>
                <c:pt idx="22">
                  <c:v>5301.33666639276</c:v>
                </c:pt>
                <c:pt idx="23">
                  <c:v>3085.8983081083115</c:v>
                </c:pt>
                <c:pt idx="24">
                  <c:v>706.7674199173244</c:v>
                </c:pt>
                <c:pt idx="25">
                  <c:v>5445.717103089351</c:v>
                </c:pt>
                <c:pt idx="26">
                  <c:v>396.9112425407548</c:v>
                </c:pt>
                <c:pt idx="27">
                  <c:v>7330.841108851752</c:v>
                </c:pt>
                <c:pt idx="28">
                  <c:v>7610.98265384844</c:v>
                </c:pt>
                <c:pt idx="29">
                  <c:v>1500.8556388071217</c:v>
                </c:pt>
                <c:pt idx="30">
                  <c:v>4007.522708314331</c:v>
                </c:pt>
                <c:pt idx="31">
                  <c:v>11652.997692636856</c:v>
                </c:pt>
                <c:pt idx="32">
                  <c:v>2509.128506404332</c:v>
                </c:pt>
                <c:pt idx="33">
                  <c:v>2338.17006186118</c:v>
                </c:pt>
                <c:pt idx="34">
                  <c:v>4229.278367208619</c:v>
                </c:pt>
                <c:pt idx="35">
                  <c:v>5035.209923162851</c:v>
                </c:pt>
                <c:pt idx="36">
                  <c:v>1254.0135289852992</c:v>
                </c:pt>
                <c:pt idx="37">
                  <c:v>720.444662713399</c:v>
                </c:pt>
                <c:pt idx="38">
                  <c:v>2258.7250533499923</c:v>
                </c:pt>
                <c:pt idx="39">
                  <c:v>5141.4299434508885</c:v>
                </c:pt>
                <c:pt idx="40">
                  <c:v>3222.757854723877</c:v>
                </c:pt>
                <c:pt idx="41">
                  <c:v>3831.6421895304757</c:v>
                </c:pt>
                <c:pt idx="42">
                  <c:v>8788.761741352278</c:v>
                </c:pt>
                <c:pt idx="43">
                  <c:v>5480.206363519761</c:v>
                </c:pt>
                <c:pt idx="44">
                  <c:v>4365.484812917889</c:v>
                </c:pt>
                <c:pt idx="45">
                  <c:v>12072.872881684787</c:v>
                </c:pt>
                <c:pt idx="46">
                  <c:v>4839.882745318116</c:v>
                </c:pt>
                <c:pt idx="47">
                  <c:v>305.2659513554733</c:v>
                </c:pt>
                <c:pt idx="48">
                  <c:v>4084.2906632826816</c:v>
                </c:pt>
                <c:pt idx="49">
                  <c:v>1935.2349795458554</c:v>
                </c:pt>
                <c:pt idx="50">
                  <c:v>9336.777457634407</c:v>
                </c:pt>
                <c:pt idx="51">
                  <c:v>4042.236154459023</c:v>
                </c:pt>
                <c:pt idx="52">
                  <c:v>2292.917262603867</c:v>
                </c:pt>
                <c:pt idx="53">
                  <c:v>144.93115754209637</c:v>
                </c:pt>
                <c:pt idx="54">
                  <c:v>9827.65296491917</c:v>
                </c:pt>
                <c:pt idx="55">
                  <c:v>5291.363799833767</c:v>
                </c:pt>
                <c:pt idx="56">
                  <c:v>528.7013365337343</c:v>
                </c:pt>
                <c:pt idx="57">
                  <c:v>3382.139769638451</c:v>
                </c:pt>
                <c:pt idx="58">
                  <c:v>7928.653947206229</c:v>
                </c:pt>
                <c:pt idx="59">
                  <c:v>1381.8189882718093</c:v>
                </c:pt>
                <c:pt idx="60">
                  <c:v>3418.911050479878</c:v>
                </c:pt>
                <c:pt idx="61">
                  <c:v>2565.7404232064728</c:v>
                </c:pt>
                <c:pt idx="62">
                  <c:v>4038.5766824785906</c:v>
                </c:pt>
                <c:pt idx="63">
                  <c:v>1476.917981963492</c:v>
                </c:pt>
                <c:pt idx="64">
                  <c:v>2988.2811679158417</c:v>
                </c:pt>
                <c:pt idx="65">
                  <c:v>6197.219660246005</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42.53890243739495</c:v>
                </c:pt>
                <c:pt idx="1">
                  <c:v>109.27143722020232</c:v>
                </c:pt>
                <c:pt idx="2">
                  <c:v>4520.867365493246</c:v>
                </c:pt>
                <c:pt idx="3">
                  <c:v>4225.960684809684</c:v>
                </c:pt>
                <c:pt idx="4">
                  <c:v>0.037033769514786645</c:v>
                </c:pt>
                <c:pt idx="5">
                  <c:v>1880.0776379047802</c:v>
                </c:pt>
                <c:pt idx="6">
                  <c:v>281.1915245708316</c:v>
                </c:pt>
                <c:pt idx="7">
                  <c:v>301.8796397149</c:v>
                </c:pt>
                <c:pt idx="8">
                  <c:v>63.372809103410745</c:v>
                </c:pt>
                <c:pt idx="9">
                  <c:v>229.85126382009037</c:v>
                </c:pt>
                <c:pt idx="10">
                  <c:v>377.4194546721842</c:v>
                </c:pt>
                <c:pt idx="11">
                  <c:v>69.74856433009545</c:v>
                </c:pt>
                <c:pt idx="12">
                  <c:v>137.348826066714</c:v>
                </c:pt>
                <c:pt idx="13">
                  <c:v>3772.60743964788</c:v>
                </c:pt>
                <c:pt idx="14">
                  <c:v>1747.1130504709515</c:v>
                </c:pt>
                <c:pt idx="15">
                  <c:v>4167.081681544957</c:v>
                </c:pt>
                <c:pt idx="16">
                  <c:v>148.7562837543696</c:v>
                </c:pt>
                <c:pt idx="17">
                  <c:v>5474.470884444707</c:v>
                </c:pt>
                <c:pt idx="18">
                  <c:v>19.495807391099166</c:v>
                </c:pt>
                <c:pt idx="19">
                  <c:v>1553.6323733901052</c:v>
                </c:pt>
                <c:pt idx="20">
                  <c:v>4710.683234389329</c:v>
                </c:pt>
                <c:pt idx="21">
                  <c:v>1840.278999317789</c:v>
                </c:pt>
                <c:pt idx="22">
                  <c:v>1214.4214186241281</c:v>
                </c:pt>
                <c:pt idx="23">
                  <c:v>2844.919341793724</c:v>
                </c:pt>
                <c:pt idx="24">
                  <c:v>1763.5860359202704</c:v>
                </c:pt>
                <c:pt idx="25">
                  <c:v>1072.915306225762</c:v>
                </c:pt>
                <c:pt idx="26">
                  <c:v>3295.6705668148493</c:v>
                </c:pt>
                <c:pt idx="27">
                  <c:v>369.9427945412196</c:v>
                </c:pt>
                <c:pt idx="28">
                  <c:v>144.76397066337978</c:v>
                </c:pt>
                <c:pt idx="29">
                  <c:v>376.333129002866</c:v>
                </c:pt>
                <c:pt idx="30">
                  <c:v>1950.868678672629</c:v>
                </c:pt>
                <c:pt idx="31">
                  <c:v>1667.0758715324694</c:v>
                </c:pt>
                <c:pt idx="32">
                  <c:v>1541.2301534693652</c:v>
                </c:pt>
                <c:pt idx="33">
                  <c:v>615.5428587608</c:v>
                </c:pt>
                <c:pt idx="34">
                  <c:v>6316.340715582359</c:v>
                </c:pt>
                <c:pt idx="35">
                  <c:v>1804.656941758947</c:v>
                </c:pt>
                <c:pt idx="36">
                  <c:v>1945.8149088634073</c:v>
                </c:pt>
                <c:pt idx="37">
                  <c:v>5310.7511278296715</c:v>
                </c:pt>
                <c:pt idx="38">
                  <c:v>1531.891650639618</c:v>
                </c:pt>
                <c:pt idx="39">
                  <c:v>3592.7054739624605</c:v>
                </c:pt>
                <c:pt idx="40">
                  <c:v>214.37290975220895</c:v>
                </c:pt>
                <c:pt idx="41">
                  <c:v>5815.898378331883</c:v>
                </c:pt>
                <c:pt idx="42">
                  <c:v>4125.36120018147</c:v>
                </c:pt>
                <c:pt idx="43">
                  <c:v>352.2127790898028</c:v>
                </c:pt>
                <c:pt idx="44">
                  <c:v>1296.2323012130767</c:v>
                </c:pt>
                <c:pt idx="45">
                  <c:v>1887.94550816874</c:v>
                </c:pt>
                <c:pt idx="46">
                  <c:v>0.0019774027031053743</c:v>
                </c:pt>
                <c:pt idx="47">
                  <c:v>257.4850740783741</c:v>
                </c:pt>
                <c:pt idx="48">
                  <c:v>208.52492212505877</c:v>
                </c:pt>
                <c:pt idx="49">
                  <c:v>697.1239598861497</c:v>
                </c:pt>
                <c:pt idx="50">
                  <c:v>1154.3679289378558</c:v>
                </c:pt>
                <c:pt idx="51">
                  <c:v>169.74938618402155</c:v>
                </c:pt>
                <c:pt idx="52">
                  <c:v>272.3814202984712</c:v>
                </c:pt>
                <c:pt idx="53">
                  <c:v>3501.9489627164235</c:v>
                </c:pt>
                <c:pt idx="54">
                  <c:v>4735.946604459141</c:v>
                </c:pt>
                <c:pt idx="55">
                  <c:v>64.97109701575968</c:v>
                </c:pt>
                <c:pt idx="56">
                  <c:v>2332.6444843015215</c:v>
                </c:pt>
                <c:pt idx="57">
                  <c:v>355.90217175503966</c:v>
                </c:pt>
                <c:pt idx="58">
                  <c:v>1.4984247203515988e-05</c:v>
                </c:pt>
                <c:pt idx="59">
                  <c:v>303.77243298302426</c:v>
                </c:pt>
                <c:pt idx="60">
                  <c:v>3052.858427149116</c:v>
                </c:pt>
                <c:pt idx="61">
                  <c:v>2746.8537832322972</c:v>
                </c:pt>
                <c:pt idx="62">
                  <c:v>4445.805678731424</c:v>
                </c:pt>
                <c:pt idx="63">
                  <c:v>2172.091925918324</c:v>
                </c:pt>
                <c:pt idx="64">
                  <c:v>95.18576844984784</c:v>
                </c:pt>
                <c:pt idx="65">
                  <c:v>2888.041969645688</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-985.3582137057379</c:v>
                </c:pt>
                <c:pt idx="1">
                  <c:v>-1270.8560163247485</c:v>
                </c:pt>
                <c:pt idx="2">
                  <c:v>-1951.1735529931898</c:v>
                </c:pt>
                <c:pt idx="3">
                  <c:v>-942.7303348160267</c:v>
                </c:pt>
                <c:pt idx="4">
                  <c:v>-1613.388735147386</c:v>
                </c:pt>
                <c:pt idx="5">
                  <c:v>-3546.438057520289</c:v>
                </c:pt>
                <c:pt idx="6">
                  <c:v>-61.44899189559336</c:v>
                </c:pt>
                <c:pt idx="7">
                  <c:v>-1401.5044174530112</c:v>
                </c:pt>
                <c:pt idx="8">
                  <c:v>-54.418860901977574</c:v>
                </c:pt>
                <c:pt idx="9">
                  <c:v>-2992.9070926940963</c:v>
                </c:pt>
                <c:pt idx="10">
                  <c:v>-2426.173813551959</c:v>
                </c:pt>
                <c:pt idx="11">
                  <c:v>-97.03459667003219</c:v>
                </c:pt>
                <c:pt idx="12">
                  <c:v>-1083.1381340886496</c:v>
                </c:pt>
                <c:pt idx="13">
                  <c:v>-1421.6531673165641</c:v>
                </c:pt>
                <c:pt idx="14">
                  <c:v>-1542.2290100279863</c:v>
                </c:pt>
                <c:pt idx="15">
                  <c:v>-2413.7073442171386</c:v>
                </c:pt>
                <c:pt idx="16">
                  <c:v>-3194.769777540876</c:v>
                </c:pt>
                <c:pt idx="17">
                  <c:v>-1477.671760703396</c:v>
                </c:pt>
                <c:pt idx="18">
                  <c:v>-1163.5177663462168</c:v>
                </c:pt>
                <c:pt idx="19">
                  <c:v>-1917.411435699603</c:v>
                </c:pt>
                <c:pt idx="20">
                  <c:v>-42.61771982177624</c:v>
                </c:pt>
                <c:pt idx="21">
                  <c:v>-780.5612366489859</c:v>
                </c:pt>
                <c:pt idx="22">
                  <c:v>-1609.0079900375322</c:v>
                </c:pt>
                <c:pt idx="23">
                  <c:v>-374.8185282155272</c:v>
                </c:pt>
                <c:pt idx="24">
                  <c:v>-1307.9394224893583</c:v>
                </c:pt>
                <c:pt idx="25">
                  <c:v>-3615.113946024</c:v>
                </c:pt>
                <c:pt idx="26">
                  <c:v>-1317.4380900815404</c:v>
                </c:pt>
                <c:pt idx="27">
                  <c:v>-0.3206426113412488</c:v>
                </c:pt>
                <c:pt idx="28">
                  <c:v>-2747.2893578448634</c:v>
                </c:pt>
                <c:pt idx="29">
                  <c:v>-3730.4800654658147</c:v>
                </c:pt>
                <c:pt idx="30">
                  <c:v>-2855.0619130436244</c:v>
                </c:pt>
                <c:pt idx="31">
                  <c:v>-2467.655991263688</c:v>
                </c:pt>
                <c:pt idx="32">
                  <c:v>-1055.485861449993</c:v>
                </c:pt>
                <c:pt idx="33">
                  <c:v>-1722.4576161994316</c:v>
                </c:pt>
                <c:pt idx="34">
                  <c:v>-1702.4549963333766</c:v>
                </c:pt>
                <c:pt idx="35">
                  <c:v>-2261.622357987456</c:v>
                </c:pt>
                <c:pt idx="36">
                  <c:v>-1155.1812999832546</c:v>
                </c:pt>
                <c:pt idx="37">
                  <c:v>-2212.7687605948868</c:v>
                </c:pt>
                <c:pt idx="38">
                  <c:v>-1526.6367527331495</c:v>
                </c:pt>
                <c:pt idx="39">
                  <c:v>-407.13931294811977</c:v>
                </c:pt>
                <c:pt idx="40">
                  <c:v>-105.5280389114759</c:v>
                </c:pt>
                <c:pt idx="41">
                  <c:v>-1387.8897863198172</c:v>
                </c:pt>
                <c:pt idx="42">
                  <c:v>-180.1277411544277</c:v>
                </c:pt>
                <c:pt idx="43">
                  <c:v>-4901.531088648506</c:v>
                </c:pt>
                <c:pt idx="44">
                  <c:v>-108.29351781527139</c:v>
                </c:pt>
                <c:pt idx="45">
                  <c:v>-3717.5573810565247</c:v>
                </c:pt>
                <c:pt idx="46">
                  <c:v>-1687.876166208409</c:v>
                </c:pt>
                <c:pt idx="47">
                  <c:v>-2092.0039786271273</c:v>
                </c:pt>
                <c:pt idx="48">
                  <c:v>-962.9140844951443</c:v>
                </c:pt>
                <c:pt idx="49">
                  <c:v>-3354.6952006311485</c:v>
                </c:pt>
                <c:pt idx="50">
                  <c:v>-3080.698712045379</c:v>
                </c:pt>
                <c:pt idx="51">
                  <c:v>-1736.2577171936696</c:v>
                </c:pt>
                <c:pt idx="52">
                  <c:v>-976.7310641543629</c:v>
                </c:pt>
                <c:pt idx="53">
                  <c:v>-1056.074684516107</c:v>
                </c:pt>
                <c:pt idx="54">
                  <c:v>-4726.339545611989</c:v>
                </c:pt>
                <c:pt idx="55">
                  <c:v>-1362.6480357737257</c:v>
                </c:pt>
                <c:pt idx="56">
                  <c:v>-1256.2451013090035</c:v>
                </c:pt>
                <c:pt idx="57">
                  <c:v>-935.0459760516886</c:v>
                </c:pt>
                <c:pt idx="58">
                  <c:v>-1509.6550873893223</c:v>
                </c:pt>
                <c:pt idx="59">
                  <c:v>-4756.87520883728</c:v>
                </c:pt>
                <c:pt idx="60">
                  <c:v>-4696.860655788296</c:v>
                </c:pt>
                <c:pt idx="61">
                  <c:v>-2894.782376670918</c:v>
                </c:pt>
                <c:pt idx="62">
                  <c:v>-3023.9596242318426</c:v>
                </c:pt>
                <c:pt idx="63">
                  <c:v>-2290.437211008364</c:v>
                </c:pt>
                <c:pt idx="64">
                  <c:v>-705.4807363322371</c:v>
                </c:pt>
                <c:pt idx="65">
                  <c:v>-3680.1041628593566</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1844.346101184942</c:v>
                </c:pt>
                <c:pt idx="1">
                  <c:v>1214.0175674993243</c:v>
                </c:pt>
                <c:pt idx="2">
                  <c:v>1859.7925293632459</c:v>
                </c:pt>
                <c:pt idx="3">
                  <c:v>1000.9529992981672</c:v>
                </c:pt>
                <c:pt idx="4">
                  <c:v>640.2937572862702</c:v>
                </c:pt>
                <c:pt idx="5">
                  <c:v>2524.173882584819</c:v>
                </c:pt>
                <c:pt idx="6">
                  <c:v>324.8342605254963</c:v>
                </c:pt>
                <c:pt idx="7">
                  <c:v>149.23413104518414</c:v>
                </c:pt>
                <c:pt idx="8">
                  <c:v>198.2752634641753</c:v>
                </c:pt>
                <c:pt idx="9">
                  <c:v>1090.541814213734</c:v>
                </c:pt>
                <c:pt idx="10">
                  <c:v>2324.5406236438416</c:v>
                </c:pt>
                <c:pt idx="11">
                  <c:v>87.16102088459014</c:v>
                </c:pt>
                <c:pt idx="12">
                  <c:v>1061.6341308236742</c:v>
                </c:pt>
                <c:pt idx="13">
                  <c:v>1068.7784110787713</c:v>
                </c:pt>
                <c:pt idx="14">
                  <c:v>1755.4595760107106</c:v>
                </c:pt>
                <c:pt idx="15">
                  <c:v>2742.6902994586285</c:v>
                </c:pt>
                <c:pt idx="16">
                  <c:v>922.3017837238212</c:v>
                </c:pt>
                <c:pt idx="17">
                  <c:v>1753.1343223277568</c:v>
                </c:pt>
                <c:pt idx="18">
                  <c:v>803.4588315510372</c:v>
                </c:pt>
                <c:pt idx="19">
                  <c:v>232.13355771089755</c:v>
                </c:pt>
                <c:pt idx="20">
                  <c:v>89.83043104085536</c:v>
                </c:pt>
                <c:pt idx="21">
                  <c:v>2377.7056568625194</c:v>
                </c:pt>
                <c:pt idx="22">
                  <c:v>2151.1184137564715</c:v>
                </c:pt>
                <c:pt idx="23">
                  <c:v>1279.7287417328787</c:v>
                </c:pt>
                <c:pt idx="24">
                  <c:v>308.8960943823033</c:v>
                </c:pt>
                <c:pt idx="25">
                  <c:v>64.96544672702406</c:v>
                </c:pt>
                <c:pt idx="26">
                  <c:v>3958.96495215829</c:v>
                </c:pt>
                <c:pt idx="27">
                  <c:v>997.0823059439472</c:v>
                </c:pt>
                <c:pt idx="28">
                  <c:v>3443.045671154027</c:v>
                </c:pt>
                <c:pt idx="29">
                  <c:v>4532.914504793322</c:v>
                </c:pt>
                <c:pt idx="30">
                  <c:v>3934.841351804724</c:v>
                </c:pt>
                <c:pt idx="31">
                  <c:v>2013.8663716877186</c:v>
                </c:pt>
                <c:pt idx="32">
                  <c:v>149.4110210490608</c:v>
                </c:pt>
                <c:pt idx="33">
                  <c:v>2209.0975853035056</c:v>
                </c:pt>
                <c:pt idx="34">
                  <c:v>308.27046608867255</c:v>
                </c:pt>
                <c:pt idx="35">
                  <c:v>191.60751208284344</c:v>
                </c:pt>
                <c:pt idx="36">
                  <c:v>482.6839300186685</c:v>
                </c:pt>
                <c:pt idx="37">
                  <c:v>858.5332636460587</c:v>
                </c:pt>
                <c:pt idx="38">
                  <c:v>3877.355414365792</c:v>
                </c:pt>
                <c:pt idx="39">
                  <c:v>478.2271033267521</c:v>
                </c:pt>
                <c:pt idx="40">
                  <c:v>1845.2479503694294</c:v>
                </c:pt>
                <c:pt idx="41">
                  <c:v>2641.900755521136</c:v>
                </c:pt>
                <c:pt idx="42">
                  <c:v>1775.904557243029</c:v>
                </c:pt>
                <c:pt idx="43">
                  <c:v>2200.595265305158</c:v>
                </c:pt>
                <c:pt idx="44">
                  <c:v>3653.5455389718536</c:v>
                </c:pt>
                <c:pt idx="45">
                  <c:v>2366.4374165302197</c:v>
                </c:pt>
                <c:pt idx="46">
                  <c:v>253.75980157156573</c:v>
                </c:pt>
                <c:pt idx="47">
                  <c:v>212.52400173327942</c:v>
                </c:pt>
                <c:pt idx="48">
                  <c:v>115.09213835840023</c:v>
                </c:pt>
                <c:pt idx="49">
                  <c:v>257.175014711012</c:v>
                </c:pt>
                <c:pt idx="50">
                  <c:v>771.432669949804</c:v>
                </c:pt>
                <c:pt idx="51">
                  <c:v>425.8410333891825</c:v>
                </c:pt>
                <c:pt idx="52">
                  <c:v>1687.1888799649064</c:v>
                </c:pt>
                <c:pt idx="53">
                  <c:v>2383.4626399533927</c:v>
                </c:pt>
                <c:pt idx="54">
                  <c:v>3006.3347436314593</c:v>
                </c:pt>
                <c:pt idx="55">
                  <c:v>3204.6305272526074</c:v>
                </c:pt>
                <c:pt idx="56">
                  <c:v>3353.5310687739307</c:v>
                </c:pt>
                <c:pt idx="57">
                  <c:v>2613.8397993529957</c:v>
                </c:pt>
                <c:pt idx="58">
                  <c:v>2282.260832404089</c:v>
                </c:pt>
                <c:pt idx="59">
                  <c:v>3763.334332568935</c:v>
                </c:pt>
                <c:pt idx="60">
                  <c:v>4244.797955817928</c:v>
                </c:pt>
                <c:pt idx="61">
                  <c:v>361.06254927004636</c:v>
                </c:pt>
                <c:pt idx="62">
                  <c:v>1767.7583942066583</c:v>
                </c:pt>
                <c:pt idx="63">
                  <c:v>1620.6037011071794</c:v>
                </c:pt>
                <c:pt idx="64">
                  <c:v>2601.9969281626495</c:v>
                </c:pt>
                <c:pt idx="65">
                  <c:v>3016.0065291685487</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1325.2415281786111</c:v>
                </c:pt>
                <c:pt idx="1">
                  <c:v>186.14788688354793</c:v>
                </c:pt>
                <c:pt idx="2">
                  <c:v>76.29358710881866</c:v>
                </c:pt>
                <c:pt idx="3">
                  <c:v>903.4017440996954</c:v>
                </c:pt>
                <c:pt idx="4">
                  <c:v>111.6117700989024</c:v>
                </c:pt>
                <c:pt idx="5">
                  <c:v>96.22143447986355</c:v>
                </c:pt>
                <c:pt idx="6">
                  <c:v>180.5615357851976</c:v>
                </c:pt>
                <c:pt idx="7">
                  <c:v>483.30193963483947</c:v>
                </c:pt>
                <c:pt idx="8">
                  <c:v>937.500763272802</c:v>
                </c:pt>
                <c:pt idx="9">
                  <c:v>311.6045325235402</c:v>
                </c:pt>
                <c:pt idx="10">
                  <c:v>474.3011680819814</c:v>
                </c:pt>
                <c:pt idx="11">
                  <c:v>63.08640806559296</c:v>
                </c:pt>
                <c:pt idx="12">
                  <c:v>74.87649476820366</c:v>
                </c:pt>
                <c:pt idx="13">
                  <c:v>856.4602736635904</c:v>
                </c:pt>
                <c:pt idx="14">
                  <c:v>233.84403617969787</c:v>
                </c:pt>
                <c:pt idx="15">
                  <c:v>94.64236127137126</c:v>
                </c:pt>
                <c:pt idx="16">
                  <c:v>100.03468875442212</c:v>
                </c:pt>
                <c:pt idx="17">
                  <c:v>1125.0723949639487</c:v>
                </c:pt>
                <c:pt idx="18">
                  <c:v>176.56661436314255</c:v>
                </c:pt>
                <c:pt idx="19">
                  <c:v>102.6815427822959</c:v>
                </c:pt>
                <c:pt idx="20">
                  <c:v>76.24963568093872</c:v>
                </c:pt>
                <c:pt idx="21">
                  <c:v>792.0234001940572</c:v>
                </c:pt>
                <c:pt idx="22">
                  <c:v>987.0971736408064</c:v>
                </c:pt>
                <c:pt idx="23">
                  <c:v>466.30888117344284</c:v>
                </c:pt>
                <c:pt idx="24">
                  <c:v>1203.947153376014</c:v>
                </c:pt>
                <c:pt idx="25">
                  <c:v>236.4770211170905</c:v>
                </c:pt>
                <c:pt idx="26">
                  <c:v>100.05702684265675</c:v>
                </c:pt>
                <c:pt idx="27">
                  <c:v>76.00458538173712</c:v>
                </c:pt>
                <c:pt idx="28">
                  <c:v>113.72602827105597</c:v>
                </c:pt>
                <c:pt idx="29">
                  <c:v>89.64386514178993</c:v>
                </c:pt>
                <c:pt idx="30">
                  <c:v>346.78408435400576</c:v>
                </c:pt>
                <c:pt idx="31">
                  <c:v>466.50430333108363</c:v>
                </c:pt>
                <c:pt idx="32">
                  <c:v>80.69250584220045</c:v>
                </c:pt>
                <c:pt idx="33">
                  <c:v>485.3483199783151</c:v>
                </c:pt>
                <c:pt idx="34">
                  <c:v>521.2421538324373</c:v>
                </c:pt>
                <c:pt idx="35">
                  <c:v>92.077343252269</c:v>
                </c:pt>
                <c:pt idx="36">
                  <c:v>750.1158574516694</c:v>
                </c:pt>
                <c:pt idx="37">
                  <c:v>746.6822240254676</c:v>
                </c:pt>
                <c:pt idx="38">
                  <c:v>859.1927484325716</c:v>
                </c:pt>
                <c:pt idx="39">
                  <c:v>162.81772200004121</c:v>
                </c:pt>
                <c:pt idx="40">
                  <c:v>723.0171315978628</c:v>
                </c:pt>
                <c:pt idx="41">
                  <c:v>827.0758915587363</c:v>
                </c:pt>
                <c:pt idx="42">
                  <c:v>275.72072458854245</c:v>
                </c:pt>
                <c:pt idx="43">
                  <c:v>79.14977693631587</c:v>
                </c:pt>
                <c:pt idx="44">
                  <c:v>81.05064987107792</c:v>
                </c:pt>
                <c:pt idx="45">
                  <c:v>113.17706148739818</c:v>
                </c:pt>
                <c:pt idx="46">
                  <c:v>701.198590248175</c:v>
                </c:pt>
                <c:pt idx="47">
                  <c:v>182.97721704464834</c:v>
                </c:pt>
                <c:pt idx="48">
                  <c:v>1198.4722346344383</c:v>
                </c:pt>
                <c:pt idx="49">
                  <c:v>257.59037217624655</c:v>
                </c:pt>
                <c:pt idx="50">
                  <c:v>99.0002133661553</c:v>
                </c:pt>
                <c:pt idx="51">
                  <c:v>111.5617669192537</c:v>
                </c:pt>
                <c:pt idx="52">
                  <c:v>109.4629692854934</c:v>
                </c:pt>
                <c:pt idx="53">
                  <c:v>90.6106563162657</c:v>
                </c:pt>
                <c:pt idx="54">
                  <c:v>118.76869273630274</c:v>
                </c:pt>
                <c:pt idx="55">
                  <c:v>803.5273028894994</c:v>
                </c:pt>
                <c:pt idx="56">
                  <c:v>690.2406415772693</c:v>
                </c:pt>
                <c:pt idx="57">
                  <c:v>348.834502265643</c:v>
                </c:pt>
                <c:pt idx="58">
                  <c:v>914.2482832815182</c:v>
                </c:pt>
                <c:pt idx="59">
                  <c:v>522.1223837550917</c:v>
                </c:pt>
                <c:pt idx="60">
                  <c:v>103.93047371961352</c:v>
                </c:pt>
                <c:pt idx="61">
                  <c:v>93.83087910762272</c:v>
                </c:pt>
                <c:pt idx="62">
                  <c:v>816.6954918225343</c:v>
                </c:pt>
                <c:pt idx="63">
                  <c:v>123.02617419331881</c:v>
                </c:pt>
                <c:pt idx="64">
                  <c:v>91.8833211677306</c:v>
                </c:pt>
                <c:pt idx="65">
                  <c:v>104.19084625244298</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250408.2424704191</c:v>
                </c:pt>
                <c:pt idx="1">
                  <c:v>335042.236643575</c:v>
                </c:pt>
                <c:pt idx="2">
                  <c:v>453180.91724753263</c:v>
                </c:pt>
                <c:pt idx="3">
                  <c:v>434128.4468308481</c:v>
                </c:pt>
                <c:pt idx="4">
                  <c:v>327074.9587310762</c:v>
                </c:pt>
                <c:pt idx="5">
                  <c:v>273525.39930693834</c:v>
                </c:pt>
                <c:pt idx="6">
                  <c:v>107943.89805472997</c:v>
                </c:pt>
                <c:pt idx="7">
                  <c:v>50615.846209524905</c:v>
                </c:pt>
                <c:pt idx="8">
                  <c:v>2538.9212736053846</c:v>
                </c:pt>
                <c:pt idx="9">
                  <c:v>16959.585750745777</c:v>
                </c:pt>
                <c:pt idx="10">
                  <c:v>107866.1948748006</c:v>
                </c:pt>
                <c:pt idx="11">
                  <c:v>166234.28832364394</c:v>
                </c:pt>
                <c:pt idx="12">
                  <c:v>300120.4615890742</c:v>
                </c:pt>
                <c:pt idx="13">
                  <c:v>334855.07020718604</c:v>
                </c:pt>
                <c:pt idx="14">
                  <c:v>519083.67966998386</c:v>
                </c:pt>
                <c:pt idx="15">
                  <c:v>393069.26995206624</c:v>
                </c:pt>
                <c:pt idx="16">
                  <c:v>435117.6135764382</c:v>
                </c:pt>
                <c:pt idx="17">
                  <c:v>230557.1155918448</c:v>
                </c:pt>
                <c:pt idx="18">
                  <c:v>138273.54988781922</c:v>
                </c:pt>
                <c:pt idx="19">
                  <c:v>57270.341571958714</c:v>
                </c:pt>
                <c:pt idx="20">
                  <c:v>2542.5126526184067</c:v>
                </c:pt>
                <c:pt idx="21">
                  <c:v>19538.025193117188</c:v>
                </c:pt>
                <c:pt idx="22">
                  <c:v>110545.35004090279</c:v>
                </c:pt>
                <c:pt idx="23">
                  <c:v>181915.3419619878</c:v>
                </c:pt>
                <c:pt idx="24">
                  <c:v>363887.90332366823</c:v>
                </c:pt>
                <c:pt idx="25">
                  <c:v>365527.1162866155</c:v>
                </c:pt>
                <c:pt idx="26">
                  <c:v>440744.9217614999</c:v>
                </c:pt>
                <c:pt idx="27">
                  <c:v>381320.8461613781</c:v>
                </c:pt>
                <c:pt idx="28">
                  <c:v>411979.92968249286</c:v>
                </c:pt>
                <c:pt idx="29">
                  <c:v>249489.0454554527</c:v>
                </c:pt>
                <c:pt idx="30">
                  <c:v>138464.89885856217</c:v>
                </c:pt>
                <c:pt idx="31">
                  <c:v>66188.6378091591</c:v>
                </c:pt>
                <c:pt idx="32">
                  <c:v>3404.531074376468</c:v>
                </c:pt>
                <c:pt idx="33">
                  <c:v>33352.36050277971</c:v>
                </c:pt>
                <c:pt idx="34">
                  <c:v>111136.42371410473</c:v>
                </c:pt>
                <c:pt idx="35">
                  <c:v>219245.00880057155</c:v>
                </c:pt>
                <c:pt idx="36">
                  <c:v>408255.86050347134</c:v>
                </c:pt>
                <c:pt idx="37">
                  <c:v>395182.7592334066</c:v>
                </c:pt>
                <c:pt idx="38">
                  <c:v>463792.5770903497</c:v>
                </c:pt>
                <c:pt idx="39">
                  <c:v>391685.61067648255</c:v>
                </c:pt>
                <c:pt idx="40">
                  <c:v>428641.6978844006</c:v>
                </c:pt>
                <c:pt idx="41">
                  <c:v>250264.99383788902</c:v>
                </c:pt>
                <c:pt idx="42">
                  <c:v>166958.29131540193</c:v>
                </c:pt>
                <c:pt idx="43">
                  <c:v>41142.815012730214</c:v>
                </c:pt>
                <c:pt idx="44">
                  <c:v>2923.8471838589876</c:v>
                </c:pt>
                <c:pt idx="45">
                  <c:v>32370.161951117654</c:v>
                </c:pt>
                <c:pt idx="46">
                  <c:v>116629.05893283065</c:v>
                </c:pt>
                <c:pt idx="47">
                  <c:v>187576.99918691072</c:v>
                </c:pt>
                <c:pt idx="48">
                  <c:v>361153.9436741308</c:v>
                </c:pt>
                <c:pt idx="49">
                  <c:v>409166.75737575657</c:v>
                </c:pt>
                <c:pt idx="50">
                  <c:v>437196.3767784258</c:v>
                </c:pt>
                <c:pt idx="51">
                  <c:v>462334.90254784265</c:v>
                </c:pt>
                <c:pt idx="52">
                  <c:v>344725.4516550708</c:v>
                </c:pt>
                <c:pt idx="53">
                  <c:v>264747.1339232274</c:v>
                </c:pt>
                <c:pt idx="54">
                  <c:v>160832.41196650226</c:v>
                </c:pt>
                <c:pt idx="55">
                  <c:v>40678.60845253988</c:v>
                </c:pt>
                <c:pt idx="56">
                  <c:v>3335.027066318359</c:v>
                </c:pt>
                <c:pt idx="57">
                  <c:v>27826.50537384733</c:v>
                </c:pt>
                <c:pt idx="58">
                  <c:v>98719.05577732548</c:v>
                </c:pt>
                <c:pt idx="59">
                  <c:v>276970.56373682234</c:v>
                </c:pt>
                <c:pt idx="60">
                  <c:v>385695.9503824992</c:v>
                </c:pt>
                <c:pt idx="61">
                  <c:v>405429.18628256634</c:v>
                </c:pt>
                <c:pt idx="62">
                  <c:v>610902.669449935</c:v>
                </c:pt>
                <c:pt idx="63">
                  <c:v>452326.80012218026</c:v>
                </c:pt>
                <c:pt idx="64">
                  <c:v>358142.73162843613</c:v>
                </c:pt>
                <c:pt idx="65">
                  <c:v>212580.81493916243</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Brand_Digital_I...</c:v>
                </c:pt>
                <c:pt idx="3">
                  <c:v>Distribution</c:v>
                </c:pt>
                <c:pt idx="4">
                  <c:v>E-com</c:v>
                </c:pt>
                <c:pt idx="5">
                  <c:v>Brand_OOH</c:v>
                </c:pt>
                <c:pt idx="6">
                  <c:v>Region_Digital_...</c:v>
                </c:pt>
                <c:pt idx="7">
                  <c:v>Brand_TV</c:v>
                </c:pt>
                <c:pt idx="8">
                  <c:v>Brand_Digital_P...</c:v>
                </c:pt>
                <c:pt idx="9">
                  <c:v>Brand_Digital_D...</c:v>
                </c:pt>
                <c:pt idx="10">
                  <c:v>Brand_Digital_V...</c:v>
                </c:pt>
                <c:pt idx="11">
                  <c:v>Brand_Digital_S...</c:v>
                </c:pt>
                <c:pt idx="12">
                  <c:v>Region_Digital_...</c:v>
                </c:pt>
                <c:pt idx="13">
                  <c:v>Region_Digital_...</c:v>
                </c:pt>
                <c:pt idx="14">
                  <c:v>POS</c:v>
                </c:pt>
                <c:pt idx="15">
                  <c:v>Region_OOH</c:v>
                </c:pt>
                <c:pt idx="16">
                  <c:v>PR</c:v>
                </c:pt>
                <c:pt idx="17">
                  <c:v>Price index</c:v>
                </c:pt>
                <c:pt idx="18">
                  <c:v>Region_Digital_...</c:v>
                </c:pt>
                <c:pt idx="19">
                  <c:v>Region_TV</c:v>
                </c:pt>
                <c:pt idx="20">
                  <c:v>Region_Digital_...</c:v>
                </c:pt>
              </c:strCache>
            </c:strRef>
          </c:cat>
          <c:val>
            <c:numRef>
              <c:f>Sheet1!$B$2:$B$22</c:f>
              <c:numCache>
                <c:formatCode>General</c:formatCode>
                <c:ptCount val="21"/>
                <c:pt idx="0">
                  <c:v>0.0</c:v>
                </c:pt>
                <c:pt idx="1">
                  <c:v>47.34917087419019</c:v>
                </c:pt>
                <c:pt idx="2">
                  <c:v>66.40205111235744</c:v>
                </c:pt>
                <c:pt idx="3">
                  <c:v>75.61864549649873</c:v>
                </c:pt>
                <c:pt idx="4">
                  <c:v>84.78429538234951</c:v>
                </c:pt>
                <c:pt idx="5">
                  <c:v>87.85840915817067</c:v>
                </c:pt>
                <c:pt idx="6">
                  <c:v>90.43347813464973</c:v>
                </c:pt>
                <c:pt idx="7">
                  <c:v>92.45982820212575</c:v>
                </c:pt>
                <c:pt idx="8">
                  <c:v>94.25057898206974</c:v>
                </c:pt>
                <c:pt idx="9">
                  <c:v>95.93171034168107</c:v>
                </c:pt>
                <c:pt idx="10">
                  <c:v>97.27254163964886</c:v>
                </c:pt>
                <c:pt idx="11">
                  <c:v>98.37761714971587</c:v>
                </c:pt>
                <c:pt idx="12">
                  <c:v>98.9222863464174</c:v>
                </c:pt>
                <c:pt idx="13">
                  <c:v>99.25335099940857</c:v>
                </c:pt>
                <c:pt idx="14">
                  <c:v>99.47608889822246</c:v>
                </c:pt>
                <c:pt idx="15">
                  <c:v>99.67764560298762</c:v>
                </c:pt>
                <c:pt idx="16">
                  <c:v>99.83510045584092</c:v>
                </c:pt>
                <c:pt idx="17">
                  <c:v>99.94468790437821</c:v>
                </c:pt>
                <c:pt idx="18">
                  <c:v>100.04389240440628</c:v>
                </c:pt>
                <c:pt idx="19">
                  <c:v>100.13492684284228</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018700"/>
              </a:solidFill>
            </c:spPr>
          </c:dPt>
          <c:dPt>
            <c:idx val="3"/>
            <c:spPr>
              <a:solidFill>
                <a:srgbClr val="573B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FFA52F"/>
              </a:solidFill>
            </c:spPr>
          </c:dPt>
          <c:dPt>
            <c:idx val="8"/>
            <c:spPr>
              <a:solidFill>
                <a:srgbClr val="00ACC6"/>
              </a:solidFill>
            </c:spPr>
          </c:dPt>
          <c:dPt>
            <c:idx val="9"/>
            <c:spPr>
              <a:solidFill>
                <a:srgbClr val="8C3BFF"/>
              </a:solidFill>
            </c:spPr>
          </c:dPt>
          <c:dPt>
            <c:idx val="10"/>
            <c:spPr>
              <a:solidFill>
                <a:srgbClr val="FF7ED1"/>
              </a:solidFill>
            </c:spPr>
          </c:dPt>
          <c:dPt>
            <c:idx val="11"/>
            <c:spPr>
              <a:solidFill>
                <a:srgbClr val="97FF00"/>
              </a:solidFill>
            </c:spPr>
          </c:dPt>
          <c:dPt>
            <c:idx val="12"/>
            <c:spPr>
              <a:solidFill>
                <a:srgbClr val="BF03B8"/>
              </a:solidFill>
            </c:spPr>
          </c:dPt>
          <c:dPt>
            <c:idx val="13"/>
            <c:spPr>
              <a:solidFill>
                <a:srgbClr val="BCB6FF"/>
              </a:solidFill>
            </c:spPr>
          </c:dPt>
          <c:dPt>
            <c:idx val="14"/>
            <c:spPr>
              <a:solidFill>
                <a:srgbClr val="0000DD"/>
              </a:solidFill>
            </c:spPr>
          </c:dPt>
          <c:dPt>
            <c:idx val="15"/>
            <c:spPr>
              <a:solidFill>
                <a:srgbClr val="790000"/>
              </a:solidFill>
            </c:spPr>
          </c:dPt>
          <c:dPt>
            <c:idx val="16"/>
            <c:spPr>
              <a:solidFill>
                <a:srgbClr val="00FDCF"/>
              </a:solidFill>
            </c:spPr>
          </c:dPt>
          <c:dPt>
            <c:idx val="17"/>
            <c:spPr>
              <a:solidFill>
                <a:srgbClr val="A17569"/>
              </a:solidFill>
            </c:spPr>
          </c:dPt>
          <c:dPt>
            <c:idx val="18"/>
            <c:spPr>
              <a:solidFill>
                <a:srgbClr val="645474"/>
              </a:solidFill>
            </c:spPr>
          </c:dPt>
          <c:dPt>
            <c:idx val="19"/>
            <c:spPr>
              <a:solidFill>
                <a:srgbClr val="0774D8"/>
              </a:solidFill>
            </c:spPr>
          </c:dPt>
          <c:dLbls>
            <c:dLbl>
              <c:idx val="0"/>
              <c:tx>
                <c:rich>
                  <a:bodyPr/>
                  <a:lstStyle/>
                  <a:p>
                    <a:r>
                      <a:t>47.35%</a:t>
                    </a:r>
                  </a:p>
                </c:rich>
              </c:tx>
              <c:dLblPos val="inEnd"/>
              <c:showLegendKey val="0"/>
              <c:showVal val="1"/>
              <c:showCatName val="0"/>
              <c:showSerName val="0"/>
              <c:showPercent val="0"/>
              <c:showBubbleSize val="0"/>
            </c:dLbl>
            <c:dLbl>
              <c:idx val="1"/>
              <c:tx>
                <c:rich>
                  <a:bodyPr/>
                  <a:lstStyle/>
                  <a:p>
                    <a:r>
                      <a:t>19.05%</a:t>
                    </a:r>
                  </a:p>
                </c:rich>
              </c:tx>
              <c:dLblPos val="inEnd"/>
              <c:showLegendKey val="0"/>
              <c:showVal val="1"/>
              <c:showCatName val="0"/>
              <c:showSerName val="0"/>
              <c:showPercent val="0"/>
              <c:showBubbleSize val="0"/>
            </c:dLbl>
            <c:dLbl>
              <c:idx val="2"/>
              <c:tx>
                <c:rich>
                  <a:bodyPr/>
                  <a:lstStyle/>
                  <a:p>
                    <a:r>
                      <a:t>9.22%</a:t>
                    </a:r>
                  </a:p>
                </c:rich>
              </c:tx>
              <c:dLblPos val="inEnd"/>
              <c:showLegendKey val="0"/>
              <c:showVal val="1"/>
              <c:showCatName val="0"/>
              <c:showSerName val="0"/>
              <c:showPercent val="0"/>
              <c:showBubbleSize val="0"/>
            </c:dLbl>
            <c:dLbl>
              <c:idx val="3"/>
              <c:tx>
                <c:rich>
                  <a:bodyPr/>
                  <a:lstStyle/>
                  <a:p>
                    <a:r>
                      <a:t>9.17%</a:t>
                    </a:r>
                  </a:p>
                </c:rich>
              </c:tx>
              <c:dLblPos val="inEnd"/>
              <c:showLegendKey val="0"/>
              <c:showVal val="1"/>
              <c:showCatName val="0"/>
              <c:showSerName val="0"/>
              <c:showPercent val="0"/>
              <c:showBubbleSize val="0"/>
            </c:dLbl>
            <c:dLbl>
              <c:idx val="4"/>
              <c:tx>
                <c:rich>
                  <a:bodyPr/>
                  <a:lstStyle/>
                  <a:p>
                    <a:r>
                      <a:t>3.07%</a:t>
                    </a:r>
                  </a:p>
                </c:rich>
              </c:tx>
              <c:dLblPos val="inEnd"/>
              <c:showLegendKey val="0"/>
              <c:showVal val="1"/>
              <c:showCatName val="0"/>
              <c:showSerName val="0"/>
              <c:showPercent val="0"/>
              <c:showBubbleSize val="0"/>
            </c:dLbl>
            <c:dLbl>
              <c:idx val="5"/>
              <c:tx>
                <c:rich>
                  <a:bodyPr/>
                  <a:lstStyle/>
                  <a:p>
                    <a:r>
                      <a:t>2.58%</a:t>
                    </a:r>
                  </a:p>
                </c:rich>
              </c:tx>
              <c:dLblPos val="inEnd"/>
              <c:showLegendKey val="0"/>
              <c:showVal val="1"/>
              <c:showCatName val="0"/>
              <c:showSerName val="0"/>
              <c:showPercent val="0"/>
              <c:showBubbleSize val="0"/>
            </c:dLbl>
            <c:dLbl>
              <c:idx val="6"/>
              <c:tx>
                <c:rich>
                  <a:bodyPr/>
                  <a:lstStyle/>
                  <a:p>
                    <a:r>
                      <a:t>2.03%</a:t>
                    </a:r>
                  </a:p>
                </c:rich>
              </c:tx>
              <c:dLblPos val="inEnd"/>
              <c:showLegendKey val="0"/>
              <c:showVal val="1"/>
              <c:showCatName val="0"/>
              <c:showSerName val="0"/>
              <c:showPercent val="0"/>
              <c:showBubbleSize val="0"/>
            </c:dLbl>
            <c:dLbl>
              <c:idx val="7"/>
              <c:tx>
                <c:rich>
                  <a:bodyPr/>
                  <a:lstStyle/>
                  <a:p>
                    <a:r>
                      <a:t>1.79%</a:t>
                    </a:r>
                  </a:p>
                </c:rich>
              </c:tx>
              <c:dLblPos val="inEnd"/>
              <c:showLegendKey val="0"/>
              <c:showVal val="1"/>
              <c:showCatName val="0"/>
              <c:showSerName val="0"/>
              <c:showPercent val="0"/>
              <c:showBubbleSize val="0"/>
            </c:dLbl>
            <c:dLbl>
              <c:idx val="8"/>
              <c:tx>
                <c:rich>
                  <a:bodyPr/>
                  <a:lstStyle/>
                  <a:p>
                    <a:r>
                      <a:t>1.68%</a:t>
                    </a:r>
                  </a:p>
                </c:rich>
              </c:tx>
              <c:dLblPos val="inEnd"/>
              <c:showLegendKey val="0"/>
              <c:showVal val="1"/>
              <c:showCatName val="0"/>
              <c:showSerName val="0"/>
              <c:showPercent val="0"/>
              <c:showBubbleSize val="0"/>
            </c:dLbl>
            <c:dLbl>
              <c:idx val="9"/>
              <c:tx>
                <c:rich>
                  <a:bodyPr/>
                  <a:lstStyle/>
                  <a:p>
                    <a:r>
                      <a:t>1.34%</a:t>
                    </a:r>
                  </a:p>
                </c:rich>
              </c:tx>
              <c:dLblPos val="inEnd"/>
              <c:showLegendKey val="0"/>
              <c:showVal val="1"/>
              <c:showCatName val="0"/>
              <c:showSerName val="0"/>
              <c:showPercent val="0"/>
              <c:showBubbleSize val="0"/>
            </c:dLbl>
            <c:dLbl>
              <c:idx val="10"/>
              <c:tx>
                <c:rich>
                  <a:bodyPr/>
                  <a:lstStyle/>
                  <a:p>
                    <a:r>
                      <a:t>1.11%</a:t>
                    </a:r>
                  </a:p>
                </c:rich>
              </c:tx>
              <c:dLblPos val="inEnd"/>
              <c:showLegendKey val="0"/>
              <c:showVal val="1"/>
              <c:showCatName val="0"/>
              <c:showSerName val="0"/>
              <c:showPercent val="0"/>
              <c:showBubbleSize val="0"/>
            </c:dLbl>
            <c:dLbl>
              <c:idx val="11"/>
              <c:tx>
                <c:rich>
                  <a:bodyPr/>
                  <a:lstStyle/>
                  <a:p>
                    <a:r>
                      <a:t>0.54%</a:t>
                    </a:r>
                  </a:p>
                </c:rich>
              </c:tx>
              <c:dLblPos val="inEnd"/>
              <c:showLegendKey val="0"/>
              <c:showVal val="1"/>
              <c:showCatName val="0"/>
              <c:showSerName val="0"/>
              <c:showPercent val="0"/>
              <c:showBubbleSize val="0"/>
            </c:dLbl>
            <c:dLbl>
              <c:idx val="12"/>
              <c:tx>
                <c:rich>
                  <a:bodyPr/>
                  <a:lstStyle/>
                  <a:p>
                    <a:r>
                      <a:t>0.33%</a:t>
                    </a:r>
                  </a:p>
                </c:rich>
              </c:tx>
              <c:dLblPos val="inEnd"/>
              <c:showLegendKey val="0"/>
              <c:showVal val="1"/>
              <c:showCatName val="0"/>
              <c:showSerName val="0"/>
              <c:showPercent val="0"/>
              <c:showBubbleSize val="0"/>
            </c:dLbl>
            <c:dLbl>
              <c:idx val="13"/>
              <c:tx>
                <c:rich>
                  <a:bodyPr/>
                  <a:lstStyle/>
                  <a:p>
                    <a:r>
                      <a:t>0.22%</a:t>
                    </a:r>
                  </a:p>
                </c:rich>
              </c:tx>
              <c:dLblPos val="inEnd"/>
              <c:showLegendKey val="0"/>
              <c:showVal val="1"/>
              <c:showCatName val="0"/>
              <c:showSerName val="0"/>
              <c:showPercent val="0"/>
              <c:showBubbleSize val="0"/>
            </c:dLbl>
            <c:dLbl>
              <c:idx val="14"/>
              <c:tx>
                <c:rich>
                  <a:bodyPr/>
                  <a:lstStyle/>
                  <a:p>
                    <a:r>
                      <a:t>0.2%</a:t>
                    </a:r>
                  </a:p>
                </c:rich>
              </c:tx>
              <c:dLblPos val="inEnd"/>
              <c:showLegendKey val="0"/>
              <c:showVal val="1"/>
              <c:showCatName val="0"/>
              <c:showSerName val="0"/>
              <c:showPercent val="0"/>
              <c:showBubbleSize val="0"/>
            </c:dLbl>
            <c:dLbl>
              <c:idx val="15"/>
              <c:tx>
                <c:rich>
                  <a:bodyPr/>
                  <a:lstStyle/>
                  <a:p>
                    <a:r>
                      <a:t>0.16%</a:t>
                    </a:r>
                  </a:p>
                </c:rich>
              </c:tx>
              <c:dLblPos val="inEnd"/>
              <c:showLegendKey val="0"/>
              <c:showVal val="1"/>
              <c:showCatName val="0"/>
              <c:showSerName val="0"/>
              <c:showPercent val="0"/>
              <c:showBubbleSize val="0"/>
            </c:dLbl>
            <c:dLbl>
              <c:idx val="16"/>
              <c:tx>
                <c:rich>
                  <a:bodyPr/>
                  <a:lstStyle/>
                  <a:p>
                    <a:r>
                      <a:t>0.11%</a:t>
                    </a:r>
                  </a:p>
                </c:rich>
              </c:tx>
              <c:dLblPos val="inEnd"/>
              <c:showLegendKey val="0"/>
              <c:showVal val="1"/>
              <c:showCatName val="0"/>
              <c:showSerName val="0"/>
              <c:showPercent val="0"/>
              <c:showBubbleSize val="0"/>
            </c:dLbl>
            <c:dLbl>
              <c:idx val="17"/>
              <c:tx>
                <c:rich>
                  <a:bodyPr/>
                  <a:lstStyle/>
                  <a:p>
                    <a:r>
                      <a:t>0.1%</a:t>
                    </a:r>
                  </a:p>
                </c:rich>
              </c:tx>
              <c:dLblPos val="inEnd"/>
              <c:showLegendKey val="0"/>
              <c:showVal val="1"/>
              <c:showCatName val="0"/>
              <c:showSerName val="0"/>
              <c:showPercent val="0"/>
              <c:showBubbleSize val="0"/>
            </c:dLbl>
            <c:dLbl>
              <c:idx val="18"/>
              <c:tx>
                <c:rich>
                  <a:bodyPr/>
                  <a:lstStyle/>
                  <a:p>
                    <a:r>
                      <a:t>0.09%</a:t>
                    </a:r>
                  </a:p>
                </c:rich>
              </c:tx>
              <c:dLblPos val="inEnd"/>
              <c:showLegendKey val="0"/>
              <c:showVal val="1"/>
              <c:showCatName val="0"/>
              <c:showSerName val="0"/>
              <c:showPercent val="0"/>
              <c:showBubbleSize val="0"/>
            </c:dLbl>
            <c:dLbl>
              <c:idx val="19"/>
              <c:tx>
                <c:rich>
                  <a:bodyPr/>
                  <a:lstStyle/>
                  <a:p>
                    <a:r>
                      <a:t>0.03%</a:t>
                    </a:r>
                  </a:p>
                </c:rich>
              </c:tx>
              <c:dLblPos val="inEnd"/>
              <c:showLegendKey val="0"/>
              <c:showVal val="1"/>
              <c:showCatName val="0"/>
              <c:showSerName val="0"/>
              <c:showPercent val="0"/>
              <c:showBubbleSize val="0"/>
            </c:dLbl>
            <c:dLbl>
              <c:idx val="20"/>
              <c:tx>
                <c:rich>
                  <a:bodyPr/>
                  <a:lstStyle/>
                  <a:p>
                    <a:r>
                      <a:t>-0.17%</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Brand_Digital_I...</c:v>
                </c:pt>
                <c:pt idx="3">
                  <c:v>Distribution</c:v>
                </c:pt>
                <c:pt idx="4">
                  <c:v>E-com</c:v>
                </c:pt>
                <c:pt idx="5">
                  <c:v>Brand_OOH</c:v>
                </c:pt>
                <c:pt idx="6">
                  <c:v>Region_Digital_...</c:v>
                </c:pt>
                <c:pt idx="7">
                  <c:v>Brand_TV</c:v>
                </c:pt>
                <c:pt idx="8">
                  <c:v>Brand_Digital_P...</c:v>
                </c:pt>
                <c:pt idx="9">
                  <c:v>Brand_Digital_D...</c:v>
                </c:pt>
                <c:pt idx="10">
                  <c:v>Brand_Digital_V...</c:v>
                </c:pt>
                <c:pt idx="11">
                  <c:v>Brand_Digital_S...</c:v>
                </c:pt>
                <c:pt idx="12">
                  <c:v>Region_Digital_...</c:v>
                </c:pt>
                <c:pt idx="13">
                  <c:v>Region_Digital_...</c:v>
                </c:pt>
                <c:pt idx="14">
                  <c:v>POS</c:v>
                </c:pt>
                <c:pt idx="15">
                  <c:v>Region_OOH</c:v>
                </c:pt>
                <c:pt idx="16">
                  <c:v>PR</c:v>
                </c:pt>
                <c:pt idx="17">
                  <c:v>Price index</c:v>
                </c:pt>
                <c:pt idx="18">
                  <c:v>Region_Digital_...</c:v>
                </c:pt>
                <c:pt idx="19">
                  <c:v>Region_TV</c:v>
                </c:pt>
                <c:pt idx="20">
                  <c:v>Region_Digital_...</c:v>
                </c:pt>
              </c:strCache>
            </c:strRef>
          </c:cat>
          <c:val>
            <c:numRef>
              <c:f>Sheet1!$C$2:$C$22</c:f>
              <c:numCache>
                <c:formatCode>General</c:formatCode>
                <c:ptCount val="21"/>
                <c:pt idx="0">
                  <c:v>47.349170874190186</c:v>
                </c:pt>
                <c:pt idx="1">
                  <c:v>19.052880238167237</c:v>
                </c:pt>
                <c:pt idx="2">
                  <c:v>9.216594384141292</c:v>
                </c:pt>
                <c:pt idx="3">
                  <c:v>9.16564988585078</c:v>
                </c:pt>
                <c:pt idx="4">
                  <c:v>3.074113775821152</c:v>
                </c:pt>
                <c:pt idx="5">
                  <c:v>2.5750689764790584</c:v>
                </c:pt>
                <c:pt idx="6">
                  <c:v>2.0263500674760295</c:v>
                </c:pt>
                <c:pt idx="7">
                  <c:v>1.7907507799439961</c:v>
                </c:pt>
                <c:pt idx="8">
                  <c:v>1.681131359611327</c:v>
                </c:pt>
                <c:pt idx="9">
                  <c:v>1.3408312979677923</c:v>
                </c:pt>
                <c:pt idx="10">
                  <c:v>1.105075510067003</c:v>
                </c:pt>
                <c:pt idx="11">
                  <c:v>0.5446691967015228</c:v>
                </c:pt>
                <c:pt idx="12">
                  <c:v>0.3310646529911705</c:v>
                </c:pt>
                <c:pt idx="13">
                  <c:v>0.22273789881389547</c:v>
                </c:pt>
                <c:pt idx="14">
                  <c:v>0.20155670476518245</c:v>
                </c:pt>
                <c:pt idx="15">
                  <c:v>0.15745485285327915</c:v>
                </c:pt>
                <c:pt idx="16">
                  <c:v>0.10958744853730054</c:v>
                </c:pt>
                <c:pt idx="17">
                  <c:v>0.09920450002806011</c:v>
                </c:pt>
                <c:pt idx="18">
                  <c:v>0.09103443843601272</c:v>
                </c:pt>
                <c:pt idx="19">
                  <c:v>0.03473463512353694</c:v>
                </c:pt>
                <c:pt idx="20">
                  <c:v>0.16966147796580372</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196187.76986265182</c:v>
                </c:pt>
                <c:pt idx="2">
                  <c:v>395738.28757095337</c:v>
                </c:pt>
                <c:pt idx="3">
                  <c:v>598578.1088619232</c:v>
                </c:pt>
                <c:pt idx="4">
                  <c:v>804623.9099121094</c:v>
                </c:pt>
                <c:pt idx="5">
                  <c:v>1013782.4524035454</c:v>
                </c:pt>
                <c:pt idx="6">
                  <c:v>1225950.6197252274</c:v>
                </c:pt>
                <c:pt idx="7">
                  <c:v>1441015.5279660225</c:v>
                </c:pt>
                <c:pt idx="8">
                  <c:v>1658854.7144384384</c:v>
                </c:pt>
                <c:pt idx="9">
                  <c:v>1879336.4054689407</c:v>
                </c:pt>
                <c:pt idx="10">
                  <c:v>2102319.864068508</c:v>
                </c:pt>
                <c:pt idx="11">
                  <c:v>2327655.816930771</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2327655.816930771</c:v>
                </c:pt>
                <c:pt idx="12">
                  <c:v>2555186.9589304924</c:v>
                </c:pt>
                <c:pt idx="13">
                  <c:v>2784748.5320425034</c:v>
                </c:pt>
                <c:pt idx="14">
                  <c:v>3016168.974345207</c:v>
                </c:pt>
                <c:pt idx="15">
                  <c:v>3249270.6335392</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10467.830606460571</c:v>
                </c:pt>
                <c:pt idx="2">
                  <c:v>20943.478641986847</c:v>
                </c:pt>
                <c:pt idx="3">
                  <c:v>31426.90031003952</c:v>
                </c:pt>
                <c:pt idx="4">
                  <c:v>41918.05163049698</c:v>
                </c:pt>
                <c:pt idx="5">
                  <c:v>52416.88843822479</c:v>
                </c:pt>
                <c:pt idx="6">
                  <c:v>62923.36638212204</c:v>
                </c:pt>
                <c:pt idx="7">
                  <c:v>73437.4409327507</c:v>
                </c:pt>
                <c:pt idx="8">
                  <c:v>83959.0673751831</c:v>
                </c:pt>
                <c:pt idx="9">
                  <c:v>94488.20081233978</c:v>
                </c:pt>
                <c:pt idx="10">
                  <c:v>105024.79617071152</c:v>
                </c:pt>
                <c:pt idx="11">
                  <c:v>115568.80819797516</c:v>
                </c:pt>
                <c:pt idx="12">
                  <c:v>126120.19145917892</c:v>
                </c:pt>
                <c:pt idx="13">
                  <c:v>136678.90034770966</c:v>
                </c:pt>
                <c:pt idx="14">
                  <c:v>147244.88907766342</c:v>
                </c:pt>
                <c:pt idx="15">
                  <c:v>157818.1116900444</c:v>
                </c:pt>
                <c:pt idx="16">
                  <c:v>168398.52205181122</c:v>
                </c:pt>
                <c:pt idx="17">
                  <c:v>178986.07385492325</c:v>
                </c:pt>
                <c:pt idx="18">
                  <c:v>189580.72062301636</c:v>
                </c:pt>
                <c:pt idx="19">
                  <c:v>200182.4157075882</c:v>
                </c:pt>
                <c:pt idx="20">
                  <c:v>210791.11229085922</c:v>
                </c:pt>
                <c:pt idx="21">
                  <c:v>221406.76338529587</c:v>
                </c:pt>
                <c:pt idx="22">
                  <c:v>232029.3218383789</c:v>
                </c:pt>
                <c:pt idx="23">
                  <c:v>242658.74032974243</c:v>
                </c:pt>
                <c:pt idx="24">
                  <c:v>253294.97137355804</c:v>
                </c:pt>
                <c:pt idx="25">
                  <c:v>263937.9673233032</c:v>
                </c:pt>
                <c:pt idx="26">
                  <c:v>274587.6803660393</c:v>
                </c:pt>
                <c:pt idx="27">
                  <c:v>285244.0625281334</c:v>
                </c:pt>
                <c:pt idx="28">
                  <c:v>295907.0656776428</c:v>
                </c:pt>
                <c:pt idx="29">
                  <c:v>306576.6415195465</c:v>
                </c:pt>
                <c:pt idx="30">
                  <c:v>317252.74160575867</c:v>
                </c:pt>
                <c:pt idx="31">
                  <c:v>327935.3173274994</c:v>
                </c:pt>
                <c:pt idx="32">
                  <c:v>338624.31992149353</c:v>
                </c:pt>
                <c:pt idx="33">
                  <c:v>349319.7004709244</c:v>
                </c:pt>
                <c:pt idx="34">
                  <c:v>360021.4099049568</c:v>
                </c:pt>
                <c:pt idx="35">
                  <c:v>370729.3990011215</c:v>
                </c:pt>
                <c:pt idx="36">
                  <c:v>381443.61838674545</c:v>
                </c:pt>
                <c:pt idx="37">
                  <c:v>392164.0185394287</c:v>
                </c:pt>
                <c:pt idx="38">
                  <c:v>402890.54978752136</c:v>
                </c:pt>
                <c:pt idx="39">
                  <c:v>413623.16231536865</c:v>
                </c:pt>
                <c:pt idx="40">
                  <c:v>424361.8061580658</c:v>
                </c:pt>
                <c:pt idx="41">
                  <c:v>435106.43121147156</c:v>
                </c:pt>
                <c:pt idx="42">
                  <c:v>445856.9872236252</c:v>
                </c:pt>
                <c:pt idx="43">
                  <c:v>456613.42380285263</c:v>
                </c:pt>
                <c:pt idx="44">
                  <c:v>467375.6904191971</c:v>
                </c:pt>
                <c:pt idx="45">
                  <c:v>478143.73640060425</c:v>
                </c:pt>
                <c:pt idx="46">
                  <c:v>488917.51093912125</c:v>
                </c:pt>
                <c:pt idx="47">
                  <c:v>499696.96309280396</c:v>
                </c:pt>
                <c:pt idx="48">
                  <c:v>510482.04177856445</c:v>
                </c:pt>
                <c:pt idx="49">
                  <c:v>521272.695786953</c:v>
                </c:pt>
                <c:pt idx="50">
                  <c:v>532068.8737716675</c:v>
                </c:pt>
                <c:pt idx="51">
                  <c:v>542870.5242576599</c:v>
                </c:pt>
                <c:pt idx="52">
                  <c:v>553677.5956420898</c:v>
                </c:pt>
                <c:pt idx="53">
                  <c:v>564490.036190033</c:v>
                </c:pt>
                <c:pt idx="54">
                  <c:v>575307.7940430641</c:v>
                </c:pt>
                <c:pt idx="55">
                  <c:v>586130.8172197342</c:v>
                </c:pt>
                <c:pt idx="56">
                  <c:v>596959.0536088943</c:v>
                </c:pt>
                <c:pt idx="57">
                  <c:v>607792.4509835243</c:v>
                </c:pt>
                <c:pt idx="58">
                  <c:v>618630.9569926262</c:v>
                </c:pt>
                <c:pt idx="59">
                  <c:v>629474.5191669464</c:v>
                </c:pt>
                <c:pt idx="60">
                  <c:v>640323.0849180222</c:v>
                </c:pt>
                <c:pt idx="61">
                  <c:v>651176.6015434265</c:v>
                </c:pt>
                <c:pt idx="62">
                  <c:v>662035.0162239075</c:v>
                </c:pt>
                <c:pt idx="63">
                  <c:v>672898.27602911</c:v>
                </c:pt>
                <c:pt idx="64">
                  <c:v>683766.3279147148</c:v>
                </c:pt>
                <c:pt idx="65">
                  <c:v>694639.118724823</c:v>
                </c:pt>
                <c:pt idx="66">
                  <c:v>705516.5952000618</c:v>
                </c:pt>
                <c:pt idx="67">
                  <c:v>716398.7039685249</c:v>
                </c:pt>
                <c:pt idx="68">
                  <c:v>727285.3915538788</c:v>
                </c:pt>
                <c:pt idx="69">
                  <c:v>738176.6043772697</c:v>
                </c:pt>
                <c:pt idx="70">
                  <c:v>749072.28875494</c:v>
                </c:pt>
                <c:pt idx="71">
                  <c:v>759972.3909049034</c:v>
                </c:pt>
                <c:pt idx="72">
                  <c:v>770876.8569417</c:v>
                </c:pt>
                <c:pt idx="73">
                  <c:v>781785.6328840256</c:v>
                </c:pt>
                <c:pt idx="74">
                  <c:v>792698.6646542549</c:v>
                </c:pt>
                <c:pt idx="75">
                  <c:v>803615.898077488</c:v>
                </c:pt>
                <c:pt idx="76">
                  <c:v>814537.2788896561</c:v>
                </c:pt>
                <c:pt idx="77">
                  <c:v>825462.7527318001</c:v>
                </c:pt>
                <c:pt idx="78">
                  <c:v>836392.2651562691</c:v>
                </c:pt>
                <c:pt idx="79">
                  <c:v>847325.7616248131</c:v>
                </c:pt>
                <c:pt idx="80">
                  <c:v>858263.1875128746</c:v>
                </c:pt>
                <c:pt idx="81">
                  <c:v>869204.4881138802</c:v>
                </c:pt>
                <c:pt idx="82">
                  <c:v>880149.6086320877</c:v>
                </c:pt>
                <c:pt idx="83">
                  <c:v>891098.4941945076</c:v>
                </c:pt>
                <c:pt idx="84">
                  <c:v>902051.0898427963</c:v>
                </c:pt>
                <c:pt idx="85">
                  <c:v>913007.3405442238</c:v>
                </c:pt>
                <c:pt idx="86">
                  <c:v>923967.1911854744</c:v>
                </c:pt>
                <c:pt idx="87">
                  <c:v>934930.5865797997</c:v>
                </c:pt>
                <c:pt idx="88">
                  <c:v>945897.4714646339</c:v>
                </c:pt>
                <c:pt idx="89">
                  <c:v>956867.7905077934</c:v>
                </c:pt>
                <c:pt idx="90">
                  <c:v>967841.4883022308</c:v>
                </c:pt>
                <c:pt idx="91">
                  <c:v>978818.5093755722</c:v>
                </c:pt>
                <c:pt idx="92">
                  <c:v>989798.7981853485</c:v>
                </c:pt>
                <c:pt idx="93">
                  <c:v>1000782.2991261482</c:v>
                </c:pt>
                <c:pt idx="94">
                  <c:v>1011768.9565262794</c:v>
                </c:pt>
                <c:pt idx="95">
                  <c:v>1022758.714650631</c:v>
                </c:pt>
                <c:pt idx="96">
                  <c:v>1033751.5177087784</c:v>
                </c:pt>
                <c:pt idx="97">
                  <c:v>1044747.309844017</c:v>
                </c:pt>
                <c:pt idx="98">
                  <c:v>1055746.0351486206</c:v>
                </c:pt>
                <c:pt idx="99">
                  <c:v>1066747.6376538277</c:v>
                </c:pt>
                <c:pt idx="100">
                  <c:v>1077752.0613393784</c:v>
                </c:pt>
                <c:pt idx="101">
                  <c:v>1088759.250134945</c:v>
                </c:pt>
                <c:pt idx="102">
                  <c:v>1099769.1479153633</c:v>
                </c:pt>
                <c:pt idx="103">
                  <c:v>1110781.6985092163</c:v>
                </c:pt>
                <c:pt idx="104">
                  <c:v>1121796.845697403</c:v>
                </c:pt>
                <c:pt idx="105">
                  <c:v>1132814.533215046</c:v>
                </c:pt>
                <c:pt idx="106">
                  <c:v>1143834.704753399</c:v>
                </c:pt>
                <c:pt idx="107">
                  <c:v>1154857.3039617538</c:v>
                </c:pt>
                <c:pt idx="108">
                  <c:v>1165882.274447918</c:v>
                </c:pt>
                <c:pt idx="109">
                  <c:v>1176909.5597848892</c:v>
                </c:pt>
                <c:pt idx="110">
                  <c:v>1187939.1035027504</c:v>
                </c:pt>
                <c:pt idx="111">
                  <c:v>1198970.8491020203</c:v>
                </c:pt>
                <c:pt idx="112">
                  <c:v>1210004.7400455475</c:v>
                </c:pt>
                <c:pt idx="113">
                  <c:v>1221040.71976614</c:v>
                </c:pt>
                <c:pt idx="114">
                  <c:v>1232078.7316684723</c:v>
                </c:pt>
                <c:pt idx="115">
                  <c:v>1243118.7191243172</c:v>
                </c:pt>
                <c:pt idx="116">
                  <c:v>1254160.6254820824</c:v>
                </c:pt>
                <c:pt idx="117">
                  <c:v>1265204.39406538</c:v>
                </c:pt>
                <c:pt idx="118">
                  <c:v>1276249.9681725502</c:v>
                </c:pt>
                <c:pt idx="119">
                  <c:v>1287297.2910819054</c:v>
                </c:pt>
                <c:pt idx="120">
                  <c:v>1298346.3060526848</c:v>
                </c:pt>
                <c:pt idx="121">
                  <c:v>1309396.9563250542</c:v>
                </c:pt>
                <c:pt idx="122">
                  <c:v>1320449.185122013</c:v>
                </c:pt>
                <c:pt idx="123">
                  <c:v>1331502.935655117</c:v>
                </c:pt>
                <c:pt idx="124">
                  <c:v>1342558.1511187553</c:v>
                </c:pt>
                <c:pt idx="125">
                  <c:v>1353614.7747011185</c:v>
                </c:pt>
                <c:pt idx="126">
                  <c:v>1364672.7495765686</c:v>
                </c:pt>
                <c:pt idx="127">
                  <c:v>1375732.018916607</c:v>
                </c:pt>
                <c:pt idx="128">
                  <c:v>1386792.5258812904</c:v>
                </c:pt>
                <c:pt idx="129">
                  <c:v>1397854.21363163</c:v>
                </c:pt>
                <c:pt idx="130">
                  <c:v>1408917.0253219604</c:v>
                </c:pt>
                <c:pt idx="131">
                  <c:v>1419980.9041090012</c:v>
                </c:pt>
                <c:pt idx="132">
                  <c:v>1431045.7931509018</c:v>
                </c:pt>
                <c:pt idx="133">
                  <c:v>1442111.6356048584</c:v>
                </c:pt>
                <c:pt idx="134">
                  <c:v>1453178.37463665</c:v>
                </c:pt>
                <c:pt idx="135">
                  <c:v>1464245.9534163475</c:v>
                </c:pt>
                <c:pt idx="136">
                  <c:v>1475314.3151211739</c:v>
                </c:pt>
                <c:pt idx="137">
                  <c:v>1486383.4029393196</c:v>
                </c:pt>
                <c:pt idx="138">
                  <c:v>1497453.1600708961</c:v>
                </c:pt>
                <c:pt idx="139">
                  <c:v>1508523.5297284126</c:v>
                </c:pt>
                <c:pt idx="140">
                  <c:v>1519594.4551386833</c:v>
                </c:pt>
                <c:pt idx="141">
                  <c:v>1530665.8795456886</c:v>
                </c:pt>
                <c:pt idx="142">
                  <c:v>1541737.7462120056</c:v>
                </c:pt>
                <c:pt idx="143">
                  <c:v>1552809.9984183311</c:v>
                </c:pt>
                <c:pt idx="144">
                  <c:v>1563882.5794715881</c:v>
                </c:pt>
                <c:pt idx="145">
                  <c:v>1574955.4326953888</c:v>
                </c:pt>
                <c:pt idx="146">
                  <c:v>1586028.5014448166</c:v>
                </c:pt>
                <c:pt idx="147">
                  <c:v>1597101.7290978432</c:v>
                </c:pt>
                <c:pt idx="148">
                  <c:v>1608175.0590629578</c:v>
                </c:pt>
                <c:pt idx="149">
                  <c:v>1619248.4347777367</c:v>
                </c:pt>
                <c:pt idx="150">
                  <c:v>1630321.7997117043</c:v>
                </c:pt>
                <c:pt idx="151">
                  <c:v>1641395.0973696709</c:v>
                </c:pt>
                <c:pt idx="152">
                  <c:v>1652468.2712898254</c:v>
                </c:pt>
                <c:pt idx="153">
                  <c:v>1663541.2650475502</c:v>
                </c:pt>
                <c:pt idx="154">
                  <c:v>1674614.0222578049</c:v>
                </c:pt>
                <c:pt idx="155">
                  <c:v>1685686.4865765572</c:v>
                </c:pt>
                <c:pt idx="156">
                  <c:v>1696758.6016979218</c:v>
                </c:pt>
                <c:pt idx="157">
                  <c:v>1707830.3113660812</c:v>
                </c:pt>
                <c:pt idx="158">
                  <c:v>1718901.5593643188</c:v>
                </c:pt>
                <c:pt idx="159">
                  <c:v>1729972.2895274162</c:v>
                </c:pt>
                <c:pt idx="160">
                  <c:v>1741042.4457349777</c:v>
                </c:pt>
                <c:pt idx="161">
                  <c:v>1752111.9719219208</c:v>
                </c:pt>
                <c:pt idx="162">
                  <c:v>1763180.812069416</c:v>
                </c:pt>
                <c:pt idx="163">
                  <c:v>1774248.9102187157</c:v>
                </c:pt>
                <c:pt idx="164">
                  <c:v>1785316.2104592323</c:v>
                </c:pt>
                <c:pt idx="165">
                  <c:v>1796382.656944275</c:v>
                </c:pt>
                <c:pt idx="166">
                  <c:v>1807448.1938796043</c:v>
                </c:pt>
                <c:pt idx="167">
                  <c:v>1818512.7655358315</c:v>
                </c:pt>
                <c:pt idx="168">
                  <c:v>1829576.3162426949</c:v>
                </c:pt>
                <c:pt idx="169">
                  <c:v>1840638.7903952599</c:v>
                </c:pt>
                <c:pt idx="170">
                  <c:v>1851700.1324510574</c:v>
                </c:pt>
                <c:pt idx="171">
                  <c:v>1862760.28693676</c:v>
                </c:pt>
                <c:pt idx="172">
                  <c:v>1873819.1984477043</c:v>
                </c:pt>
                <c:pt idx="173">
                  <c:v>1884876.811645031</c:v>
                </c:pt>
                <c:pt idx="174">
                  <c:v>1895933.0712666512</c:v>
                </c:pt>
                <c:pt idx="175">
                  <c:v>1906987.9221196175</c:v>
                </c:pt>
                <c:pt idx="176">
                  <c:v>1918041.3090867996</c:v>
                </c:pt>
                <c:pt idx="177">
                  <c:v>1929093.1771292686</c:v>
                </c:pt>
                <c:pt idx="178">
                  <c:v>1940143.4712820053</c:v>
                </c:pt>
                <c:pt idx="179">
                  <c:v>1951192.1366610527</c:v>
                </c:pt>
                <c:pt idx="180">
                  <c:v>1962239.1184654236</c:v>
                </c:pt>
                <c:pt idx="181">
                  <c:v>1973284.3619742393</c:v>
                </c:pt>
                <c:pt idx="182">
                  <c:v>1984327.8125491142</c:v>
                </c:pt>
                <c:pt idx="183">
                  <c:v>1995369.4156432152</c:v>
                </c:pt>
                <c:pt idx="184">
                  <c:v>2006409.1167879105</c:v>
                </c:pt>
                <c:pt idx="185">
                  <c:v>2017446.8616108894</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2017446.8616108894</c:v>
                </c:pt>
                <c:pt idx="186">
                  <c:v>2028482.5958266258</c:v>
                </c:pt>
                <c:pt idx="187">
                  <c:v>2039516.265241146</c:v>
                </c:pt>
                <c:pt idx="188">
                  <c:v>2050547.815752983</c:v>
                </c:pt>
                <c:pt idx="189">
                  <c:v>2061577.1933579445</c:v>
                </c:pt>
                <c:pt idx="190">
                  <c:v>2072604.3441457748</c:v>
                </c:pt>
                <c:pt idx="191">
                  <c:v>2083629.214302063</c:v>
                </c:pt>
                <c:pt idx="192">
                  <c:v>2094651.7501163483</c:v>
                </c:pt>
                <c:pt idx="193">
                  <c:v>2105671.8979735374</c:v>
                </c:pt>
                <c:pt idx="194">
                  <c:v>2116689.6043634415</c:v>
                </c:pt>
                <c:pt idx="195">
                  <c:v>2127704.815878868</c:v>
                </c:pt>
                <c:pt idx="196">
                  <c:v>2138717.4792170525</c:v>
                </c:pt>
                <c:pt idx="197">
                  <c:v>2149727.5411806107</c:v>
                </c:pt>
                <c:pt idx="198">
                  <c:v>2160734.9486818314</c:v>
                </c:pt>
                <c:pt idx="199">
                  <c:v>2171739.6487412453</c:v>
                </c:pt>
                <c:pt idx="200">
                  <c:v>2182741.5884890556</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3717266.8565177917</c:v>
                </c:pt>
                <c:pt idx="2">
                  <c:v>8005754.817246914</c:v>
                </c:pt>
                <c:pt idx="3">
                  <c:v>12877656.67355299</c:v>
                </c:pt>
                <c:pt idx="4">
                  <c:v>18307182.3534379</c:v>
                </c:pt>
                <c:pt idx="5">
                  <c:v>24223486.20369768</c:v>
                </c:pt>
                <c:pt idx="6">
                  <c:v>30511781.4662838</c:v>
                </c:pt>
                <c:pt idx="7">
                  <c:v>37024590.56020689</c:v>
                </c:pt>
                <c:pt idx="8">
                  <c:v>43601062.57936382</c:v>
                </c:pt>
                <c:pt idx="9">
                  <c:v>50088635.98312521</c:v>
                </c:pt>
                <c:pt idx="10">
                  <c:v>56360530.39654398</c:v>
                </c:pt>
                <c:pt idx="11">
                  <c:v>62325034.14715338</c:v>
                </c:pt>
                <c:pt idx="12">
                  <c:v>67926352.11184168</c:v>
                </c:pt>
                <c:pt idx="13">
                  <c:v>73139526.55998039</c:v>
                </c:pt>
                <c:pt idx="14">
                  <c:v>77962700.99324894</c:v>
                </c:pt>
                <c:pt idx="15">
                  <c:v>82409296.88606834</c:v>
                </c:pt>
                <c:pt idx="16">
                  <c:v>86501505.59105873</c:v>
                </c:pt>
                <c:pt idx="17">
                  <c:v>90265530.39232397</c:v>
                </c:pt>
                <c:pt idx="18">
                  <c:v>93728451.46934223</c:v>
                </c:pt>
                <c:pt idx="19">
                  <c:v>96916362.61261988</c:v>
                </c:pt>
                <c:pt idx="20">
                  <c:v>99853403.83451271</c:v>
                </c:pt>
                <c:pt idx="21">
                  <c:v>102561375.65238047</c:v>
                </c:pt>
                <c:pt idx="22">
                  <c:v>105059703.15052462</c:v>
                </c:pt>
                <c:pt idx="23">
                  <c:v>107365591.67199612</c:v>
                </c:pt>
                <c:pt idx="24">
                  <c:v>109494272.45165396</c:v>
                </c:pt>
                <c:pt idx="25">
                  <c:v>111459276.19984722</c:v>
                </c:pt>
                <c:pt idx="26">
                  <c:v>113272699.1050744</c:v>
                </c:pt>
                <c:pt idx="27">
                  <c:v>114945442.70174074</c:v>
                </c:pt>
                <c:pt idx="28">
                  <c:v>116487419.5969963</c:v>
                </c:pt>
                <c:pt idx="29">
                  <c:v>117907723.37547302</c:v>
                </c:pt>
                <c:pt idx="30">
                  <c:v>119214764.60549212</c:v>
                </c:pt>
                <c:pt idx="31">
                  <c:v>120416376.74633312</c:v>
                </c:pt>
                <c:pt idx="32">
                  <c:v>121519896.54811001</c:v>
                </c:pt>
                <c:pt idx="33">
                  <c:v>122532223.66167068</c:v>
                </c:pt>
                <c:pt idx="34">
                  <c:v>123459863.90810347</c:v>
                </c:pt>
                <c:pt idx="35">
                  <c:v>124308960.17405081</c:v>
                </c:pt>
                <c:pt idx="36">
                  <c:v>125085314.31749964</c:v>
                </c:pt>
                <c:pt idx="37">
                  <c:v>125794402.86515951</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125794402.86515951</c:v>
                </c:pt>
                <c:pt idx="38">
                  <c:v>126441388.70521355</c:v>
                </c:pt>
                <c:pt idx="39">
                  <c:v>127031130.45690107</c:v>
                </c:pt>
                <c:pt idx="40">
                  <c:v>127568190.74575901</c:v>
                </c:pt>
                <c:pt idx="41">
                  <c:v>128056844.23563576</c:v>
                </c:pt>
                <c:pt idx="42">
                  <c:v>128501085.9643116</c:v>
                </c:pt>
                <c:pt idx="43">
                  <c:v>128904640.29308319</c:v>
                </c:pt>
                <c:pt idx="44">
                  <c:v>129270970.60400772</c:v>
                </c:pt>
                <c:pt idx="45">
                  <c:v>129603289.75239658</c:v>
                </c:pt>
                <c:pt idx="46">
                  <c:v>129904571.19762945</c:v>
                </c:pt>
                <c:pt idx="47">
                  <c:v>130177560.68350267</c:v>
                </c:pt>
                <c:pt idx="48">
                  <c:v>130424788.31253576</c:v>
                </c:pt>
                <c:pt idx="49">
                  <c:v>130648580.85017872</c:v>
                </c:pt>
                <c:pt idx="50">
                  <c:v>130851074.0992217</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20592815.712313652</c:v>
                </c:pt>
                <c:pt idx="2">
                  <c:v>42937181.60669041</c:v>
                </c:pt>
                <c:pt idx="3">
                  <c:v>67013945.00628185</c:v>
                </c:pt>
                <c:pt idx="4">
                  <c:v>92752965.11093044</c:v>
                </c:pt>
                <c:pt idx="5">
                  <c:v>120028262.54818296</c:v>
                </c:pt>
                <c:pt idx="6">
                  <c:v>148657285.41389036</c:v>
                </c:pt>
                <c:pt idx="7">
                  <c:v>178405219.76622438</c:v>
                </c:pt>
                <c:pt idx="8">
                  <c:v>208994525.01109982</c:v>
                </c:pt>
                <c:pt idx="9">
                  <c:v>240118936.78915882</c:v>
                </c:pt>
                <c:pt idx="10">
                  <c:v>271460305.0729041</c:v>
                </c:pt>
                <c:pt idx="11">
                  <c:v>302706091.48393583</c:v>
                </c:pt>
                <c:pt idx="12">
                  <c:v>333565304.53585386</c:v>
                </c:pt>
                <c:pt idx="13">
                  <c:v>363781096.80061007</c:v>
                </c:pt>
                <c:pt idx="14">
                  <c:v>393139013.09556866</c:v>
                </c:pt>
                <c:pt idx="15">
                  <c:v>421470716.2051945</c:v>
                </c:pt>
                <c:pt idx="16">
                  <c:v>448653707.618412</c:v>
                </c:pt>
                <c:pt idx="17">
                  <c:v>474607984.08830166</c:v>
                </c:pt>
                <c:pt idx="18">
                  <c:v>499290713.54042244</c:v>
                </c:pt>
                <c:pt idx="19">
                  <c:v>522689938.4179621</c:v>
                </c:pt>
                <c:pt idx="20">
                  <c:v>544818112.3969088</c:v>
                </c:pt>
                <c:pt idx="21">
                  <c:v>565706031.3834696</c:v>
                </c:pt>
                <c:pt idx="22">
                  <c:v>585397490.0049582</c:v>
                </c:pt>
                <c:pt idx="23">
                  <c:v>603944810.6036901</c:v>
                </c:pt>
                <c:pt idx="24">
                  <c:v>621405261.4873114</c:v>
                </c:pt>
                <c:pt idx="25">
                  <c:v>637838300.1843586</c:v>
                </c:pt>
                <c:pt idx="26">
                  <c:v>653303535.1721611</c:v>
                </c:pt>
                <c:pt idx="27">
                  <c:v>667859284.4401655</c:v>
                </c:pt>
                <c:pt idx="28">
                  <c:v>681561611.2744312</c:v>
                </c:pt>
                <c:pt idx="29">
                  <c:v>694463729.1414843</c:v>
                </c:pt>
                <c:pt idx="30">
                  <c:v>706615683.233921</c:v>
                </c:pt>
                <c:pt idx="31">
                  <c:v>718064232.7983294</c:v>
                </c:pt>
                <c:pt idx="32">
                  <c:v>728852873.92101</c:v>
                </c:pt>
                <c:pt idx="33">
                  <c:v>739021956.093504</c:v>
                </c:pt>
                <c:pt idx="34">
                  <c:v>748608857.3178148</c:v>
                </c:pt>
                <c:pt idx="35">
                  <c:v>757648191.7856188</c:v>
                </c:pt>
                <c:pt idx="36">
                  <c:v>766172031.4949951</c:v>
                </c:pt>
                <c:pt idx="37">
                  <c:v>774210128.8387108</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774210128.8387108</c:v>
                </c:pt>
                <c:pt idx="38">
                  <c:v>781790131.503499</c:v>
                </c:pt>
                <c:pt idx="39">
                  <c:v>788937784.2309275</c:v>
                </c:pt>
                <c:pt idx="40">
                  <c:v>795677114.3408728</c:v>
                </c:pt>
                <c:pt idx="41">
                  <c:v>802030599.603631</c:v>
                </c:pt>
                <c:pt idx="42">
                  <c:v>808019318.2230301</c:v>
                </c:pt>
                <c:pt idx="43">
                  <c:v>813663081.4864302</c:v>
                </c:pt>
                <c:pt idx="44">
                  <c:v>818980550.145443</c:v>
                </c:pt>
                <c:pt idx="45">
                  <c:v>823989335.889574</c:v>
                </c:pt>
                <c:pt idx="46">
                  <c:v>828706089.4220886</c:v>
                </c:pt>
                <c:pt idx="47">
                  <c:v>833146576.6870766</c:v>
                </c:pt>
                <c:pt idx="48">
                  <c:v>837325744.7628393</c:v>
                </c:pt>
                <c:pt idx="49">
                  <c:v>841257778.8541775</c:v>
                </c:pt>
                <c:pt idx="50">
                  <c:v>844956151.7037783</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17044159.00663042</c:v>
                </c:pt>
                <c:pt idx="2">
                  <c:v>34679064.88727379</c:v>
                </c:pt>
                <c:pt idx="3">
                  <c:v>52585585.8485384</c:v>
                </c:pt>
                <c:pt idx="4">
                  <c:v>70427670.61889791</c:v>
                </c:pt>
                <c:pt idx="5">
                  <c:v>87885708.51351929</c:v>
                </c:pt>
                <c:pt idx="6">
                  <c:v>104685347.32906151</c:v>
                </c:pt>
                <c:pt idx="7">
                  <c:v>120616094.66412926</c:v>
                </c:pt>
                <c:pt idx="8">
                  <c:v>135537759.84141254</c:v>
                </c:pt>
                <c:pt idx="9">
                  <c:v>149376387.8965354</c:v>
                </c:pt>
                <c:pt idx="10">
                  <c:v>162113387.96483898</c:v>
                </c:pt>
                <c:pt idx="11">
                  <c:v>173771825.06774235</c:v>
                </c:pt>
                <c:pt idx="12">
                  <c:v>184402936.45022345</c:v>
                </c:pt>
                <c:pt idx="13">
                  <c:v>194074650.69509125</c:v>
                </c:pt>
                <c:pt idx="14">
                  <c:v>202862778.70796728</c:v>
                </c:pt>
                <c:pt idx="15">
                  <c:v>210844820.0722823</c:v>
                </c:pt>
                <c:pt idx="16">
                  <c:v>218095966.9135003</c:v>
                </c:pt>
                <c:pt idx="17">
                  <c:v>224686779.84237862</c:v>
                </c:pt>
                <c:pt idx="18">
                  <c:v>230682043.30336857</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230682043.30336857</c:v>
                </c:pt>
                <c:pt idx="19">
                  <c:v>236140398.74580574</c:v>
                </c:pt>
                <c:pt idx="20">
                  <c:v>241114455.7605424</c:v>
                </c:pt>
                <c:pt idx="21">
                  <c:v>245651171.23202038</c:v>
                </c:pt>
                <c:pt idx="22">
                  <c:v>249792357.2717414</c:v>
                </c:pt>
                <c:pt idx="23">
                  <c:v>253575230.39506435</c:v>
                </c:pt>
                <c:pt idx="24">
                  <c:v>257032950.2425375</c:v>
                </c:pt>
                <c:pt idx="25">
                  <c:v>260195119.93038368</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749829.7408914566</c:v>
                </c:pt>
                <c:pt idx="2">
                  <c:v>1524488.6138253212</c:v>
                </c:pt>
                <c:pt idx="3">
                  <c:v>2324040.306622505</c:v>
                </c:pt>
                <c:pt idx="4">
                  <c:v>3148452.3109898567</c:v>
                </c:pt>
                <c:pt idx="5">
                  <c:v>3997588.6282935143</c:v>
                </c:pt>
                <c:pt idx="6">
                  <c:v>4871203.128467083</c:v>
                </c:pt>
                <c:pt idx="7">
                  <c:v>5768933.761839867</c:v>
                </c:pt>
                <c:pt idx="8">
                  <c:v>6690297.825499535</c:v>
                </c:pt>
                <c:pt idx="9">
                  <c:v>7634688.480687141</c:v>
                </c:pt>
                <c:pt idx="10">
                  <c:v>8601372.704845428</c:v>
                </c:pt>
                <c:pt idx="11">
                  <c:v>9589490.840750694</c:v>
                </c:pt>
                <c:pt idx="12">
                  <c:v>10598057.87559414</c:v>
                </c:pt>
                <c:pt idx="13">
                  <c:v>11625966.545335293</c:v>
                </c:pt>
                <c:pt idx="14">
                  <c:v>12671992.31501913</c:v>
                </c:pt>
                <c:pt idx="15">
                  <c:v>13734800.235479355</c:v>
                </c:pt>
                <c:pt idx="16">
                  <c:v>14812953.62280941</c:v>
                </c:pt>
                <c:pt idx="17">
                  <c:v>15904924.451637268</c:v>
                </c:pt>
                <c:pt idx="18">
                  <c:v>17009105.298916817</c:v>
                </c:pt>
                <c:pt idx="19">
                  <c:v>18123822.62468624</c:v>
                </c:pt>
                <c:pt idx="20">
                  <c:v>19247351.13229084</c:v>
                </c:pt>
                <c:pt idx="21">
                  <c:v>20377928.91554594</c:v>
                </c:pt>
                <c:pt idx="22">
                  <c:v>21513773.075879574</c:v>
                </c:pt>
                <c:pt idx="23">
                  <c:v>22653095.48002243</c:v>
                </c:pt>
                <c:pt idx="24">
                  <c:v>23794118.328830242</c:v>
                </c:pt>
                <c:pt idx="25">
                  <c:v>24935089.220111847</c:v>
                </c:pt>
                <c:pt idx="26">
                  <c:v>26074295.41207552</c:v>
                </c:pt>
                <c:pt idx="27">
                  <c:v>27210077.02758169</c:v>
                </c:pt>
                <c:pt idx="28">
                  <c:v>28340838.98087454</c:v>
                </c:pt>
                <c:pt idx="29">
                  <c:v>29465061.455424786</c:v>
                </c:pt>
                <c:pt idx="30">
                  <c:v>30581308.811493397</c:v>
                </c:pt>
                <c:pt idx="31">
                  <c:v>31688236.85257244</c:v>
                </c:pt>
                <c:pt idx="32">
                  <c:v>32784598.42864847</c:v>
                </c:pt>
                <c:pt idx="33">
                  <c:v>33869247.399380684</c:v>
                </c:pt>
                <c:pt idx="34">
                  <c:v>34941141.02013016</c:v>
                </c:pt>
                <c:pt idx="35">
                  <c:v>35999340.847447395</c:v>
                </c:pt>
                <c:pt idx="36">
                  <c:v>37043012.28718281</c:v>
                </c:pt>
                <c:pt idx="37">
                  <c:v>38071422.92796564</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38071422.92796564</c:v>
                </c:pt>
                <c:pt idx="38">
                  <c:v>39083939.81536198</c:v>
                </c:pt>
                <c:pt idx="39">
                  <c:v>40080025.82813549</c:v>
                </c:pt>
                <c:pt idx="40">
                  <c:v>41059235.31846523</c:v>
                </c:pt>
                <c:pt idx="41">
                  <c:v>42021209.17356205</c:v>
                </c:pt>
                <c:pt idx="42">
                  <c:v>42965669.447707176</c:v>
                </c:pt>
                <c:pt idx="43">
                  <c:v>43892413.70251417</c:v>
                </c:pt>
                <c:pt idx="44">
                  <c:v>44801309.17978716</c:v>
                </c:pt>
                <c:pt idx="45">
                  <c:v>45692286.91675615</c:v>
                </c:pt>
                <c:pt idx="46">
                  <c:v>46565335.898373604</c:v>
                </c:pt>
                <c:pt idx="47">
                  <c:v>47420497.326262</c:v>
                </c:pt>
                <c:pt idx="48">
                  <c:v>48257859.06942749</c:v>
                </c:pt>
                <c:pt idx="49">
                  <c:v>49077550.34821653</c:v>
                </c:pt>
                <c:pt idx="50">
                  <c:v>49879736.690556526</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1453320.2104492188</c:v>
                </c:pt>
                <c:pt idx="2">
                  <c:v>2968507.707118511</c:v>
                </c:pt>
                <c:pt idx="3">
                  <c:v>4545511.598639488</c:v>
                </c:pt>
                <c:pt idx="4">
                  <c:v>6183842.403172493</c:v>
                </c:pt>
                <c:pt idx="5">
                  <c:v>7882535.739364624</c:v>
                </c:pt>
                <c:pt idx="6">
                  <c:v>9640122.584377766</c:v>
                </c:pt>
                <c:pt idx="7">
                  <c:v>11454607.988399982</c:v>
                </c:pt>
                <c:pt idx="8">
                  <c:v>13323460.017486572</c:v>
                </c:pt>
                <c:pt idx="9">
                  <c:v>15243610.447953701</c:v>
                </c:pt>
                <c:pt idx="10">
                  <c:v>17211468.35321808</c:v>
                </c:pt>
                <c:pt idx="11">
                  <c:v>19222947.217846394</c:v>
                </c:pt>
                <c:pt idx="12">
                  <c:v>21273505.60829544</c:v>
                </c:pt>
                <c:pt idx="13">
                  <c:v>23358200.76324749</c:v>
                </c:pt>
                <c:pt idx="14">
                  <c:v>25471753.787659645</c:v>
                </c:pt>
                <c:pt idx="15">
                  <c:v>27608624.498680115</c:v>
                </c:pt>
                <c:pt idx="16">
                  <c:v>29763093.433637142</c:v>
                </c:pt>
                <c:pt idx="17">
                  <c:v>31929348.138394833</c:v>
                </c:pt>
                <c:pt idx="18">
                  <c:v>34101570.64373207</c:v>
                </c:pt>
                <c:pt idx="19">
                  <c:v>36274023.02540064</c:v>
                </c:pt>
                <c:pt idx="20">
                  <c:v>38441128.12753153</c:v>
                </c:pt>
                <c:pt idx="21">
                  <c:v>40597542.88762951</c:v>
                </c:pt>
                <c:pt idx="22">
                  <c:v>42738222.19688368</c:v>
                </c:pt>
                <c:pt idx="23">
                  <c:v>44858471.81410742</c:v>
                </c:pt>
                <c:pt idx="24">
                  <c:v>46953989.473154545</c:v>
                </c:pt>
                <c:pt idx="25">
                  <c:v>49020893.93217087</c:v>
                </c:pt>
                <c:pt idx="26">
                  <c:v>51055742.26581097</c:v>
                </c:pt>
                <c:pt idx="27">
                  <c:v>53055536.16676521</c:v>
                </c:pt>
                <c:pt idx="28">
                  <c:v>55017718.38103199</c:v>
                </c:pt>
                <c:pt idx="29">
                  <c:v>56940160.64533329</c:v>
                </c:pt>
                <c:pt idx="30">
                  <c:v>58821144.628267765</c:v>
                </c:pt>
                <c:pt idx="31">
                  <c:v>60659337.41096687</c:v>
                </c:pt>
                <c:pt idx="32">
                  <c:v>62453762.99505806</c:v>
                </c:pt>
                <c:pt idx="33">
                  <c:v>64203771.21532059</c:v>
                </c:pt>
                <c:pt idx="34">
                  <c:v>65909005.281062126</c:v>
                </c:pt>
                <c:pt idx="35">
                  <c:v>67569368.99238062</c:v>
                </c:pt>
                <c:pt idx="36">
                  <c:v>69184994.49040604</c:v>
                </c:pt>
                <c:pt idx="37">
                  <c:v>70756211.2167468</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70756211.2167468</c:v>
                </c:pt>
                <c:pt idx="38">
                  <c:v>72283516.58553171</c:v>
                </c:pt>
                <c:pt idx="39">
                  <c:v>73767548.7176199</c:v>
                </c:pt>
                <c:pt idx="40">
                  <c:v>75209061.45377254</c:v>
                </c:pt>
                <c:pt idx="41">
                  <c:v>76608901.75309372</c:v>
                </c:pt>
                <c:pt idx="42">
                  <c:v>77967989.4942646</c:v>
                </c:pt>
                <c:pt idx="43">
                  <c:v>79287299.62842941</c:v>
                </c:pt>
                <c:pt idx="44">
                  <c:v>80567846.5819602</c:v>
                </c:pt>
                <c:pt idx="45">
                  <c:v>81810670.7720027</c:v>
                </c:pt>
                <c:pt idx="46">
                  <c:v>83016827.0752778</c:v>
                </c:pt>
                <c:pt idx="47">
                  <c:v>84187375.07848454</c:v>
                </c:pt>
                <c:pt idx="48">
                  <c:v>85323370.93461657</c:v>
                </c:pt>
                <c:pt idx="49">
                  <c:v>86425860.65153694</c:v>
                </c:pt>
                <c:pt idx="50">
                  <c:v>87495874.64561367</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10944538.155779839</c:v>
                </c:pt>
                <c:pt idx="2">
                  <c:v>22803008.944327354</c:v>
                </c:pt>
                <c:pt idx="3">
                  <c:v>35496446.02908993</c:v>
                </c:pt>
                <c:pt idx="4">
                  <c:v>48900818.44605684</c:v>
                </c:pt>
                <c:pt idx="5">
                  <c:v>62851140.352304935</c:v>
                </c:pt>
                <c:pt idx="6">
                  <c:v>77151569.52516031</c:v>
                </c:pt>
                <c:pt idx="7">
                  <c:v>91590263.79225159</c:v>
                </c:pt>
                <c:pt idx="8">
                  <c:v>105956411.1477499</c:v>
                </c:pt>
                <c:pt idx="9">
                  <c:v>120056268.69450617</c:v>
                </c:pt>
                <c:pt idx="10">
                  <c:v>133725485.4655118</c:v>
                </c:pt>
                <c:pt idx="11">
                  <c:v>146836199.33069134</c:v>
                </c:pt>
                <c:pt idx="12">
                  <c:v>159298825.70281935</c:v>
                </c:pt>
                <c:pt idx="13">
                  <c:v>171059560.00283957</c:v>
                </c:pt>
                <c:pt idx="14">
                  <c:v>182095138.2120533</c:v>
                </c:pt>
                <c:pt idx="15">
                  <c:v>192406383.74906445</c:v>
                </c:pt>
                <c:pt idx="16">
                  <c:v>202011725.68673754</c:v>
                </c:pt>
                <c:pt idx="17">
                  <c:v>210941428.10141802</c:v>
                </c:pt>
                <c:pt idx="18">
                  <c:v>219232874.8275094</c:v>
                </c:pt>
                <c:pt idx="19">
                  <c:v>226926972.52476788</c:v>
                </c:pt>
                <c:pt idx="20">
                  <c:v>234065570.64562178</c:v>
                </c:pt>
                <c:pt idx="21">
                  <c:v>240689723.3683424</c:v>
                </c:pt>
                <c:pt idx="22">
                  <c:v>246838603.54879665</c:v>
                </c:pt>
                <c:pt idx="23">
                  <c:v>252548895.28727818</c:v>
                </c:pt>
                <c:pt idx="24">
                  <c:v>257854521.37258434</c:v>
                </c:pt>
                <c:pt idx="25">
                  <c:v>262786593.83607054</c:v>
                </c:pt>
                <c:pt idx="26">
                  <c:v>267373504.74444056</c:v>
                </c:pt>
                <c:pt idx="27">
                  <c:v>271641098.15130854</c:v>
                </c:pt>
                <c:pt idx="28">
                  <c:v>275612882.5916543</c:v>
                </c:pt>
                <c:pt idx="29">
                  <c:v>279310257.2460818</c:v>
                </c:pt>
                <c:pt idx="30">
                  <c:v>282752734.8034115</c:v>
                </c:pt>
                <c:pt idx="31">
                  <c:v>285958150.987998</c:v>
                </c:pt>
                <c:pt idx="32">
                  <c:v>288942855.4503479</c:v>
                </c:pt>
                <c:pt idx="33">
                  <c:v>291721881.8535166</c:v>
                </c:pt>
                <c:pt idx="34">
                  <c:v>294309096.9881234</c:v>
                </c:pt>
                <c:pt idx="35">
                  <c:v>296717329.9602585</c:v>
                </c:pt>
                <c:pt idx="36">
                  <c:v>298958483.1694913</c:v>
                </c:pt>
                <c:pt idx="37">
                  <c:v>301043627.10721016</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301043627.10721016</c:v>
                </c:pt>
                <c:pt idx="38">
                  <c:v>302983081.0850172</c:v>
                </c:pt>
                <c:pt idx="39">
                  <c:v>304786481.9364691</c:v>
                </c:pt>
                <c:pt idx="40">
                  <c:v>306462842.5838127</c:v>
                </c:pt>
                <c:pt idx="41">
                  <c:v>308020602.1654606</c:v>
                </c:pt>
                <c:pt idx="42">
                  <c:v>309467669.2070184</c:v>
                </c:pt>
                <c:pt idx="43">
                  <c:v>310811459.10643387</c:v>
                </c:pt>
                <c:pt idx="44">
                  <c:v>312058927.0029907</c:v>
                </c:pt>
                <c:pt idx="45">
                  <c:v>313216596.9167781</c:v>
                </c:pt>
                <c:pt idx="46">
                  <c:v>314290587.88269854</c:v>
                </c:pt>
                <c:pt idx="47">
                  <c:v>315286637.6621585</c:v>
                </c:pt>
                <c:pt idx="48">
                  <c:v>316210124.4955373</c:v>
                </c:pt>
                <c:pt idx="49">
                  <c:v>317066087.25809765</c:v>
                </c:pt>
                <c:pt idx="50">
                  <c:v>317859244.2994294</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111597.10462284088</c:v>
                </c:pt>
                <c:pt idx="2">
                  <c:v>223229.85091257095</c:v>
                </c:pt>
                <c:pt idx="3">
                  <c:v>334898.18882513046</c:v>
                </c:pt>
                <c:pt idx="4">
                  <c:v>446602.06822776794</c:v>
                </c:pt>
                <c:pt idx="5">
                  <c:v>558341.438893795</c:v>
                </c:pt>
                <c:pt idx="6">
                  <c:v>670116.2505078316</c:v>
                </c:pt>
                <c:pt idx="7">
                  <c:v>781926.4526605606</c:v>
                </c:pt>
                <c:pt idx="8">
                  <c:v>893771.9948558807</c:v>
                </c:pt>
                <c:pt idx="9">
                  <c:v>1005652.8265028</c:v>
                </c:pt>
                <c:pt idx="10">
                  <c:v>1117568.8969221115</c:v>
                </c:pt>
                <c:pt idx="11">
                  <c:v>1229520.1553440094</c:v>
                </c:pt>
                <c:pt idx="12">
                  <c:v>1341506.5509085655</c:v>
                </c:pt>
                <c:pt idx="13">
                  <c:v>1453528.032664299</c:v>
                </c:pt>
                <c:pt idx="14">
                  <c:v>1565584.5495681763</c:v>
                </c:pt>
                <c:pt idx="15">
                  <c:v>1677676.0504918098</c:v>
                </c:pt>
                <c:pt idx="16">
                  <c:v>1789802.4842119217</c:v>
                </c:pt>
                <c:pt idx="17">
                  <c:v>1901963.799417019</c:v>
                </c:pt>
                <c:pt idx="18">
                  <c:v>2014159.9447069168</c:v>
                </c:pt>
                <c:pt idx="19">
                  <c:v>2126390.8685884476</c:v>
                </c:pt>
                <c:pt idx="20">
                  <c:v>2238656.519482136</c:v>
                </c:pt>
                <c:pt idx="21">
                  <c:v>2350956.84571743</c:v>
                </c:pt>
                <c:pt idx="22">
                  <c:v>2463291.7955346107</c:v>
                </c:pt>
                <c:pt idx="23">
                  <c:v>2575661.317082882</c:v>
                </c:pt>
                <c:pt idx="24">
                  <c:v>2688065.3584241867</c:v>
                </c:pt>
                <c:pt idx="25">
                  <c:v>2800503.8675312996</c:v>
                </c:pt>
                <c:pt idx="26">
                  <c:v>2912976.7922854424</c:v>
                </c:pt>
                <c:pt idx="27">
                  <c:v>3025484.0804829597</c:v>
                </c:pt>
                <c:pt idx="28">
                  <c:v>3138025.6798267365</c:v>
                </c:pt>
                <c:pt idx="29">
                  <c:v>3250601.5379333496</c:v>
                </c:pt>
                <c:pt idx="30">
                  <c:v>3363211.602332115</c:v>
                </c:pt>
                <c:pt idx="31">
                  <c:v>3475855.820458412</c:v>
                </c:pt>
                <c:pt idx="32">
                  <c:v>3588534.1396656036</c:v>
                </c:pt>
                <c:pt idx="33">
                  <c:v>3701246.5072135925</c:v>
                </c:pt>
                <c:pt idx="34">
                  <c:v>3813992.870276451</c:v>
                </c:pt>
                <c:pt idx="35">
                  <c:v>3926773.175940037</c:v>
                </c:pt>
                <c:pt idx="36">
                  <c:v>4039587.371201992</c:v>
                </c:pt>
                <c:pt idx="37">
                  <c:v>4152435.4029693604</c:v>
                </c:pt>
                <c:pt idx="38">
                  <c:v>4265317.218067169</c:v>
                </c:pt>
                <c:pt idx="39">
                  <c:v>4378232.763225555</c:v>
                </c:pt>
                <c:pt idx="40">
                  <c:v>4491181.985092163</c:v>
                </c:pt>
                <c:pt idx="41">
                  <c:v>4604164.83022356</c:v>
                </c:pt>
                <c:pt idx="42">
                  <c:v>4717181.245092869</c:v>
                </c:pt>
                <c:pt idx="43">
                  <c:v>4830231.176083565</c:v>
                </c:pt>
                <c:pt idx="44">
                  <c:v>4943314.569489956</c:v>
                </c:pt>
                <c:pt idx="45">
                  <c:v>5056431.37152195</c:v>
                </c:pt>
                <c:pt idx="46">
                  <c:v>5169581.528302193</c:v>
                </c:pt>
                <c:pt idx="47">
                  <c:v>5282764.985865116</c:v>
                </c:pt>
                <c:pt idx="48">
                  <c:v>5395981.690159321</c:v>
                </c:pt>
                <c:pt idx="49">
                  <c:v>5509231.5870471</c:v>
                </c:pt>
                <c:pt idx="50">
                  <c:v>5622514.622302532</c:v>
                </c:pt>
                <c:pt idx="51">
                  <c:v>5735830.741614819</c:v>
                </c:pt>
                <c:pt idx="52">
                  <c:v>5849179.890585899</c:v>
                </c:pt>
                <c:pt idx="53">
                  <c:v>5962562.014732361</c:v>
                </c:pt>
                <c:pt idx="54">
                  <c:v>6075977.059482574</c:v>
                </c:pt>
                <c:pt idx="55">
                  <c:v>6189424.970181942</c:v>
                </c:pt>
                <c:pt idx="56">
                  <c:v>6302905.692086697</c:v>
                </c:pt>
                <c:pt idx="57">
                  <c:v>6416419.170371532</c:v>
                </c:pt>
                <c:pt idx="58">
                  <c:v>6529965.350120068</c:v>
                </c:pt>
                <c:pt idx="59">
                  <c:v>6643544.176334858</c:v>
                </c:pt>
                <c:pt idx="60">
                  <c:v>6757155.593931198</c:v>
                </c:pt>
                <c:pt idx="61">
                  <c:v>6870799.547739029</c:v>
                </c:pt>
                <c:pt idx="62">
                  <c:v>6984475.982503891</c:v>
                </c:pt>
                <c:pt idx="63">
                  <c:v>7098184.842884541</c:v>
                </c:pt>
                <c:pt idx="64">
                  <c:v>7211926.073457241</c:v>
                </c:pt>
                <c:pt idx="65">
                  <c:v>7325699.618710518</c:v>
                </c:pt>
                <c:pt idx="66">
                  <c:v>7439505.423052311</c:v>
                </c:pt>
                <c:pt idx="67">
                  <c:v>7553343.430799961</c:v>
                </c:pt>
                <c:pt idx="68">
                  <c:v>7667213.586192608</c:v>
                </c:pt>
                <c:pt idx="69">
                  <c:v>7781115.8333797455</c:v>
                </c:pt>
                <c:pt idx="70">
                  <c:v>7895050.116432667</c:v>
                </c:pt>
                <c:pt idx="71">
                  <c:v>8009016.379331112</c:v>
                </c:pt>
                <c:pt idx="72">
                  <c:v>8123014.565976143</c:v>
                </c:pt>
                <c:pt idx="73">
                  <c:v>8237044.620185375</c:v>
                </c:pt>
                <c:pt idx="74">
                  <c:v>8351106.4856882095</c:v>
                </c:pt>
                <c:pt idx="75">
                  <c:v>8465200.106134892</c:v>
                </c:pt>
                <c:pt idx="76">
                  <c:v>8579325.425088406</c:v>
                </c:pt>
                <c:pt idx="77">
                  <c:v>8693482.386031628</c:v>
                </c:pt>
                <c:pt idx="78">
                  <c:v>8807670.932364464</c:v>
                </c:pt>
                <c:pt idx="79">
                  <c:v>8921891.007399082</c:v>
                </c:pt>
                <c:pt idx="80">
                  <c:v>9036142.554370403</c:v>
                </c:pt>
                <c:pt idx="81">
                  <c:v>9150425.516426086</c:v>
                </c:pt>
                <c:pt idx="82">
                  <c:v>9264739.836633682</c:v>
                </c:pt>
                <c:pt idx="83">
                  <c:v>9379085.457977772</c:v>
                </c:pt>
                <c:pt idx="84">
                  <c:v>9493462.32336092</c:v>
                </c:pt>
                <c:pt idx="85">
                  <c:v>9607870.375600338</c:v>
                </c:pt>
                <c:pt idx="86">
                  <c:v>9722309.557434559</c:v>
                </c:pt>
                <c:pt idx="87">
                  <c:v>9836779.811517239</c:v>
                </c:pt>
                <c:pt idx="88">
                  <c:v>9951281.080423832</c:v>
                </c:pt>
                <c:pt idx="89">
                  <c:v>10065813.306645393</c:v>
                </c:pt>
                <c:pt idx="90">
                  <c:v>10180376.432590485</c:v>
                </c:pt>
                <c:pt idx="91">
                  <c:v>10294970.400588512</c:v>
                </c:pt>
                <c:pt idx="92">
                  <c:v>10409595.152886868</c:v>
                </c:pt>
                <c:pt idx="93">
                  <c:v>10524250.631649971</c:v>
                </c:pt>
                <c:pt idx="94">
                  <c:v>10638936.778962612</c:v>
                </c:pt>
                <c:pt idx="95">
                  <c:v>10753653.536829472</c:v>
                </c:pt>
                <c:pt idx="96">
                  <c:v>10868400.847171783</c:v>
                </c:pt>
                <c:pt idx="97">
                  <c:v>10983178.651831627</c:v>
                </c:pt>
                <c:pt idx="98">
                  <c:v>11097986.892573357</c:v>
                </c:pt>
                <c:pt idx="99">
                  <c:v>11212825.511075497</c:v>
                </c:pt>
                <c:pt idx="100">
                  <c:v>11327694.44893837</c:v>
                </c:pt>
                <c:pt idx="101">
                  <c:v>11442593.647684097</c:v>
                </c:pt>
                <c:pt idx="102">
                  <c:v>11557523.048752785</c:v>
                </c:pt>
                <c:pt idx="103">
                  <c:v>11672482.593505383</c:v>
                </c:pt>
                <c:pt idx="104">
                  <c:v>11787472.223223686</c:v>
                </c:pt>
                <c:pt idx="105">
                  <c:v>11902491.879106522</c:v>
                </c:pt>
                <c:pt idx="106">
                  <c:v>12017541.502279282</c:v>
                </c:pt>
                <c:pt idx="107">
                  <c:v>12132621.033782482</c:v>
                </c:pt>
                <c:pt idx="108">
                  <c:v>12247730.414580822</c:v>
                </c:pt>
                <c:pt idx="109">
                  <c:v>12362869.585559368</c:v>
                </c:pt>
                <c:pt idx="110">
                  <c:v>12478038.487522125</c:v>
                </c:pt>
                <c:pt idx="111">
                  <c:v>12593237.06119728</c:v>
                </c:pt>
                <c:pt idx="112">
                  <c:v>12708465.247233868</c:v>
                </c:pt>
                <c:pt idx="113">
                  <c:v>12823722.986200333</c:v>
                </c:pt>
                <c:pt idx="114">
                  <c:v>12939010.218589783</c:v>
                </c:pt>
                <c:pt idx="115">
                  <c:v>13054326.884815216</c:v>
                </c:pt>
                <c:pt idx="116">
                  <c:v>13169672.92521286</c:v>
                </c:pt>
                <c:pt idx="117">
                  <c:v>13285048.280039787</c:v>
                </c:pt>
                <c:pt idx="118">
                  <c:v>13400452.889478207</c:v>
                </c:pt>
                <c:pt idx="119">
                  <c:v>13515886.69362688</c:v>
                </c:pt>
                <c:pt idx="120">
                  <c:v>13631349.632514954</c:v>
                </c:pt>
                <c:pt idx="121">
                  <c:v>13746841.646087646</c:v>
                </c:pt>
                <c:pt idx="122">
                  <c:v>13862362.674217701</c:v>
                </c:pt>
                <c:pt idx="123">
                  <c:v>13977912.656698227</c:v>
                </c:pt>
                <c:pt idx="124">
                  <c:v>14093491.53324604</c:v>
                </c:pt>
                <c:pt idx="125">
                  <c:v>14209099.243501663</c:v>
                </c:pt>
                <c:pt idx="126">
                  <c:v>14324735.727031708</c:v>
                </c:pt>
                <c:pt idx="127">
                  <c:v>14440400.92332077</c:v>
                </c:pt>
                <c:pt idx="128">
                  <c:v>14556094.771782398</c:v>
                </c:pt>
                <c:pt idx="129">
                  <c:v>14671817.211750507</c:v>
                </c:pt>
                <c:pt idx="130">
                  <c:v>14787568.182487488</c:v>
                </c:pt>
                <c:pt idx="131">
                  <c:v>14903347.623174667</c:v>
                </c:pt>
                <c:pt idx="132">
                  <c:v>15019155.472921848</c:v>
                </c:pt>
                <c:pt idx="133">
                  <c:v>15134991.670761585</c:v>
                </c:pt>
                <c:pt idx="134">
                  <c:v>15250856.155653</c:v>
                </c:pt>
                <c:pt idx="135">
                  <c:v>15366748.866477966</c:v>
                </c:pt>
                <c:pt idx="136">
                  <c:v>15482669.742044449</c:v>
                </c:pt>
                <c:pt idx="137">
                  <c:v>15598618.721086025</c:v>
                </c:pt>
                <c:pt idx="138">
                  <c:v>15714595.742259502</c:v>
                </c:pt>
                <c:pt idx="139">
                  <c:v>15830600.744151592</c:v>
                </c:pt>
                <c:pt idx="140">
                  <c:v>15946633.665269852</c:v>
                </c:pt>
                <c:pt idx="141">
                  <c:v>16062694.44405222</c:v>
                </c:pt>
                <c:pt idx="142">
                  <c:v>16178783.018857956</c:v>
                </c:pt>
                <c:pt idx="143">
                  <c:v>16294899.32797718</c:v>
                </c:pt>
                <c:pt idx="144">
                  <c:v>16411043.309622765</c:v>
                </c:pt>
                <c:pt idx="145">
                  <c:v>16527214.901936531</c:v>
                </c:pt>
                <c:pt idx="146">
                  <c:v>16643414.042986393</c:v>
                </c:pt>
                <c:pt idx="147">
                  <c:v>16759640.670764923</c:v>
                </c:pt>
                <c:pt idx="148">
                  <c:v>16875894.723195076</c:v>
                </c:pt>
                <c:pt idx="149">
                  <c:v>16992176.13812542</c:v>
                </c:pt>
                <c:pt idx="150">
                  <c:v>17108484.853330612</c:v>
                </c:pt>
                <c:pt idx="151">
                  <c:v>17224820.806516647</c:v>
                </c:pt>
                <c:pt idx="152">
                  <c:v>17341183.935311794</c:v>
                </c:pt>
                <c:pt idx="153">
                  <c:v>17457574.177277565</c:v>
                </c:pt>
                <c:pt idx="154">
                  <c:v>17573991.469899654</c:v>
                </c:pt>
                <c:pt idx="155">
                  <c:v>17690435.75059271</c:v>
                </c:pt>
                <c:pt idx="156">
                  <c:v>17806906.95670271</c:v>
                </c:pt>
                <c:pt idx="157">
                  <c:v>17923405.025498867</c:v>
                </c:pt>
                <c:pt idx="158">
                  <c:v>18039929.894183636</c:v>
                </c:pt>
                <c:pt idx="159">
                  <c:v>18156481.499887466</c:v>
                </c:pt>
                <c:pt idx="160">
                  <c:v>18273059.7796669</c:v>
                </c:pt>
                <c:pt idx="161">
                  <c:v>18389664.67051077</c:v>
                </c:pt>
                <c:pt idx="162">
                  <c:v>18506296.10933733</c:v>
                </c:pt>
                <c:pt idx="163">
                  <c:v>18622954.032991886</c:v>
                </c:pt>
                <c:pt idx="164">
                  <c:v>18739638.37825203</c:v>
                </c:pt>
                <c:pt idx="165">
                  <c:v>18856349.081823826</c:v>
                </c:pt>
                <c:pt idx="166">
                  <c:v>18973086.080343723</c:v>
                </c:pt>
                <c:pt idx="167">
                  <c:v>19089849.310378075</c:v>
                </c:pt>
                <c:pt idx="168">
                  <c:v>19206638.70842409</c:v>
                </c:pt>
                <c:pt idx="169">
                  <c:v>19323454.210910797</c:v>
                </c:pt>
                <c:pt idx="170">
                  <c:v>19440295.754194736</c:v>
                </c:pt>
                <c:pt idx="171">
                  <c:v>19557163.274566174</c:v>
                </c:pt>
                <c:pt idx="172">
                  <c:v>19674056.708246708</c:v>
                </c:pt>
                <c:pt idx="173">
                  <c:v>19790975.991385937</c:v>
                </c:pt>
                <c:pt idx="174">
                  <c:v>19907921.060068607</c:v>
                </c:pt>
                <c:pt idx="175">
                  <c:v>20024891.85030985</c:v>
                </c:pt>
                <c:pt idx="176">
                  <c:v>20141888.298055172</c:v>
                </c:pt>
                <c:pt idx="177">
                  <c:v>20258910.339184284</c:v>
                </c:pt>
                <c:pt idx="178">
                  <c:v>20375957.90950823</c:v>
                </c:pt>
                <c:pt idx="179">
                  <c:v>20493030.944769382</c:v>
                </c:pt>
                <c:pt idx="180">
                  <c:v>20610129.380643845</c:v>
                </c:pt>
                <c:pt idx="181">
                  <c:v>20727253.152739525</c:v>
                </c:pt>
                <c:pt idx="182">
                  <c:v>20844402.196599483</c:v>
                </c:pt>
                <c:pt idx="183">
                  <c:v>20961576.447696686</c:v>
                </c:pt>
                <c:pt idx="184">
                  <c:v>21078775.841439247</c:v>
                </c:pt>
                <c:pt idx="185">
                  <c:v>21196000.313169003</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21196000.313169003</c:v>
                </c:pt>
                <c:pt idx="186">
                  <c:v>21313249.798160076</c:v>
                </c:pt>
                <c:pt idx="187">
                  <c:v>21430524.231621265</c:v>
                </c:pt>
                <c:pt idx="188">
                  <c:v>21547823.548694134</c:v>
                </c:pt>
                <c:pt idx="189">
                  <c:v>21665147.68445778</c:v>
                </c:pt>
                <c:pt idx="190">
                  <c:v>21782496.573920727</c:v>
                </c:pt>
                <c:pt idx="191">
                  <c:v>21899870.15202999</c:v>
                </c:pt>
                <c:pt idx="192">
                  <c:v>22017268.35366726</c:v>
                </c:pt>
                <c:pt idx="193">
                  <c:v>22134691.113645077</c:v>
                </c:pt>
                <c:pt idx="194">
                  <c:v>22252138.36671543</c:v>
                </c:pt>
                <c:pt idx="195">
                  <c:v>22369610.04756403</c:v>
                </c:pt>
                <c:pt idx="196">
                  <c:v>22487106.090811253</c:v>
                </c:pt>
                <c:pt idx="197">
                  <c:v>22604626.43101406</c:v>
                </c:pt>
                <c:pt idx="198">
                  <c:v>22722171.00266552</c:v>
                </c:pt>
                <c:pt idx="199">
                  <c:v>22839739.74019432</c:v>
                </c:pt>
                <c:pt idx="200">
                  <c:v>22957332.57796526</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3966669.8611540794</c:v>
                </c:pt>
                <c:pt idx="2">
                  <c:v>8361529.506337166</c:v>
                </c:pt>
                <c:pt idx="3">
                  <c:v>13207009.41074562</c:v>
                </c:pt>
                <c:pt idx="4">
                  <c:v>18516737.61907673</c:v>
                </c:pt>
                <c:pt idx="5">
                  <c:v>24292520.94576931</c:v>
                </c:pt>
                <c:pt idx="6">
                  <c:v>30521641.9246974</c:v>
                </c:pt>
                <c:pt idx="7">
                  <c:v>37174988.70926714</c:v>
                </c:pt>
                <c:pt idx="8">
                  <c:v>44206541.30911875</c:v>
                </c:pt>
                <c:pt idx="9">
                  <c:v>51554598.20933485</c:v>
                </c:pt>
                <c:pt idx="10">
                  <c:v>59144838.02590752</c:v>
                </c:pt>
                <c:pt idx="11">
                  <c:v>66894931.06878185</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66894931.06878185</c:v>
                </c:pt>
                <c:pt idx="12">
                  <c:v>74720060.27592373</c:v>
                </c:pt>
                <c:pt idx="13">
                  <c:v>82538504.48551083</c:v>
                </c:pt>
                <c:pt idx="14">
                  <c:v>90276453.53758097</c:v>
                </c:pt>
                <c:pt idx="15">
                  <c:v>97871450.44483328</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193130.97968673706</c:v>
                </c:pt>
                <c:pt idx="2">
                  <c:v>387128.2822422981</c:v>
                </c:pt>
                <c:pt idx="3">
                  <c:v>581981.3652658463</c:v>
                </c:pt>
                <c:pt idx="4">
                  <c:v>777679.3857836723</c:v>
                </c:pt>
                <c:pt idx="5">
                  <c:v>974211.2019329071</c:v>
                </c:pt>
                <c:pt idx="6">
                  <c:v>1171565.3749132156</c:v>
                </c:pt>
                <c:pt idx="7">
                  <c:v>1369730.1711931229</c:v>
                </c:pt>
                <c:pt idx="8">
                  <c:v>1568693.5649662018</c:v>
                </c:pt>
                <c:pt idx="9">
                  <c:v>1768443.2408804893</c:v>
                </c:pt>
                <c:pt idx="10">
                  <c:v>1968966.5970106125</c:v>
                </c:pt>
                <c:pt idx="11">
                  <c:v>2170250.7481045723</c:v>
                </c:pt>
                <c:pt idx="12">
                  <c:v>2372282.529080868</c:v>
                </c:pt>
                <c:pt idx="13">
                  <c:v>2575048.4987950325</c:v>
                </c:pt>
                <c:pt idx="14">
                  <c:v>2778534.944050312</c:v>
                </c:pt>
                <c:pt idx="15">
                  <c:v>2982727.88388443</c:v>
                </c:pt>
                <c:pt idx="16">
                  <c:v>3187613.074093342</c:v>
                </c:pt>
                <c:pt idx="17">
                  <c:v>3393176.0120248795</c:v>
                </c:pt>
                <c:pt idx="18">
                  <c:v>3599401.94161129</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3599401.94161129</c:v>
                </c:pt>
                <c:pt idx="19">
                  <c:v>3806275.8586554527</c:v>
                </c:pt>
                <c:pt idx="20">
                  <c:v>4013782.516363144</c:v>
                </c:pt>
                <c:pt idx="21">
                  <c:v>4221906.431108952</c:v>
                </c:pt>
                <c:pt idx="22">
                  <c:v>4430631.888447285</c:v>
                </c:pt>
                <c:pt idx="23">
                  <c:v>4639942.949345112</c:v>
                </c:pt>
                <c:pt idx="24">
                  <c:v>4849823.456654072</c:v>
                </c:pt>
                <c:pt idx="25">
                  <c:v>5060257.041786194</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6917919.840625763</c:v>
                </c:pt>
                <c:pt idx="2">
                  <c:v>15395708.921242237</c:v>
                </c:pt>
                <c:pt idx="3">
                  <c:v>24085445.4590559</c:v>
                </c:pt>
                <c:pt idx="4">
                  <c:v>31703178.178848743</c:v>
                </c:pt>
                <c:pt idx="5">
                  <c:v>37803189.826052666</c:v>
                </c:pt>
                <c:pt idx="6">
                  <c:v>42554817.00394297</c:v>
                </c:pt>
                <c:pt idx="7">
                  <c:v>46285905.453335285</c:v>
                </c:pt>
                <c:pt idx="8">
                  <c:v>49272126.86593628</c:v>
                </c:pt>
                <c:pt idx="9">
                  <c:v>51702864.740166664</c:v>
                </c:pt>
                <c:pt idx="10">
                  <c:v>53701811.73205519</c:v>
                </c:pt>
                <c:pt idx="11">
                  <c:v>55351854.38856888</c:v>
                </c:pt>
                <c:pt idx="12">
                  <c:v>56712536.449687004</c:v>
                </c:pt>
                <c:pt idx="13">
                  <c:v>57830246.09278679</c:v>
                </c:pt>
                <c:pt idx="14">
                  <c:v>58743501.39883137</c:v>
                </c:pt>
                <c:pt idx="15">
                  <c:v>59485426.470415115</c:v>
                </c:pt>
                <c:pt idx="16">
                  <c:v>60084818.376648426</c:v>
                </c:pt>
                <c:pt idx="17">
                  <c:v>60566617.14906931</c:v>
                </c:pt>
                <c:pt idx="18">
                  <c:v>60952191.125747204</c:v>
                </c:pt>
                <c:pt idx="19">
                  <c:v>61259611.811048985</c:v>
                </c:pt>
                <c:pt idx="20">
                  <c:v>61503967.82431841</c:v>
                </c:pt>
                <c:pt idx="21">
                  <c:v>61697712.60634565</c:v>
                </c:pt>
                <c:pt idx="22">
                  <c:v>61851023.31989336</c:v>
                </c:pt>
                <c:pt idx="23">
                  <c:v>61972148.5805068</c:v>
                </c:pt>
                <c:pt idx="24">
                  <c:v>62067729.03066492</c:v>
                </c:pt>
                <c:pt idx="25">
                  <c:v>62143081.89334488</c:v>
                </c:pt>
                <c:pt idx="26">
                  <c:v>62202446.391264915</c:v>
                </c:pt>
                <c:pt idx="27">
                  <c:v>62249190.82735205</c:v>
                </c:pt>
                <c:pt idx="28">
                  <c:v>62285984.41207743</c:v>
                </c:pt>
                <c:pt idx="29">
                  <c:v>62314938.01687288</c:v>
                </c:pt>
                <c:pt idx="30">
                  <c:v>62337718.337516785</c:v>
                </c:pt>
                <c:pt idx="31">
                  <c:v>62355639.78727579</c:v>
                </c:pt>
                <c:pt idx="32">
                  <c:v>62369738.0309782</c:v>
                </c:pt>
                <c:pt idx="33">
                  <c:v>62380828.56269932</c:v>
                </c:pt>
                <c:pt idx="34">
                  <c:v>62389553.207713604</c:v>
                </c:pt>
                <c:pt idx="35">
                  <c:v>62396416.9405303</c:v>
                </c:pt>
                <c:pt idx="36">
                  <c:v>62401816.97717285</c:v>
                </c:pt>
                <c:pt idx="37">
                  <c:v>62406065.72806358</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62406065.72806358</c:v>
                </c:pt>
                <c:pt idx="38">
                  <c:v>62409408.886710644</c:v>
                </c:pt>
                <c:pt idx="39">
                  <c:v>62412039.67320824</c:v>
                </c:pt>
                <c:pt idx="40">
                  <c:v>62414110.04324722</c:v>
                </c:pt>
                <c:pt idx="41">
                  <c:v>62415739.50541592</c:v>
                </c:pt>
                <c:pt idx="42">
                  <c:v>62417022.05518007</c:v>
                </c:pt>
                <c:pt idx="43">
                  <c:v>62418031.62684107</c:v>
                </c:pt>
                <c:pt idx="44">
                  <c:v>62418826.379811764</c:v>
                </c:pt>
                <c:pt idx="45">
                  <c:v>62419452.068332195</c:v>
                </c:pt>
                <c:pt idx="46">
                  <c:v>62419944.690629005</c:v>
                </c:pt>
                <c:pt idx="47">
                  <c:v>62420332.571679115</c:v>
                </c:pt>
                <c:pt idx="48">
                  <c:v>62420638.00079346</c:v>
                </c:pt>
                <c:pt idx="49">
                  <c:v>62420878.51925802</c:v>
                </c:pt>
                <c:pt idx="50">
                  <c:v>62421067.932920456</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19241764.38347864</c:v>
                </c:pt>
                <c:pt idx="2">
                  <c:v>41612387.388460636</c:v>
                </c:pt>
                <c:pt idx="3">
                  <c:v>66047600.5979476</c:v>
                </c:pt>
                <c:pt idx="4">
                  <c:v>90998595.4902072</c:v>
                </c:pt>
                <c:pt idx="5">
                  <c:v>114996621.02314568</c:v>
                </c:pt>
                <c:pt idx="6">
                  <c:v>137093172.46840143</c:v>
                </c:pt>
                <c:pt idx="7">
                  <c:v>156919745.32285452</c:v>
                </c:pt>
                <c:pt idx="8">
                  <c:v>174500339.68469524</c:v>
                </c:pt>
                <c:pt idx="9">
                  <c:v>190041136.731184</c:v>
                </c:pt>
                <c:pt idx="10">
                  <c:v>203795508.95122385</c:v>
                </c:pt>
                <c:pt idx="11">
                  <c:v>216001078.47491455</c:v>
                </c:pt>
                <c:pt idx="12">
                  <c:v>226859222.43167925</c:v>
                </c:pt>
                <c:pt idx="13">
                  <c:v>236534105.70639515</c:v>
                </c:pt>
                <c:pt idx="14">
                  <c:v>245158793.00004292</c:v>
                </c:pt>
                <c:pt idx="15">
                  <c:v>252842742.28682327</c:v>
                </c:pt>
                <c:pt idx="16">
                  <c:v>259678424.3471408</c:v>
                </c:pt>
                <c:pt idx="17">
                  <c:v>265746397.4228797</c:v>
                </c:pt>
                <c:pt idx="18">
                  <c:v>271118844.3756294</c:v>
                </c:pt>
                <c:pt idx="19">
                  <c:v>275861836.42906666</c:v>
                </c:pt>
                <c:pt idx="20">
                  <c:v>280036650.97814226</c:v>
                </c:pt>
                <c:pt idx="21">
                  <c:v>283700448.41948223</c:v>
                </c:pt>
                <c:pt idx="22">
                  <c:v>286906556.6357517</c:v>
                </c:pt>
                <c:pt idx="23">
                  <c:v>289704547.7489433</c:v>
                </c:pt>
                <c:pt idx="24">
                  <c:v>292140232.8946276</c:v>
                </c:pt>
                <c:pt idx="25">
                  <c:v>294255652.6096983</c:v>
                </c:pt>
                <c:pt idx="26">
                  <c:v>296089104.3462167</c:v>
                </c:pt>
                <c:pt idx="27">
                  <c:v>297675223.7173648</c:v>
                </c:pt>
                <c:pt idx="28">
                  <c:v>299045120.3795266</c:v>
                </c:pt>
                <c:pt idx="29">
                  <c:v>300226560.69935465</c:v>
                </c:pt>
                <c:pt idx="30">
                  <c:v>301244185.44511604</c:v>
                </c:pt>
                <c:pt idx="31">
                  <c:v>302119749.94240665</c:v>
                </c:pt>
                <c:pt idx="32">
                  <c:v>302872375.13395834</c:v>
                </c:pt>
                <c:pt idx="33">
                  <c:v>303518799.8627076</c:v>
                </c:pt>
                <c:pt idx="34">
                  <c:v>304073626.86018944</c:v>
                </c:pt>
                <c:pt idx="35">
                  <c:v>304549557.01468515</c:v>
                </c:pt>
                <c:pt idx="36">
                  <c:v>304957608.3316617</c:v>
                </c:pt>
                <c:pt idx="37">
                  <c:v>305307317.50927925</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305307317.50927925</c:v>
                </c:pt>
                <c:pt idx="38">
                  <c:v>305606923.2279005</c:v>
                </c:pt>
                <c:pt idx="39">
                  <c:v>305863531.12397003</c:v>
                </c:pt>
                <c:pt idx="40">
                  <c:v>306083261.0312891</c:v>
                </c:pt>
                <c:pt idx="41">
                  <c:v>306271377.47625303</c:v>
                </c:pt>
                <c:pt idx="42">
                  <c:v>306432404.6551604</c:v>
                </c:pt>
                <c:pt idx="43">
                  <c:v>306570227.2422242</c:v>
                </c:pt>
                <c:pt idx="44">
                  <c:v>306688178.41058445</c:v>
                </c:pt>
                <c:pt idx="45">
                  <c:v>306789116.4221611</c:v>
                </c:pt>
                <c:pt idx="46">
                  <c:v>306875491.0767741</c:v>
                </c:pt>
                <c:pt idx="47">
                  <c:v>306949401.2218299</c:v>
                </c:pt>
                <c:pt idx="48">
                  <c:v>307012644.4225459</c:v>
                </c:pt>
                <c:pt idx="49">
                  <c:v>307066759.7869215</c:v>
                </c:pt>
                <c:pt idx="50">
                  <c:v>307113064.8350854</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15718512.207462788</c:v>
                </c:pt>
                <c:pt idx="2">
                  <c:v>31391746.99851942</c:v>
                </c:pt>
                <c:pt idx="3">
                  <c:v>45455800.95753002</c:v>
                </c:pt>
                <c:pt idx="4">
                  <c:v>57229823.46238327</c:v>
                </c:pt>
                <c:pt idx="5">
                  <c:v>66789012.93692446</c:v>
                </c:pt>
                <c:pt idx="6">
                  <c:v>74511961.16025066</c:v>
                </c:pt>
                <c:pt idx="7">
                  <c:v>80791868.02716637</c:v>
                </c:pt>
                <c:pt idx="8">
                  <c:v>85943084.16768217</c:v>
                </c:pt>
                <c:pt idx="9">
                  <c:v>90197961.95131207</c:v>
                </c:pt>
                <c:pt idx="10">
                  <c:v>93727204.15686607</c:v>
                </c:pt>
                <c:pt idx="11">
                  <c:v>96659572.91038418</c:v>
                </c:pt>
                <c:pt idx="12">
                  <c:v>99095804.1259141</c:v>
                </c:pt>
                <c:pt idx="13">
                  <c:v>101117372.90873289</c:v>
                </c:pt>
                <c:pt idx="14">
                  <c:v>102791780.53654861</c:v>
                </c:pt>
                <c:pt idx="15">
                  <c:v>104175751.5937643</c:v>
                </c:pt>
                <c:pt idx="16">
                  <c:v>105317258.44368935</c:v>
                </c:pt>
                <c:pt idx="17">
                  <c:v>106256914.73457766</c:v>
                </c:pt>
                <c:pt idx="18">
                  <c:v>107029033.27308464</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107029033.27308464</c:v>
                </c:pt>
                <c:pt idx="19">
                  <c:v>107662497.78088665</c:v>
                </c:pt>
                <c:pt idx="20">
                  <c:v>108181518.41421509</c:v>
                </c:pt>
                <c:pt idx="21">
                  <c:v>108606300.92302132</c:v>
                </c:pt>
                <c:pt idx="22">
                  <c:v>108953641.315979</c:v>
                </c:pt>
                <c:pt idx="23">
                  <c:v>109237451.14890194</c:v>
                </c:pt>
                <c:pt idx="24">
                  <c:v>109469216.99005842</c:v>
                </c:pt>
                <c:pt idx="25">
                  <c:v>109658398.03774929</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1087583.3787903786</c:v>
                </c:pt>
                <c:pt idx="2">
                  <c:v>2243823.0940818787</c:v>
                </c:pt>
                <c:pt idx="3">
                  <c:v>3462675.8248701096</c:v>
                </c:pt>
                <c:pt idx="4">
                  <c:v>4735547.839085102</c:v>
                </c:pt>
                <c:pt idx="5">
                  <c:v>6051540.623178959</c:v>
                </c:pt>
                <c:pt idx="6">
                  <c:v>7397958.307012081</c:v>
                </c:pt>
                <c:pt idx="7">
                  <c:v>8761030.531526089</c:v>
                </c:pt>
                <c:pt idx="8">
                  <c:v>10126756.883325577</c:v>
                </c:pt>
                <c:pt idx="9">
                  <c:v>11481752.229593277</c:v>
                </c:pt>
                <c:pt idx="10">
                  <c:v>12813975.553614616</c:v>
                </c:pt>
                <c:pt idx="11">
                  <c:v>14113256.232182503</c:v>
                </c:pt>
                <c:pt idx="12">
                  <c:v>15371579.10865593</c:v>
                </c:pt>
                <c:pt idx="13">
                  <c:v>16583137.347364426</c:v>
                </c:pt>
                <c:pt idx="14">
                  <c:v>17744197.211096764</c:v>
                </c:pt>
                <c:pt idx="15">
                  <c:v>18852836.03832054</c:v>
                </c:pt>
                <c:pt idx="16">
                  <c:v>19908615.238366604</c:v>
                </c:pt>
                <c:pt idx="17">
                  <c:v>20912239.584242344</c:v>
                </c:pt>
                <c:pt idx="18">
                  <c:v>21865238.76157856</c:v>
                </c:pt>
                <c:pt idx="19">
                  <c:v>22769691.927417755</c:v>
                </c:pt>
                <c:pt idx="20">
                  <c:v>23628003.710128307</c:v>
                </c:pt>
                <c:pt idx="21">
                  <c:v>24442731.550195694</c:v>
                </c:pt>
                <c:pt idx="22">
                  <c:v>25216459.2666955</c:v>
                </c:pt>
                <c:pt idx="23">
                  <c:v>25951709.428094864</c:v>
                </c:pt>
                <c:pt idx="24">
                  <c:v>26650886.610348225</c:v>
                </c:pt>
                <c:pt idx="25">
                  <c:v>27316244.178369045</c:v>
                </c:pt>
                <c:pt idx="26">
                  <c:v>27949868.277132988</c:v>
                </c:pt>
                <c:pt idx="27">
                  <c:v>28553673.91266966</c:v>
                </c:pt>
                <c:pt idx="28">
                  <c:v>29129409.142176628</c:v>
                </c:pt>
                <c:pt idx="29">
                  <c:v>29678664.38204527</c:v>
                </c:pt>
                <c:pt idx="30">
                  <c:v>30202884.653275013</c:v>
                </c:pt>
                <c:pt idx="31">
                  <c:v>30703383.220723152</c:v>
                </c:pt>
                <c:pt idx="32">
                  <c:v>31181355.567796707</c:v>
                </c:pt>
                <c:pt idx="33">
                  <c:v>31637893.008395195</c:v>
                </c:pt>
                <c:pt idx="34">
                  <c:v>32073995.499652386</c:v>
                </c:pt>
                <c:pt idx="35">
                  <c:v>32490583.405234337</c:v>
                </c:pt>
                <c:pt idx="36">
                  <c:v>32888508.088768005</c:v>
                </c:pt>
                <c:pt idx="37">
                  <c:v>33268561.30523014</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33268561.30523014</c:v>
                </c:pt>
                <c:pt idx="38">
                  <c:v>33631483.41636038</c:v>
                </c:pt>
                <c:pt idx="39">
                  <c:v>33977970.49291515</c:v>
                </c:pt>
                <c:pt idx="40">
                  <c:v>34308680.38818407</c:v>
                </c:pt>
                <c:pt idx="41">
                  <c:v>34624237.878324986</c:v>
                </c:pt>
                <c:pt idx="42">
                  <c:v>34925238.96897507</c:v>
                </c:pt>
                <c:pt idx="43">
                  <c:v>35212254.46665239</c:v>
                </c:pt>
                <c:pt idx="44">
                  <c:v>35485832.90951061</c:v>
                </c:pt>
                <c:pt idx="45">
                  <c:v>35746502.945960045</c:v>
                </c:pt>
                <c:pt idx="46">
                  <c:v>35994775.242660046</c:v>
                </c:pt>
                <c:pt idx="47">
                  <c:v>36231143.9957819</c:v>
                </c:pt>
                <c:pt idx="48">
                  <c:v>36456088.11173582</c:v>
                </c:pt>
                <c:pt idx="49">
                  <c:v>36670072.11601591</c:v>
                </c:pt>
                <c:pt idx="50">
                  <c:v>36873546.841572285</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-803225.9075770378</c:v>
                </c:pt>
                <c:pt idx="2">
                  <c:v>-1678991.7186141014</c:v>
                </c:pt>
                <c:pt idx="3">
                  <c:v>-2622211.2646751404</c:v>
                </c:pt>
                <c:pt idx="4">
                  <c:v>-3623901.6917185783</c:v>
                </c:pt>
                <c:pt idx="5">
                  <c:v>-4671417.925836086</c:v>
                </c:pt>
                <c:pt idx="6">
                  <c:v>-5749279.591052055</c:v>
                </c:pt>
                <c:pt idx="7">
                  <c:v>-6840492.740210533</c:v>
                </c:pt>
                <c:pt idx="8">
                  <c:v>-7928111.723491669</c:v>
                </c:pt>
                <c:pt idx="9">
                  <c:v>-8996712.537687778</c:v>
                </c:pt>
                <c:pt idx="10">
                  <c:v>-10033493.911447048</c:v>
                </c:pt>
                <c:pt idx="11">
                  <c:v>-11028858.063790798</c:v>
                </c:pt>
                <c:pt idx="12">
                  <c:v>-11976479.809553623</c:v>
                </c:pt>
                <c:pt idx="13">
                  <c:v>-12872986.282426834</c:v>
                </c:pt>
                <c:pt idx="14">
                  <c:v>-13717413.544766426</c:v>
                </c:pt>
                <c:pt idx="15">
                  <c:v>-14510591.820028782</c:v>
                </c:pt>
                <c:pt idx="16">
                  <c:v>-15254566.325061321</c:v>
                </c:pt>
                <c:pt idx="17">
                  <c:v>-15952111.56996727</c:v>
                </c:pt>
                <c:pt idx="18">
                  <c:v>-16606358.209990978</c:v>
                </c:pt>
                <c:pt idx="19">
                  <c:v>-17220527.215807438</c:v>
                </c:pt>
                <c:pt idx="20">
                  <c:v>-17797754.292028427</c:v>
                </c:pt>
                <c:pt idx="21">
                  <c:v>-18340984.078172684</c:v>
                </c:pt>
                <c:pt idx="22">
                  <c:v>-18852914.939566135</c:v>
                </c:pt>
                <c:pt idx="23">
                  <c:v>-19335978.422878265</c:v>
                </c:pt>
                <c:pt idx="24">
                  <c:v>-19792341.13710451</c:v>
                </c:pt>
                <c:pt idx="25">
                  <c:v>-20223920.15512991</c:v>
                </c:pt>
                <c:pt idx="26">
                  <c:v>-20632405.73430395</c:v>
                </c:pt>
                <c:pt idx="27">
                  <c:v>-21019287.20432329</c:v>
                </c:pt>
                <c:pt idx="28">
                  <c:v>-21385879.35533285</c:v>
                </c:pt>
                <c:pt idx="29">
                  <c:v>-21733347.698101044</c:v>
                </c:pt>
                <c:pt idx="30">
                  <c:v>-22062731.67512846</c:v>
                </c:pt>
                <c:pt idx="31">
                  <c:v>-22374965.37040758</c:v>
                </c:pt>
                <c:pt idx="32">
                  <c:v>-22670895.56842804</c:v>
                </c:pt>
                <c:pt idx="33">
                  <c:v>-22951297.202229977</c:v>
                </c:pt>
                <c:pt idx="34">
                  <c:v>-23216886.34328699</c:v>
                </c:pt>
                <c:pt idx="35">
                  <c:v>-23468330.94823551</c:v>
                </c:pt>
                <c:pt idx="36">
                  <c:v>-23706259.60654545</c:v>
                </c:pt>
                <c:pt idx="37">
                  <c:v>-23931268.540977478</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-23931268.540977478</c:v>
                </c:pt>
                <c:pt idx="38">
                  <c:v>-24143927.106803417</c:v>
                </c:pt>
                <c:pt idx="39">
                  <c:v>-24344782.021756172</c:v>
                </c:pt>
                <c:pt idx="40">
                  <c:v>-24534360.539780617</c:v>
                </c:pt>
                <c:pt idx="41">
                  <c:v>-24713172.760484695</c:v>
                </c:pt>
                <c:pt idx="42">
                  <c:v>-24881713.24406433</c:v>
                </c:pt>
                <c:pt idx="43">
                  <c:v>-25040462.07963848</c:v>
                </c:pt>
                <c:pt idx="44">
                  <c:v>-25189885.533981323</c:v>
                </c:pt>
                <c:pt idx="45">
                  <c:v>-25330436.38803625</c:v>
                </c:pt>
                <c:pt idx="46">
                  <c:v>-25462554.050667286</c:v>
                </c:pt>
                <c:pt idx="47">
                  <c:v>-25586664.522910595</c:v>
                </c:pt>
                <c:pt idx="48">
                  <c:v>-25703180.27167082</c:v>
                </c:pt>
                <c:pt idx="49">
                  <c:v>-25812500.059260845</c:v>
                </c:pt>
                <c:pt idx="50">
                  <c:v>-25915008.76441765</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2459541.642092228</c:v>
                </c:pt>
                <c:pt idx="2">
                  <c:v>5341040.503488064</c:v>
                </c:pt>
                <c:pt idx="3">
                  <c:v>8346826.049782276</c:v>
                </c:pt>
                <c:pt idx="4">
                  <c:v>11161883.432923317</c:v>
                </c:pt>
                <c:pt idx="5">
                  <c:v>13612995.342276096</c:v>
                </c:pt>
                <c:pt idx="6">
                  <c:v>15677078.623404503</c:v>
                </c:pt>
                <c:pt idx="7">
                  <c:v>17405067.447688103</c:v>
                </c:pt>
                <c:pt idx="8">
                  <c:v>18861739.024042606</c:v>
                </c:pt>
                <c:pt idx="9">
                  <c:v>20101522.935308933</c:v>
                </c:pt>
                <c:pt idx="10">
                  <c:v>21164534.86996317</c:v>
                </c:pt>
                <c:pt idx="11">
                  <c:v>22079415.906719685</c:v>
                </c:pt>
                <c:pt idx="12">
                  <c:v>22867116.72516489</c:v>
                </c:pt>
                <c:pt idx="13">
                  <c:v>23543867.013379574</c:v>
                </c:pt>
                <c:pt idx="14">
                  <c:v>24123104.385379314</c:v>
                </c:pt>
                <c:pt idx="15">
                  <c:v>24616576.933131218</c:v>
                </c:pt>
                <c:pt idx="16">
                  <c:v>25034895.61896372</c:v>
                </c:pt>
                <c:pt idx="17">
                  <c:v>25387764.44921255</c:v>
                </c:pt>
                <c:pt idx="18">
                  <c:v>25684047.792132854</c:v>
                </c:pt>
                <c:pt idx="19">
                  <c:v>25931773.820165634</c:v>
                </c:pt>
                <c:pt idx="20">
                  <c:v>26138128.20680952</c:v>
                </c:pt>
                <c:pt idx="21">
                  <c:v>26309462.543388844</c:v>
                </c:pt>
                <c:pt idx="22">
                  <c:v>26451324.405802727</c:v>
                </c:pt>
                <c:pt idx="23">
                  <c:v>26568507.001408577</c:v>
                </c:pt>
                <c:pt idx="24">
                  <c:v>26665112.71115637</c:v>
                </c:pt>
                <c:pt idx="25">
                  <c:v>26744624.250050545</c:v>
                </c:pt>
                <c:pt idx="26">
                  <c:v>26809978.024971962</c:v>
                </c:pt>
                <c:pt idx="27">
                  <c:v>26863635.62951851</c:v>
                </c:pt>
                <c:pt idx="28">
                  <c:v>26907650.78096533</c:v>
                </c:pt>
                <c:pt idx="29">
                  <c:v>26943730.15326357</c:v>
                </c:pt>
                <c:pt idx="30">
                  <c:v>26973287.428650856</c:v>
                </c:pt>
                <c:pt idx="31">
                  <c:v>26997490.494243145</c:v>
                </c:pt>
                <c:pt idx="32">
                  <c:v>27017302.095704556</c:v>
                </c:pt>
                <c:pt idx="33">
                  <c:v>27033514.48121977</c:v>
                </c:pt>
                <c:pt idx="34">
                  <c:v>27046778.673924446</c:v>
                </c:pt>
                <c:pt idx="35">
                  <c:v>27057629.03837776</c:v>
                </c:pt>
                <c:pt idx="36">
                  <c:v>27066503.786207676</c:v>
                </c:pt>
                <c:pt idx="37">
                  <c:v>27073762.017999172</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27073762.017999172</c:v>
                </c:pt>
                <c:pt idx="38">
                  <c:v>27079697.837364674</c:v>
                </c:pt>
                <c:pt idx="39">
                  <c:v>27084552.0076499</c:v>
                </c:pt>
                <c:pt idx="40">
                  <c:v>27088521.557671547</c:v>
                </c:pt>
                <c:pt idx="41">
                  <c:v>27091767.683239937</c:v>
                </c:pt>
                <c:pt idx="42">
                  <c:v>27094422.23760271</c:v>
                </c:pt>
                <c:pt idx="43">
                  <c:v>27096593.056767464</c:v>
                </c:pt>
                <c:pt idx="44">
                  <c:v>27098368.32496643</c:v>
                </c:pt>
                <c:pt idx="45">
                  <c:v>27099820.15075779</c:v>
                </c:pt>
                <c:pt idx="46">
                  <c:v>27101007.494877815</c:v>
                </c:pt>
                <c:pt idx="47">
                  <c:v>27101978.566348553</c:v>
                </c:pt>
                <c:pt idx="48">
                  <c:v>27102772.78276682</c:v>
                </c:pt>
                <c:pt idx="49">
                  <c:v>27103422.373643875</c:v>
                </c:pt>
                <c:pt idx="50">
                  <c:v>27103953.691582203</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-1803812.2301373482</c:v>
                </c:pt>
                <c:pt idx="2">
                  <c:v>-3604261.7124290466</c:v>
                </c:pt>
                <c:pt idx="3">
                  <c:v>-5401421.891138077</c:v>
                </c:pt>
                <c:pt idx="4">
                  <c:v>-7195376.090087891</c:v>
                </c:pt>
                <c:pt idx="5">
                  <c:v>-8986217.547596455</c:v>
                </c:pt>
                <c:pt idx="6">
                  <c:v>-10774049.380274773</c:v>
                </c:pt>
                <c:pt idx="7">
                  <c:v>-12558984.472033978</c:v>
                </c:pt>
                <c:pt idx="8">
                  <c:v>-14341145.285561562</c:v>
                </c:pt>
                <c:pt idx="9">
                  <c:v>-16120663.59453106</c:v>
                </c:pt>
                <c:pt idx="10">
                  <c:v>-17897680.13593149</c:v>
                </c:pt>
                <c:pt idx="11">
                  <c:v>-19672344.18306923</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-19672344.18306923</c:v>
                </c:pt>
                <c:pt idx="12">
                  <c:v>-21444813.041069508</c:v>
                </c:pt>
                <c:pt idx="13">
                  <c:v>-23215251.467957497</c:v>
                </c:pt>
                <c:pt idx="14">
                  <c:v>-24983831.025654793</c:v>
                </c:pt>
                <c:pt idx="15">
                  <c:v>-26750729.3664608</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-1989532.1693935394</c:v>
                </c:pt>
                <c:pt idx="2">
                  <c:v>-3979056.521358013</c:v>
                </c:pt>
                <c:pt idx="3">
                  <c:v>-5968573.0996899605</c:v>
                </c:pt>
                <c:pt idx="4">
                  <c:v>-7958081.948369503</c:v>
                </c:pt>
                <c:pt idx="5">
                  <c:v>-9947583.111561775</c:v>
                </c:pt>
                <c:pt idx="6">
                  <c:v>-11937076.633617878</c:v>
                </c:pt>
                <c:pt idx="7">
                  <c:v>-13926562.55906725</c:v>
                </c:pt>
                <c:pt idx="8">
                  <c:v>-15916040.932624817</c:v>
                </c:pt>
                <c:pt idx="9">
                  <c:v>-17905511.79918766</c:v>
                </c:pt>
                <c:pt idx="10">
                  <c:v>-19894975.20382929</c:v>
                </c:pt>
                <c:pt idx="11">
                  <c:v>-21884431.191802025</c:v>
                </c:pt>
                <c:pt idx="12">
                  <c:v>-23873879.80854082</c:v>
                </c:pt>
                <c:pt idx="13">
                  <c:v>-25863321.09965229</c:v>
                </c:pt>
                <c:pt idx="14">
                  <c:v>-27852755.110922337</c:v>
                </c:pt>
                <c:pt idx="15">
                  <c:v>-29842181.888309956</c:v>
                </c:pt>
                <c:pt idx="16">
                  <c:v>-31831601.47794819</c:v>
                </c:pt>
                <c:pt idx="17">
                  <c:v>-33821013.92614508</c:v>
                </c:pt>
                <c:pt idx="18">
                  <c:v>-35810419.27937698</c:v>
                </c:pt>
                <c:pt idx="19">
                  <c:v>-37799817.58429241</c:v>
                </c:pt>
                <c:pt idx="20">
                  <c:v>-39789208.88770914</c:v>
                </c:pt>
                <c:pt idx="21">
                  <c:v>-41778593.236614704</c:v>
                </c:pt>
                <c:pt idx="22">
                  <c:v>-43767970.67816162</c:v>
                </c:pt>
                <c:pt idx="23">
                  <c:v>-45757341.25967026</c:v>
                </c:pt>
                <c:pt idx="24">
                  <c:v>-47746705.02862644</c:v>
                </c:pt>
                <c:pt idx="25">
                  <c:v>-49736062.0326767</c:v>
                </c:pt>
                <c:pt idx="26">
                  <c:v>-51725412.31963396</c:v>
                </c:pt>
                <c:pt idx="27">
                  <c:v>-53714755.93747187</c:v>
                </c:pt>
                <c:pt idx="28">
                  <c:v>-55704092.93432236</c:v>
                </c:pt>
                <c:pt idx="29">
                  <c:v>-57693423.35848045</c:v>
                </c:pt>
                <c:pt idx="30">
                  <c:v>-59682747.25839424</c:v>
                </c:pt>
                <c:pt idx="31">
                  <c:v>-61672064.6826725</c:v>
                </c:pt>
                <c:pt idx="32">
                  <c:v>-63661375.68007851</c:v>
                </c:pt>
                <c:pt idx="33">
                  <c:v>-65650680.299529076</c:v>
                </c:pt>
                <c:pt idx="34">
                  <c:v>-67639978.59009504</c:v>
                </c:pt>
                <c:pt idx="35">
                  <c:v>-69629270.60099888</c:v>
                </c:pt>
                <c:pt idx="36">
                  <c:v>-71618556.38161325</c:v>
                </c:pt>
                <c:pt idx="37">
                  <c:v>-73607835.98146057</c:v>
                </c:pt>
                <c:pt idx="38">
                  <c:v>-75597109.45021248</c:v>
                </c:pt>
                <c:pt idx="39">
                  <c:v>-77586376.83768463</c:v>
                </c:pt>
                <c:pt idx="40">
                  <c:v>-79575638.19384193</c:v>
                </c:pt>
                <c:pt idx="41">
                  <c:v>-81564893.56878853</c:v>
                </c:pt>
                <c:pt idx="42">
                  <c:v>-83554143.01277637</c:v>
                </c:pt>
                <c:pt idx="43">
                  <c:v>-85543386.57619715</c:v>
                </c:pt>
                <c:pt idx="44">
                  <c:v>-87532624.3095808</c:v>
                </c:pt>
                <c:pt idx="45">
                  <c:v>-89521856.2635994</c:v>
                </c:pt>
                <c:pt idx="46">
                  <c:v>-91511082.48906088</c:v>
                </c:pt>
                <c:pt idx="47">
                  <c:v>-93500303.0369072</c:v>
                </c:pt>
                <c:pt idx="48">
                  <c:v>-95489517.95822144</c:v>
                </c:pt>
                <c:pt idx="49">
                  <c:v>-97478727.30421305</c:v>
                </c:pt>
                <c:pt idx="50">
                  <c:v>-99467931.12622833</c:v>
                </c:pt>
                <c:pt idx="51">
                  <c:v>-101457129.47574234</c:v>
                </c:pt>
                <c:pt idx="52">
                  <c:v>-103446322.40435791</c:v>
                </c:pt>
                <c:pt idx="53">
                  <c:v>-105435509.96380997</c:v>
                </c:pt>
                <c:pt idx="54">
                  <c:v>-107424692.20595694</c:v>
                </c:pt>
                <c:pt idx="55">
                  <c:v>-109413869.18278027</c:v>
                </c:pt>
                <c:pt idx="56">
                  <c:v>-111403040.9463911</c:v>
                </c:pt>
                <c:pt idx="57">
                  <c:v>-113392207.54901648</c:v>
                </c:pt>
                <c:pt idx="58">
                  <c:v>-115381369.04300737</c:v>
                </c:pt>
                <c:pt idx="59">
                  <c:v>-117370525.48083305</c:v>
                </c:pt>
                <c:pt idx="60">
                  <c:v>-119359676.91508198</c:v>
                </c:pt>
                <c:pt idx="61">
                  <c:v>-121348823.39845657</c:v>
                </c:pt>
                <c:pt idx="62">
                  <c:v>-123337964.98377609</c:v>
                </c:pt>
                <c:pt idx="63">
                  <c:v>-125327101.72397089</c:v>
                </c:pt>
                <c:pt idx="64">
                  <c:v>-127316233.67208529</c:v>
                </c:pt>
                <c:pt idx="65">
                  <c:v>-129305360.88127518</c:v>
                </c:pt>
                <c:pt idx="66">
                  <c:v>-131294483.40479994</c:v>
                </c:pt>
                <c:pt idx="67">
                  <c:v>-133283601.29603148</c:v>
                </c:pt>
                <c:pt idx="68">
                  <c:v>-135272714.60844612</c:v>
                </c:pt>
                <c:pt idx="69">
                  <c:v>-137261823.39562273</c:v>
                </c:pt>
                <c:pt idx="70">
                  <c:v>-139250927.71124506</c:v>
                </c:pt>
                <c:pt idx="71">
                  <c:v>-141240027.6090951</c:v>
                </c:pt>
                <c:pt idx="72">
                  <c:v>-143229123.1430583</c:v>
                </c:pt>
                <c:pt idx="73">
                  <c:v>-145218214.36711597</c:v>
                </c:pt>
                <c:pt idx="74">
                  <c:v>-147207301.33534575</c:v>
                </c:pt>
                <c:pt idx="75">
                  <c:v>-149196384.1019225</c:v>
                </c:pt>
                <c:pt idx="76">
                  <c:v>-151185462.72111034</c:v>
                </c:pt>
                <c:pt idx="77">
                  <c:v>-153174537.2472682</c:v>
                </c:pt>
                <c:pt idx="78">
                  <c:v>-155163607.73484373</c:v>
                </c:pt>
                <c:pt idx="79">
                  <c:v>-157152674.2383752</c:v>
                </c:pt>
                <c:pt idx="80">
                  <c:v>-159141736.81248713</c:v>
                </c:pt>
                <c:pt idx="81">
                  <c:v>-161130795.51188612</c:v>
                </c:pt>
                <c:pt idx="82">
                  <c:v>-163119850.3913679</c:v>
                </c:pt>
                <c:pt idx="83">
                  <c:v>-165108901.5058055</c:v>
                </c:pt>
                <c:pt idx="84">
                  <c:v>-167097948.9101572</c:v>
                </c:pt>
                <c:pt idx="85">
                  <c:v>-169086992.65945578</c:v>
                </c:pt>
                <c:pt idx="86">
                  <c:v>-171076032.80881453</c:v>
                </c:pt>
                <c:pt idx="87">
                  <c:v>-173065069.4134202</c:v>
                </c:pt>
                <c:pt idx="88">
                  <c:v>-175054102.52853537</c:v>
                </c:pt>
                <c:pt idx="89">
                  <c:v>-177043132.2094922</c:v>
                </c:pt>
                <c:pt idx="90">
                  <c:v>-179032158.51169777</c:v>
                </c:pt>
                <c:pt idx="91">
                  <c:v>-181021181.49062443</c:v>
                </c:pt>
                <c:pt idx="92">
                  <c:v>-183010201.20181465</c:v>
                </c:pt>
                <c:pt idx="93">
                  <c:v>-184999217.70087385</c:v>
                </c:pt>
                <c:pt idx="94">
                  <c:v>-186988231.04347372</c:v>
                </c:pt>
                <c:pt idx="95">
                  <c:v>-188977241.28534937</c:v>
                </c:pt>
                <c:pt idx="96">
                  <c:v>-190966248.48229122</c:v>
                </c:pt>
                <c:pt idx="97">
                  <c:v>-192955252.69015598</c:v>
                </c:pt>
                <c:pt idx="98">
                  <c:v>-194944253.96485138</c:v>
                </c:pt>
                <c:pt idx="99">
                  <c:v>-196933252.36234617</c:v>
                </c:pt>
                <c:pt idx="100">
                  <c:v>-198922247.93866062</c:v>
                </c:pt>
                <c:pt idx="101">
                  <c:v>-200911240.74986506</c:v>
                </c:pt>
                <c:pt idx="102">
                  <c:v>-202900230.85208464</c:v>
                </c:pt>
                <c:pt idx="103">
                  <c:v>-204889218.30149078</c:v>
                </c:pt>
                <c:pt idx="104">
                  <c:v>-206878203.1543026</c:v>
                </c:pt>
                <c:pt idx="105">
                  <c:v>-208867185.46678495</c:v>
                </c:pt>
                <c:pt idx="106">
                  <c:v>-210856165.2952466</c:v>
                </c:pt>
                <c:pt idx="107">
                  <c:v>-212845142.69603825</c:v>
                </c:pt>
                <c:pt idx="108">
                  <c:v>-214834117.72555208</c:v>
                </c:pt>
                <c:pt idx="109">
                  <c:v>-216823090.4402151</c:v>
                </c:pt>
                <c:pt idx="110">
                  <c:v>-218812060.89649725</c:v>
                </c:pt>
                <c:pt idx="111">
                  <c:v>-220801029.15089798</c:v>
                </c:pt>
                <c:pt idx="112">
                  <c:v>-222789995.25995445</c:v>
                </c:pt>
                <c:pt idx="113">
                  <c:v>-224778959.28023386</c:v>
                </c:pt>
                <c:pt idx="114">
                  <c:v>-226767921.26833153</c:v>
                </c:pt>
                <c:pt idx="115">
                  <c:v>-228756881.28087568</c:v>
                </c:pt>
                <c:pt idx="116">
                  <c:v>-230745839.37451792</c:v>
                </c:pt>
                <c:pt idx="117">
                  <c:v>-232734795.60593462</c:v>
                </c:pt>
                <c:pt idx="118">
                  <c:v>-234723750.03182745</c:v>
                </c:pt>
                <c:pt idx="119">
                  <c:v>-236712702.7089181</c:v>
                </c:pt>
                <c:pt idx="120">
                  <c:v>-238701653.69394732</c:v>
                </c:pt>
                <c:pt idx="121">
                  <c:v>-240690603.04367495</c:v>
                </c:pt>
                <c:pt idx="122">
                  <c:v>-242679550.814878</c:v>
                </c:pt>
                <c:pt idx="123">
                  <c:v>-244668497.06434488</c:v>
                </c:pt>
                <c:pt idx="124">
                  <c:v>-246657441.84888124</c:v>
                </c:pt>
                <c:pt idx="125">
                  <c:v>-248646385.22529888</c:v>
                </c:pt>
                <c:pt idx="126">
                  <c:v>-250635327.25042343</c:v>
                </c:pt>
                <c:pt idx="127">
                  <c:v>-252624267.9810834</c:v>
                </c:pt>
                <c:pt idx="128">
                  <c:v>-254613207.4741187</c:v>
                </c:pt>
                <c:pt idx="129">
                  <c:v>-256602145.78636837</c:v>
                </c:pt>
                <c:pt idx="130">
                  <c:v>-258591082.97467804</c:v>
                </c:pt>
                <c:pt idx="131">
                  <c:v>-260580019.095891</c:v>
                </c:pt>
                <c:pt idx="132">
                  <c:v>-262568954.2068491</c:v>
                </c:pt>
                <c:pt idx="133">
                  <c:v>-264557888.36439514</c:v>
                </c:pt>
                <c:pt idx="134">
                  <c:v>-266546821.62536335</c:v>
                </c:pt>
                <c:pt idx="135">
                  <c:v>-268535754.04658365</c:v>
                </c:pt>
                <c:pt idx="136">
                  <c:v>-270524685.6848788</c:v>
                </c:pt>
                <c:pt idx="137">
                  <c:v>-272513616.5970607</c:v>
                </c:pt>
                <c:pt idx="138">
                  <c:v>-274502546.8399291</c:v>
                </c:pt>
                <c:pt idx="139">
                  <c:v>-276491476.4702716</c:v>
                </c:pt>
                <c:pt idx="140">
                  <c:v>-278480405.5448613</c:v>
                </c:pt>
                <c:pt idx="141">
                  <c:v>-280469334.1204543</c:v>
                </c:pt>
                <c:pt idx="142">
                  <c:v>-282458262.253788</c:v>
                </c:pt>
                <c:pt idx="143">
                  <c:v>-284447190.00158167</c:v>
                </c:pt>
                <c:pt idx="144">
                  <c:v>-286436117.4205284</c:v>
                </c:pt>
                <c:pt idx="145">
                  <c:v>-288425044.5673046</c:v>
                </c:pt>
                <c:pt idx="146">
                  <c:v>-290413971.4985552</c:v>
                </c:pt>
                <c:pt idx="147">
                  <c:v>-292402898.27090216</c:v>
                </c:pt>
                <c:pt idx="148">
                  <c:v>-294391824.94093704</c:v>
                </c:pt>
                <c:pt idx="149">
                  <c:v>-296380751.56522226</c:v>
                </c:pt>
                <c:pt idx="150">
                  <c:v>-298369678.2002883</c:v>
                </c:pt>
                <c:pt idx="151">
                  <c:v>-300358604.9026303</c:v>
                </c:pt>
                <c:pt idx="152">
                  <c:v>-302347531.7287102</c:v>
                </c:pt>
                <c:pt idx="153">
                  <c:v>-304336458.73495245</c:v>
                </c:pt>
                <c:pt idx="154">
                  <c:v>-306325385.9777422</c:v>
                </c:pt>
                <c:pt idx="155">
                  <c:v>-308314313.51342344</c:v>
                </c:pt>
                <c:pt idx="156">
                  <c:v>-310303241.3983021</c:v>
                </c:pt>
                <c:pt idx="157">
                  <c:v>-312292169.6886339</c:v>
                </c:pt>
                <c:pt idx="158">
                  <c:v>-314281098.4406357</c:v>
                </c:pt>
                <c:pt idx="159">
                  <c:v>-316270027.7104726</c:v>
                </c:pt>
                <c:pt idx="160">
                  <c:v>-318258957.554265</c:v>
                </c:pt>
                <c:pt idx="161">
                  <c:v>-320247888.0280781</c:v>
                </c:pt>
                <c:pt idx="162">
                  <c:v>-322236819.1879306</c:v>
                </c:pt>
                <c:pt idx="163">
                  <c:v>-324225751.0897813</c:v>
                </c:pt>
                <c:pt idx="164">
                  <c:v>-326214683.78954077</c:v>
                </c:pt>
                <c:pt idx="165">
                  <c:v>-328203617.3430557</c:v>
                </c:pt>
                <c:pt idx="166">
                  <c:v>-330192551.8061204</c:v>
                </c:pt>
                <c:pt idx="167">
                  <c:v>-332181487.23446417</c:v>
                </c:pt>
                <c:pt idx="168">
                  <c:v>-334170423.6837573</c:v>
                </c:pt>
                <c:pt idx="169">
                  <c:v>-336159361.20960474</c:v>
                </c:pt>
                <c:pt idx="170">
                  <c:v>-338148299.86754894</c:v>
                </c:pt>
                <c:pt idx="171">
                  <c:v>-340137239.71306324</c:v>
                </c:pt>
                <c:pt idx="172">
                  <c:v>-342126180.8015523</c:v>
                </c:pt>
                <c:pt idx="173">
                  <c:v>-344115123.18835497</c:v>
                </c:pt>
                <c:pt idx="174">
                  <c:v>-346104066.92873335</c:v>
                </c:pt>
                <c:pt idx="175">
                  <c:v>-348093012.0778804</c:v>
                </c:pt>
                <c:pt idx="176">
                  <c:v>-350081958.6909132</c:v>
                </c:pt>
                <c:pt idx="177">
                  <c:v>-352070906.82287073</c:v>
                </c:pt>
                <c:pt idx="178">
                  <c:v>-354059856.528718</c:v>
                </c:pt>
                <c:pt idx="179">
                  <c:v>-356048807.86333895</c:v>
                </c:pt>
                <c:pt idx="180">
                  <c:v>-358037760.8815346</c:v>
                </c:pt>
                <c:pt idx="181">
                  <c:v>-360026715.63802576</c:v>
                </c:pt>
                <c:pt idx="182">
                  <c:v>-362015672.1874509</c:v>
                </c:pt>
                <c:pt idx="183">
                  <c:v>-364004630.5843568</c:v>
                </c:pt>
                <c:pt idx="184">
                  <c:v>-365993590.8832121</c:v>
                </c:pt>
                <c:pt idx="185">
                  <c:v>-367982553.1383891</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-367982553.1383891</c:v>
                </c:pt>
                <c:pt idx="186">
                  <c:v>-369971517.4041734</c:v>
                </c:pt>
                <c:pt idx="187">
                  <c:v>-371960483.73475885</c:v>
                </c:pt>
                <c:pt idx="188">
                  <c:v>-373949452.184247</c:v>
                </c:pt>
                <c:pt idx="189">
                  <c:v>-375938422.80664206</c:v>
                </c:pt>
                <c:pt idx="190">
                  <c:v>-377927395.6558542</c:v>
                </c:pt>
                <c:pt idx="191">
                  <c:v>-379916370.78569794</c:v>
                </c:pt>
                <c:pt idx="192">
                  <c:v>-381905348.24988365</c:v>
                </c:pt>
                <c:pt idx="193">
                  <c:v>-383894328.10202646</c:v>
                </c:pt>
                <c:pt idx="194">
                  <c:v>-385883310.39563656</c:v>
                </c:pt>
                <c:pt idx="195">
                  <c:v>-387872295.18412113</c:v>
                </c:pt>
                <c:pt idx="196">
                  <c:v>-389861282.52078295</c:v>
                </c:pt>
                <c:pt idx="197">
                  <c:v>-391850272.4588194</c:v>
                </c:pt>
                <c:pt idx="198">
                  <c:v>-393839265.05131817</c:v>
                </c:pt>
                <c:pt idx="199">
                  <c:v>-395828260.35125875</c:v>
                </c:pt>
                <c:pt idx="200">
                  <c:v>-397817258.41151094</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1717266.8565177917</c:v>
                </c:pt>
                <c:pt idx="2">
                  <c:v>4005754.817246914</c:v>
                </c:pt>
                <c:pt idx="3">
                  <c:v>6877656.67355299</c:v>
                </c:pt>
                <c:pt idx="4">
                  <c:v>10307182.3534379</c:v>
                </c:pt>
                <c:pt idx="5">
                  <c:v>14223486.203697681</c:v>
                </c:pt>
                <c:pt idx="6">
                  <c:v>18511781.4662838</c:v>
                </c:pt>
                <c:pt idx="7">
                  <c:v>23024590.56020689</c:v>
                </c:pt>
                <c:pt idx="8">
                  <c:v>27601062.579363823</c:v>
                </c:pt>
                <c:pt idx="9">
                  <c:v>32088635.98312521</c:v>
                </c:pt>
                <c:pt idx="10">
                  <c:v>36360530.39654398</c:v>
                </c:pt>
                <c:pt idx="11">
                  <c:v>40325034.14715338</c:v>
                </c:pt>
                <c:pt idx="12">
                  <c:v>43926352.11184168</c:v>
                </c:pt>
                <c:pt idx="13">
                  <c:v>47139526.55998039</c:v>
                </c:pt>
                <c:pt idx="14">
                  <c:v>49962700.99324894</c:v>
                </c:pt>
                <c:pt idx="15">
                  <c:v>52409296.886068344</c:v>
                </c:pt>
                <c:pt idx="16">
                  <c:v>54501505.59105873</c:v>
                </c:pt>
                <c:pt idx="17">
                  <c:v>56265530.39232397</c:v>
                </c:pt>
                <c:pt idx="18">
                  <c:v>57728451.46934223</c:v>
                </c:pt>
                <c:pt idx="19">
                  <c:v>58916362.61261988</c:v>
                </c:pt>
                <c:pt idx="20">
                  <c:v>59853403.83451271</c:v>
                </c:pt>
                <c:pt idx="21">
                  <c:v>60561375.65238047</c:v>
                </c:pt>
                <c:pt idx="22">
                  <c:v>61059703.150524616</c:v>
                </c:pt>
                <c:pt idx="23">
                  <c:v>61365591.67199612</c:v>
                </c:pt>
                <c:pt idx="24">
                  <c:v>61494272.45165396</c:v>
                </c:pt>
                <c:pt idx="25">
                  <c:v>61459276.19984722</c:v>
                </c:pt>
                <c:pt idx="26">
                  <c:v>61272699.105074406</c:v>
                </c:pt>
                <c:pt idx="27">
                  <c:v>60945442.70174074</c:v>
                </c:pt>
                <c:pt idx="28">
                  <c:v>60487419.59699631</c:v>
                </c:pt>
                <c:pt idx="29">
                  <c:v>59907723.37547302</c:v>
                </c:pt>
                <c:pt idx="30">
                  <c:v>59214764.605492115</c:v>
                </c:pt>
                <c:pt idx="31">
                  <c:v>58416376.74633312</c:v>
                </c:pt>
                <c:pt idx="32">
                  <c:v>57519896.54811001</c:v>
                </c:pt>
                <c:pt idx="33">
                  <c:v>56532223.661670685</c:v>
                </c:pt>
                <c:pt idx="34">
                  <c:v>55459863.908103466</c:v>
                </c:pt>
                <c:pt idx="35">
                  <c:v>54308960.17405081</c:v>
                </c:pt>
                <c:pt idx="36">
                  <c:v>53085314.31749964</c:v>
                </c:pt>
                <c:pt idx="37">
                  <c:v>51794402.86515951</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51794402.86515951</c:v>
                </c:pt>
                <c:pt idx="38">
                  <c:v>50441388.70521355</c:v>
                </c:pt>
                <c:pt idx="39">
                  <c:v>49031130.45690107</c:v>
                </c:pt>
                <c:pt idx="40">
                  <c:v>47568190.74575901</c:v>
                </c:pt>
                <c:pt idx="41">
                  <c:v>46056844.23563576</c:v>
                </c:pt>
                <c:pt idx="42">
                  <c:v>44501085.9643116</c:v>
                </c:pt>
                <c:pt idx="43">
                  <c:v>42904640.29308319</c:v>
                </c:pt>
                <c:pt idx="44">
                  <c:v>41270970.60400772</c:v>
                </c:pt>
                <c:pt idx="45">
                  <c:v>39603289.75239658</c:v>
                </c:pt>
                <c:pt idx="46">
                  <c:v>37904571.19762945</c:v>
                </c:pt>
                <c:pt idx="47">
                  <c:v>36177560.683502674</c:v>
                </c:pt>
                <c:pt idx="48">
                  <c:v>34424788.31253576</c:v>
                </c:pt>
                <c:pt idx="49">
                  <c:v>32648580.85017872</c:v>
                </c:pt>
                <c:pt idx="50">
                  <c:v>30851074.099221706</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18592815.712313652</c:v>
                </c:pt>
                <c:pt idx="2">
                  <c:v>38937181.60669041</c:v>
                </c:pt>
                <c:pt idx="3">
                  <c:v>61013945.00628185</c:v>
                </c:pt>
                <c:pt idx="4">
                  <c:v>84752965.11093044</c:v>
                </c:pt>
                <c:pt idx="5">
                  <c:v>110028262.54818296</c:v>
                </c:pt>
                <c:pt idx="6">
                  <c:v>136657285.41389036</c:v>
                </c:pt>
                <c:pt idx="7">
                  <c:v>164405219.76622438</c:v>
                </c:pt>
                <c:pt idx="8">
                  <c:v>192994525.01109982</c:v>
                </c:pt>
                <c:pt idx="9">
                  <c:v>222118936.78915882</c:v>
                </c:pt>
                <c:pt idx="10">
                  <c:v>251460305.0729041</c:v>
                </c:pt>
                <c:pt idx="11">
                  <c:v>280706091.48393583</c:v>
                </c:pt>
                <c:pt idx="12">
                  <c:v>309565304.53585386</c:v>
                </c:pt>
                <c:pt idx="13">
                  <c:v>337781096.80061007</c:v>
                </c:pt>
                <c:pt idx="14">
                  <c:v>365139013.09556866</c:v>
                </c:pt>
                <c:pt idx="15">
                  <c:v>391470716.2051945</c:v>
                </c:pt>
                <c:pt idx="16">
                  <c:v>416653707.618412</c:v>
                </c:pt>
                <c:pt idx="17">
                  <c:v>440607984.08830166</c:v>
                </c:pt>
                <c:pt idx="18">
                  <c:v>463290713.54042244</c:v>
                </c:pt>
                <c:pt idx="19">
                  <c:v>484689938.4179621</c:v>
                </c:pt>
                <c:pt idx="20">
                  <c:v>504818112.39690876</c:v>
                </c:pt>
                <c:pt idx="21">
                  <c:v>523706031.3834696</c:v>
                </c:pt>
                <c:pt idx="22">
                  <c:v>541397490.0049582</c:v>
                </c:pt>
                <c:pt idx="23">
                  <c:v>557944810.6036901</c:v>
                </c:pt>
                <c:pt idx="24">
                  <c:v>573405261.4873114</c:v>
                </c:pt>
                <c:pt idx="25">
                  <c:v>587838300.1843586</c:v>
                </c:pt>
                <c:pt idx="26">
                  <c:v>601303535.1721611</c:v>
                </c:pt>
                <c:pt idx="27">
                  <c:v>613859284.4401655</c:v>
                </c:pt>
                <c:pt idx="28">
                  <c:v>625561611.2744312</c:v>
                </c:pt>
                <c:pt idx="29">
                  <c:v>636463729.1414843</c:v>
                </c:pt>
                <c:pt idx="30">
                  <c:v>646615683.233921</c:v>
                </c:pt>
                <c:pt idx="31">
                  <c:v>656064232.7983294</c:v>
                </c:pt>
                <c:pt idx="32">
                  <c:v>664852873.92101</c:v>
                </c:pt>
                <c:pt idx="33">
                  <c:v>673021956.093504</c:v>
                </c:pt>
                <c:pt idx="34">
                  <c:v>680608857.3178148</c:v>
                </c:pt>
                <c:pt idx="35">
                  <c:v>687648191.7856188</c:v>
                </c:pt>
                <c:pt idx="36">
                  <c:v>694172031.4949951</c:v>
                </c:pt>
                <c:pt idx="37">
                  <c:v>700210128.8387108</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700210128.8387108</c:v>
                </c:pt>
                <c:pt idx="38">
                  <c:v>705790131.503499</c:v>
                </c:pt>
                <c:pt idx="39">
                  <c:v>710937784.2309275</c:v>
                </c:pt>
                <c:pt idx="40">
                  <c:v>715677114.3408728</c:v>
                </c:pt>
                <c:pt idx="41">
                  <c:v>720030599.603631</c:v>
                </c:pt>
                <c:pt idx="42">
                  <c:v>724019318.2230301</c:v>
                </c:pt>
                <c:pt idx="43">
                  <c:v>727663081.4864302</c:v>
                </c:pt>
                <c:pt idx="44">
                  <c:v>730980550.145443</c:v>
                </c:pt>
                <c:pt idx="45">
                  <c:v>733989335.889574</c:v>
                </c:pt>
                <c:pt idx="46">
                  <c:v>736706089.4220886</c:v>
                </c:pt>
                <c:pt idx="47">
                  <c:v>739146576.6870766</c:v>
                </c:pt>
                <c:pt idx="48">
                  <c:v>741325744.7628393</c:v>
                </c:pt>
                <c:pt idx="49">
                  <c:v>743257778.8541775</c:v>
                </c:pt>
                <c:pt idx="50">
                  <c:v>744956151.7037783</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15044159.00663042</c:v>
                </c:pt>
                <c:pt idx="2">
                  <c:v>30679064.88727379</c:v>
                </c:pt>
                <c:pt idx="3">
                  <c:v>46585585.8485384</c:v>
                </c:pt>
                <c:pt idx="4">
                  <c:v>62427670.618897915</c:v>
                </c:pt>
                <c:pt idx="5">
                  <c:v>77885708.51351929</c:v>
                </c:pt>
                <c:pt idx="6">
                  <c:v>92685347.32906151</c:v>
                </c:pt>
                <c:pt idx="7">
                  <c:v>106616094.66412926</c:v>
                </c:pt>
                <c:pt idx="8">
                  <c:v>119537759.84141254</c:v>
                </c:pt>
                <c:pt idx="9">
                  <c:v>131376387.8965354</c:v>
                </c:pt>
                <c:pt idx="10">
                  <c:v>142113387.96483898</c:v>
                </c:pt>
                <c:pt idx="11">
                  <c:v>151771825.06774235</c:v>
                </c:pt>
                <c:pt idx="12">
                  <c:v>160402936.45022345</c:v>
                </c:pt>
                <c:pt idx="13">
                  <c:v>168074650.69509125</c:v>
                </c:pt>
                <c:pt idx="14">
                  <c:v>174862778.70796728</c:v>
                </c:pt>
                <c:pt idx="15">
                  <c:v>180844820.0722823</c:v>
                </c:pt>
                <c:pt idx="16">
                  <c:v>186095966.9135003</c:v>
                </c:pt>
                <c:pt idx="17">
                  <c:v>190686779.84237862</c:v>
                </c:pt>
                <c:pt idx="18">
                  <c:v>194682043.30336857</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194682043.30336857</c:v>
                </c:pt>
                <c:pt idx="19">
                  <c:v>198140398.74580574</c:v>
                </c:pt>
                <c:pt idx="20">
                  <c:v>201114455.7605424</c:v>
                </c:pt>
                <c:pt idx="21">
                  <c:v>203651171.23202038</c:v>
                </c:pt>
                <c:pt idx="22">
                  <c:v>205792357.2717414</c:v>
                </c:pt>
                <c:pt idx="23">
                  <c:v>207575230.39506435</c:v>
                </c:pt>
                <c:pt idx="24">
                  <c:v>209032950.2425375</c:v>
                </c:pt>
                <c:pt idx="25">
                  <c:v>210195119.93038368</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-1250170.2591085434</c:v>
                </c:pt>
                <c:pt idx="2">
                  <c:v>-2475511.386174679</c:v>
                </c:pt>
                <c:pt idx="3">
                  <c:v>-3675959.693377495</c:v>
                </c:pt>
                <c:pt idx="4">
                  <c:v>-4851547.689010143</c:v>
                </c:pt>
                <c:pt idx="5">
                  <c:v>-6002411.371706486</c:v>
                </c:pt>
                <c:pt idx="6">
                  <c:v>-7128796.871532917</c:v>
                </c:pt>
                <c:pt idx="7">
                  <c:v>-8231066.238160133</c:v>
                </c:pt>
                <c:pt idx="8">
                  <c:v>-9309702.174500465</c:v>
                </c:pt>
                <c:pt idx="9">
                  <c:v>-10365311.519312859</c:v>
                </c:pt>
                <c:pt idx="10">
                  <c:v>-11398627.295154572</c:v>
                </c:pt>
                <c:pt idx="11">
                  <c:v>-12410509.159249306</c:v>
                </c:pt>
                <c:pt idx="12">
                  <c:v>-13401942.12440586</c:v>
                </c:pt>
                <c:pt idx="13">
                  <c:v>-14374033.454664707</c:v>
                </c:pt>
                <c:pt idx="14">
                  <c:v>-15328007.68498087</c:v>
                </c:pt>
                <c:pt idx="15">
                  <c:v>-16265199.764520645</c:v>
                </c:pt>
                <c:pt idx="16">
                  <c:v>-17187046.37719059</c:v>
                </c:pt>
                <c:pt idx="17">
                  <c:v>-18095075.548362732</c:v>
                </c:pt>
                <c:pt idx="18">
                  <c:v>-18990894.701083183</c:v>
                </c:pt>
                <c:pt idx="19">
                  <c:v>-19876177.37531376</c:v>
                </c:pt>
                <c:pt idx="20">
                  <c:v>-20752648.86770916</c:v>
                </c:pt>
                <c:pt idx="21">
                  <c:v>-21622071.08445406</c:v>
                </c:pt>
                <c:pt idx="22">
                  <c:v>-22486226.924120426</c:v>
                </c:pt>
                <c:pt idx="23">
                  <c:v>-23346904.51997757</c:v>
                </c:pt>
                <c:pt idx="24">
                  <c:v>-24205881.671169758</c:v>
                </c:pt>
                <c:pt idx="25">
                  <c:v>-25064910.779888153</c:v>
                </c:pt>
                <c:pt idx="26">
                  <c:v>-25925704.58792448</c:v>
                </c:pt>
                <c:pt idx="27">
                  <c:v>-26789922.97241831</c:v>
                </c:pt>
                <c:pt idx="28">
                  <c:v>-27659161.01912546</c:v>
                </c:pt>
                <c:pt idx="29">
                  <c:v>-28534938.544575214</c:v>
                </c:pt>
                <c:pt idx="30">
                  <c:v>-29418691.188506603</c:v>
                </c:pt>
                <c:pt idx="31">
                  <c:v>-30311763.14742756</c:v>
                </c:pt>
                <c:pt idx="32">
                  <c:v>-31215401.57135153</c:v>
                </c:pt>
                <c:pt idx="33">
                  <c:v>-32130752.600619316</c:v>
                </c:pt>
                <c:pt idx="34">
                  <c:v>-33058858.979869843</c:v>
                </c:pt>
                <c:pt idx="35">
                  <c:v>-34000659.152552605</c:v>
                </c:pt>
                <c:pt idx="36">
                  <c:v>-34956987.71281719</c:v>
                </c:pt>
                <c:pt idx="37">
                  <c:v>-35928577.07203436</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-35928577.07203436</c:v>
                </c:pt>
                <c:pt idx="38">
                  <c:v>-36916060.18463802</c:v>
                </c:pt>
                <c:pt idx="39">
                  <c:v>-37919974.17186451</c:v>
                </c:pt>
                <c:pt idx="40">
                  <c:v>-38940764.68153477</c:v>
                </c:pt>
                <c:pt idx="41">
                  <c:v>-39978790.82643795</c:v>
                </c:pt>
                <c:pt idx="42">
                  <c:v>-41034330.552292824</c:v>
                </c:pt>
                <c:pt idx="43">
                  <c:v>-42107586.29748583</c:v>
                </c:pt>
                <c:pt idx="44">
                  <c:v>-43198690.82021284</c:v>
                </c:pt>
                <c:pt idx="45">
                  <c:v>-44307713.08324385</c:v>
                </c:pt>
                <c:pt idx="46">
                  <c:v>-45434664.101626396</c:v>
                </c:pt>
                <c:pt idx="47">
                  <c:v>-46579502.673738</c:v>
                </c:pt>
                <c:pt idx="48">
                  <c:v>-47742140.93057251</c:v>
                </c:pt>
                <c:pt idx="49">
                  <c:v>-48922449.65178347</c:v>
                </c:pt>
                <c:pt idx="50">
                  <c:v>-50120263.309443474</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-546679.7895507812</c:v>
                </c:pt>
                <c:pt idx="2">
                  <c:v>-1031492.2928814888</c:v>
                </c:pt>
                <c:pt idx="3">
                  <c:v>-1454488.4013605118</c:v>
                </c:pt>
                <c:pt idx="4">
                  <c:v>-1816157.596827507</c:v>
                </c:pt>
                <c:pt idx="5">
                  <c:v>-2117464.260635376</c:v>
                </c:pt>
                <c:pt idx="6">
                  <c:v>-2359877.4156222343</c:v>
                </c:pt>
                <c:pt idx="7">
                  <c:v>-2545392.0116000175</c:v>
                </c:pt>
                <c:pt idx="8">
                  <c:v>-2676539.9825134277</c:v>
                </c:pt>
                <c:pt idx="9">
                  <c:v>-2756389.552046299</c:v>
                </c:pt>
                <c:pt idx="10">
                  <c:v>-2788531.6467819214</c:v>
                </c:pt>
                <c:pt idx="11">
                  <c:v>-2777052.7821536064</c:v>
                </c:pt>
                <c:pt idx="12">
                  <c:v>-2726494.3917045593</c:v>
                </c:pt>
                <c:pt idx="13">
                  <c:v>-2641799.23675251</c:v>
                </c:pt>
                <c:pt idx="14">
                  <c:v>-2528246.212340355</c:v>
                </c:pt>
                <c:pt idx="15">
                  <c:v>-2391375.5013198853</c:v>
                </c:pt>
                <c:pt idx="16">
                  <c:v>-2236906.566362858</c:v>
                </c:pt>
                <c:pt idx="17">
                  <c:v>-2070651.8616051674</c:v>
                </c:pt>
                <c:pt idx="18">
                  <c:v>-1898429.356267929</c:v>
                </c:pt>
                <c:pt idx="19">
                  <c:v>-1725976.9745993614</c:v>
                </c:pt>
                <c:pt idx="20">
                  <c:v>-1558871.8724684715</c:v>
                </c:pt>
                <c:pt idx="21">
                  <c:v>-1402457.112370491</c:v>
                </c:pt>
                <c:pt idx="22">
                  <c:v>-1261777.8031163216</c:v>
                </c:pt>
                <c:pt idx="23">
                  <c:v>-1141528.185892582</c:v>
                </c:pt>
                <c:pt idx="24">
                  <c:v>-1046010.5268454552</c:v>
                </c:pt>
                <c:pt idx="25">
                  <c:v>-979106.0678291321</c:v>
                </c:pt>
                <c:pt idx="26">
                  <c:v>-944257.7341890335</c:v>
                </c:pt>
                <c:pt idx="27">
                  <c:v>-944463.833234787</c:v>
                </c:pt>
                <c:pt idx="28">
                  <c:v>-982281.61896801</c:v>
                </c:pt>
                <c:pt idx="29">
                  <c:v>-1059839.35466671</c:v>
                </c:pt>
                <c:pt idx="30">
                  <c:v>-1178855.371732235</c:v>
                </c:pt>
                <c:pt idx="31">
                  <c:v>-1340662.5890331268</c:v>
                </c:pt>
                <c:pt idx="32">
                  <c:v>-1546237.0049419403</c:v>
                </c:pt>
                <c:pt idx="33">
                  <c:v>-1796228.7846794128</c:v>
                </c:pt>
                <c:pt idx="34">
                  <c:v>-2090994.7189378738</c:v>
                </c:pt>
                <c:pt idx="35">
                  <c:v>-2430631.007619381</c:v>
                </c:pt>
                <c:pt idx="36">
                  <c:v>-2815005.5095939636</c:v>
                </c:pt>
                <c:pt idx="37">
                  <c:v>-3243788.783253193</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-3243788.783253193</c:v>
                </c:pt>
                <c:pt idx="38">
                  <c:v>-3716483.4144682884</c:v>
                </c:pt>
                <c:pt idx="39">
                  <c:v>-4232451.282380104</c:v>
                </c:pt>
                <c:pt idx="40">
                  <c:v>-4790938.546227455</c:v>
                </c:pt>
                <c:pt idx="41">
                  <c:v>-5391098.2469062805</c:v>
                </c:pt>
                <c:pt idx="42">
                  <c:v>-6032010.505735397</c:v>
                </c:pt>
                <c:pt idx="43">
                  <c:v>-6712700.371570587</c:v>
                </c:pt>
                <c:pt idx="44">
                  <c:v>-7432153.418039799</c:v>
                </c:pt>
                <c:pt idx="45">
                  <c:v>-8189329.227997303</c:v>
                </c:pt>
                <c:pt idx="46">
                  <c:v>-8983172.924722195</c:v>
                </c:pt>
                <c:pt idx="47">
                  <c:v>-9812624.921515465</c:v>
                </c:pt>
                <c:pt idx="48">
                  <c:v>-10676629.065383434</c:v>
                </c:pt>
                <c:pt idx="49">
                  <c:v>-11574139.348463058</c:v>
                </c:pt>
                <c:pt idx="50">
                  <c:v>-12504125.35438633</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8944538.155779839</c:v>
                </c:pt>
                <c:pt idx="2">
                  <c:v>18803008.944327354</c:v>
                </c:pt>
                <c:pt idx="3">
                  <c:v>29496446.029089928</c:v>
                </c:pt>
                <c:pt idx="4">
                  <c:v>40900818.44605684</c:v>
                </c:pt>
                <c:pt idx="5">
                  <c:v>52851140.352304935</c:v>
                </c:pt>
                <c:pt idx="6">
                  <c:v>65151569.52516031</c:v>
                </c:pt>
                <c:pt idx="7">
                  <c:v>77590263.79225159</c:v>
                </c:pt>
                <c:pt idx="8">
                  <c:v>89956411.1477499</c:v>
                </c:pt>
                <c:pt idx="9">
                  <c:v>102056268.69450617</c:v>
                </c:pt>
                <c:pt idx="10">
                  <c:v>113725485.4655118</c:v>
                </c:pt>
                <c:pt idx="11">
                  <c:v>124836199.33069134</c:v>
                </c:pt>
                <c:pt idx="12">
                  <c:v>135298825.70281935</c:v>
                </c:pt>
                <c:pt idx="13">
                  <c:v>145059560.00283957</c:v>
                </c:pt>
                <c:pt idx="14">
                  <c:v>154095138.2120533</c:v>
                </c:pt>
                <c:pt idx="15">
                  <c:v>162406383.74906445</c:v>
                </c:pt>
                <c:pt idx="16">
                  <c:v>170011725.68673754</c:v>
                </c:pt>
                <c:pt idx="17">
                  <c:v>176941428.10141802</c:v>
                </c:pt>
                <c:pt idx="18">
                  <c:v>183232874.8275094</c:v>
                </c:pt>
                <c:pt idx="19">
                  <c:v>188926972.52476788</c:v>
                </c:pt>
                <c:pt idx="20">
                  <c:v>194065570.64562178</c:v>
                </c:pt>
                <c:pt idx="21">
                  <c:v>198689723.3683424</c:v>
                </c:pt>
                <c:pt idx="22">
                  <c:v>202838603.54879665</c:v>
                </c:pt>
                <c:pt idx="23">
                  <c:v>206548895.28727818</c:v>
                </c:pt>
                <c:pt idx="24">
                  <c:v>209854521.37258434</c:v>
                </c:pt>
                <c:pt idx="25">
                  <c:v>212786593.83607054</c:v>
                </c:pt>
                <c:pt idx="26">
                  <c:v>215373504.74444056</c:v>
                </c:pt>
                <c:pt idx="27">
                  <c:v>217641098.15130854</c:v>
                </c:pt>
                <c:pt idx="28">
                  <c:v>219612882.5916543</c:v>
                </c:pt>
                <c:pt idx="29">
                  <c:v>221310257.24608183</c:v>
                </c:pt>
                <c:pt idx="30">
                  <c:v>222752734.80341148</c:v>
                </c:pt>
                <c:pt idx="31">
                  <c:v>223958150.987998</c:v>
                </c:pt>
                <c:pt idx="32">
                  <c:v>224942855.4503479</c:v>
                </c:pt>
                <c:pt idx="33">
                  <c:v>225721881.85351658</c:v>
                </c:pt>
                <c:pt idx="34">
                  <c:v>226309096.98812342</c:v>
                </c:pt>
                <c:pt idx="35">
                  <c:v>226717329.96025848</c:v>
                </c:pt>
                <c:pt idx="36">
                  <c:v>226958483.1694913</c:v>
                </c:pt>
                <c:pt idx="37">
                  <c:v>227043627.10721016</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227043627.10721016</c:v>
                </c:pt>
                <c:pt idx="38">
                  <c:v>226983081.0850172</c:v>
                </c:pt>
                <c:pt idx="39">
                  <c:v>226786481.93646908</c:v>
                </c:pt>
                <c:pt idx="40">
                  <c:v>226462842.5838127</c:v>
                </c:pt>
                <c:pt idx="41">
                  <c:v>226020602.1654606</c:v>
                </c:pt>
                <c:pt idx="42">
                  <c:v>225467669.20701838</c:v>
                </c:pt>
                <c:pt idx="43">
                  <c:v>224811459.10643387</c:v>
                </c:pt>
                <c:pt idx="44">
                  <c:v>224058927.00299072</c:v>
                </c:pt>
                <c:pt idx="45">
                  <c:v>223216596.9167781</c:v>
                </c:pt>
                <c:pt idx="46">
                  <c:v>222290587.88269854</c:v>
                </c:pt>
                <c:pt idx="47">
                  <c:v>221286637.6621585</c:v>
                </c:pt>
                <c:pt idx="48">
                  <c:v>220210124.49553728</c:v>
                </c:pt>
                <c:pt idx="49">
                  <c:v>219066087.25809765</c:v>
                </c:pt>
                <c:pt idx="50">
                  <c:v>217859244.29942942</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-1888402.8953771591</c:v>
                </c:pt>
                <c:pt idx="2">
                  <c:v>-3776770.149087429</c:v>
                </c:pt>
                <c:pt idx="3">
                  <c:v>-5665101.81117487</c:v>
                </c:pt>
                <c:pt idx="4">
                  <c:v>-7553397.931772232</c:v>
                </c:pt>
                <c:pt idx="5">
                  <c:v>-9441658.561106205</c:v>
                </c:pt>
                <c:pt idx="6">
                  <c:v>-11329883.749492168</c:v>
                </c:pt>
                <c:pt idx="7">
                  <c:v>-13218073.54733944</c:v>
                </c:pt>
                <c:pt idx="8">
                  <c:v>-15106228.00514412</c:v>
                </c:pt>
                <c:pt idx="9">
                  <c:v>-16994347.1734972</c:v>
                </c:pt>
                <c:pt idx="10">
                  <c:v>-18882431.10307789</c:v>
                </c:pt>
                <c:pt idx="11">
                  <c:v>-20770479.84465599</c:v>
                </c:pt>
                <c:pt idx="12">
                  <c:v>-22658493.449091434</c:v>
                </c:pt>
                <c:pt idx="13">
                  <c:v>-24546471.9673357</c:v>
                </c:pt>
                <c:pt idx="14">
                  <c:v>-26434415.450431824</c:v>
                </c:pt>
                <c:pt idx="15">
                  <c:v>-28322323.94950819</c:v>
                </c:pt>
                <c:pt idx="16">
                  <c:v>-30210197.51578808</c:v>
                </c:pt>
                <c:pt idx="17">
                  <c:v>-32098036.20058298</c:v>
                </c:pt>
                <c:pt idx="18">
                  <c:v>-33985840.05529308</c:v>
                </c:pt>
                <c:pt idx="19">
                  <c:v>-35873609.13141155</c:v>
                </c:pt>
                <c:pt idx="20">
                  <c:v>-37761343.480517864</c:v>
                </c:pt>
                <c:pt idx="21">
                  <c:v>-39649043.15428257</c:v>
                </c:pt>
                <c:pt idx="22">
                  <c:v>-41536708.20446539</c:v>
                </c:pt>
                <c:pt idx="23">
                  <c:v>-43424338.68291712</c:v>
                </c:pt>
                <c:pt idx="24">
                  <c:v>-45311934.64157581</c:v>
                </c:pt>
                <c:pt idx="25">
                  <c:v>-47199496.1324687</c:v>
                </c:pt>
                <c:pt idx="26">
                  <c:v>-49087023.20771456</c:v>
                </c:pt>
                <c:pt idx="27">
                  <c:v>-50974515.91951704</c:v>
                </c:pt>
                <c:pt idx="28">
                  <c:v>-52861974.32017326</c:v>
                </c:pt>
                <c:pt idx="29">
                  <c:v>-54749398.46206665</c:v>
                </c:pt>
                <c:pt idx="30">
                  <c:v>-56636788.397667885</c:v>
                </c:pt>
                <c:pt idx="31">
                  <c:v>-58524144.17954159</c:v>
                </c:pt>
                <c:pt idx="32">
                  <c:v>-60411465.8603344</c:v>
                </c:pt>
                <c:pt idx="33">
                  <c:v>-62298753.49278641</c:v>
                </c:pt>
                <c:pt idx="34">
                  <c:v>-64186007.12972355</c:v>
                </c:pt>
                <c:pt idx="35">
                  <c:v>-66073226.82405996</c:v>
                </c:pt>
                <c:pt idx="36">
                  <c:v>-67960412.62879801</c:v>
                </c:pt>
                <c:pt idx="37">
                  <c:v>-69847564.59703064</c:v>
                </c:pt>
                <c:pt idx="38">
                  <c:v>-71734682.78193283</c:v>
                </c:pt>
                <c:pt idx="39">
                  <c:v>-73621767.23677444</c:v>
                </c:pt>
                <c:pt idx="40">
                  <c:v>-75508818.01490784</c:v>
                </c:pt>
                <c:pt idx="41">
                  <c:v>-77395835.16977644</c:v>
                </c:pt>
                <c:pt idx="42">
                  <c:v>-79282818.75490713</c:v>
                </c:pt>
                <c:pt idx="43">
                  <c:v>-81169768.82391644</c:v>
                </c:pt>
                <c:pt idx="44">
                  <c:v>-83056685.43051004</c:v>
                </c:pt>
                <c:pt idx="45">
                  <c:v>-84943568.62847805</c:v>
                </c:pt>
                <c:pt idx="46">
                  <c:v>-86830418.4716978</c:v>
                </c:pt>
                <c:pt idx="47">
                  <c:v>-88717235.01413488</c:v>
                </c:pt>
                <c:pt idx="48">
                  <c:v>-90604018.30984068</c:v>
                </c:pt>
                <c:pt idx="49">
                  <c:v>-92490768.4129529</c:v>
                </c:pt>
                <c:pt idx="50">
                  <c:v>-94377485.37769747</c:v>
                </c:pt>
                <c:pt idx="51">
                  <c:v>-96264169.25838518</c:v>
                </c:pt>
                <c:pt idx="52">
                  <c:v>-98150820.1094141</c:v>
                </c:pt>
                <c:pt idx="53">
                  <c:v>-100037437.98526764</c:v>
                </c:pt>
                <c:pt idx="54">
                  <c:v>-101924022.94051743</c:v>
                </c:pt>
                <c:pt idx="55">
                  <c:v>-103810575.02981806</c:v>
                </c:pt>
                <c:pt idx="56">
                  <c:v>-105697094.3079133</c:v>
                </c:pt>
                <c:pt idx="57">
                  <c:v>-107583580.82962847</c:v>
                </c:pt>
                <c:pt idx="58">
                  <c:v>-109470034.64987993</c:v>
                </c:pt>
                <c:pt idx="59">
                  <c:v>-111356455.82366514</c:v>
                </c:pt>
                <c:pt idx="60">
                  <c:v>-113242844.4060688</c:v>
                </c:pt>
                <c:pt idx="61">
                  <c:v>-115129200.45226097</c:v>
                </c:pt>
                <c:pt idx="62">
                  <c:v>-117015524.01749611</c:v>
                </c:pt>
                <c:pt idx="63">
                  <c:v>-118901815.15711546</c:v>
                </c:pt>
                <c:pt idx="64">
                  <c:v>-120788073.92654276</c:v>
                </c:pt>
                <c:pt idx="65">
                  <c:v>-122674300.38128948</c:v>
                </c:pt>
                <c:pt idx="66">
                  <c:v>-124560494.57694769</c:v>
                </c:pt>
                <c:pt idx="67">
                  <c:v>-126446656.56920004</c:v>
                </c:pt>
                <c:pt idx="68">
                  <c:v>-128332786.41380739</c:v>
                </c:pt>
                <c:pt idx="69">
                  <c:v>-130218884.16662025</c:v>
                </c:pt>
                <c:pt idx="70">
                  <c:v>-132104949.88356733</c:v>
                </c:pt>
                <c:pt idx="71">
                  <c:v>-133990983.62066889</c:v>
                </c:pt>
                <c:pt idx="72">
                  <c:v>-135876985.43402386</c:v>
                </c:pt>
                <c:pt idx="73">
                  <c:v>-137762955.37981462</c:v>
                </c:pt>
                <c:pt idx="74">
                  <c:v>-139648893.5143118</c:v>
                </c:pt>
                <c:pt idx="75">
                  <c:v>-141534799.8938651</c:v>
                </c:pt>
                <c:pt idx="76">
                  <c:v>-143420674.5749116</c:v>
                </c:pt>
                <c:pt idx="77">
                  <c:v>-145306517.61396837</c:v>
                </c:pt>
                <c:pt idx="78">
                  <c:v>-147192329.06763554</c:v>
                </c:pt>
                <c:pt idx="79">
                  <c:v>-149078108.99260092</c:v>
                </c:pt>
                <c:pt idx="80">
                  <c:v>-150963857.4456296</c:v>
                </c:pt>
                <c:pt idx="81">
                  <c:v>-152849574.4835739</c:v>
                </c:pt>
                <c:pt idx="82">
                  <c:v>-154735260.16336632</c:v>
                </c:pt>
                <c:pt idx="83">
                  <c:v>-156620914.54202223</c:v>
                </c:pt>
                <c:pt idx="84">
                  <c:v>-158506537.67663908</c:v>
                </c:pt>
                <c:pt idx="85">
                  <c:v>-160392129.62439966</c:v>
                </c:pt>
                <c:pt idx="86">
                  <c:v>-162277690.44256544</c:v>
                </c:pt>
                <c:pt idx="87">
                  <c:v>-164163220.18848276</c:v>
                </c:pt>
                <c:pt idx="88">
                  <c:v>-166048718.91957617</c:v>
                </c:pt>
                <c:pt idx="89">
                  <c:v>-167934186.6933546</c:v>
                </c:pt>
                <c:pt idx="90">
                  <c:v>-169819623.56740952</c:v>
                </c:pt>
                <c:pt idx="91">
                  <c:v>-171705029.5994115</c:v>
                </c:pt>
                <c:pt idx="92">
                  <c:v>-173590404.84711313</c:v>
                </c:pt>
                <c:pt idx="93">
                  <c:v>-175475749.36835003</c:v>
                </c:pt>
                <c:pt idx="94">
                  <c:v>-177361063.2210374</c:v>
                </c:pt>
                <c:pt idx="95">
                  <c:v>-179246346.46317053</c:v>
                </c:pt>
                <c:pt idx="96">
                  <c:v>-181131599.15282822</c:v>
                </c:pt>
                <c:pt idx="97">
                  <c:v>-183016821.34816837</c:v>
                </c:pt>
                <c:pt idx="98">
                  <c:v>-184902013.10742664</c:v>
                </c:pt>
                <c:pt idx="99">
                  <c:v>-186787174.4889245</c:v>
                </c:pt>
                <c:pt idx="100">
                  <c:v>-188672305.55106163</c:v>
                </c:pt>
                <c:pt idx="101">
                  <c:v>-190557406.3523159</c:v>
                </c:pt>
                <c:pt idx="102">
                  <c:v>-192442476.95124722</c:v>
                </c:pt>
                <c:pt idx="103">
                  <c:v>-194327517.40649462</c:v>
                </c:pt>
                <c:pt idx="104">
                  <c:v>-196212527.7767763</c:v>
                </c:pt>
                <c:pt idx="105">
                  <c:v>-198097508.12089348</c:v>
                </c:pt>
                <c:pt idx="106">
                  <c:v>-199982458.49772072</c:v>
                </c:pt>
                <c:pt idx="107">
                  <c:v>-201867378.96621752</c:v>
                </c:pt>
                <c:pt idx="108">
                  <c:v>-203752269.58541918</c:v>
                </c:pt>
                <c:pt idx="109">
                  <c:v>-205637130.41444063</c:v>
                </c:pt>
                <c:pt idx="110">
                  <c:v>-207521961.51247787</c:v>
                </c:pt>
                <c:pt idx="111">
                  <c:v>-209406762.93880272</c:v>
                </c:pt>
                <c:pt idx="112">
                  <c:v>-211291534.75276613</c:v>
                </c:pt>
                <c:pt idx="113">
                  <c:v>-213176277.01379967</c:v>
                </c:pt>
                <c:pt idx="114">
                  <c:v>-215060989.78141022</c:v>
                </c:pt>
                <c:pt idx="115">
                  <c:v>-216945673.11518478</c:v>
                </c:pt>
                <c:pt idx="116">
                  <c:v>-218830327.07478714</c:v>
                </c:pt>
                <c:pt idx="117">
                  <c:v>-220714951.7199602</c:v>
                </c:pt>
                <c:pt idx="118">
                  <c:v>-222599547.1105218</c:v>
                </c:pt>
                <c:pt idx="119">
                  <c:v>-224484113.30637312</c:v>
                </c:pt>
                <c:pt idx="120">
                  <c:v>-226368650.36748505</c:v>
                </c:pt>
                <c:pt idx="121">
                  <c:v>-228253158.35391235</c:v>
                </c:pt>
                <c:pt idx="122">
                  <c:v>-230137637.3257823</c:v>
                </c:pt>
                <c:pt idx="123">
                  <c:v>-232022087.34330177</c:v>
                </c:pt>
                <c:pt idx="124">
                  <c:v>-233906508.46675396</c:v>
                </c:pt>
                <c:pt idx="125">
                  <c:v>-235790900.75649834</c:v>
                </c:pt>
                <c:pt idx="126">
                  <c:v>-237675264.2729683</c:v>
                </c:pt>
                <c:pt idx="127">
                  <c:v>-239559599.07667923</c:v>
                </c:pt>
                <c:pt idx="128">
                  <c:v>-241443905.2282176</c:v>
                </c:pt>
                <c:pt idx="129">
                  <c:v>-243328182.7882495</c:v>
                </c:pt>
                <c:pt idx="130">
                  <c:v>-245212431.8175125</c:v>
                </c:pt>
                <c:pt idx="131">
                  <c:v>-247096652.37682533</c:v>
                </c:pt>
                <c:pt idx="132">
                  <c:v>-248980844.52707815</c:v>
                </c:pt>
                <c:pt idx="133">
                  <c:v>-250865008.3292384</c:v>
                </c:pt>
                <c:pt idx="134">
                  <c:v>-252749143.844347</c:v>
                </c:pt>
                <c:pt idx="135">
                  <c:v>-254633251.13352203</c:v>
                </c:pt>
                <c:pt idx="136">
                  <c:v>-256517330.25795555</c:v>
                </c:pt>
                <c:pt idx="137">
                  <c:v>-258401381.27891397</c:v>
                </c:pt>
                <c:pt idx="138">
                  <c:v>-260285404.2577405</c:v>
                </c:pt>
                <c:pt idx="139">
                  <c:v>-262169399.2558484</c:v>
                </c:pt>
                <c:pt idx="140">
                  <c:v>-264053366.33473015</c:v>
                </c:pt>
                <c:pt idx="141">
                  <c:v>-265937305.55594778</c:v>
                </c:pt>
                <c:pt idx="142">
                  <c:v>-267821216.98114204</c:v>
                </c:pt>
                <c:pt idx="143">
                  <c:v>-269705100.6720228</c:v>
                </c:pt>
                <c:pt idx="144">
                  <c:v>-271588956.69037724</c:v>
                </c:pt>
                <c:pt idx="145">
                  <c:v>-273472785.09806347</c:v>
                </c:pt>
                <c:pt idx="146">
                  <c:v>-275356585.9570136</c:v>
                </c:pt>
                <c:pt idx="147">
                  <c:v>-277240359.3292351</c:v>
                </c:pt>
                <c:pt idx="148">
                  <c:v>-279124105.2768049</c:v>
                </c:pt>
                <c:pt idx="149">
                  <c:v>-281007823.8618746</c:v>
                </c:pt>
                <c:pt idx="150">
                  <c:v>-282891515.1466694</c:v>
                </c:pt>
                <c:pt idx="151">
                  <c:v>-284775179.19348335</c:v>
                </c:pt>
                <c:pt idx="152">
                  <c:v>-286658816.0646882</c:v>
                </c:pt>
                <c:pt idx="153">
                  <c:v>-288542425.82272243</c:v>
                </c:pt>
                <c:pt idx="154">
                  <c:v>-290426008.53010035</c:v>
                </c:pt>
                <c:pt idx="155">
                  <c:v>-292309564.2494073</c:v>
                </c:pt>
                <c:pt idx="156">
                  <c:v>-294193093.0432973</c:v>
                </c:pt>
                <c:pt idx="157">
                  <c:v>-296076594.97450113</c:v>
                </c:pt>
                <c:pt idx="158">
                  <c:v>-297960070.10581636</c:v>
                </c:pt>
                <c:pt idx="159">
                  <c:v>-299843518.50011253</c:v>
                </c:pt>
                <c:pt idx="160">
                  <c:v>-301726940.2203331</c:v>
                </c:pt>
                <c:pt idx="161">
                  <c:v>-303610335.32948923</c:v>
                </c:pt>
                <c:pt idx="162">
                  <c:v>-305493703.89066267</c:v>
                </c:pt>
                <c:pt idx="163">
                  <c:v>-307377045.9670081</c:v>
                </c:pt>
                <c:pt idx="164">
                  <c:v>-309260361.621748</c:v>
                </c:pt>
                <c:pt idx="165">
                  <c:v>-311143650.9181762</c:v>
                </c:pt>
                <c:pt idx="166">
                  <c:v>-313026913.9196563</c:v>
                </c:pt>
                <c:pt idx="167">
                  <c:v>-314910150.6896219</c:v>
                </c:pt>
                <c:pt idx="168">
                  <c:v>-316793361.2915759</c:v>
                </c:pt>
                <c:pt idx="169">
                  <c:v>-318676545.7890892</c:v>
                </c:pt>
                <c:pt idx="170">
                  <c:v>-320559704.24580526</c:v>
                </c:pt>
                <c:pt idx="171">
                  <c:v>-322442836.7254338</c:v>
                </c:pt>
                <c:pt idx="172">
                  <c:v>-324325943.2917533</c:v>
                </c:pt>
                <c:pt idx="173">
                  <c:v>-326209024.00861406</c:v>
                </c:pt>
                <c:pt idx="174">
                  <c:v>-328092078.9399314</c:v>
                </c:pt>
                <c:pt idx="175">
                  <c:v>-329975108.14969015</c:v>
                </c:pt>
                <c:pt idx="176">
                  <c:v>-331858111.7019448</c:v>
                </c:pt>
                <c:pt idx="177">
                  <c:v>-333741089.6608157</c:v>
                </c:pt>
                <c:pt idx="178">
                  <c:v>-335624042.0904918</c:v>
                </c:pt>
                <c:pt idx="179">
                  <c:v>-337506969.0552306</c:v>
                </c:pt>
                <c:pt idx="180">
                  <c:v>-339389870.61935616</c:v>
                </c:pt>
                <c:pt idx="181">
                  <c:v>-341272746.8472605</c:v>
                </c:pt>
                <c:pt idx="182">
                  <c:v>-343155597.8034005</c:v>
                </c:pt>
                <c:pt idx="183">
                  <c:v>-345038423.5523033</c:v>
                </c:pt>
                <c:pt idx="184">
                  <c:v>-346921224.15856075</c:v>
                </c:pt>
                <c:pt idx="185">
                  <c:v>-348803999.686831</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-348803999.686831</c:v>
                </c:pt>
                <c:pt idx="186">
                  <c:v>-350686750.2018399</c:v>
                </c:pt>
                <c:pt idx="187">
                  <c:v>-352569475.76837873</c:v>
                </c:pt>
                <c:pt idx="188">
                  <c:v>-354452176.45130587</c:v>
                </c:pt>
                <c:pt idx="189">
                  <c:v>-356334852.3155422</c:v>
                </c:pt>
                <c:pt idx="190">
                  <c:v>-358217503.4260793</c:v>
                </c:pt>
                <c:pt idx="191">
                  <c:v>-360100129.84797</c:v>
                </c:pt>
                <c:pt idx="192">
                  <c:v>-361982731.64633274</c:v>
                </c:pt>
                <c:pt idx="193">
                  <c:v>-363865308.8863549</c:v>
                </c:pt>
                <c:pt idx="194">
                  <c:v>-365747861.63328457</c:v>
                </c:pt>
                <c:pt idx="195">
                  <c:v>-367630389.952436</c:v>
                </c:pt>
                <c:pt idx="196">
                  <c:v>-369512893.90918875</c:v>
                </c:pt>
                <c:pt idx="197">
                  <c:v>-371395373.56898594</c:v>
                </c:pt>
                <c:pt idx="198">
                  <c:v>-373277828.9973345</c:v>
                </c:pt>
                <c:pt idx="199">
                  <c:v>-375160260.2598057</c:v>
                </c:pt>
                <c:pt idx="200">
                  <c:v>-377042667.42203474</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1966669.8611540794</c:v>
                </c:pt>
                <c:pt idx="2">
                  <c:v>4361529.506337166</c:v>
                </c:pt>
                <c:pt idx="3">
                  <c:v>7207009.410745621</c:v>
                </c:pt>
                <c:pt idx="4">
                  <c:v>10516737.619076729</c:v>
                </c:pt>
                <c:pt idx="5">
                  <c:v>14292520.94576931</c:v>
                </c:pt>
                <c:pt idx="6">
                  <c:v>18521641.9246974</c:v>
                </c:pt>
                <c:pt idx="7">
                  <c:v>23174988.70926714</c:v>
                </c:pt>
                <c:pt idx="8">
                  <c:v>28206541.309118748</c:v>
                </c:pt>
                <c:pt idx="9">
                  <c:v>33554598.20933485</c:v>
                </c:pt>
                <c:pt idx="10">
                  <c:v>39144838.02590752</c:v>
                </c:pt>
                <c:pt idx="11">
                  <c:v>44894931.06878185</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44894931.06878185</c:v>
                </c:pt>
                <c:pt idx="12">
                  <c:v>50720060.27592373</c:v>
                </c:pt>
                <c:pt idx="13">
                  <c:v>56538504.485510826</c:v>
                </c:pt>
                <c:pt idx="14">
                  <c:v>62276453.53758097</c:v>
                </c:pt>
                <c:pt idx="15">
                  <c:v>67871450.44483328</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-1806869.020313263</c:v>
                </c:pt>
                <c:pt idx="2">
                  <c:v>-3612871.717757702</c:v>
                </c:pt>
                <c:pt idx="3">
                  <c:v>-5418018.634734154</c:v>
                </c:pt>
                <c:pt idx="4">
                  <c:v>-7222320.614216328</c:v>
                </c:pt>
                <c:pt idx="5">
                  <c:v>-9025788.798067093</c:v>
                </c:pt>
                <c:pt idx="6">
                  <c:v>-10828434.625086784</c:v>
                </c:pt>
                <c:pt idx="7">
                  <c:v>-12630269.828806877</c:v>
                </c:pt>
                <c:pt idx="8">
                  <c:v>-14431306.435033798</c:v>
                </c:pt>
                <c:pt idx="9">
                  <c:v>-16231556.75911951</c:v>
                </c:pt>
                <c:pt idx="10">
                  <c:v>-18031033.402989388</c:v>
                </c:pt>
                <c:pt idx="11">
                  <c:v>-19829749.251895428</c:v>
                </c:pt>
                <c:pt idx="12">
                  <c:v>-21627717.470919132</c:v>
                </c:pt>
                <c:pt idx="13">
                  <c:v>-23424951.501204967</c:v>
                </c:pt>
                <c:pt idx="14">
                  <c:v>-25221465.055949688</c:v>
                </c:pt>
                <c:pt idx="15">
                  <c:v>-27017272.11611557</c:v>
                </c:pt>
                <c:pt idx="16">
                  <c:v>-28812386.92590666</c:v>
                </c:pt>
                <c:pt idx="17">
                  <c:v>-30606823.98797512</c:v>
                </c:pt>
                <c:pt idx="18">
                  <c:v>-32400598.05838871</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-32400598.05838871</c:v>
                </c:pt>
                <c:pt idx="19">
                  <c:v>-34193724.14134455</c:v>
                </c:pt>
                <c:pt idx="20">
                  <c:v>-35986217.483636856</c:v>
                </c:pt>
                <c:pt idx="21">
                  <c:v>-37778093.56889105</c:v>
                </c:pt>
                <c:pt idx="22">
                  <c:v>-39569368.111552715</c:v>
                </c:pt>
                <c:pt idx="23">
                  <c:v>-41360057.05065489</c:v>
                </c:pt>
                <c:pt idx="24">
                  <c:v>-43150176.54334593</c:v>
                </c:pt>
                <c:pt idx="25">
                  <c:v>-44939742.958213806</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4917919.840625763</c:v>
                </c:pt>
                <c:pt idx="2">
                  <c:v>11395708.921242237</c:v>
                </c:pt>
                <c:pt idx="3">
                  <c:v>18085445.4590559</c:v>
                </c:pt>
                <c:pt idx="4">
                  <c:v>23703178.178848743</c:v>
                </c:pt>
                <c:pt idx="5">
                  <c:v>27803189.826052666</c:v>
                </c:pt>
                <c:pt idx="6">
                  <c:v>30554817.003942966</c:v>
                </c:pt>
                <c:pt idx="7">
                  <c:v>32285905.453335285</c:v>
                </c:pt>
                <c:pt idx="8">
                  <c:v>33272126.86593628</c:v>
                </c:pt>
                <c:pt idx="9">
                  <c:v>33702864.740166664</c:v>
                </c:pt>
                <c:pt idx="10">
                  <c:v>33701811.73205519</c:v>
                </c:pt>
                <c:pt idx="11">
                  <c:v>33351854.38856888</c:v>
                </c:pt>
                <c:pt idx="12">
                  <c:v>32712536.449687004</c:v>
                </c:pt>
                <c:pt idx="13">
                  <c:v>31830246.09278679</c:v>
                </c:pt>
                <c:pt idx="14">
                  <c:v>30743501.398831367</c:v>
                </c:pt>
                <c:pt idx="15">
                  <c:v>29485426.470415115</c:v>
                </c:pt>
                <c:pt idx="16">
                  <c:v>28084818.376648426</c:v>
                </c:pt>
                <c:pt idx="17">
                  <c:v>26566617.14906931</c:v>
                </c:pt>
                <c:pt idx="18">
                  <c:v>24952191.125747204</c:v>
                </c:pt>
                <c:pt idx="19">
                  <c:v>23259611.811048985</c:v>
                </c:pt>
                <c:pt idx="20">
                  <c:v>21503967.82431841</c:v>
                </c:pt>
                <c:pt idx="21">
                  <c:v>19697712.606345654</c:v>
                </c:pt>
                <c:pt idx="22">
                  <c:v>17851023.31989336</c:v>
                </c:pt>
                <c:pt idx="23">
                  <c:v>15972148.580506802</c:v>
                </c:pt>
                <c:pt idx="24">
                  <c:v>14067729.03066492</c:v>
                </c:pt>
                <c:pt idx="25">
                  <c:v>12143081.89334488</c:v>
                </c:pt>
                <c:pt idx="26">
                  <c:v>10202446.391264915</c:v>
                </c:pt>
                <c:pt idx="27">
                  <c:v>8249190.827352047</c:v>
                </c:pt>
                <c:pt idx="28">
                  <c:v>6285984.412077427</c:v>
                </c:pt>
                <c:pt idx="29">
                  <c:v>4314938.016872883</c:v>
                </c:pt>
                <c:pt idx="30">
                  <c:v>2337718.3375167847</c:v>
                </c:pt>
                <c:pt idx="31">
                  <c:v>355639.78727579117</c:v>
                </c:pt>
                <c:pt idx="32">
                  <c:v>-1630261.9690217972</c:v>
                </c:pt>
                <c:pt idx="33">
                  <c:v>-3619171.437300682</c:v>
                </c:pt>
                <c:pt idx="34">
                  <c:v>-5610446.792286396</c:v>
                </c:pt>
                <c:pt idx="35">
                  <c:v>-7603583.0594697</c:v>
                </c:pt>
                <c:pt idx="36">
                  <c:v>-9598183.022827148</c:v>
                </c:pt>
                <c:pt idx="37">
                  <c:v>-11593934.271936417</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-11593934.271936417</c:v>
                </c:pt>
                <c:pt idx="38">
                  <c:v>-13590591.113289356</c:v>
                </c:pt>
                <c:pt idx="39">
                  <c:v>-15587960.326791763</c:v>
                </c:pt>
                <c:pt idx="40">
                  <c:v>-17585889.956752777</c:v>
                </c:pt>
                <c:pt idx="41">
                  <c:v>-19584260.494584084</c:v>
                </c:pt>
                <c:pt idx="42">
                  <c:v>-21582977.944819927</c:v>
                </c:pt>
                <c:pt idx="43">
                  <c:v>-23581968.37315893</c:v>
                </c:pt>
                <c:pt idx="44">
                  <c:v>-25581173.620188236</c:v>
                </c:pt>
                <c:pt idx="45">
                  <c:v>-27580547.931667805</c:v>
                </c:pt>
                <c:pt idx="46">
                  <c:v>-29580055.309370995</c:v>
                </c:pt>
                <c:pt idx="47">
                  <c:v>-31579667.428320885</c:v>
                </c:pt>
                <c:pt idx="48">
                  <c:v>-33579361.99920654</c:v>
                </c:pt>
                <c:pt idx="49">
                  <c:v>-35579121.48074198</c:v>
                </c:pt>
                <c:pt idx="50">
                  <c:v>-37578932.067079544</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17241764.38347864</c:v>
                </c:pt>
                <c:pt idx="2">
                  <c:v>37612387.388460636</c:v>
                </c:pt>
                <c:pt idx="3">
                  <c:v>60047600.5979476</c:v>
                </c:pt>
                <c:pt idx="4">
                  <c:v>82998595.4902072</c:v>
                </c:pt>
                <c:pt idx="5">
                  <c:v>104996621.02314568</c:v>
                </c:pt>
                <c:pt idx="6">
                  <c:v>125093172.46840143</c:v>
                </c:pt>
                <c:pt idx="7">
                  <c:v>142919745.32285452</c:v>
                </c:pt>
                <c:pt idx="8">
                  <c:v>158500339.68469524</c:v>
                </c:pt>
                <c:pt idx="9">
                  <c:v>172041136.731184</c:v>
                </c:pt>
                <c:pt idx="10">
                  <c:v>183795508.95122385</c:v>
                </c:pt>
                <c:pt idx="11">
                  <c:v>194001078.47491455</c:v>
                </c:pt>
                <c:pt idx="12">
                  <c:v>202859222.43167925</c:v>
                </c:pt>
                <c:pt idx="13">
                  <c:v>210534105.70639515</c:v>
                </c:pt>
                <c:pt idx="14">
                  <c:v>217158793.00004292</c:v>
                </c:pt>
                <c:pt idx="15">
                  <c:v>222842742.28682327</c:v>
                </c:pt>
                <c:pt idx="16">
                  <c:v>227678424.3471408</c:v>
                </c:pt>
                <c:pt idx="17">
                  <c:v>231746397.4228797</c:v>
                </c:pt>
                <c:pt idx="18">
                  <c:v>235118844.37562943</c:v>
                </c:pt>
                <c:pt idx="19">
                  <c:v>237861836.42906666</c:v>
                </c:pt>
                <c:pt idx="20">
                  <c:v>240036650.97814226</c:v>
                </c:pt>
                <c:pt idx="21">
                  <c:v>241700448.41948223</c:v>
                </c:pt>
                <c:pt idx="22">
                  <c:v>242906556.63575172</c:v>
                </c:pt>
                <c:pt idx="23">
                  <c:v>243704547.74894333</c:v>
                </c:pt>
                <c:pt idx="24">
                  <c:v>244140232.89462757</c:v>
                </c:pt>
                <c:pt idx="25">
                  <c:v>244255652.6096983</c:v>
                </c:pt>
                <c:pt idx="26">
                  <c:v>244089104.34621668</c:v>
                </c:pt>
                <c:pt idx="27">
                  <c:v>243675223.7173648</c:v>
                </c:pt>
                <c:pt idx="28">
                  <c:v>243045120.37952662</c:v>
                </c:pt>
                <c:pt idx="29">
                  <c:v>242226560.69935465</c:v>
                </c:pt>
                <c:pt idx="30">
                  <c:v>241244185.44511604</c:v>
                </c:pt>
                <c:pt idx="31">
                  <c:v>240119749.94240665</c:v>
                </c:pt>
                <c:pt idx="32">
                  <c:v>238872375.13395834</c:v>
                </c:pt>
                <c:pt idx="33">
                  <c:v>237518799.8627076</c:v>
                </c:pt>
                <c:pt idx="34">
                  <c:v>236073626.86018944</c:v>
                </c:pt>
                <c:pt idx="35">
                  <c:v>234549557.01468515</c:v>
                </c:pt>
                <c:pt idx="36">
                  <c:v>232957608.3316617</c:v>
                </c:pt>
                <c:pt idx="37">
                  <c:v>231307317.50927925</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231307317.50927925</c:v>
                </c:pt>
                <c:pt idx="38">
                  <c:v>229606923.2279005</c:v>
                </c:pt>
                <c:pt idx="39">
                  <c:v>227863531.12397003</c:v>
                </c:pt>
                <c:pt idx="40">
                  <c:v>226083261.0312891</c:v>
                </c:pt>
                <c:pt idx="41">
                  <c:v>224271377.47625303</c:v>
                </c:pt>
                <c:pt idx="42">
                  <c:v>222432404.65516043</c:v>
                </c:pt>
                <c:pt idx="43">
                  <c:v>220570227.24222422</c:v>
                </c:pt>
                <c:pt idx="44">
                  <c:v>218688178.41058445</c:v>
                </c:pt>
                <c:pt idx="45">
                  <c:v>216789116.4221611</c:v>
                </c:pt>
                <c:pt idx="46">
                  <c:v>214875491.07677412</c:v>
                </c:pt>
                <c:pt idx="47">
                  <c:v>212949401.2218299</c:v>
                </c:pt>
                <c:pt idx="48">
                  <c:v>211012644.4225459</c:v>
                </c:pt>
                <c:pt idx="49">
                  <c:v>209066759.7869215</c:v>
                </c:pt>
                <c:pt idx="50">
                  <c:v>207113064.8350854</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13718512.207462788</c:v>
                </c:pt>
                <c:pt idx="2">
                  <c:v>27391746.99851942</c:v>
                </c:pt>
                <c:pt idx="3">
                  <c:v>39455800.95753002</c:v>
                </c:pt>
                <c:pt idx="4">
                  <c:v>49229823.46238327</c:v>
                </c:pt>
                <c:pt idx="5">
                  <c:v>56789012.93692446</c:v>
                </c:pt>
                <c:pt idx="6">
                  <c:v>62511961.160250664</c:v>
                </c:pt>
                <c:pt idx="7">
                  <c:v>66791868.02716637</c:v>
                </c:pt>
                <c:pt idx="8">
                  <c:v>69943084.16768217</c:v>
                </c:pt>
                <c:pt idx="9">
                  <c:v>72197961.95131207</c:v>
                </c:pt>
                <c:pt idx="10">
                  <c:v>73727204.15686607</c:v>
                </c:pt>
                <c:pt idx="11">
                  <c:v>74659572.91038418</c:v>
                </c:pt>
                <c:pt idx="12">
                  <c:v>75095804.1259141</c:v>
                </c:pt>
                <c:pt idx="13">
                  <c:v>75117372.90873289</c:v>
                </c:pt>
                <c:pt idx="14">
                  <c:v>74791780.53654861</c:v>
                </c:pt>
                <c:pt idx="15">
                  <c:v>74175751.5937643</c:v>
                </c:pt>
                <c:pt idx="16">
                  <c:v>73317258.44368935</c:v>
                </c:pt>
                <c:pt idx="17">
                  <c:v>72256914.73457766</c:v>
                </c:pt>
                <c:pt idx="18">
                  <c:v>71029033.27308464</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71029033.27308464</c:v>
                </c:pt>
                <c:pt idx="19">
                  <c:v>69662497.78088665</c:v>
                </c:pt>
                <c:pt idx="20">
                  <c:v>68181518.41421509</c:v>
                </c:pt>
                <c:pt idx="21">
                  <c:v>66606300.92302132</c:v>
                </c:pt>
                <c:pt idx="22">
                  <c:v>64953641.315979004</c:v>
                </c:pt>
                <c:pt idx="23">
                  <c:v>63237451.14890194</c:v>
                </c:pt>
                <c:pt idx="24">
                  <c:v>61469216.99005842</c:v>
                </c:pt>
                <c:pt idx="25">
                  <c:v>59658398.03774929</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-912416.6212096214</c:v>
                </c:pt>
                <c:pt idx="2">
                  <c:v>-1756176.9059181213</c:v>
                </c:pt>
                <c:pt idx="3">
                  <c:v>-2537324.1751298904</c:v>
                </c:pt>
                <c:pt idx="4">
                  <c:v>-3264452.160914898</c:v>
                </c:pt>
                <c:pt idx="5">
                  <c:v>-3948459.376821041</c:v>
                </c:pt>
                <c:pt idx="6">
                  <c:v>-4602041.692987919</c:v>
                </c:pt>
                <c:pt idx="7">
                  <c:v>-5238969.468473911</c:v>
                </c:pt>
                <c:pt idx="8">
                  <c:v>-5873243.116674423</c:v>
                </c:pt>
                <c:pt idx="9">
                  <c:v>-6518247.770406723</c:v>
                </c:pt>
                <c:pt idx="10">
                  <c:v>-7186024.446385384</c:v>
                </c:pt>
                <c:pt idx="11">
                  <c:v>-7886743.767817497</c:v>
                </c:pt>
                <c:pt idx="12">
                  <c:v>-8628420.89134407</c:v>
                </c:pt>
                <c:pt idx="13">
                  <c:v>-9416862.652635574</c:v>
                </c:pt>
                <c:pt idx="14">
                  <c:v>-10255802.788903236</c:v>
                </c:pt>
                <c:pt idx="15">
                  <c:v>-11147163.961679459</c:v>
                </c:pt>
                <c:pt idx="16">
                  <c:v>-12091384.761633396</c:v>
                </c:pt>
                <c:pt idx="17">
                  <c:v>-13087760.415757656</c:v>
                </c:pt>
                <c:pt idx="18">
                  <c:v>-14134761.23842144</c:v>
                </c:pt>
                <c:pt idx="19">
                  <c:v>-15230308.072582245</c:v>
                </c:pt>
                <c:pt idx="20">
                  <c:v>-16371996.289871693</c:v>
                </c:pt>
                <c:pt idx="21">
                  <c:v>-17557268.449804306</c:v>
                </c:pt>
                <c:pt idx="22">
                  <c:v>-18783540.7333045</c:v>
                </c:pt>
                <c:pt idx="23">
                  <c:v>-20048290.571905136</c:v>
                </c:pt>
                <c:pt idx="24">
                  <c:v>-21349113.389651775</c:v>
                </c:pt>
                <c:pt idx="25">
                  <c:v>-22683755.821630955</c:v>
                </c:pt>
                <c:pt idx="26">
                  <c:v>-24050131.722867012</c:v>
                </c:pt>
                <c:pt idx="27">
                  <c:v>-25446326.08733034</c:v>
                </c:pt>
                <c:pt idx="28">
                  <c:v>-26870590.857823372</c:v>
                </c:pt>
                <c:pt idx="29">
                  <c:v>-28321335.61795473</c:v>
                </c:pt>
                <c:pt idx="30">
                  <c:v>-29797115.346724987</c:v>
                </c:pt>
                <c:pt idx="31">
                  <c:v>-31296616.779276848</c:v>
                </c:pt>
                <c:pt idx="32">
                  <c:v>-32818644.432203293</c:v>
                </c:pt>
                <c:pt idx="33">
                  <c:v>-34362106.991604805</c:v>
                </c:pt>
                <c:pt idx="34">
                  <c:v>-35926004.500347614</c:v>
                </c:pt>
                <c:pt idx="35">
                  <c:v>-37509416.59476566</c:v>
                </c:pt>
                <c:pt idx="36">
                  <c:v>-39111491.911231995</c:v>
                </c:pt>
                <c:pt idx="37">
                  <c:v>-40731438.69476986</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-40731438.69476986</c:v>
                </c:pt>
                <c:pt idx="38">
                  <c:v>-42368516.58363962</c:v>
                </c:pt>
                <c:pt idx="39">
                  <c:v>-44022029.50708485</c:v>
                </c:pt>
                <c:pt idx="40">
                  <c:v>-45691319.61181593</c:v>
                </c:pt>
                <c:pt idx="41">
                  <c:v>-47375762.121675014</c:v>
                </c:pt>
                <c:pt idx="42">
                  <c:v>-49074761.03102493</c:v>
                </c:pt>
                <c:pt idx="43">
                  <c:v>-50787745.53334761</c:v>
                </c:pt>
                <c:pt idx="44">
                  <c:v>-52514167.09048939</c:v>
                </c:pt>
                <c:pt idx="45">
                  <c:v>-54253497.054039955</c:v>
                </c:pt>
                <c:pt idx="46">
                  <c:v>-56005224.757339954</c:v>
                </c:pt>
                <c:pt idx="47">
                  <c:v>-57768856.0042181</c:v>
                </c:pt>
                <c:pt idx="48">
                  <c:v>-59543911.88826418</c:v>
                </c:pt>
                <c:pt idx="49">
                  <c:v>-61329927.88398409</c:v>
                </c:pt>
                <c:pt idx="50">
                  <c:v>-63126453.158427715</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-2803225.907577038</c:v>
                </c:pt>
                <c:pt idx="2">
                  <c:v>-5678991.718614101</c:v>
                </c:pt>
                <c:pt idx="3">
                  <c:v>-8622211.26467514</c:v>
                </c:pt>
                <c:pt idx="4">
                  <c:v>-11623901.691718578</c:v>
                </c:pt>
                <c:pt idx="5">
                  <c:v>-14671417.925836086</c:v>
                </c:pt>
                <c:pt idx="6">
                  <c:v>-17749279.591052055</c:v>
                </c:pt>
                <c:pt idx="7">
                  <c:v>-20840492.740210533</c:v>
                </c:pt>
                <c:pt idx="8">
                  <c:v>-23928111.72349167</c:v>
                </c:pt>
                <c:pt idx="9">
                  <c:v>-26996712.53768778</c:v>
                </c:pt>
                <c:pt idx="10">
                  <c:v>-30033493.91144705</c:v>
                </c:pt>
                <c:pt idx="11">
                  <c:v>-33028858.0637908</c:v>
                </c:pt>
                <c:pt idx="12">
                  <c:v>-35976479.80955362</c:v>
                </c:pt>
                <c:pt idx="13">
                  <c:v>-38872986.282426834</c:v>
                </c:pt>
                <c:pt idx="14">
                  <c:v>-41717413.544766426</c:v>
                </c:pt>
                <c:pt idx="15">
                  <c:v>-44510591.82002878</c:v>
                </c:pt>
                <c:pt idx="16">
                  <c:v>-47254566.32506132</c:v>
                </c:pt>
                <c:pt idx="17">
                  <c:v>-49952111.56996727</c:v>
                </c:pt>
                <c:pt idx="18">
                  <c:v>-52606358.20999098</c:v>
                </c:pt>
                <c:pt idx="19">
                  <c:v>-55220527.21580744</c:v>
                </c:pt>
                <c:pt idx="20">
                  <c:v>-57797754.29202843</c:v>
                </c:pt>
                <c:pt idx="21">
                  <c:v>-60340984.07817268</c:v>
                </c:pt>
                <c:pt idx="22">
                  <c:v>-62852914.939566135</c:v>
                </c:pt>
                <c:pt idx="23">
                  <c:v>-65335978.422878265</c:v>
                </c:pt>
                <c:pt idx="24">
                  <c:v>-67792341.13710451</c:v>
                </c:pt>
                <c:pt idx="25">
                  <c:v>-70223920.15512991</c:v>
                </c:pt>
                <c:pt idx="26">
                  <c:v>-72632405.73430395</c:v>
                </c:pt>
                <c:pt idx="27">
                  <c:v>-75019287.20432329</c:v>
                </c:pt>
                <c:pt idx="28">
                  <c:v>-77385879.35533285</c:v>
                </c:pt>
                <c:pt idx="29">
                  <c:v>-79733347.69810104</c:v>
                </c:pt>
                <c:pt idx="30">
                  <c:v>-82062731.67512846</c:v>
                </c:pt>
                <c:pt idx="31">
                  <c:v>-84374965.37040758</c:v>
                </c:pt>
                <c:pt idx="32">
                  <c:v>-86670895.56842804</c:v>
                </c:pt>
                <c:pt idx="33">
                  <c:v>-88951297.20222998</c:v>
                </c:pt>
                <c:pt idx="34">
                  <c:v>-91216886.34328699</c:v>
                </c:pt>
                <c:pt idx="35">
                  <c:v>-93468330.94823551</c:v>
                </c:pt>
                <c:pt idx="36">
                  <c:v>-95706259.60654545</c:v>
                </c:pt>
                <c:pt idx="37">
                  <c:v>-97931268.54097748</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-97931268.54097748</c:v>
                </c:pt>
                <c:pt idx="38">
                  <c:v>-100143927.10680342</c:v>
                </c:pt>
                <c:pt idx="39">
                  <c:v>-102344782.02175617</c:v>
                </c:pt>
                <c:pt idx="40">
                  <c:v>-104534360.53978062</c:v>
                </c:pt>
                <c:pt idx="41">
                  <c:v>-106713172.7604847</c:v>
                </c:pt>
                <c:pt idx="42">
                  <c:v>-108881713.24406433</c:v>
                </c:pt>
                <c:pt idx="43">
                  <c:v>-111040462.07963848</c:v>
                </c:pt>
                <c:pt idx="44">
                  <c:v>-113189885.53398132</c:v>
                </c:pt>
                <c:pt idx="45">
                  <c:v>-115330436.38803625</c:v>
                </c:pt>
                <c:pt idx="46">
                  <c:v>-117462554.05066729</c:v>
                </c:pt>
                <c:pt idx="47">
                  <c:v>-119586664.5229106</c:v>
                </c:pt>
                <c:pt idx="48">
                  <c:v>-121703180.27167082</c:v>
                </c:pt>
                <c:pt idx="49">
                  <c:v>-123812500.05926085</c:v>
                </c:pt>
                <c:pt idx="50">
                  <c:v>-125915008.76441765</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459541.64209222794</c:v>
                </c:pt>
                <c:pt idx="2">
                  <c:v>1341040.5034880638</c:v>
                </c:pt>
                <c:pt idx="3">
                  <c:v>2346826.049782276</c:v>
                </c:pt>
                <c:pt idx="4">
                  <c:v>3161883.432923317</c:v>
                </c:pt>
                <c:pt idx="5">
                  <c:v>3612995.3422760963</c:v>
                </c:pt>
                <c:pt idx="6">
                  <c:v>3677078.623404503</c:v>
                </c:pt>
                <c:pt idx="7">
                  <c:v>3405067.4476881027</c:v>
                </c:pt>
                <c:pt idx="8">
                  <c:v>2861739.0240426064</c:v>
                </c:pt>
                <c:pt idx="9">
                  <c:v>2101522.9353089333</c:v>
                </c:pt>
                <c:pt idx="10">
                  <c:v>1164534.869963169</c:v>
                </c:pt>
                <c:pt idx="11">
                  <c:v>79415.9067196846</c:v>
                </c:pt>
                <c:pt idx="12">
                  <c:v>-1132883.2748351097</c:v>
                </c:pt>
                <c:pt idx="13">
                  <c:v>-2456132.986620426</c:v>
                </c:pt>
                <c:pt idx="14">
                  <c:v>-3876895.6146206856</c:v>
                </c:pt>
                <c:pt idx="15">
                  <c:v>-5383423.066868782</c:v>
                </c:pt>
                <c:pt idx="16">
                  <c:v>-6965104.381036282</c:v>
                </c:pt>
                <c:pt idx="17">
                  <c:v>-8612235.550787449</c:v>
                </c:pt>
                <c:pt idx="18">
                  <c:v>-10315952.207867146</c:v>
                </c:pt>
                <c:pt idx="19">
                  <c:v>-12068226.179834366</c:v>
                </c:pt>
                <c:pt idx="20">
                  <c:v>-13861871.79319048</c:v>
                </c:pt>
                <c:pt idx="21">
                  <c:v>-15690537.456611156</c:v>
                </c:pt>
                <c:pt idx="22">
                  <c:v>-17548675.594197273</c:v>
                </c:pt>
                <c:pt idx="23">
                  <c:v>-19431492.998591423</c:v>
                </c:pt>
                <c:pt idx="24">
                  <c:v>-21334887.28884363</c:v>
                </c:pt>
                <c:pt idx="25">
                  <c:v>-23255375.749949455</c:v>
                </c:pt>
                <c:pt idx="26">
                  <c:v>-25190021.975028038</c:v>
                </c:pt>
                <c:pt idx="27">
                  <c:v>-27136364.37048149</c:v>
                </c:pt>
                <c:pt idx="28">
                  <c:v>-29092349.21903467</c:v>
                </c:pt>
                <c:pt idx="29">
                  <c:v>-31056269.84673643</c:v>
                </c:pt>
                <c:pt idx="30">
                  <c:v>-33026712.571349144</c:v>
                </c:pt>
                <c:pt idx="31">
                  <c:v>-35002509.505756855</c:v>
                </c:pt>
                <c:pt idx="32">
                  <c:v>-36982697.904295444</c:v>
                </c:pt>
                <c:pt idx="33">
                  <c:v>-38966485.51878023</c:v>
                </c:pt>
                <c:pt idx="34">
                  <c:v>-40953221.326075554</c:v>
                </c:pt>
                <c:pt idx="35">
                  <c:v>-42942370.96162224</c:v>
                </c:pt>
                <c:pt idx="36">
                  <c:v>-44933496.213792324</c:v>
                </c:pt>
                <c:pt idx="37">
                  <c:v>-46926237.98200083</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-46926237.98200083</c:v>
                </c:pt>
                <c:pt idx="38">
                  <c:v>-48920302.16263533</c:v>
                </c:pt>
                <c:pt idx="39">
                  <c:v>-50915447.9923501</c:v>
                </c:pt>
                <c:pt idx="40">
                  <c:v>-52911478.44232845</c:v>
                </c:pt>
                <c:pt idx="41">
                  <c:v>-54908232.31676006</c:v>
                </c:pt>
                <c:pt idx="42">
                  <c:v>-56905577.76239729</c:v>
                </c:pt>
                <c:pt idx="43">
                  <c:v>-58903406.94323254</c:v>
                </c:pt>
                <c:pt idx="44">
                  <c:v>-60901631.67503357</c:v>
                </c:pt>
                <c:pt idx="45">
                  <c:v>-62900179.84924221</c:v>
                </c:pt>
                <c:pt idx="46">
                  <c:v>-64898992.505122185</c:v>
                </c:pt>
                <c:pt idx="47">
                  <c:v>-66898021.43365145</c:v>
                </c:pt>
                <c:pt idx="48">
                  <c:v>-68897227.21723318</c:v>
                </c:pt>
                <c:pt idx="49">
                  <c:v>-70896577.62635612</c:v>
                </c:pt>
                <c:pt idx="50">
                  <c:v>-72896046.3084178</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Profit 2026,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#N/A</c:v>
                </c:pt>
                <c:pt idx="1">
                  <c:v>0.09809388493132591</c:v>
                </c:pt>
                <c:pt idx="2">
                  <c:v>0.09893457189273834</c:v>
                </c:pt>
                <c:pt idx="3">
                  <c:v>0.09976301814365388</c:v>
                </c:pt>
                <c:pt idx="4">
                  <c:v>0.10057798873901368</c:v>
                </c:pt>
                <c:pt idx="5">
                  <c:v>0.10137824524035453</c:v>
                </c:pt>
                <c:pt idx="6">
                  <c:v>0.10216255164376895</c:v>
                </c:pt>
                <c:pt idx="7">
                  <c:v>0.1029296805690016</c:v>
                </c:pt>
                <c:pt idx="8">
                  <c:v>0.1036784196524024</c:v>
                </c:pt>
                <c:pt idx="9">
                  <c:v>0.10440757808160782</c:v>
                </c:pt>
                <c:pt idx="10">
                  <c:v>0.1051159932034254</c:v>
                </c:pt>
                <c:pt idx="11">
                  <c:v>0.10580253713321686</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0.10580253713321686</c:v>
                </c:pt>
                <c:pt idx="12">
                  <c:v>0.10646612328877052</c:v>
                </c:pt>
                <c:pt idx="13">
                  <c:v>0.10710571277086552</c:v>
                </c:pt>
                <c:pt idx="14">
                  <c:v>0.10772032051232883</c:v>
                </c:pt>
                <c:pt idx="15">
                  <c:v>0.10830902111797333</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#N/A</c:v>
                </c:pt>
                <c:pt idx="1">
                  <c:v>0.005233915303230286</c:v>
                </c:pt>
                <c:pt idx="2">
                  <c:v>0.005235869660496712</c:v>
                </c:pt>
                <c:pt idx="3">
                  <c:v>0.00523781671833992</c:v>
                </c:pt>
                <c:pt idx="4">
                  <c:v>0.005239756453812122</c:v>
                </c:pt>
                <c:pt idx="5">
                  <c:v>0.005241688843822479</c:v>
                </c:pt>
                <c:pt idx="6">
                  <c:v>0.005243613865176837</c:v>
                </c:pt>
                <c:pt idx="7">
                  <c:v>0.005245531495196479</c:v>
                </c:pt>
                <c:pt idx="8">
                  <c:v>0.005247441710948944</c:v>
                </c:pt>
                <c:pt idx="9">
                  <c:v>0.005249344489574433</c:v>
                </c:pt>
                <c:pt idx="10">
                  <c:v>0.005251239808535576</c:v>
                </c:pt>
                <c:pt idx="11">
                  <c:v>0.005253127645362507</c:v>
                </c:pt>
                <c:pt idx="12">
                  <c:v>0.005255007977465789</c:v>
                </c:pt>
                <c:pt idx="13">
                  <c:v>0.005256880782604218</c:v>
                </c:pt>
                <c:pt idx="14">
                  <c:v>0.005258746038487979</c:v>
                </c:pt>
                <c:pt idx="15">
                  <c:v>0.00526060372300148</c:v>
                </c:pt>
                <c:pt idx="16">
                  <c:v>0.0052624538141191005</c:v>
                </c:pt>
                <c:pt idx="17">
                  <c:v>0.005264296289850684</c:v>
                </c:pt>
                <c:pt idx="18">
                  <c:v>0.005266131128417121</c:v>
                </c:pt>
                <c:pt idx="19">
                  <c:v>0.005267958308094426</c:v>
                </c:pt>
                <c:pt idx="20">
                  <c:v>0.00526977780727148</c:v>
                </c:pt>
                <c:pt idx="21">
                  <c:v>0.005271589604411806</c:v>
                </c:pt>
                <c:pt idx="22">
                  <c:v>0.005273393678144975</c:v>
                </c:pt>
                <c:pt idx="23">
                  <c:v>0.005275190007168314</c:v>
                </c:pt>
                <c:pt idx="24">
                  <c:v>0.005276978570282459</c:v>
                </c:pt>
                <c:pt idx="25">
                  <c:v>0.005278759346466064</c:v>
                </c:pt>
                <c:pt idx="26">
                  <c:v>0.005280532314731525</c:v>
                </c:pt>
                <c:pt idx="27">
                  <c:v>0.005282297454224693</c:v>
                </c:pt>
                <c:pt idx="28">
                  <c:v>0.005284054744243621</c:v>
                </c:pt>
                <c:pt idx="29">
                  <c:v>0.005285804164130112</c:v>
                </c:pt>
                <c:pt idx="30">
                  <c:v>0.005287545693429311</c:v>
                </c:pt>
                <c:pt idx="31">
                  <c:v>0.005289279311733861</c:v>
                </c:pt>
                <c:pt idx="32">
                  <c:v>0.005291004998773337</c:v>
                </c:pt>
                <c:pt idx="33">
                  <c:v>0.005292722734407945</c:v>
                </c:pt>
                <c:pt idx="34">
                  <c:v>0.005294432498602306</c:v>
                </c:pt>
                <c:pt idx="35">
                  <c:v>0.0052961342714445934</c:v>
                </c:pt>
                <c:pt idx="36">
                  <c:v>0.005297828033149242</c:v>
                </c:pt>
                <c:pt idx="37">
                  <c:v>0.005299513764046334</c:v>
                </c:pt>
                <c:pt idx="38">
                  <c:v>0.00530119144457265</c:v>
                </c:pt>
                <c:pt idx="39">
                  <c:v>0.005302861055325239</c:v>
                </c:pt>
                <c:pt idx="40">
                  <c:v>0.005304522576975822</c:v>
                </c:pt>
                <c:pt idx="41">
                  <c:v>0.005306175990383799</c:v>
                </c:pt>
                <c:pt idx="42">
                  <c:v>0.005307821276471728</c:v>
                </c:pt>
                <c:pt idx="43">
                  <c:v>0.00530945841631224</c:v>
                </c:pt>
                <c:pt idx="44">
                  <c:v>0.00531108739112724</c:v>
                </c:pt>
                <c:pt idx="45">
                  <c:v>0.005312708182228936</c:v>
                </c:pt>
                <c:pt idx="46">
                  <c:v>0.005314320771077405</c:v>
                </c:pt>
                <c:pt idx="47">
                  <c:v>0.0053159251392851485</c:v>
                </c:pt>
                <c:pt idx="48">
                  <c:v>0.005317521268526713</c:v>
                </c:pt>
                <c:pt idx="49">
                  <c:v>0.005319109140683193</c:v>
                </c:pt>
                <c:pt idx="50">
                  <c:v>0.005320688737716675</c:v>
                </c:pt>
                <c:pt idx="51">
                  <c:v>0.005322260041741764</c:v>
                </c:pt>
                <c:pt idx="52">
                  <c:v>0.0053238230350200946</c:v>
                </c:pt>
                <c:pt idx="53">
                  <c:v>0.005325377699905971</c:v>
                </c:pt>
                <c:pt idx="54">
                  <c:v>0.00532692401891726</c:v>
                </c:pt>
                <c:pt idx="55">
                  <c:v>0.005328461974724856</c:v>
                </c:pt>
                <c:pt idx="56">
                  <c:v>0.0053299915500794135</c:v>
                </c:pt>
                <c:pt idx="57">
                  <c:v>0.005331512727925652</c:v>
                </c:pt>
                <c:pt idx="58">
                  <c:v>0.005333025491315743</c:v>
                </c:pt>
                <c:pt idx="59">
                  <c:v>0.005334529823448698</c:v>
                </c:pt>
                <c:pt idx="60">
                  <c:v>0.005336025707650184</c:v>
                </c:pt>
                <c:pt idx="61">
                  <c:v>0.005337513127405135</c:v>
                </c:pt>
                <c:pt idx="62">
                  <c:v>0.005338992066321834</c:v>
                </c:pt>
                <c:pt idx="63">
                  <c:v>0.005340462508167539</c:v>
                </c:pt>
                <c:pt idx="64">
                  <c:v>0.0053419244368337095</c:v>
                </c:pt>
                <c:pt idx="65">
                  <c:v>0.005343377836344792</c:v>
                </c:pt>
                <c:pt idx="66">
                  <c:v>0.005344822690909559</c:v>
                </c:pt>
                <c:pt idx="67">
                  <c:v>0.005346258984839738</c:v>
                </c:pt>
                <c:pt idx="68">
                  <c:v>0.00534768670260205</c:v>
                </c:pt>
                <c:pt idx="69">
                  <c:v>0.005349105828820796</c:v>
                </c:pt>
                <c:pt idx="70">
                  <c:v>0.005350516348249572</c:v>
                </c:pt>
                <c:pt idx="71">
                  <c:v>0.005351918245809179</c:v>
                </c:pt>
                <c:pt idx="72">
                  <c:v>0.005353311506539583</c:v>
                </c:pt>
                <c:pt idx="73">
                  <c:v>0.005354696115644011</c:v>
                </c:pt>
                <c:pt idx="74">
                  <c:v>0.0053560720584746955</c:v>
                </c:pt>
                <c:pt idx="75">
                  <c:v>0.005357439320516587</c:v>
                </c:pt>
                <c:pt idx="76">
                  <c:v>0.005358797887431948</c:v>
                </c:pt>
                <c:pt idx="77">
                  <c:v>0.005360147745011689</c:v>
                </c:pt>
                <c:pt idx="78">
                  <c:v>0.005361488879206853</c:v>
                </c:pt>
                <c:pt idx="79">
                  <c:v>0.005362821276106412</c:v>
                </c:pt>
                <c:pt idx="80">
                  <c:v>0.005364144921955466</c:v>
                </c:pt>
                <c:pt idx="81">
                  <c:v>0.0053654598031720995</c:v>
                </c:pt>
                <c:pt idx="82">
                  <c:v>0.0053667659062932175</c:v>
                </c:pt>
                <c:pt idx="83">
                  <c:v>0.005368063218039202</c:v>
                </c:pt>
                <c:pt idx="84">
                  <c:v>0.0053693517252547404</c:v>
                </c:pt>
                <c:pt idx="85">
                  <c:v>0.005370631414966022</c:v>
                </c:pt>
                <c:pt idx="86">
                  <c:v>0.005371902274334153</c:v>
                </c:pt>
                <c:pt idx="87">
                  <c:v>0.005373164290688503</c:v>
                </c:pt>
                <c:pt idx="88">
                  <c:v>0.005374417451503602</c:v>
                </c:pt>
                <c:pt idx="89">
                  <c:v>0.005375661744425806</c:v>
                </c:pt>
                <c:pt idx="90">
                  <c:v>0.005376897157234615</c:v>
                </c:pt>
                <c:pt idx="91">
                  <c:v>0.005378123677887759</c:v>
                </c:pt>
                <c:pt idx="92">
                  <c:v>0.00537934129448559</c:v>
                </c:pt>
                <c:pt idx="93">
                  <c:v>0.005380549995301872</c:v>
                </c:pt>
                <c:pt idx="94">
                  <c:v>0.0053817497687568055</c:v>
                </c:pt>
                <c:pt idx="95">
                  <c:v>0.005382940603424373</c:v>
                </c:pt>
                <c:pt idx="96">
                  <c:v>0.005384122488066554</c:v>
                </c:pt>
                <c:pt idx="97">
                  <c:v>0.005385295411567098</c:v>
                </c:pt>
                <c:pt idx="98">
                  <c:v>0.005386459363003166</c:v>
                </c:pt>
                <c:pt idx="99">
                  <c:v>0.005387614331584988</c:v>
                </c:pt>
                <c:pt idx="100">
                  <c:v>0.005388760306696892</c:v>
                </c:pt>
                <c:pt idx="101">
                  <c:v>0.0053898972778957666</c:v>
                </c:pt>
                <c:pt idx="102">
                  <c:v>0.005391025234879232</c:v>
                </c:pt>
                <c:pt idx="103">
                  <c:v>0.005392144167520468</c:v>
                </c:pt>
                <c:pt idx="104">
                  <c:v>0.005393254065852899</c:v>
                </c:pt>
                <c:pt idx="105">
                  <c:v>0.005394354920071647</c:v>
                </c:pt>
                <c:pt idx="106">
                  <c:v>0.005395446720534901</c:v>
                </c:pt>
                <c:pt idx="107">
                  <c:v>0.005396529457765205</c:v>
                </c:pt>
                <c:pt idx="108">
                  <c:v>0.005397603122444064</c:v>
                </c:pt>
                <c:pt idx="109">
                  <c:v>0.005398667705435272</c:v>
                </c:pt>
                <c:pt idx="110">
                  <c:v>0.005399723197739775</c:v>
                </c:pt>
                <c:pt idx="111">
                  <c:v>0.005400769590549641</c:v>
                </c:pt>
                <c:pt idx="112">
                  <c:v>0.005401806875203337</c:v>
                </c:pt>
                <c:pt idx="113">
                  <c:v>0.005402835043213009</c:v>
                </c:pt>
                <c:pt idx="114">
                  <c:v>0.005403854086265229</c:v>
                </c:pt>
                <c:pt idx="115">
                  <c:v>0.005404863996192683</c:v>
                </c:pt>
                <c:pt idx="116">
                  <c:v>0.005405864765008976</c:v>
                </c:pt>
                <c:pt idx="117">
                  <c:v>0.005406856384894787</c:v>
                </c:pt>
                <c:pt idx="118">
                  <c:v>0.005407838848188772</c:v>
                </c:pt>
                <c:pt idx="119">
                  <c:v>0.005408812147402964</c:v>
                </c:pt>
                <c:pt idx="120">
                  <c:v>0.00540977627521952</c:v>
                </c:pt>
                <c:pt idx="121">
                  <c:v>0.005410731224483695</c:v>
                </c:pt>
                <c:pt idx="122">
                  <c:v>0.005411676988204972</c:v>
                </c:pt>
                <c:pt idx="123">
                  <c:v>0.005412613559573646</c:v>
                </c:pt>
                <c:pt idx="124">
                  <c:v>0.005413540931930465</c:v>
                </c:pt>
                <c:pt idx="125">
                  <c:v>0.005414459098804474</c:v>
                </c:pt>
                <c:pt idx="126">
                  <c:v>0.0054153680538752726</c:v>
                </c:pt>
                <c:pt idx="127">
                  <c:v>0.005416267791010263</c:v>
                </c:pt>
                <c:pt idx="128">
                  <c:v>0.005417158304223791</c:v>
                </c:pt>
                <c:pt idx="129">
                  <c:v>0.005418039587719496</c:v>
                </c:pt>
                <c:pt idx="130">
                  <c:v>0.005418911635853694</c:v>
                </c:pt>
                <c:pt idx="131">
                  <c:v>0.0054197744431641265</c:v>
                </c:pt>
                <c:pt idx="132">
                  <c:v>0.005420628004359477</c:v>
                </c:pt>
                <c:pt idx="133">
                  <c:v>0.005421472314303979</c:v>
                </c:pt>
                <c:pt idx="134">
                  <c:v>0.0054223073680472016</c:v>
                </c:pt>
                <c:pt idx="135">
                  <c:v>0.005423133160801287</c:v>
                </c:pt>
                <c:pt idx="136">
                  <c:v>0.005423949687945492</c:v>
                </c:pt>
                <c:pt idx="137">
                  <c:v>0.005424756945034013</c:v>
                </c:pt>
                <c:pt idx="138">
                  <c:v>0.005425554927793102</c:v>
                </c:pt>
                <c:pt idx="139">
                  <c:v>0.005426343632116592</c:v>
                </c:pt>
                <c:pt idx="140">
                  <c:v>0.005427123054066726</c:v>
                </c:pt>
                <c:pt idx="141">
                  <c:v>0.005427893189878329</c:v>
                </c:pt>
                <c:pt idx="142">
                  <c:v>0.005428654035957766</c:v>
                </c:pt>
                <c:pt idx="143">
                  <c:v>0.005429405588875284</c:v>
                </c:pt>
                <c:pt idx="144">
                  <c:v>0.005430147845387459</c:v>
                </c:pt>
                <c:pt idx="145">
                  <c:v>0.005430880802397892</c:v>
                </c:pt>
                <c:pt idx="146">
                  <c:v>0.005431604457002796</c:v>
                </c:pt>
                <c:pt idx="147">
                  <c:v>0.005432318806455249</c:v>
                </c:pt>
                <c:pt idx="148">
                  <c:v>0.005433023848185668</c:v>
                </c:pt>
                <c:pt idx="149">
                  <c:v>0.005433719579791062</c:v>
                </c:pt>
                <c:pt idx="150">
                  <c:v>0.0054344059990390145</c:v>
                </c:pt>
                <c:pt idx="151">
                  <c:v>0.005435083103873082</c:v>
                </c:pt>
                <c:pt idx="152">
                  <c:v>0.0054357508924007415</c:v>
                </c:pt>
                <c:pt idx="153">
                  <c:v>0.005436409362900491</c:v>
                </c:pt>
                <c:pt idx="154">
                  <c:v>0.005437058513824042</c:v>
                </c:pt>
                <c:pt idx="155">
                  <c:v>0.005437698343795346</c:v>
                </c:pt>
                <c:pt idx="156">
                  <c:v>0.005438328851595903</c:v>
                </c:pt>
                <c:pt idx="157">
                  <c:v>0.005438950036197711</c:v>
                </c:pt>
                <c:pt idx="158">
                  <c:v>0.005439561896722528</c:v>
                </c:pt>
                <c:pt idx="159">
                  <c:v>0.005440164432476152</c:v>
                </c:pt>
                <c:pt idx="160">
                  <c:v>0.005440757642921805</c:v>
                </c:pt>
                <c:pt idx="161">
                  <c:v>0.0054413415277078285</c:v>
                </c:pt>
                <c:pt idx="162">
                  <c:v>0.005441916086634</c:v>
                </c:pt>
                <c:pt idx="163">
                  <c:v>0.005442481319689312</c:v>
                </c:pt>
                <c:pt idx="164">
                  <c:v>0.005443037227009855</c:v>
                </c:pt>
                <c:pt idx="165">
                  <c:v>0.005443583808922045</c:v>
                </c:pt>
                <c:pt idx="166">
                  <c:v>0.005444121065902423</c:v>
                </c:pt>
                <c:pt idx="167">
                  <c:v>0.005444648998610274</c:v>
                </c:pt>
                <c:pt idx="168">
                  <c:v>0.0054451676078651635</c:v>
                </c:pt>
                <c:pt idx="169">
                  <c:v>0.005445676894660532</c:v>
                </c:pt>
                <c:pt idx="170">
                  <c:v>0.005446176860150169</c:v>
                </c:pt>
                <c:pt idx="171">
                  <c:v>0.005446667505663041</c:v>
                </c:pt>
                <c:pt idx="172">
                  <c:v>0.005447148832696815</c:v>
                </c:pt>
                <c:pt idx="173">
                  <c:v>0.005447620842904714</c:v>
                </c:pt>
                <c:pt idx="174">
                  <c:v>0.005448083538122561</c:v>
                </c:pt>
                <c:pt idx="175">
                  <c:v>0.005448536920341764</c:v>
                </c:pt>
                <c:pt idx="176">
                  <c:v>0.005448980991723863</c:v>
                </c:pt>
                <c:pt idx="177">
                  <c:v>0.005449415754602453</c:v>
                </c:pt>
                <c:pt idx="178">
                  <c:v>0.005449841211466307</c:v>
                </c:pt>
                <c:pt idx="179">
                  <c:v>0.005450257364975008</c:v>
                </c:pt>
                <c:pt idx="180">
                  <c:v>0.00545066421795951</c:v>
                </c:pt>
                <c:pt idx="181">
                  <c:v>0.005451061773409501</c:v>
                </c:pt>
                <c:pt idx="182">
                  <c:v>0.005451450034475588</c:v>
                </c:pt>
                <c:pt idx="183">
                  <c:v>0.005451829004489659</c:v>
                </c:pt>
                <c:pt idx="184">
                  <c:v>0.00545219868692367</c:v>
                </c:pt>
                <c:pt idx="185">
                  <c:v>0.005452559085434836</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0.005452559085434836</c:v>
                </c:pt>
                <c:pt idx="186">
                  <c:v>0.005452910203835016</c:v>
                </c:pt>
                <c:pt idx="187">
                  <c:v>0.005453252046099321</c:v>
                </c:pt>
                <c:pt idx="188">
                  <c:v>0.005453584616364316</c:v>
                </c:pt>
                <c:pt idx="189">
                  <c:v>0.005453907918936361</c:v>
                </c:pt>
                <c:pt idx="190">
                  <c:v>0.005454221958278355</c:v>
                </c:pt>
                <c:pt idx="191">
                  <c:v>0.005454526739010636</c:v>
                </c:pt>
                <c:pt idx="192">
                  <c:v>0.00545482226592799</c:v>
                </c:pt>
                <c:pt idx="193">
                  <c:v>0.005455108543972895</c:v>
                </c:pt>
                <c:pt idx="194">
                  <c:v>0.005455385578256293</c:v>
                </c:pt>
                <c:pt idx="195">
                  <c:v>0.0054556533740483795</c:v>
                </c:pt>
                <c:pt idx="196">
                  <c:v>0.005455911936778195</c:v>
                </c:pt>
                <c:pt idx="197">
                  <c:v>0.0054561612720320065</c:v>
                </c:pt>
                <c:pt idx="198">
                  <c:v>0.005456401385560181</c:v>
                </c:pt>
                <c:pt idx="199">
                  <c:v>0.00545663228326946</c:v>
                </c:pt>
                <c:pt idx="200">
                  <c:v>0.005456853971222639</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#N/A</c:v>
                </c:pt>
                <c:pt idx="1">
                  <c:v>1.8586334282588959</c:v>
                </c:pt>
                <c:pt idx="2">
                  <c:v>2.0014387043117283</c:v>
                </c:pt>
                <c:pt idx="3">
                  <c:v>2.146276112258832</c:v>
                </c:pt>
                <c:pt idx="4">
                  <c:v>2.2883977941797378</c:v>
                </c:pt>
                <c:pt idx="5">
                  <c:v>2.422348620369768</c:v>
                </c:pt>
                <c:pt idx="6">
                  <c:v>2.5426484555236497</c:v>
                </c:pt>
                <c:pt idx="7">
                  <c:v>2.6446136114433494</c:v>
                </c:pt>
                <c:pt idx="8">
                  <c:v>2.7250664112102387</c:v>
                </c:pt>
                <c:pt idx="9">
                  <c:v>2.7827019990625117</c:v>
                </c:pt>
                <c:pt idx="10">
                  <c:v>2.8180265198271988</c:v>
                </c:pt>
                <c:pt idx="11">
                  <c:v>2.8329560975978807</c:v>
                </c:pt>
                <c:pt idx="12">
                  <c:v>2.8302646713267365</c:v>
                </c:pt>
                <c:pt idx="13">
                  <c:v>2.8130587138453995</c:v>
                </c:pt>
                <c:pt idx="14">
                  <c:v>2.7843821783303193</c:v>
                </c:pt>
                <c:pt idx="15">
                  <c:v>2.746976562868945</c:v>
                </c:pt>
                <c:pt idx="16">
                  <c:v>2.7031720497205853</c:v>
                </c:pt>
                <c:pt idx="17">
                  <c:v>2.654868540950705</c:v>
                </c:pt>
                <c:pt idx="18">
                  <c:v>2.6035680963706174</c:v>
                </c:pt>
                <c:pt idx="19">
                  <c:v>2.5504305950689443</c:v>
                </c:pt>
                <c:pt idx="20">
                  <c:v>2.496335095862818</c:v>
                </c:pt>
                <c:pt idx="21">
                  <c:v>2.441937515532868</c:v>
                </c:pt>
                <c:pt idx="22">
                  <c:v>2.3877205261482866</c:v>
                </c:pt>
                <c:pt idx="23">
                  <c:v>2.3340346015651328</c:v>
                </c:pt>
                <c:pt idx="24">
                  <c:v>2.281130676076124</c:v>
                </c:pt>
                <c:pt idx="25">
                  <c:v>2.2291855239969443</c:v>
                </c:pt>
                <c:pt idx="26">
                  <c:v>2.1783211366360464</c:v>
                </c:pt>
                <c:pt idx="27">
                  <c:v>2.128619309291495</c:v>
                </c:pt>
                <c:pt idx="28">
                  <c:v>2.0801324928035054</c:v>
                </c:pt>
                <c:pt idx="29">
                  <c:v>2.0328917823357417</c:v>
                </c:pt>
                <c:pt idx="30">
                  <c:v>1.9869127434248686</c:v>
                </c:pt>
                <c:pt idx="31">
                  <c:v>1.9421996249408569</c:v>
                </c:pt>
                <c:pt idx="32">
                  <c:v>1.898748383564219</c:v>
                </c:pt>
                <c:pt idx="33">
                  <c:v>1.8565488433586468</c:v>
                </c:pt>
                <c:pt idx="34">
                  <c:v>1.815586233942698</c:v>
                </c:pt>
                <c:pt idx="35">
                  <c:v>1.7758422882007259</c:v>
                </c:pt>
                <c:pt idx="36">
                  <c:v>1.737296032187495</c:v>
                </c:pt>
                <c:pt idx="37">
                  <c:v>1.6999243630426961</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1.6999243630426961</c:v>
                </c:pt>
                <c:pt idx="38">
                  <c:v>1.6637024829633362</c:v>
                </c:pt>
                <c:pt idx="39">
                  <c:v>1.6286042366269369</c:v>
                </c:pt>
                <c:pt idx="40">
                  <c:v>1.5946023843219876</c:v>
                </c:pt>
                <c:pt idx="41">
                  <c:v>1.5616688321418994</c:v>
                </c:pt>
                <c:pt idx="42">
                  <c:v>1.5297748329084715</c:v>
                </c:pt>
                <c:pt idx="43">
                  <c:v>1.4988911661986417</c:v>
                </c:pt>
                <c:pt idx="44">
                  <c:v>1.4689883023182695</c:v>
                </c:pt>
                <c:pt idx="45">
                  <c:v>1.4400365528044066</c:v>
                </c:pt>
                <c:pt idx="46">
                  <c:v>1.4120062086698852</c:v>
                </c:pt>
                <c:pt idx="47">
                  <c:v>1.3848676668457731</c:v>
                </c:pt>
                <c:pt idx="48">
                  <c:v>1.3585915449222474</c:v>
                </c:pt>
                <c:pt idx="49">
                  <c:v>1.3331487841854972</c:v>
                </c:pt>
                <c:pt idx="50">
                  <c:v>1.308510740992217</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#N/A</c:v>
                </c:pt>
                <c:pt idx="1">
                  <c:v>10.296407856156826</c:v>
                </c:pt>
                <c:pt idx="2">
                  <c:v>10.734295401672602</c:v>
                </c:pt>
                <c:pt idx="3">
                  <c:v>11.168990834380308</c:v>
                </c:pt>
                <c:pt idx="4">
                  <c:v>11.594120638866306</c:v>
                </c:pt>
                <c:pt idx="5">
                  <c:v>12.002826254818297</c:v>
                </c:pt>
                <c:pt idx="6">
                  <c:v>12.388107117824196</c:v>
                </c:pt>
                <c:pt idx="7">
                  <c:v>12.743229983301742</c:v>
                </c:pt>
                <c:pt idx="8">
                  <c:v>13.062157813193739</c:v>
                </c:pt>
                <c:pt idx="9">
                  <c:v>13.339940932731045</c:v>
                </c:pt>
                <c:pt idx="10">
                  <c:v>13.573015253645206</c:v>
                </c:pt>
                <c:pt idx="11">
                  <c:v>13.759367794724357</c:v>
                </c:pt>
                <c:pt idx="12">
                  <c:v>13.898554355660577</c:v>
                </c:pt>
                <c:pt idx="13">
                  <c:v>13.99158064617731</c:v>
                </c:pt>
                <c:pt idx="14">
                  <c:v>14.040679039127452</c:v>
                </c:pt>
                <c:pt idx="15">
                  <c:v>14.049023873506483</c:v>
                </c:pt>
                <c:pt idx="16">
                  <c:v>14.020428363075375</c:v>
                </c:pt>
                <c:pt idx="17">
                  <c:v>13.959058355538284</c:v>
                </c:pt>
                <c:pt idx="18">
                  <c:v>13.869186487233957</c:v>
                </c:pt>
                <c:pt idx="19">
                  <c:v>13.754998379420055</c:v>
                </c:pt>
                <c:pt idx="20">
                  <c:v>13.62045280992272</c:v>
                </c:pt>
                <c:pt idx="21">
                  <c:v>13.469191223415942</c:v>
                </c:pt>
                <c:pt idx="22">
                  <c:v>13.304488409203595</c:v>
                </c:pt>
                <c:pt idx="23">
                  <c:v>13.129235013123699</c:v>
                </c:pt>
                <c:pt idx="24">
                  <c:v>12.94594294765232</c:v>
                </c:pt>
                <c:pt idx="25">
                  <c:v>12.756766003687172</c:v>
                </c:pt>
                <c:pt idx="26">
                  <c:v>12.56352952254156</c:v>
                </c:pt>
                <c:pt idx="27">
                  <c:v>12.367764526669731</c:v>
                </c:pt>
                <c:pt idx="28">
                  <c:v>12.170743058471986</c:v>
                </c:pt>
                <c:pt idx="29">
                  <c:v>11.973512571404902</c:v>
                </c:pt>
                <c:pt idx="30">
                  <c:v>11.776928053898684</c:v>
                </c:pt>
                <c:pt idx="31">
                  <c:v>11.581681174166603</c:v>
                </c:pt>
                <c:pt idx="32">
                  <c:v>11.38832615501578</c:v>
                </c:pt>
                <c:pt idx="33">
                  <c:v>11.19730236505309</c:v>
                </c:pt>
                <c:pt idx="34">
                  <c:v>11.008953784085513</c:v>
                </c:pt>
                <c:pt idx="35">
                  <c:v>10.82354559693741</c:v>
                </c:pt>
                <c:pt idx="36">
                  <c:v>10.641278215208265</c:v>
                </c:pt>
                <c:pt idx="37">
                  <c:v>10.462299038360957</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10.462299038360957</c:v>
                </c:pt>
                <c:pt idx="38">
                  <c:v>10.286712256624988</c:v>
                </c:pt>
                <c:pt idx="39">
                  <c:v>10.114586977319583</c:v>
                </c:pt>
                <c:pt idx="40">
                  <c:v>9.945963929260909</c:v>
                </c:pt>
                <c:pt idx="41">
                  <c:v>9.780860970775988</c:v>
                </c:pt>
                <c:pt idx="42">
                  <c:v>9.619277597893216</c:v>
                </c:pt>
                <c:pt idx="43">
                  <c:v>9.461198621935235</c:v>
                </c:pt>
                <c:pt idx="44">
                  <c:v>9.30659716074367</c:v>
                </c:pt>
                <c:pt idx="45">
                  <c:v>9.155437065439711</c:v>
                </c:pt>
                <c:pt idx="46">
                  <c:v>9.007674885022702</c:v>
                </c:pt>
                <c:pt idx="47">
                  <c:v>8.863261454117836</c:v>
                </c:pt>
                <c:pt idx="48">
                  <c:v>8.72214317461291</c:v>
                </c:pt>
                <c:pt idx="49">
                  <c:v>8.584263049532423</c:v>
                </c:pt>
                <c:pt idx="50">
                  <c:v>8.449561517037782</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#N/A</c:v>
                </c:pt>
                <c:pt idx="1">
                  <c:v>8.52207950331521</c:v>
                </c:pt>
                <c:pt idx="2">
                  <c:v>8.669766221818447</c:v>
                </c:pt>
                <c:pt idx="3">
                  <c:v>8.764264308089734</c:v>
                </c:pt>
                <c:pt idx="4">
                  <c:v>8.80345882736224</c:v>
                </c:pt>
                <c:pt idx="5">
                  <c:v>8.78857085135193</c:v>
                </c:pt>
                <c:pt idx="6">
                  <c:v>8.723778944088458</c:v>
                </c:pt>
                <c:pt idx="7">
                  <c:v>8.61543533315209</c:v>
                </c:pt>
                <c:pt idx="8">
                  <c:v>8.471109990088284</c:v>
                </c:pt>
                <c:pt idx="9">
                  <c:v>8.298688216474188</c:v>
                </c:pt>
                <c:pt idx="10">
                  <c:v>8.105669398241949</c:v>
                </c:pt>
                <c:pt idx="11">
                  <c:v>7.898719321261016</c:v>
                </c:pt>
                <c:pt idx="12">
                  <c:v>7.683455685425977</c:v>
                </c:pt>
                <c:pt idx="13">
                  <c:v>7.464409642118894</c:v>
                </c:pt>
                <c:pt idx="14">
                  <c:v>7.24509923957026</c:v>
                </c:pt>
                <c:pt idx="15">
                  <c:v>7.028160669076077</c:v>
                </c:pt>
                <c:pt idx="16">
                  <c:v>6.815498966046885</c:v>
                </c:pt>
                <c:pt idx="17">
                  <c:v>6.60843470124643</c:v>
                </c:pt>
                <c:pt idx="18">
                  <c:v>6.407834536204683</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6.407834536204683</c:v>
                </c:pt>
                <c:pt idx="19">
                  <c:v>6.214221019626467</c:v>
                </c:pt>
                <c:pt idx="20">
                  <c:v>6.02786139401356</c:v>
                </c:pt>
                <c:pt idx="21">
                  <c:v>5.848837410286199</c:v>
                </c:pt>
                <c:pt idx="22">
                  <c:v>5.677099028903213</c:v>
                </c:pt>
                <c:pt idx="23">
                  <c:v>5.512505008588356</c:v>
                </c:pt>
                <c:pt idx="24">
                  <c:v>5.354853130052865</c:v>
                </c:pt>
                <c:pt idx="25">
                  <c:v>5.203902398607673</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#N/A</c:v>
                </c:pt>
                <c:pt idx="1">
                  <c:v>0.3749148704457283</c:v>
                </c:pt>
                <c:pt idx="2">
                  <c:v>0.3811221534563303</c:v>
                </c:pt>
                <c:pt idx="3">
                  <c:v>0.38734005110375086</c:v>
                </c:pt>
                <c:pt idx="4">
                  <c:v>0.3935565388737321</c:v>
                </c:pt>
                <c:pt idx="5">
                  <c:v>0.3997588628293514</c:v>
                </c:pt>
                <c:pt idx="6">
                  <c:v>0.4059335940389236</c:v>
                </c:pt>
                <c:pt idx="7">
                  <c:v>0.4120666972742762</c:v>
                </c:pt>
                <c:pt idx="8">
                  <c:v>0.4181436140937209</c:v>
                </c:pt>
                <c:pt idx="9">
                  <c:v>0.42414936003817455</c:v>
                </c:pt>
                <c:pt idx="10">
                  <c:v>0.4300686352422714</c:v>
                </c:pt>
                <c:pt idx="11">
                  <c:v>0.43588594730684976</c:v>
                </c:pt>
                <c:pt idx="12">
                  <c:v>0.4415857448164225</c:v>
                </c:pt>
                <c:pt idx="13">
                  <c:v>0.4471525594359728</c:v>
                </c:pt>
                <c:pt idx="14">
                  <c:v>0.4525711541078261</c:v>
                </c:pt>
                <c:pt idx="15">
                  <c:v>0.45782667451597847</c:v>
                </c:pt>
                <c:pt idx="16">
                  <c:v>0.46290480071279405</c:v>
                </c:pt>
                <c:pt idx="17">
                  <c:v>0.46779189563639023</c:v>
                </c:pt>
                <c:pt idx="18">
                  <c:v>0.4724751471921338</c:v>
                </c:pt>
                <c:pt idx="19">
                  <c:v>0.47694270064963795</c:v>
                </c:pt>
                <c:pt idx="20">
                  <c:v>0.481183778307271</c:v>
                </c:pt>
                <c:pt idx="21">
                  <c:v>0.4851887837034748</c:v>
                </c:pt>
                <c:pt idx="22">
                  <c:v>0.4889493880881721</c:v>
                </c:pt>
                <c:pt idx="23">
                  <c:v>0.492458597391792</c:v>
                </c:pt>
                <c:pt idx="24">
                  <c:v>0.4957107985172967</c:v>
                </c:pt>
                <c:pt idx="25">
                  <c:v>0.49870178440223695</c:v>
                </c:pt>
                <c:pt idx="26">
                  <c:v>0.5014287579245292</c:v>
                </c:pt>
                <c:pt idx="27">
                  <c:v>0.5038903153255869</c:v>
                </c:pt>
                <c:pt idx="28">
                  <c:v>0.5060864103727596</c:v>
                </c:pt>
                <c:pt idx="29">
                  <c:v>0.5080183009555997</c:v>
                </c:pt>
                <c:pt idx="30">
                  <c:v>0.5096884801915567</c:v>
                </c:pt>
                <c:pt idx="31">
                  <c:v>0.5111005943963297</c:v>
                </c:pt>
                <c:pt idx="32">
                  <c:v>0.5122593504476324</c:v>
                </c:pt>
                <c:pt idx="33">
                  <c:v>0.5131704151421316</c:v>
                </c:pt>
                <c:pt idx="34">
                  <c:v>0.5138403091195611</c:v>
                </c:pt>
                <c:pt idx="35">
                  <c:v>0.5142762978206771</c:v>
                </c:pt>
                <c:pt idx="36">
                  <c:v>0.5144862817664279</c:v>
                </c:pt>
                <c:pt idx="37">
                  <c:v>0.5144786882157519</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0.5144786882157519</c:v>
                </c:pt>
                <c:pt idx="38">
                  <c:v>0.5142623659916049</c:v>
                </c:pt>
                <c:pt idx="39">
                  <c:v>0.5138464849760961</c:v>
                </c:pt>
                <c:pt idx="40">
                  <c:v>0.5132404414808154</c:v>
                </c:pt>
                <c:pt idx="41">
                  <c:v>0.5124537704092933</c:v>
                </c:pt>
                <c:pt idx="42">
                  <c:v>0.5114960648536568</c:v>
                </c:pt>
                <c:pt idx="43">
                  <c:v>0.5103769035176067</c:v>
                </c:pt>
                <c:pt idx="44">
                  <c:v>0.509105786133945</c:v>
                </c:pt>
                <c:pt idx="45">
                  <c:v>0.5076920768528461</c:v>
                </c:pt>
                <c:pt idx="46">
                  <c:v>0.5061449554171044</c:v>
                </c:pt>
                <c:pt idx="47">
                  <c:v>0.5044733758112978</c:v>
                </c:pt>
                <c:pt idx="48">
                  <c:v>0.502686031973203</c:v>
                </c:pt>
                <c:pt idx="49">
                  <c:v>0.5007913300838421</c:v>
                </c:pt>
                <c:pt idx="50">
                  <c:v>0.49879736690556525</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#N/A</c:v>
                </c:pt>
                <c:pt idx="1">
                  <c:v>0.7266601052246093</c:v>
                </c:pt>
                <c:pt idx="2">
                  <c:v>0.7421269267796278</c:v>
                </c:pt>
                <c:pt idx="3">
                  <c:v>0.7575852664399148</c:v>
                </c:pt>
                <c:pt idx="4">
                  <c:v>0.7729803003965616</c:v>
                </c:pt>
                <c:pt idx="5">
                  <c:v>0.7882535739364624</c:v>
                </c:pt>
                <c:pt idx="6">
                  <c:v>0.8033435486981472</c:v>
                </c:pt>
                <c:pt idx="7">
                  <c:v>0.818186284885713</c:v>
                </c:pt>
                <c:pt idx="8">
                  <c:v>0.8327162510929108</c:v>
                </c:pt>
                <c:pt idx="9">
                  <c:v>0.846867247108539</c:v>
                </c:pt>
                <c:pt idx="10">
                  <c:v>0.8605734176609039</c:v>
                </c:pt>
                <c:pt idx="11">
                  <c:v>0.873770328083927</c:v>
                </c:pt>
                <c:pt idx="12">
                  <c:v>0.88639606701231</c:v>
                </c:pt>
                <c:pt idx="13">
                  <c:v>0.8983923370479804</c:v>
                </c:pt>
                <c:pt idx="14">
                  <c:v>0.9097054924164159</c:v>
                </c:pt>
                <c:pt idx="15">
                  <c:v>0.9202874832893372</c:v>
                </c:pt>
                <c:pt idx="16">
                  <c:v>0.9300966698011607</c:v>
                </c:pt>
                <c:pt idx="17">
                  <c:v>0.9390984746586716</c:v>
                </c:pt>
                <c:pt idx="18">
                  <c:v>0.9472658512147798</c:v>
                </c:pt>
                <c:pt idx="19">
                  <c:v>0.9545795533000168</c:v>
                </c:pt>
                <c:pt idx="20">
                  <c:v>0.9610282031882882</c:v>
                </c:pt>
                <c:pt idx="21">
                  <c:v>0.9666081639911788</c:v>
                </c:pt>
                <c:pt idx="22">
                  <c:v>0.9713232317473564</c:v>
                </c:pt>
                <c:pt idx="23">
                  <c:v>0.9751841698719004</c:v>
                </c:pt>
                <c:pt idx="24">
                  <c:v>0.978208114024053</c:v>
                </c:pt>
                <c:pt idx="25">
                  <c:v>0.9804178786434173</c:v>
                </c:pt>
                <c:pt idx="26">
                  <c:v>0.9818411974194416</c:v>
                </c:pt>
                <c:pt idx="27">
                  <c:v>0.9825099290141706</c:v>
                </c:pt>
                <c:pt idx="28">
                  <c:v>0.9824592568041427</c:v>
                </c:pt>
                <c:pt idx="29">
                  <c:v>0.9817269076781602</c:v>
                </c:pt>
                <c:pt idx="30">
                  <c:v>0.9803524104711294</c:v>
                </c:pt>
                <c:pt idx="31">
                  <c:v>0.9783764098543044</c:v>
                </c:pt>
                <c:pt idx="32">
                  <c:v>0.9758400467977821</c:v>
                </c:pt>
                <c:pt idx="33">
                  <c:v>0.9727844123533422</c:v>
                </c:pt>
                <c:pt idx="34">
                  <c:v>0.9692500776626783</c:v>
                </c:pt>
                <c:pt idx="35">
                  <c:v>0.9652766998911517</c:v>
                </c:pt>
                <c:pt idx="36">
                  <c:v>0.9609027012556394</c:v>
                </c:pt>
                <c:pt idx="37">
                  <c:v>0.9561650164425244</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0.9561650164425244</c:v>
                </c:pt>
                <c:pt idx="38">
                  <c:v>0.9510989024412068</c:v>
                </c:pt>
                <c:pt idx="39">
                  <c:v>0.94573780407205</c:v>
                </c:pt>
                <c:pt idx="40">
                  <c:v>0.9401132681721568</c:v>
                </c:pt>
                <c:pt idx="41">
                  <c:v>0.9342548994279722</c:v>
                </c:pt>
                <c:pt idx="42">
                  <c:v>0.9281903511221976</c:v>
                </c:pt>
                <c:pt idx="43">
                  <c:v>0.9219453445166211</c:v>
                </c:pt>
                <c:pt idx="44">
                  <c:v>0.9155437111586386</c:v>
                </c:pt>
                <c:pt idx="45">
                  <c:v>0.9090074530222522</c:v>
                </c:pt>
                <c:pt idx="46">
                  <c:v>0.9023568160356283</c:v>
                </c:pt>
                <c:pt idx="47">
                  <c:v>0.8956103731753674</c:v>
                </c:pt>
                <c:pt idx="48">
                  <c:v>0.8887851139022559</c:v>
                </c:pt>
                <c:pt idx="49">
                  <c:v>0.881896537260581</c:v>
                </c:pt>
                <c:pt idx="50">
                  <c:v>0.8749587464561367</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#N/A</c:v>
                </c:pt>
                <c:pt idx="1">
                  <c:v>5.472269077889919</c:v>
                </c:pt>
                <c:pt idx="2">
                  <c:v>5.700752236081839</c:v>
                </c:pt>
                <c:pt idx="3">
                  <c:v>5.916074338181654</c:v>
                </c:pt>
                <c:pt idx="4">
                  <c:v>6.112602305757106</c:v>
                </c:pt>
                <c:pt idx="5">
                  <c:v>6.285114035230493</c:v>
                </c:pt>
                <c:pt idx="6">
                  <c:v>6.429297460430026</c:v>
                </c:pt>
                <c:pt idx="7">
                  <c:v>6.542161699446542</c:v>
                </c:pt>
                <c:pt idx="8">
                  <c:v>6.622275696734369</c:v>
                </c:pt>
                <c:pt idx="9">
                  <c:v>6.669792705250343</c:v>
                </c:pt>
                <c:pt idx="10">
                  <c:v>6.68627427327559</c:v>
                </c:pt>
                <c:pt idx="11">
                  <c:v>6.674372696849606</c:v>
                </c:pt>
                <c:pt idx="12">
                  <c:v>6.6374510709508066</c:v>
                </c:pt>
                <c:pt idx="13">
                  <c:v>6.57921384626306</c:v>
                </c:pt>
                <c:pt idx="14">
                  <c:v>6.5033977932876175</c:v>
                </c:pt>
                <c:pt idx="15">
                  <c:v>6.413546124968815</c:v>
                </c:pt>
                <c:pt idx="16">
                  <c:v>6.312866427710548</c:v>
                </c:pt>
                <c:pt idx="17">
                  <c:v>6.204159650041706</c:v>
                </c:pt>
                <c:pt idx="18">
                  <c:v>6.089802078541928</c:v>
                </c:pt>
                <c:pt idx="19">
                  <c:v>5.971762434862312</c:v>
                </c:pt>
                <c:pt idx="20">
                  <c:v>5.851639266140545</c:v>
                </c:pt>
                <c:pt idx="21">
                  <c:v>5.730707699246247</c:v>
                </c:pt>
                <c:pt idx="22">
                  <c:v>5.609968262472651</c:v>
                </c:pt>
                <c:pt idx="23">
                  <c:v>5.490193375810395</c:v>
                </c:pt>
                <c:pt idx="24">
                  <c:v>5.3719691952621735</c:v>
                </c:pt>
                <c:pt idx="25">
                  <c:v>5.255731876721411</c:v>
                </c:pt>
                <c:pt idx="26">
                  <c:v>5.141798168162318</c:v>
                </c:pt>
                <c:pt idx="27">
                  <c:v>5.030390706505714</c:v>
                </c:pt>
                <c:pt idx="28">
                  <c:v>4.921658617708112</c:v>
                </c:pt>
                <c:pt idx="29">
                  <c:v>4.8156940904496865</c:v>
                </c:pt>
                <c:pt idx="30">
                  <c:v>4.712545580056858</c:v>
                </c:pt>
                <c:pt idx="31">
                  <c:v>4.612228241741903</c:v>
                </c:pt>
                <c:pt idx="32">
                  <c:v>4.514732116411686</c:v>
                </c:pt>
                <c:pt idx="33">
                  <c:v>4.4200285129320696</c:v>
                </c:pt>
                <c:pt idx="34">
                  <c:v>4.328074955707697</c:v>
                </c:pt>
                <c:pt idx="35">
                  <c:v>4.238818999432264</c:v>
                </c:pt>
                <c:pt idx="36">
                  <c:v>4.152201155131824</c:v>
                </c:pt>
                <c:pt idx="37">
                  <c:v>4.068157123070407</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4.068157123070407</c:v>
                </c:pt>
                <c:pt idx="38">
                  <c:v>3.986619487960753</c:v>
                </c:pt>
                <c:pt idx="39">
                  <c:v>3.907518999185501</c:v>
                </c:pt>
                <c:pt idx="40">
                  <c:v>3.830785532297659</c:v>
                </c:pt>
                <c:pt idx="41">
                  <c:v>3.756348806895861</c:v>
                </c:pt>
                <c:pt idx="42">
                  <c:v>3.684138919131171</c:v>
                </c:pt>
                <c:pt idx="43">
                  <c:v>3.6140867337957427</c:v>
                </c:pt>
                <c:pt idx="44">
                  <c:v>3.546124170488531</c:v>
                </c:pt>
                <c:pt idx="45">
                  <c:v>3.480184410186423</c:v>
                </c:pt>
                <c:pt idx="46">
                  <c:v>3.416202042203245</c:v>
                </c:pt>
                <c:pt idx="47">
                  <c:v>3.354113166618707</c:v>
                </c:pt>
                <c:pt idx="48">
                  <c:v>3.29385546349518</c:v>
                </c:pt>
                <c:pt idx="49">
                  <c:v>3.235368237327527</c:v>
                </c:pt>
                <c:pt idx="50">
                  <c:v>3.178592442994294</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#N/A</c:v>
                </c:pt>
                <c:pt idx="1">
                  <c:v>0.05579855231142044</c:v>
                </c:pt>
                <c:pt idx="2">
                  <c:v>0.055807462728142736</c:v>
                </c:pt>
                <c:pt idx="3">
                  <c:v>0.05581636480418841</c:v>
                </c:pt>
                <c:pt idx="4">
                  <c:v>0.05582525852847099</c:v>
                </c:pt>
                <c:pt idx="5">
                  <c:v>0.0558341438893795</c:v>
                </c:pt>
                <c:pt idx="6">
                  <c:v>0.055843020875652634</c:v>
                </c:pt>
                <c:pt idx="7">
                  <c:v>0.05585188947575433</c:v>
                </c:pt>
                <c:pt idx="8">
                  <c:v>0.05586074967849255</c:v>
                </c:pt>
                <c:pt idx="9">
                  <c:v>0.055869601472377774</c:v>
                </c:pt>
                <c:pt idx="10">
                  <c:v>0.055878444846105574</c:v>
                </c:pt>
                <c:pt idx="11">
                  <c:v>0.055887279788364067</c:v>
                </c:pt>
                <c:pt idx="12">
                  <c:v>0.0558961062878569</c:v>
                </c:pt>
                <c:pt idx="13">
                  <c:v>0.05590492433324227</c:v>
                </c:pt>
                <c:pt idx="14">
                  <c:v>0.055913733913149154</c:v>
                </c:pt>
                <c:pt idx="15">
                  <c:v>0.05592253501639366</c:v>
                </c:pt>
                <c:pt idx="16">
                  <c:v>0.055931327631622556</c:v>
                </c:pt>
                <c:pt idx="17">
                  <c:v>0.055940111747559376</c:v>
                </c:pt>
                <c:pt idx="18">
                  <c:v>0.05594888735296991</c:v>
                </c:pt>
                <c:pt idx="19">
                  <c:v>0.05595765443653809</c:v>
                </c:pt>
                <c:pt idx="20">
                  <c:v>0.0559664129870534</c:v>
                </c:pt>
                <c:pt idx="21">
                  <c:v>0.05597516299327215</c:v>
                </c:pt>
                <c:pt idx="22">
                  <c:v>0.055983904443968426</c:v>
                </c:pt>
                <c:pt idx="23">
                  <c:v>0.055992637327888735</c:v>
                </c:pt>
                <c:pt idx="24">
                  <c:v>0.056001361633837225</c:v>
                </c:pt>
                <c:pt idx="25">
                  <c:v>0.05601007735062599</c:v>
                </c:pt>
                <c:pt idx="26">
                  <c:v>0.05601878446702774</c:v>
                </c:pt>
                <c:pt idx="27">
                  <c:v>0.05602748297190666</c:v>
                </c:pt>
                <c:pt idx="28">
                  <c:v>0.05603617285404887</c:v>
                </c:pt>
                <c:pt idx="29">
                  <c:v>0.05604485410229913</c:v>
                </c:pt>
                <c:pt idx="30">
                  <c:v>0.056053526705535255</c:v>
                </c:pt>
                <c:pt idx="31">
                  <c:v>0.056062190652555036</c:v>
                </c:pt>
                <c:pt idx="32">
                  <c:v>0.05607084593227506</c:v>
                </c:pt>
                <c:pt idx="33">
                  <c:v>0.056079492533539284</c:v>
                </c:pt>
                <c:pt idx="34">
                  <c:v>0.05608813044524193</c:v>
                </c:pt>
                <c:pt idx="35">
                  <c:v>0.05609675965628624</c:v>
                </c:pt>
                <c:pt idx="36">
                  <c:v>0.05610538015558322</c:v>
                </c:pt>
                <c:pt idx="37">
                  <c:v>0.05611399193201838</c:v>
                </c:pt>
                <c:pt idx="38">
                  <c:v>0.056122594974568014</c:v>
                </c:pt>
                <c:pt idx="39">
                  <c:v>0.0561311892721225</c:v>
                </c:pt>
                <c:pt idx="40">
                  <c:v>0.05613977481365204</c:v>
                </c:pt>
                <c:pt idx="41">
                  <c:v>0.0561483515880922</c:v>
                </c:pt>
                <c:pt idx="42">
                  <c:v>0.056156919584438914</c:v>
                </c:pt>
                <c:pt idx="43">
                  <c:v>0.05616547879166936</c:v>
                </c:pt>
                <c:pt idx="44">
                  <c:v>0.056174029198749496</c:v>
                </c:pt>
                <c:pt idx="45">
                  <c:v>0.05618257079468833</c:v>
                </c:pt>
                <c:pt idx="46">
                  <c:v>0.05619110356850209</c:v>
                </c:pt>
                <c:pt idx="47">
                  <c:v>0.05619962750920336</c:v>
                </c:pt>
                <c:pt idx="48">
                  <c:v>0.05620814260582626</c:v>
                </c:pt>
                <c:pt idx="49">
                  <c:v>0.056216648847419386</c:v>
                </c:pt>
                <c:pt idx="50">
                  <c:v>0.056225146223025324</c:v>
                </c:pt>
                <c:pt idx="51">
                  <c:v>0.05623363472171391</c:v>
                </c:pt>
                <c:pt idx="52">
                  <c:v>0.05624211433255673</c:v>
                </c:pt>
                <c:pt idx="53">
                  <c:v>0.05625058504464491</c:v>
                </c:pt>
                <c:pt idx="54">
                  <c:v>0.05625904684706087</c:v>
                </c:pt>
                <c:pt idx="55">
                  <c:v>0.056267499728926744</c:v>
                </c:pt>
                <c:pt idx="56">
                  <c:v>0.056275943679345505</c:v>
                </c:pt>
                <c:pt idx="57">
                  <c:v>0.056284378687469584</c:v>
                </c:pt>
                <c:pt idx="58">
                  <c:v>0.056292804742414375</c:v>
                </c:pt>
                <c:pt idx="59">
                  <c:v>0.05630122183334625</c:v>
                </c:pt>
                <c:pt idx="60">
                  <c:v>0.05630962994942665</c:v>
                </c:pt>
                <c:pt idx="61">
                  <c:v>0.05631802907982811</c:v>
                </c:pt>
                <c:pt idx="62">
                  <c:v>0.056326419213741055</c:v>
                </c:pt>
                <c:pt idx="63">
                  <c:v>0.0563348003403535</c:v>
                </c:pt>
                <c:pt idx="64">
                  <c:v>0.0563431724488847</c:v>
                </c:pt>
                <c:pt idx="65">
                  <c:v>0.05635153552854245</c:v>
                </c:pt>
                <c:pt idx="66">
                  <c:v>0.05635988956857811</c:v>
                </c:pt>
                <c:pt idx="67">
                  <c:v>0.05636823455820866</c:v>
                </c:pt>
                <c:pt idx="68">
                  <c:v>0.05637657048671035</c:v>
                </c:pt>
                <c:pt idx="69">
                  <c:v>0.05638489734333149</c:v>
                </c:pt>
                <c:pt idx="70">
                  <c:v>0.05639321511737619</c:v>
                </c:pt>
                <c:pt idx="71">
                  <c:v>0.05640152379810642</c:v>
                </c:pt>
                <c:pt idx="72">
                  <c:v>0.05640982337483433</c:v>
                </c:pt>
                <c:pt idx="73">
                  <c:v>0.05641811383688613</c:v>
                </c:pt>
                <c:pt idx="74">
                  <c:v>0.05642639517356898</c:v>
                </c:pt>
                <c:pt idx="75">
                  <c:v>0.05643466737423261</c:v>
                </c:pt>
                <c:pt idx="76">
                  <c:v>0.056442930428213196</c:v>
                </c:pt>
                <c:pt idx="77">
                  <c:v>0.0564511843248807</c:v>
                </c:pt>
                <c:pt idx="78">
                  <c:v>0.05645942905361836</c:v>
                </c:pt>
                <c:pt idx="79">
                  <c:v>0.056467664603791656</c:v>
                </c:pt>
                <c:pt idx="80">
                  <c:v>0.05647589096481502</c:v>
                </c:pt>
                <c:pt idx="81">
                  <c:v>0.05648410812608695</c:v>
                </c:pt>
                <c:pt idx="82">
                  <c:v>0.05649231607703465</c:v>
                </c:pt>
                <c:pt idx="83">
                  <c:v>0.05650051480709501</c:v>
                </c:pt>
                <c:pt idx="84">
                  <c:v>0.05650870430571976</c:v>
                </c:pt>
                <c:pt idx="85">
                  <c:v>0.05651688456235493</c:v>
                </c:pt>
                <c:pt idx="86">
                  <c:v>0.05652505556647999</c:v>
                </c:pt>
                <c:pt idx="87">
                  <c:v>0.056533217307570334</c:v>
                </c:pt>
                <c:pt idx="88">
                  <c:v>0.05654136977513541</c:v>
                </c:pt>
                <c:pt idx="89">
                  <c:v>0.056549512958681984</c:v>
                </c:pt>
                <c:pt idx="90">
                  <c:v>0.056557646847724914</c:v>
                </c:pt>
                <c:pt idx="91">
                  <c:v>0.056565771431805016</c:v>
                </c:pt>
                <c:pt idx="92">
                  <c:v>0.05657388670047211</c:v>
                </c:pt>
                <c:pt idx="93">
                  <c:v>0.05658199264327941</c:v>
                </c:pt>
                <c:pt idx="94">
                  <c:v>0.05659008924980113</c:v>
                </c:pt>
                <c:pt idx="95">
                  <c:v>0.0565981765096288</c:v>
                </c:pt>
                <c:pt idx="96">
                  <c:v>0.056606254412353035</c:v>
                </c:pt>
                <c:pt idx="97">
                  <c:v>0.056614322947585706</c:v>
                </c:pt>
                <c:pt idx="98">
                  <c:v>0.056622382104966104</c:v>
                </c:pt>
                <c:pt idx="99">
                  <c:v>0.05663043187411867</c:v>
                </c:pt>
                <c:pt idx="100">
                  <c:v>0.056638472244691845</c:v>
                </c:pt>
                <c:pt idx="101">
                  <c:v>0.05664650320635692</c:v>
                </c:pt>
                <c:pt idx="102">
                  <c:v>0.05665452474878816</c:v>
                </c:pt>
                <c:pt idx="103">
                  <c:v>0.05666253686167661</c:v>
                </c:pt>
                <c:pt idx="104">
                  <c:v>0.05667053953472926</c:v>
                </c:pt>
                <c:pt idx="105">
                  <c:v>0.056678532757650106</c:v>
                </c:pt>
                <c:pt idx="106">
                  <c:v>0.05668651652018529</c:v>
                </c:pt>
                <c:pt idx="107">
                  <c:v>0.05669449081206767</c:v>
                </c:pt>
                <c:pt idx="108">
                  <c:v>0.05670245562305936</c:v>
                </c:pt>
                <c:pt idx="109">
                  <c:v>0.05671041094293288</c:v>
                </c:pt>
                <c:pt idx="110">
                  <c:v>0.05671835676146421</c:v>
                </c:pt>
                <c:pt idx="111">
                  <c:v>0.05672629306845622</c:v>
                </c:pt>
                <c:pt idx="112">
                  <c:v>0.05673421985372262</c:v>
                </c:pt>
                <c:pt idx="113">
                  <c:v>0.05674213710708112</c:v>
                </c:pt>
                <c:pt idx="114">
                  <c:v>0.05675004481837624</c:v>
                </c:pt>
                <c:pt idx="115">
                  <c:v>0.05675794297745746</c:v>
                </c:pt>
                <c:pt idx="116">
                  <c:v>0.05676583157419336</c:v>
                </c:pt>
                <c:pt idx="117">
                  <c:v>0.056773710598460626</c:v>
                </c:pt>
                <c:pt idx="118">
                  <c:v>0.05678158004016189</c:v>
                </c:pt>
                <c:pt idx="119">
                  <c:v>0.056789439889188574</c:v>
                </c:pt>
                <c:pt idx="120">
                  <c:v>0.056797290135478976</c:v>
                </c:pt>
                <c:pt idx="121">
                  <c:v>0.05680513076895722</c:v>
                </c:pt>
                <c:pt idx="122">
                  <c:v>0.05681296177958074</c:v>
                </c:pt>
                <c:pt idx="123">
                  <c:v>0.056820783157309866</c:v>
                </c:pt>
                <c:pt idx="124">
                  <c:v>0.05682859489212113</c:v>
                </c:pt>
                <c:pt idx="125">
                  <c:v>0.05683639697400665</c:v>
                </c:pt>
                <c:pt idx="126">
                  <c:v>0.05684418939298297</c:v>
                </c:pt>
                <c:pt idx="127">
                  <c:v>0.05685197213905815</c:v>
                </c:pt>
                <c:pt idx="128">
                  <c:v>0.05685974520227499</c:v>
                </c:pt>
                <c:pt idx="129">
                  <c:v>0.05686750857267638</c:v>
                </c:pt>
                <c:pt idx="130">
                  <c:v>0.05687526224033649</c:v>
                </c:pt>
                <c:pt idx="131">
                  <c:v>0.05688300619532316</c:v>
                </c:pt>
                <c:pt idx="132">
                  <c:v>0.056890740427734274</c:v>
                </c:pt>
                <c:pt idx="133">
                  <c:v>0.056898464927675134</c:v>
                </c:pt>
                <c:pt idx="134">
                  <c:v>0.05690617968527239</c:v>
                </c:pt>
                <c:pt idx="135">
                  <c:v>0.05691388469065913</c:v>
                </c:pt>
                <c:pt idx="136">
                  <c:v>0.05692157993398694</c:v>
                </c:pt>
                <c:pt idx="137">
                  <c:v>0.05692926540542345</c:v>
                </c:pt>
                <c:pt idx="138">
                  <c:v>0.05693694109514313</c:v>
                </c:pt>
                <c:pt idx="139">
                  <c:v>0.05694460699335105</c:v>
                </c:pt>
                <c:pt idx="140">
                  <c:v>0.05695226309024947</c:v>
                </c:pt>
                <c:pt idx="141">
                  <c:v>0.0569599093760717</c:v>
                </c:pt>
                <c:pt idx="142">
                  <c:v>0.05696754584104914</c:v>
                </c:pt>
                <c:pt idx="143">
                  <c:v>0.05697517247544469</c:v>
                </c:pt>
                <c:pt idx="144">
                  <c:v>0.056982789269523486</c:v>
                </c:pt>
                <c:pt idx="145">
                  <c:v>0.05699039621357425</c:v>
                </c:pt>
                <c:pt idx="146">
                  <c:v>0.056997993297898605</c:v>
                </c:pt>
                <c:pt idx="147">
                  <c:v>0.05700558051280586</c:v>
                </c:pt>
                <c:pt idx="148">
                  <c:v>0.057013157848632014</c:v>
                </c:pt>
                <c:pt idx="149">
                  <c:v>0.057020725295722885</c:v>
                </c:pt>
                <c:pt idx="150">
                  <c:v>0.057028282844435375</c:v>
                </c:pt>
                <c:pt idx="151">
                  <c:v>0.05703583048515446</c:v>
                </c:pt>
                <c:pt idx="152">
                  <c:v>0.05704336820826248</c:v>
                </c:pt>
                <c:pt idx="153">
                  <c:v>0.057050896004175046</c:v>
                </c:pt>
                <c:pt idx="154">
                  <c:v>0.057058413863310564</c:v>
                </c:pt>
                <c:pt idx="155">
                  <c:v>0.05706592177610551</c:v>
                </c:pt>
                <c:pt idx="156">
                  <c:v>0.057073419733021505</c:v>
                </c:pt>
                <c:pt idx="157">
                  <c:v>0.05708090772451869</c:v>
                </c:pt>
                <c:pt idx="158">
                  <c:v>0.057088385741087454</c:v>
                </c:pt>
                <c:pt idx="159">
                  <c:v>0.05709585377323103</c:v>
                </c:pt>
                <c:pt idx="160">
                  <c:v>0.057103311811459063</c:v>
                </c:pt>
                <c:pt idx="161">
                  <c:v>0.05711075984630674</c:v>
                </c:pt>
                <c:pt idx="162">
                  <c:v>0.057118197868325095</c:v>
                </c:pt>
                <c:pt idx="163">
                  <c:v>0.05712562586807327</c:v>
                </c:pt>
                <c:pt idx="164">
                  <c:v>0.05713304383613423</c:v>
                </c:pt>
                <c:pt idx="165">
                  <c:v>0.0571404517631025</c:v>
                </c:pt>
                <c:pt idx="166">
                  <c:v>0.05714784963958953</c:v>
                </c:pt>
                <c:pt idx="167">
                  <c:v>0.05715523745622178</c:v>
                </c:pt>
                <c:pt idx="168">
                  <c:v>0.05716261520364313</c:v>
                </c:pt>
                <c:pt idx="169">
                  <c:v>0.05716998287251715</c:v>
                </c:pt>
                <c:pt idx="170">
                  <c:v>0.05717734045351393</c:v>
                </c:pt>
                <c:pt idx="171">
                  <c:v>0.05718468793732799</c:v>
                </c:pt>
                <c:pt idx="172">
                  <c:v>0.057192025314670665</c:v>
                </c:pt>
                <c:pt idx="173">
                  <c:v>0.05719935257625993</c:v>
                </c:pt>
                <c:pt idx="174">
                  <c:v>0.05720666971284082</c:v>
                </c:pt>
                <c:pt idx="175">
                  <c:v>0.057213976715171</c:v>
                </c:pt>
                <c:pt idx="176">
                  <c:v>0.057221273574020376</c:v>
                </c:pt>
                <c:pt idx="177">
                  <c:v>0.05722856028018159</c:v>
                </c:pt>
                <c:pt idx="178">
                  <c:v>0.05723583682446132</c:v>
                </c:pt>
                <c:pt idx="179">
                  <c:v>0.05724310319767984</c:v>
                </c:pt>
                <c:pt idx="180">
                  <c:v>0.057250359390677345</c:v>
                </c:pt>
                <c:pt idx="181">
                  <c:v>0.05725760539430808</c:v>
                </c:pt>
                <c:pt idx="182">
                  <c:v>0.05726484119944913</c:v>
                </c:pt>
                <c:pt idx="183">
                  <c:v>0.05727206679698548</c:v>
                </c:pt>
                <c:pt idx="184">
                  <c:v>0.05727928217782404</c:v>
                </c:pt>
                <c:pt idx="185">
                  <c:v>0.0572864873328892</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0.0572864873328892</c:v>
                </c:pt>
                <c:pt idx="186">
                  <c:v>0.05729368225311848</c:v>
                </c:pt>
                <c:pt idx="187">
                  <c:v>0.057300866929468626</c:v>
                </c:pt>
                <c:pt idx="188">
                  <c:v>0.05730804135290993</c:v>
                </c:pt>
                <c:pt idx="189">
                  <c:v>0.05731520551443857</c:v>
                </c:pt>
                <c:pt idx="190">
                  <c:v>0.05732235940505454</c:v>
                </c:pt>
                <c:pt idx="191">
                  <c:v>0.057329503015785314</c:v>
                </c:pt>
                <c:pt idx="192">
                  <c:v>0.057336636337675155</c:v>
                </c:pt>
                <c:pt idx="193">
                  <c:v>0.05734375936177481</c:v>
                </c:pt>
                <c:pt idx="194">
                  <c:v>0.057350872079163485</c:v>
                </c:pt>
                <c:pt idx="195">
                  <c:v>0.05735797448093341</c:v>
                </c:pt>
                <c:pt idx="196">
                  <c:v>0.05736506655819197</c:v>
                </c:pt>
                <c:pt idx="197">
                  <c:v>0.05737214830206615</c:v>
                </c:pt>
                <c:pt idx="198">
                  <c:v>0.05737921970370081</c:v>
                </c:pt>
                <c:pt idx="199">
                  <c:v>0.057386280754257085</c:v>
                </c:pt>
                <c:pt idx="200">
                  <c:v>0.05739333144491315</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#N/A</c:v>
                </c:pt>
                <c:pt idx="1">
                  <c:v>1.9833349305770398</c:v>
                </c:pt>
                <c:pt idx="2">
                  <c:v>2.0903823765842913</c:v>
                </c:pt>
                <c:pt idx="3">
                  <c:v>2.2011682351242703</c:v>
                </c:pt>
                <c:pt idx="4">
                  <c:v>2.314592202384591</c:v>
                </c:pt>
                <c:pt idx="5">
                  <c:v>2.429252094576931</c:v>
                </c:pt>
                <c:pt idx="6">
                  <c:v>2.54347016039145</c:v>
                </c:pt>
                <c:pt idx="7">
                  <c:v>2.655356336376224</c:v>
                </c:pt>
                <c:pt idx="8">
                  <c:v>2.7629088318199218</c:v>
                </c:pt>
                <c:pt idx="9">
                  <c:v>2.864144344963047</c:v>
                </c:pt>
                <c:pt idx="10">
                  <c:v>2.957241901295376</c:v>
                </c:pt>
                <c:pt idx="11">
                  <c:v>3.0406786849446297</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3.0406786849446297</c:v>
                </c:pt>
                <c:pt idx="12">
                  <c:v>3.1133358448301554</c:v>
                </c:pt>
                <c:pt idx="13">
                  <c:v>3.1745578648273396</c:v>
                </c:pt>
                <c:pt idx="14">
                  <c:v>3.224159054913606</c:v>
                </c:pt>
                <c:pt idx="15">
                  <c:v>3.2623816814944426</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#N/A</c:v>
                </c:pt>
                <c:pt idx="1">
                  <c:v>0.09656548984336853</c:v>
                </c:pt>
                <c:pt idx="2">
                  <c:v>0.09678207056057453</c:v>
                </c:pt>
                <c:pt idx="3">
                  <c:v>0.09699689421097438</c:v>
                </c:pt>
                <c:pt idx="4">
                  <c:v>0.09720992322295904</c:v>
                </c:pt>
                <c:pt idx="5">
                  <c:v>0.09742112019329072</c:v>
                </c:pt>
                <c:pt idx="6">
                  <c:v>0.09763044790943463</c:v>
                </c:pt>
                <c:pt idx="7">
                  <c:v>0.09783786937093734</c:v>
                </c:pt>
                <c:pt idx="8">
                  <c:v>0.09804334781038761</c:v>
                </c:pt>
                <c:pt idx="9">
                  <c:v>0.09824684671558274</c:v>
                </c:pt>
                <c:pt idx="10">
                  <c:v>0.09844832985053062</c:v>
                </c:pt>
                <c:pt idx="11">
                  <c:v>0.09864776127748055</c:v>
                </c:pt>
                <c:pt idx="12">
                  <c:v>0.09884510537836949</c:v>
                </c:pt>
                <c:pt idx="13">
                  <c:v>0.09904032687673202</c:v>
                </c:pt>
                <c:pt idx="14">
                  <c:v>0.09923339085893972</c:v>
                </c:pt>
                <c:pt idx="15">
                  <c:v>0.09942426279614766</c:v>
                </c:pt>
                <c:pt idx="16">
                  <c:v>0.09961290856541694</c:v>
                </c:pt>
                <c:pt idx="17">
                  <c:v>0.09979929447131998</c:v>
                </c:pt>
                <c:pt idx="18">
                  <c:v>0.09998338726698028</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0.09998338726698028</c:v>
                </c:pt>
                <c:pt idx="19">
                  <c:v>0.10016515417514349</c:v>
                </c:pt>
                <c:pt idx="20">
                  <c:v>0.1003445629090786</c:v>
                </c:pt>
                <c:pt idx="21">
                  <c:v>0.10052158169307028</c:v>
                </c:pt>
                <c:pt idx="22">
                  <c:v>0.10069617928289283</c:v>
                </c:pt>
                <c:pt idx="23">
                  <c:v>0.1008683249857633</c:v>
                </c:pt>
                <c:pt idx="24">
                  <c:v>0.10103798868029316</c:v>
                </c:pt>
                <c:pt idx="25">
                  <c:v>0.10120514083572388</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#N/A</c:v>
                </c:pt>
                <c:pt idx="1">
                  <c:v>3.4589599203128816</c:v>
                </c:pt>
                <c:pt idx="2">
                  <c:v>3.8489272303105593</c:v>
                </c:pt>
                <c:pt idx="3">
                  <c:v>4.01424090984265</c:v>
                </c:pt>
                <c:pt idx="4">
                  <c:v>3.962897272356093</c:v>
                </c:pt>
                <c:pt idx="5">
                  <c:v>3.7803189826052668</c:v>
                </c:pt>
                <c:pt idx="6">
                  <c:v>3.5462347503285807</c:v>
                </c:pt>
                <c:pt idx="7">
                  <c:v>3.306136103809663</c:v>
                </c:pt>
                <c:pt idx="8">
                  <c:v>3.0795079291210175</c:v>
                </c:pt>
                <c:pt idx="9">
                  <c:v>2.8723813744537035</c:v>
                </c:pt>
                <c:pt idx="10">
                  <c:v>2.6850905866027595</c:v>
                </c:pt>
                <c:pt idx="11">
                  <c:v>2.5159933812985855</c:v>
                </c:pt>
                <c:pt idx="12">
                  <c:v>2.363022352070292</c:v>
                </c:pt>
                <c:pt idx="13">
                  <c:v>2.2242402343379535</c:v>
                </c:pt>
                <c:pt idx="14">
                  <c:v>2.097982192815406</c:v>
                </c:pt>
                <c:pt idx="15">
                  <c:v>1.982847549013837</c:v>
                </c:pt>
                <c:pt idx="16">
                  <c:v>1.8776505742702634</c:v>
                </c:pt>
                <c:pt idx="17">
                  <c:v>1.7813710926196855</c:v>
                </c:pt>
                <c:pt idx="18">
                  <c:v>1.6931164201596445</c:v>
                </c:pt>
                <c:pt idx="19">
                  <c:v>1.6120950476591838</c:v>
                </c:pt>
                <c:pt idx="20">
                  <c:v>1.5375991956079602</c:v>
                </c:pt>
                <c:pt idx="21">
                  <c:v>1.468993157293944</c:v>
                </c:pt>
                <c:pt idx="22">
                  <c:v>1.4057050754521219</c:v>
                </c:pt>
                <c:pt idx="23">
                  <c:v>1.3472206213153652</c:v>
                </c:pt>
                <c:pt idx="24">
                  <c:v>1.2930776881388526</c:v>
                </c:pt>
                <c:pt idx="25">
                  <c:v>1.2428616378668975</c:v>
                </c:pt>
                <c:pt idx="26">
                  <c:v>1.1962008921397098</c:v>
                </c:pt>
                <c:pt idx="27">
                  <c:v>1.152762793099112</c:v>
                </c:pt>
                <c:pt idx="28">
                  <c:v>1.1122497216442397</c:v>
                </c:pt>
                <c:pt idx="29">
                  <c:v>1.0743954830495324</c:v>
                </c:pt>
                <c:pt idx="30">
                  <c:v>1.0389619722919463</c:v>
                </c:pt>
                <c:pt idx="31">
                  <c:v>1.0057361256012225</c:v>
                </c:pt>
                <c:pt idx="32">
                  <c:v>0.9745271567340344</c:v>
                </c:pt>
                <c:pt idx="33">
                  <c:v>0.9451640691318078</c:v>
                </c:pt>
                <c:pt idx="34">
                  <c:v>0.9174934295252001</c:v>
                </c:pt>
                <c:pt idx="35">
                  <c:v>0.8913773848647186</c:v>
                </c:pt>
                <c:pt idx="36">
                  <c:v>0.866691902460734</c:v>
                </c:pt>
                <c:pt idx="37">
                  <c:v>0.8433252125413998</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0.8433252125413998</c:v>
                </c:pt>
                <c:pt idx="38">
                  <c:v>0.8211764327198768</c:v>
                </c:pt>
                <c:pt idx="39">
                  <c:v>0.800154354784721</c:v>
                </c:pt>
                <c:pt idx="40">
                  <c:v>0.7801763755405903</c:v>
                </c:pt>
                <c:pt idx="41">
                  <c:v>0.7611675549440965</c:v>
                </c:pt>
                <c:pt idx="42">
                  <c:v>0.7430597863711913</c:v>
                </c:pt>
                <c:pt idx="43">
                  <c:v>0.7257910654283846</c:v>
                </c:pt>
                <c:pt idx="44">
                  <c:v>0.7093048452251337</c:v>
                </c:pt>
                <c:pt idx="45">
                  <c:v>0.6935494674259133</c:v>
                </c:pt>
                <c:pt idx="46">
                  <c:v>0.67847765968075</c:v>
                </c:pt>
                <c:pt idx="47">
                  <c:v>0.6640460911880757</c:v>
                </c:pt>
                <c:pt idx="48">
                  <c:v>0.6502149791749319</c:v>
                </c:pt>
                <c:pt idx="49">
                  <c:v>0.6369477399924288</c:v>
                </c:pt>
                <c:pt idx="50">
                  <c:v>0.6242106793292046</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#N/A</c:v>
                </c:pt>
                <c:pt idx="1">
                  <c:v>9.620882191739321</c:v>
                </c:pt>
                <c:pt idx="2">
                  <c:v>10.40309684711516</c:v>
                </c:pt>
                <c:pt idx="3">
                  <c:v>11.007933432991265</c:v>
                </c:pt>
                <c:pt idx="4">
                  <c:v>11.3748244362759</c:v>
                </c:pt>
                <c:pt idx="5">
                  <c:v>11.499662102314568</c:v>
                </c:pt>
                <c:pt idx="6">
                  <c:v>11.424431039033452</c:v>
                </c:pt>
                <c:pt idx="7">
                  <c:v>11.20855323734675</c:v>
                </c:pt>
                <c:pt idx="8">
                  <c:v>10.906271230293452</c:v>
                </c:pt>
                <c:pt idx="9">
                  <c:v>10.557840929510222</c:v>
                </c:pt>
                <c:pt idx="10">
                  <c:v>10.189775447561193</c:v>
                </c:pt>
                <c:pt idx="11">
                  <c:v>9.818230839768843</c:v>
                </c:pt>
                <c:pt idx="12">
                  <c:v>9.452467601319968</c:v>
                </c:pt>
                <c:pt idx="13">
                  <c:v>9.097465604092122</c:v>
                </c:pt>
                <c:pt idx="14">
                  <c:v>8.75567117857296</c:v>
                </c:pt>
                <c:pt idx="15">
                  <c:v>8.428091409560777</c:v>
                </c:pt>
                <c:pt idx="16">
                  <c:v>8.11495076084815</c:v>
                </c:pt>
                <c:pt idx="17">
                  <c:v>7.816070512437638</c:v>
                </c:pt>
                <c:pt idx="18">
                  <c:v>7.5310790104341505</c:v>
                </c:pt>
                <c:pt idx="19">
                  <c:v>7.259522011291228</c:v>
                </c:pt>
                <c:pt idx="20">
                  <c:v>7.000916274453557</c:v>
                </c:pt>
                <c:pt idx="21">
                  <c:v>6.754772581416244</c:v>
                </c:pt>
                <c:pt idx="22">
                  <c:v>6.520603559903448</c:v>
                </c:pt>
                <c:pt idx="23">
                  <c:v>6.297924951063985</c:v>
                </c:pt>
                <c:pt idx="24">
                  <c:v>6.0862548519714075</c:v>
                </c:pt>
                <c:pt idx="25">
                  <c:v>5.885113052193966</c:v>
                </c:pt>
                <c:pt idx="26">
                  <c:v>5.694021237427243</c:v>
                </c:pt>
                <c:pt idx="27">
                  <c:v>5.512504142914163</c:v>
                </c:pt>
                <c:pt idx="28">
                  <c:v>5.34009143534869</c:v>
                </c:pt>
                <c:pt idx="29">
                  <c:v>5.176320012057839</c:v>
                </c:pt>
                <c:pt idx="30">
                  <c:v>5.020736424085268</c:v>
                </c:pt>
                <c:pt idx="31">
                  <c:v>4.872899192619462</c:v>
                </c:pt>
                <c:pt idx="32">
                  <c:v>4.732380861468099</c:v>
                </c:pt>
                <c:pt idx="33">
                  <c:v>4.598769694889509</c:v>
                </c:pt>
                <c:pt idx="34">
                  <c:v>4.47167098323808</c:v>
                </c:pt>
                <c:pt idx="35">
                  <c:v>4.350707957352645</c:v>
                </c:pt>
                <c:pt idx="36">
                  <c:v>4.235522337939746</c:v>
                </c:pt>
                <c:pt idx="37">
                  <c:v>4.125774560936206</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4.125774560936206</c:v>
                </c:pt>
                <c:pt idx="38">
                  <c:v>4.021143726682902</c:v>
                </c:pt>
                <c:pt idx="39">
                  <c:v>3.92132732210218</c:v>
                </c:pt>
                <c:pt idx="40">
                  <c:v>3.8260407628911137</c:v>
                </c:pt>
                <c:pt idx="41">
                  <c:v>3.7350167984908906</c:v>
                </c:pt>
                <c:pt idx="42">
                  <c:v>3.6480048173233386</c:v>
                </c:pt>
                <c:pt idx="43">
                  <c:v>3.5647700842119097</c:v>
                </c:pt>
                <c:pt idx="44">
                  <c:v>3.4850929364839143</c:v>
                </c:pt>
                <c:pt idx="45">
                  <c:v>3.4087679602462346</c:v>
                </c:pt>
                <c:pt idx="46">
                  <c:v>3.3356031638779795</c:v>
                </c:pt>
                <c:pt idx="47">
                  <c:v>3.2654191619343607</c:v>
                </c:pt>
                <c:pt idx="48">
                  <c:v>3.19804837940152</c:v>
                </c:pt>
                <c:pt idx="49">
                  <c:v>3.1333342835400155</c:v>
                </c:pt>
                <c:pt idx="50">
                  <c:v>3.071130648350854</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#N/A</c:v>
                </c:pt>
                <c:pt idx="1">
                  <c:v>7.8592561037313935</c:v>
                </c:pt>
                <c:pt idx="2">
                  <c:v>7.847936749629855</c:v>
                </c:pt>
                <c:pt idx="3">
                  <c:v>7.575966826255003</c:v>
                </c:pt>
                <c:pt idx="4">
                  <c:v>7.153727932797909</c:v>
                </c:pt>
                <c:pt idx="5">
                  <c:v>6.678901293692446</c:v>
                </c:pt>
                <c:pt idx="6">
                  <c:v>6.209330096687555</c:v>
                </c:pt>
                <c:pt idx="7">
                  <c:v>5.770847716226169</c:v>
                </c:pt>
                <c:pt idx="8">
                  <c:v>5.371442760480136</c:v>
                </c:pt>
                <c:pt idx="9">
                  <c:v>5.010997886184003</c:v>
                </c:pt>
                <c:pt idx="10">
                  <c:v>4.686360207843304</c:v>
                </c:pt>
                <c:pt idx="11">
                  <c:v>4.393616950472008</c:v>
                </c:pt>
                <c:pt idx="12">
                  <c:v>4.128991838579754</c:v>
                </c:pt>
                <c:pt idx="13">
                  <c:v>3.8891297272589576</c:v>
                </c:pt>
                <c:pt idx="14">
                  <c:v>3.6711350191624503</c:v>
                </c:pt>
                <c:pt idx="15">
                  <c:v>3.472525053125477</c:v>
                </c:pt>
                <c:pt idx="16">
                  <c:v>3.291164326365292</c:v>
                </c:pt>
                <c:pt idx="17">
                  <c:v>3.125203374546402</c:v>
                </c:pt>
                <c:pt idx="18">
                  <c:v>2.973028702030129</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2.973028702030129</c:v>
                </c:pt>
                <c:pt idx="19">
                  <c:v>2.8332236258128067</c:v>
                </c:pt>
                <c:pt idx="20">
                  <c:v>2.704537960355377</c:v>
                </c:pt>
                <c:pt idx="21">
                  <c:v>2.5858643076909837</c:v>
                </c:pt>
                <c:pt idx="22">
                  <c:v>2.4762191208177047</c:v>
                </c:pt>
                <c:pt idx="23">
                  <c:v>2.3747271988891727</c:v>
                </c:pt>
                <c:pt idx="24">
                  <c:v>2.280608687292884</c:v>
                </c:pt>
                <c:pt idx="25">
                  <c:v>2.1931679607549857</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#N/A</c:v>
                </c:pt>
                <c:pt idx="1">
                  <c:v>0.5437916893951893</c:v>
                </c:pt>
                <c:pt idx="2">
                  <c:v>0.5609557735204697</c:v>
                </c:pt>
                <c:pt idx="3">
                  <c:v>0.5771126374783516</c:v>
                </c:pt>
                <c:pt idx="4">
                  <c:v>0.5919434798856378</c:v>
                </c:pt>
                <c:pt idx="5">
                  <c:v>0.6051540623178959</c:v>
                </c:pt>
                <c:pt idx="6">
                  <c:v>0.6164965255843401</c:v>
                </c:pt>
                <c:pt idx="7">
                  <c:v>0.6257878951090063</c:v>
                </c:pt>
                <c:pt idx="8">
                  <c:v>0.6329223052078485</c:v>
                </c:pt>
                <c:pt idx="9">
                  <c:v>0.6378751238662932</c:v>
                </c:pt>
                <c:pt idx="10">
                  <c:v>0.6406987776807308</c:v>
                </c:pt>
                <c:pt idx="11">
                  <c:v>0.6415116469173865</c:v>
                </c:pt>
                <c:pt idx="12">
                  <c:v>0.6404824628606637</c:v>
                </c:pt>
                <c:pt idx="13">
                  <c:v>0.6378129748986318</c:v>
                </c:pt>
                <c:pt idx="14">
                  <c:v>0.6337213289677416</c:v>
                </c:pt>
                <c:pt idx="15">
                  <c:v>0.6284278679440181</c:v>
                </c:pt>
                <c:pt idx="16">
                  <c:v>0.6221442261989564</c:v>
                </c:pt>
                <c:pt idx="17">
                  <c:v>0.6150658701247749</c:v>
                </c:pt>
                <c:pt idx="18">
                  <c:v>0.6073677433771822</c:v>
                </c:pt>
                <c:pt idx="19">
                  <c:v>0.5992024191425726</c:v>
                </c:pt>
                <c:pt idx="20">
                  <c:v>0.5907000927532077</c:v>
                </c:pt>
                <c:pt idx="21">
                  <c:v>0.5819697988141832</c:v>
                </c:pt>
                <c:pt idx="22">
                  <c:v>0.5731013469703523</c:v>
                </c:pt>
                <c:pt idx="23">
                  <c:v>0.5641675962629318</c:v>
                </c:pt>
                <c:pt idx="24">
                  <c:v>0.5552268043822547</c:v>
                </c:pt>
                <c:pt idx="25">
                  <c:v>0.546324883567381</c:v>
                </c:pt>
                <c:pt idx="26">
                  <c:v>0.5374974668679421</c:v>
                </c:pt>
                <c:pt idx="27">
                  <c:v>0.5287717391235122</c:v>
                </c:pt>
                <c:pt idx="28">
                  <c:v>0.5201680203960112</c:v>
                </c:pt>
                <c:pt idx="29">
                  <c:v>0.5117011100352633</c:v>
                </c:pt>
                <c:pt idx="30">
                  <c:v>0.5033814108879169</c:v>
                </c:pt>
                <c:pt idx="31">
                  <c:v>0.49521585839876053</c:v>
                </c:pt>
                <c:pt idx="32">
                  <c:v>0.48720868074682355</c:v>
                </c:pt>
                <c:pt idx="33">
                  <c:v>0.4793620152787151</c:v>
                </c:pt>
                <c:pt idx="34">
                  <c:v>0.4716764044066527</c:v>
                </c:pt>
                <c:pt idx="35">
                  <c:v>0.46415119150334766</c:v>
                </c:pt>
                <c:pt idx="36">
                  <c:v>0.4567848345662223</c:v>
                </c:pt>
                <c:pt idx="37">
                  <c:v>0.4495751527733803</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0.4495751527733803</c:v>
                </c:pt>
                <c:pt idx="38">
                  <c:v>0.4425195186363208</c:v>
                </c:pt>
                <c:pt idx="39">
                  <c:v>0.43561500631942507</c:v>
                </c:pt>
                <c:pt idx="40">
                  <c:v>0.42885850485230087</c:v>
                </c:pt>
                <c:pt idx="41">
                  <c:v>0.4222468033942071</c:v>
                </c:pt>
                <c:pt idx="42">
                  <c:v>0.41577665439256034</c:v>
                </c:pt>
                <c:pt idx="43">
                  <c:v>0.40944481937967897</c:v>
                </c:pt>
                <c:pt idx="44">
                  <c:v>0.4032481012444388</c:v>
                </c:pt>
                <c:pt idx="45">
                  <c:v>0.39718336606622273</c:v>
                </c:pt>
                <c:pt idx="46">
                  <c:v>0.3912475569854353</c:v>
                </c:pt>
                <c:pt idx="47">
                  <c:v>0.38543770208278616</c:v>
                </c:pt>
                <c:pt idx="48">
                  <c:v>0.37975091783058146</c:v>
                </c:pt>
                <c:pt idx="49">
                  <c:v>0.3741844093471011</c:v>
                </c:pt>
                <c:pt idx="50">
                  <c:v>0.36873546841572286</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#N/A</c:v>
                </c:pt>
                <c:pt idx="1">
                  <c:v>-0.4016129537885189</c:v>
                </c:pt>
                <c:pt idx="2">
                  <c:v>-0.41974792965352536</c:v>
                </c:pt>
                <c:pt idx="3">
                  <c:v>-0.43703521077919005</c:v>
                </c:pt>
                <c:pt idx="4">
                  <c:v>-0.4529877114648223</c:v>
                </c:pt>
                <c:pt idx="5">
                  <c:v>-0.4671417925836086</c:v>
                </c:pt>
                <c:pt idx="6">
                  <c:v>-0.4791066325876713</c:v>
                </c:pt>
                <c:pt idx="7">
                  <c:v>-0.48860662430075236</c:v>
                </c:pt>
                <c:pt idx="8">
                  <c:v>-0.4955069827182293</c:v>
                </c:pt>
                <c:pt idx="9">
                  <c:v>-0.4998173632048766</c:v>
                </c:pt>
                <c:pt idx="10">
                  <c:v>-0.5016746955723524</c:v>
                </c:pt>
                <c:pt idx="11">
                  <c:v>-0.501311730172309</c:v>
                </c:pt>
                <c:pt idx="12">
                  <c:v>-0.4990199920647343</c:v>
                </c:pt>
                <c:pt idx="13">
                  <c:v>-0.4951148570164167</c:v>
                </c:pt>
                <c:pt idx="14">
                  <c:v>-0.48990762659880094</c:v>
                </c:pt>
                <c:pt idx="15">
                  <c:v>-0.4836863940009594</c:v>
                </c:pt>
                <c:pt idx="16">
                  <c:v>-0.47670519765816627</c:v>
                </c:pt>
                <c:pt idx="17">
                  <c:v>-0.4691797520578609</c:v>
                </c:pt>
                <c:pt idx="18">
                  <c:v>-0.46128772805530494</c:v>
                </c:pt>
                <c:pt idx="19">
                  <c:v>-0.45317176883703786</c:v>
                </c:pt>
                <c:pt idx="20">
                  <c:v>-0.4449438573007107</c:v>
                </c:pt>
                <c:pt idx="21">
                  <c:v>-0.43669009709934964</c:v>
                </c:pt>
                <c:pt idx="22">
                  <c:v>-0.42847533953559397</c:v>
                </c:pt>
                <c:pt idx="23">
                  <c:v>-0.4203473570190927</c:v>
                </c:pt>
                <c:pt idx="24">
                  <c:v>-0.412340440356344</c:v>
                </c:pt>
                <c:pt idx="25">
                  <c:v>-0.4044784031025982</c:v>
                </c:pt>
                <c:pt idx="26">
                  <c:v>-0.39677703335199904</c:v>
                </c:pt>
                <c:pt idx="27">
                  <c:v>-0.3892460593393202</c:v>
                </c:pt>
                <c:pt idx="28">
                  <c:v>-0.38189070277380094</c:v>
                </c:pt>
                <c:pt idx="29">
                  <c:v>-0.3747128913465697</c:v>
                </c:pt>
                <c:pt idx="30">
                  <c:v>-0.36771219458547433</c:v>
                </c:pt>
                <c:pt idx="31">
                  <c:v>-0.36088653823238037</c:v>
                </c:pt>
                <c:pt idx="32">
                  <c:v>-0.35423274325668813</c:v>
                </c:pt>
                <c:pt idx="33">
                  <c:v>-0.3477469273065148</c:v>
                </c:pt>
                <c:pt idx="34">
                  <c:v>-0.34142479916598517</c:v>
                </c:pt>
                <c:pt idx="35">
                  <c:v>-0.33526187068907876</c:v>
                </c:pt>
                <c:pt idx="36">
                  <c:v>-0.32925360564646455</c:v>
                </c:pt>
                <c:pt idx="37">
                  <c:v>-0.32339552082401996</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-0.32339552082401996</c:v>
                </c:pt>
                <c:pt idx="38">
                  <c:v>-0.3176832514053081</c:v>
                </c:pt>
                <c:pt idx="39">
                  <c:v>-0.312112590022515</c:v>
                </c:pt>
                <c:pt idx="40">
                  <c:v>-0.3066795067472577</c:v>
                </c:pt>
                <c:pt idx="41">
                  <c:v>-0.301380155615667</c:v>
                </c:pt>
                <c:pt idx="42">
                  <c:v>-0.2962108719531468</c:v>
                </c:pt>
                <c:pt idx="43">
                  <c:v>-0.29116816371672655</c:v>
                </c:pt>
                <c:pt idx="44">
                  <c:v>-0.28624869924978774</c:v>
                </c:pt>
                <c:pt idx="45">
                  <c:v>-0.2814492932004028</c:v>
                </c:pt>
                <c:pt idx="46">
                  <c:v>-0.2767668918550792</c:v>
                </c:pt>
                <c:pt idx="47">
                  <c:v>-0.27219855875436805</c:v>
                </c:pt>
                <c:pt idx="48">
                  <c:v>-0.2677414611632377</c:v>
                </c:pt>
                <c:pt idx="49">
                  <c:v>-0.26339285774755966</c:v>
                </c:pt>
                <c:pt idx="50">
                  <c:v>-0.25915008764417646</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#N/A</c:v>
                </c:pt>
                <c:pt idx="1">
                  <c:v>1.229770821046114</c:v>
                </c:pt>
                <c:pt idx="2">
                  <c:v>1.335260125872016</c:v>
                </c:pt>
                <c:pt idx="3">
                  <c:v>1.3911376749637128</c:v>
                </c:pt>
                <c:pt idx="4">
                  <c:v>1.3952354291154145</c:v>
                </c:pt>
                <c:pt idx="5">
                  <c:v>1.3612995342276097</c:v>
                </c:pt>
                <c:pt idx="6">
                  <c:v>1.306423218617042</c:v>
                </c:pt>
                <c:pt idx="7">
                  <c:v>1.2432191034062932</c:v>
                </c:pt>
                <c:pt idx="8">
                  <c:v>1.1788586890026629</c:v>
                </c:pt>
                <c:pt idx="9">
                  <c:v>1.1167512741838297</c:v>
                </c:pt>
                <c:pt idx="10">
                  <c:v>1.0582267434981585</c:v>
                </c:pt>
                <c:pt idx="11">
                  <c:v>1.003609813941804</c:v>
                </c:pt>
                <c:pt idx="12">
                  <c:v>0.9527965302152037</c:v>
                </c:pt>
                <c:pt idx="13">
                  <c:v>0.9055333466684451</c:v>
                </c:pt>
                <c:pt idx="14">
                  <c:v>0.8615394423349755</c:v>
                </c:pt>
                <c:pt idx="15">
                  <c:v>0.8205525644377073</c:v>
                </c:pt>
                <c:pt idx="16">
                  <c:v>0.7823404880926162</c:v>
                </c:pt>
                <c:pt idx="17">
                  <c:v>0.7466989543886045</c:v>
                </c:pt>
                <c:pt idx="18">
                  <c:v>0.7134457720036904</c:v>
                </c:pt>
                <c:pt idx="19">
                  <c:v>0.6824151005306746</c:v>
                </c:pt>
                <c:pt idx="20">
                  <c:v>0.653453205170238</c:v>
                </c:pt>
                <c:pt idx="21">
                  <c:v>0.6264157748425915</c:v>
                </c:pt>
                <c:pt idx="22">
                  <c:v>0.6011664637682438</c:v>
                </c:pt>
                <c:pt idx="23">
                  <c:v>0.577576239161056</c:v>
                </c:pt>
                <c:pt idx="24">
                  <c:v>0.5555231814824243</c:v>
                </c:pt>
                <c:pt idx="25">
                  <c:v>0.5348924850010109</c:v>
                </c:pt>
                <c:pt idx="26">
                  <c:v>0.5155765004802301</c:v>
                </c:pt>
                <c:pt idx="27">
                  <c:v>0.4974747338799724</c:v>
                </c:pt>
                <c:pt idx="28">
                  <c:v>0.48049376394580945</c:v>
                </c:pt>
                <c:pt idx="29">
                  <c:v>0.4645470716079926</c:v>
                </c:pt>
                <c:pt idx="30">
                  <c:v>0.4495547904775143</c:v>
                </c:pt>
                <c:pt idx="31">
                  <c:v>0.4354433950684378</c:v>
                </c:pt>
                <c:pt idx="32">
                  <c:v>0.42214534524538366</c:v>
                </c:pt>
                <c:pt idx="33">
                  <c:v>0.4095987042609056</c:v>
                </c:pt>
                <c:pt idx="34">
                  <c:v>0.39774674520477127</c:v>
                </c:pt>
                <c:pt idx="35">
                  <c:v>0.38653755769111087</c:v>
                </c:pt>
                <c:pt idx="36">
                  <c:v>0.3759236636973288</c:v>
                </c:pt>
                <c:pt idx="37">
                  <c:v>0.3658616488918807</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0.3658616488918807</c:v>
                </c:pt>
                <c:pt idx="38">
                  <c:v>0.3563118136495352</c:v>
                </c:pt>
                <c:pt idx="39">
                  <c:v>0.3472378462519218</c:v>
                </c:pt>
                <c:pt idx="40">
                  <c:v>0.3386065194708943</c:v>
                </c:pt>
                <c:pt idx="41">
                  <c:v>0.33038741077121875</c:v>
                </c:pt>
                <c:pt idx="42">
                  <c:v>0.32255264568574654</c:v>
                </c:pt>
                <c:pt idx="43">
                  <c:v>0.31507666345078444</c:v>
                </c:pt>
                <c:pt idx="44">
                  <c:v>0.30793600369280033</c:v>
                </c:pt>
                <c:pt idx="45">
                  <c:v>0.3011091127861977</c:v>
                </c:pt>
                <c:pt idx="46">
                  <c:v>0.29457616842258494</c:v>
                </c:pt>
                <c:pt idx="47">
                  <c:v>0.2883189209186016</c:v>
                </c:pt>
                <c:pt idx="48">
                  <c:v>0.2823205498204877</c:v>
                </c:pt>
                <c:pt idx="49">
                  <c:v>0.2765655344249375</c:v>
                </c:pt>
                <c:pt idx="50">
                  <c:v>0.27103953691582205</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205057.9761428833</c:v>
                </c:pt>
                <c:pt idx="2">
                  <c:v>413636.3321800232</c:v>
                </c:pt>
                <c:pt idx="3">
                  <c:v>625658.5922431946</c:v>
                </c:pt>
                <c:pt idx="4">
                  <c:v>841038.0471725464</c:v>
                </c:pt>
                <c:pt idx="5">
                  <c:v>1059677.717514038</c:v>
                </c:pt>
                <c:pt idx="6">
                  <c:v>1281470.3891868591</c:v>
                </c:pt>
                <c:pt idx="7">
                  <c:v>1506298.725578308</c:v>
                </c:pt>
                <c:pt idx="8">
                  <c:v>1734035.458869934</c:v>
                </c:pt>
                <c:pt idx="9">
                  <c:v>1964543.6623306274</c:v>
                </c:pt>
                <c:pt idx="10">
                  <c:v>2197677.104347229</c:v>
                </c:pt>
                <c:pt idx="11">
                  <c:v>2433280.6835136414</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2433280.6835136414</c:v>
                </c:pt>
                <c:pt idx="12">
                  <c:v>2671190.943092346</c:v>
                </c:pt>
                <c:pt idx="13">
                  <c:v>2911236.661708832</c:v>
                </c:pt>
                <c:pt idx="14">
                  <c:v>3153239.5158805847</c:v>
                </c:pt>
                <c:pt idx="15">
                  <c:v>3397014.808868408</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10530.095207214355</c:v>
                </c:pt>
                <c:pt idx="2">
                  <c:v>21068.067455291748</c:v>
                </c:pt>
                <c:pt idx="3">
                  <c:v>31613.87258529663</c:v>
                </c:pt>
                <c:pt idx="4">
                  <c:v>42167.46625137329</c:v>
                </c:pt>
                <c:pt idx="5">
                  <c:v>52728.80390930176</c:v>
                </c:pt>
                <c:pt idx="6">
                  <c:v>63297.84084320068</c:v>
                </c:pt>
                <c:pt idx="7">
                  <c:v>73874.53214645386</c:v>
                </c:pt>
                <c:pt idx="8">
                  <c:v>84458.8327331543</c:v>
                </c:pt>
                <c:pt idx="9">
                  <c:v>95050.69732666016</c:v>
                </c:pt>
                <c:pt idx="10">
                  <c:v>105650.08048248291</c:v>
                </c:pt>
                <c:pt idx="11">
                  <c:v>116256.93656158447</c:v>
                </c:pt>
                <c:pt idx="12">
                  <c:v>126871.21974945068</c:v>
                </c:pt>
                <c:pt idx="13">
                  <c:v>137492.884059906</c:v>
                </c:pt>
                <c:pt idx="14">
                  <c:v>148121.88332366943</c:v>
                </c:pt>
                <c:pt idx="15">
                  <c:v>158758.1711921692</c:v>
                </c:pt>
                <c:pt idx="16">
                  <c:v>169401.70114898682</c:v>
                </c:pt>
                <c:pt idx="17">
                  <c:v>180052.4264984131</c:v>
                </c:pt>
                <c:pt idx="18">
                  <c:v>190710.3003768921</c:v>
                </c:pt>
                <c:pt idx="19">
                  <c:v>201375.27574157715</c:v>
                </c:pt>
                <c:pt idx="20">
                  <c:v>212047.3053817749</c:v>
                </c:pt>
                <c:pt idx="21">
                  <c:v>222726.34191513062</c:v>
                </c:pt>
                <c:pt idx="22">
                  <c:v>233412.33779907227</c:v>
                </c:pt>
                <c:pt idx="23">
                  <c:v>244105.24531173706</c:v>
                </c:pt>
                <c:pt idx="24">
                  <c:v>254805.01657104492</c:v>
                </c:pt>
                <c:pt idx="25">
                  <c:v>265511.6035308838</c:v>
                </c:pt>
                <c:pt idx="26">
                  <c:v>276224.9579772949</c:v>
                </c:pt>
                <c:pt idx="27">
                  <c:v>286945.0315322876</c:v>
                </c:pt>
                <c:pt idx="28">
                  <c:v>297671.7756652832</c:v>
                </c:pt>
                <c:pt idx="29">
                  <c:v>308405.14167404175</c:v>
                </c:pt>
                <c:pt idx="30">
                  <c:v>319145.08070373535</c:v>
                </c:pt>
                <c:pt idx="31">
                  <c:v>329891.54373931885</c:v>
                </c:pt>
                <c:pt idx="32">
                  <c:v>340644.4816055298</c:v>
                </c:pt>
                <c:pt idx="33">
                  <c:v>351403.8449783325</c:v>
                </c:pt>
                <c:pt idx="34">
                  <c:v>362169.5843734741</c:v>
                </c:pt>
                <c:pt idx="35">
                  <c:v>372941.65016174316</c:v>
                </c:pt>
                <c:pt idx="36">
                  <c:v>383719.99254608154</c:v>
                </c:pt>
                <c:pt idx="37">
                  <c:v>394504.56159210205</c:v>
                </c:pt>
                <c:pt idx="38">
                  <c:v>405295.307220459</c:v>
                </c:pt>
                <c:pt idx="39">
                  <c:v>416092.17918395996</c:v>
                </c:pt>
                <c:pt idx="40">
                  <c:v>426895.1271095276</c:v>
                </c:pt>
                <c:pt idx="41">
                  <c:v>437704.1004638672</c:v>
                </c:pt>
                <c:pt idx="42">
                  <c:v>448519.0485839844</c:v>
                </c:pt>
                <c:pt idx="43">
                  <c:v>459339.9206466675</c:v>
                </c:pt>
                <c:pt idx="44">
                  <c:v>470166.6656990051</c:v>
                </c:pt>
                <c:pt idx="45">
                  <c:v>480999.23264694214</c:v>
                </c:pt>
                <c:pt idx="46">
                  <c:v>491837.57025527954</c:v>
                </c:pt>
                <c:pt idx="47">
                  <c:v>502681.62715148926</c:v>
                </c:pt>
                <c:pt idx="48">
                  <c:v>513531.3518295288</c:v>
                </c:pt>
                <c:pt idx="49">
                  <c:v>524386.6926422119</c:v>
                </c:pt>
                <c:pt idx="50">
                  <c:v>535247.5978240967</c:v>
                </c:pt>
                <c:pt idx="51">
                  <c:v>546114.0154533386</c:v>
                </c:pt>
                <c:pt idx="52">
                  <c:v>556985.8935012817</c:v>
                </c:pt>
                <c:pt idx="53">
                  <c:v>567863.1798019409</c:v>
                </c:pt>
                <c:pt idx="54">
                  <c:v>578745.8220596313</c:v>
                </c:pt>
                <c:pt idx="55">
                  <c:v>589633.7678527832</c:v>
                </c:pt>
                <c:pt idx="56">
                  <c:v>600526.9646377563</c:v>
                </c:pt>
                <c:pt idx="57">
                  <c:v>611425.3597450256</c:v>
                </c:pt>
                <c:pt idx="58">
                  <c:v>622328.9003829956</c:v>
                </c:pt>
                <c:pt idx="59">
                  <c:v>633237.5336456299</c:v>
                </c:pt>
                <c:pt idx="60">
                  <c:v>644151.2065010071</c:v>
                </c:pt>
                <c:pt idx="61">
                  <c:v>655069.8658027649</c:v>
                </c:pt>
                <c:pt idx="62">
                  <c:v>665993.4582901001</c:v>
                </c:pt>
                <c:pt idx="63">
                  <c:v>676921.9305839539</c:v>
                </c:pt>
                <c:pt idx="64">
                  <c:v>687855.2291984558</c:v>
                </c:pt>
                <c:pt idx="65">
                  <c:v>698793.30052948</c:v>
                </c:pt>
                <c:pt idx="66">
                  <c:v>709736.0908737183</c:v>
                </c:pt>
                <c:pt idx="67">
                  <c:v>720683.5464019775</c:v>
                </c:pt>
                <c:pt idx="68">
                  <c:v>731635.6131973267</c:v>
                </c:pt>
                <c:pt idx="69">
                  <c:v>742592.2372245789</c:v>
                </c:pt>
                <c:pt idx="70">
                  <c:v>753553.3643569946</c:v>
                </c:pt>
                <c:pt idx="71">
                  <c:v>764518.9403457642</c:v>
                </c:pt>
                <c:pt idx="72">
                  <c:v>775488.9108657837</c:v>
                </c:pt>
                <c:pt idx="73">
                  <c:v>786463.2214736938</c:v>
                </c:pt>
                <c:pt idx="74">
                  <c:v>797441.8176422119</c:v>
                </c:pt>
                <c:pt idx="75">
                  <c:v>808424.644744873</c:v>
                </c:pt>
                <c:pt idx="76">
                  <c:v>819411.6480445862</c:v>
                </c:pt>
                <c:pt idx="77">
                  <c:v>830402.7727432251</c:v>
                </c:pt>
                <c:pt idx="78">
                  <c:v>841397.9639205933</c:v>
                </c:pt>
                <c:pt idx="79">
                  <c:v>852397.1665916443</c:v>
                </c:pt>
                <c:pt idx="80">
                  <c:v>863400.325668335</c:v>
                </c:pt>
                <c:pt idx="81">
                  <c:v>874407.3859786987</c:v>
                </c:pt>
                <c:pt idx="82">
                  <c:v>885418.2922668457</c:v>
                </c:pt>
                <c:pt idx="83">
                  <c:v>896432.9892044067</c:v>
                </c:pt>
                <c:pt idx="84">
                  <c:v>907451.4213638306</c:v>
                </c:pt>
                <c:pt idx="85">
                  <c:v>918473.5332527161</c:v>
                </c:pt>
                <c:pt idx="86">
                  <c:v>929499.2692909241</c:v>
                </c:pt>
                <c:pt idx="87">
                  <c:v>940528.5738296509</c:v>
                </c:pt>
                <c:pt idx="88">
                  <c:v>951561.3911361694</c:v>
                </c:pt>
                <c:pt idx="89">
                  <c:v>962597.6654205322</c:v>
                </c:pt>
                <c:pt idx="90">
                  <c:v>973637.3407974243</c:v>
                </c:pt>
                <c:pt idx="91">
                  <c:v>984680.3613395691</c:v>
                </c:pt>
                <c:pt idx="92">
                  <c:v>995726.6710281372</c:v>
                </c:pt>
                <c:pt idx="93">
                  <c:v>1006776.2137908936</c:v>
                </c:pt>
                <c:pt idx="94">
                  <c:v>1017828.9334869385</c:v>
                </c:pt>
                <c:pt idx="95">
                  <c:v>1028884.7739105225</c:v>
                </c:pt>
                <c:pt idx="96">
                  <c:v>1039943.6788024902</c:v>
                </c:pt>
                <c:pt idx="97">
                  <c:v>1051005.591835022</c:v>
                </c:pt>
                <c:pt idx="98">
                  <c:v>1062070.456626892</c:v>
                </c:pt>
                <c:pt idx="99">
                  <c:v>1073138.2167358398</c:v>
                </c:pt>
                <c:pt idx="100">
                  <c:v>1084208.8156776428</c:v>
                </c:pt>
                <c:pt idx="101">
                  <c:v>1095282.1969032288</c:v>
                </c:pt>
                <c:pt idx="102">
                  <c:v>1106358.3038101196</c:v>
                </c:pt>
                <c:pt idx="103">
                  <c:v>1117437.0797576904</c:v>
                </c:pt>
                <c:pt idx="104">
                  <c:v>1128518.4680480957</c:v>
                </c:pt>
                <c:pt idx="105">
                  <c:v>1139602.4119491577</c:v>
                </c:pt>
                <c:pt idx="106">
                  <c:v>1150688.8546676636</c:v>
                </c:pt>
                <c:pt idx="107">
                  <c:v>1161777.7393875122</c:v>
                </c:pt>
                <c:pt idx="108">
                  <c:v>1172869.0092315674</c:v>
                </c:pt>
                <c:pt idx="109">
                  <c:v>1183962.60729599</c:v>
                </c:pt>
                <c:pt idx="110">
                  <c:v>1195058.476638794</c:v>
                </c:pt>
                <c:pt idx="111">
                  <c:v>1206156.5602798462</c:v>
                </c:pt>
                <c:pt idx="112">
                  <c:v>1217256.8012046814</c:v>
                </c:pt>
                <c:pt idx="113">
                  <c:v>1228359.1423721313</c:v>
                </c:pt>
                <c:pt idx="114">
                  <c:v>1239463.5266990662</c:v>
                </c:pt>
                <c:pt idx="115">
                  <c:v>1250569.8970909119</c:v>
                </c:pt>
                <c:pt idx="116">
                  <c:v>1261678.196407318</c:v>
                </c:pt>
                <c:pt idx="117">
                  <c:v>1272788.3674926758</c:v>
                </c:pt>
                <c:pt idx="118">
                  <c:v>1283900.353176117</c:v>
                </c:pt>
                <c:pt idx="119">
                  <c:v>1295014.096244812</c:v>
                </c:pt>
                <c:pt idx="120">
                  <c:v>1306129.5394821167</c:v>
                </c:pt>
                <c:pt idx="121">
                  <c:v>1317246.6256484985</c:v>
                </c:pt>
                <c:pt idx="122">
                  <c:v>1328365.2974853516</c:v>
                </c:pt>
                <c:pt idx="123">
                  <c:v>1339485.497718811</c:v>
                </c:pt>
                <c:pt idx="124">
                  <c:v>1350607.1690750122</c:v>
                </c:pt>
                <c:pt idx="125">
                  <c:v>1361730.2542495728</c:v>
                </c:pt>
                <c:pt idx="126">
                  <c:v>1372854.6959381104</c:v>
                </c:pt>
                <c:pt idx="127">
                  <c:v>1383980.4368362427</c:v>
                </c:pt>
                <c:pt idx="128">
                  <c:v>1395107.4196128845</c:v>
                </c:pt>
                <c:pt idx="129">
                  <c:v>1406235.5869560242</c:v>
                </c:pt>
                <c:pt idx="130">
                  <c:v>1417364.8815345764</c:v>
                </c:pt>
                <c:pt idx="131">
                  <c:v>1428495.2460250854</c:v>
                </c:pt>
                <c:pt idx="132">
                  <c:v>1439626.6231002808</c:v>
                </c:pt>
                <c:pt idx="133">
                  <c:v>1450758.9554367065</c:v>
                </c:pt>
                <c:pt idx="134">
                  <c:v>1461892.185722351</c:v>
                </c:pt>
                <c:pt idx="135">
                  <c:v>1473026.2566375732</c:v>
                </c:pt>
                <c:pt idx="136">
                  <c:v>1484161.1108856201</c:v>
                </c:pt>
                <c:pt idx="137">
                  <c:v>1495296.6911621094</c:v>
                </c:pt>
                <c:pt idx="138">
                  <c:v>1506432.940196991</c:v>
                </c:pt>
                <c:pt idx="139">
                  <c:v>1517569.8007125854</c:v>
                </c:pt>
                <c:pt idx="140">
                  <c:v>1528707.215461731</c:v>
                </c:pt>
                <c:pt idx="141">
                  <c:v>1539845.1271972656</c:v>
                </c:pt>
                <c:pt idx="142">
                  <c:v>1550983.4787025452</c:v>
                </c:pt>
                <c:pt idx="143">
                  <c:v>1562122.212776184</c:v>
                </c:pt>
                <c:pt idx="144">
                  <c:v>1573261.2722473145</c:v>
                </c:pt>
                <c:pt idx="145">
                  <c:v>1584400.5999565125</c:v>
                </c:pt>
                <c:pt idx="146">
                  <c:v>1595540.1387710571</c:v>
                </c:pt>
                <c:pt idx="147">
                  <c:v>1606679.8315963745</c:v>
                </c:pt>
                <c:pt idx="148">
                  <c:v>1617819.621356964</c:v>
                </c:pt>
                <c:pt idx="149">
                  <c:v>1628959.451007843</c:v>
                </c:pt>
                <c:pt idx="150">
                  <c:v>1640099.2635383606</c:v>
                </c:pt>
                <c:pt idx="151">
                  <c:v>1651239.0019683838</c:v>
                </c:pt>
                <c:pt idx="152">
                  <c:v>1662378.609363556</c:v>
                </c:pt>
                <c:pt idx="153">
                  <c:v>1673518.0288162231</c:v>
                </c:pt>
                <c:pt idx="154">
                  <c:v>1684657.203453064</c:v>
                </c:pt>
                <c:pt idx="155">
                  <c:v>1695796.076461792</c:v>
                </c:pt>
                <c:pt idx="156">
                  <c:v>1706934.591053009</c:v>
                </c:pt>
                <c:pt idx="157">
                  <c:v>1718072.690486908</c:v>
                </c:pt>
                <c:pt idx="158">
                  <c:v>1729210.3180770874</c:v>
                </c:pt>
                <c:pt idx="159">
                  <c:v>1740347.4171676636</c:v>
                </c:pt>
                <c:pt idx="160">
                  <c:v>1751483.931175232</c:v>
                </c:pt>
                <c:pt idx="161">
                  <c:v>1762619.8035430908</c:v>
                </c:pt>
                <c:pt idx="162">
                  <c:v>1773754.9777793884</c:v>
                </c:pt>
                <c:pt idx="163">
                  <c:v>1784889.3974494934</c:v>
                </c:pt>
                <c:pt idx="164">
                  <c:v>1796023.0061645508</c:v>
                </c:pt>
                <c:pt idx="165">
                  <c:v>1807155.7476005554</c:v>
                </c:pt>
                <c:pt idx="166">
                  <c:v>1818287.565486908</c:v>
                </c:pt>
                <c:pt idx="167">
                  <c:v>1829418.4036216736</c:v>
                </c:pt>
                <c:pt idx="168">
                  <c:v>1840548.2058563232</c:v>
                </c:pt>
                <c:pt idx="169">
                  <c:v>1851676.9161109924</c:v>
                </c:pt>
                <c:pt idx="170">
                  <c:v>1862804.4783706665</c:v>
                </c:pt>
                <c:pt idx="171">
                  <c:v>1873930.8366851807</c:v>
                </c:pt>
                <c:pt idx="172">
                  <c:v>1885055.935180664</c:v>
                </c:pt>
                <c:pt idx="173">
                  <c:v>1896179.7180404663</c:v>
                </c:pt>
                <c:pt idx="174">
                  <c:v>1907302.1295318604</c:v>
                </c:pt>
                <c:pt idx="175">
                  <c:v>1918423.1139907837</c:v>
                </c:pt>
                <c:pt idx="176">
                  <c:v>1929542.6158294678</c:v>
                </c:pt>
                <c:pt idx="177">
                  <c:v>1940660.579536438</c:v>
                </c:pt>
                <c:pt idx="178">
                  <c:v>1951776.949672699</c:v>
                </c:pt>
                <c:pt idx="179">
                  <c:v>1962891.670890808</c:v>
                </c:pt>
                <c:pt idx="180">
                  <c:v>1974004.6879196167</c:v>
                </c:pt>
                <c:pt idx="181">
                  <c:v>1985115.94556427</c:v>
                </c:pt>
                <c:pt idx="182">
                  <c:v>1996225.3887290955</c:v>
                </c:pt>
                <c:pt idx="183">
                  <c:v>2007332.962387085</c:v>
                </c:pt>
                <c:pt idx="184">
                  <c:v>2018438.6116104126</c:v>
                </c:pt>
                <c:pt idx="185">
                  <c:v>2029542.2815589905</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2029542.2815589905</c:v>
                </c:pt>
                <c:pt idx="186">
                  <c:v>2040643.9174842834</c:v>
                </c:pt>
                <c:pt idx="187">
                  <c:v>2051743.4647216797</c:v>
                </c:pt>
                <c:pt idx="188">
                  <c:v>2062840.868713379</c:v>
                </c:pt>
                <c:pt idx="189">
                  <c:v>2073936.0749893188</c:v>
                </c:pt>
                <c:pt idx="190">
                  <c:v>2085029.02917099</c:v>
                </c:pt>
                <c:pt idx="191">
                  <c:v>2096119.6769866943</c:v>
                </c:pt>
                <c:pt idx="192">
                  <c:v>2107207.9642677307</c:v>
                </c:pt>
                <c:pt idx="193">
                  <c:v>2118293.836933136</c:v>
                </c:pt>
                <c:pt idx="194">
                  <c:v>2129377.241016388</c:v>
                </c:pt>
                <c:pt idx="195">
                  <c:v>2140458.1226501465</c:v>
                </c:pt>
                <c:pt idx="196">
                  <c:v>2151536.428073883</c:v>
                </c:pt>
                <c:pt idx="197">
                  <c:v>2162612.1036338806</c:v>
                </c:pt>
                <c:pt idx="198">
                  <c:v>2173685.0957870483</c:v>
                </c:pt>
                <c:pt idx="199">
                  <c:v>2184755.3510932922</c:v>
                </c:pt>
                <c:pt idx="200">
                  <c:v>2195822.816230774</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3723096.0618743896</c:v>
                </c:pt>
                <c:pt idx="2">
                  <c:v>8018637.028884888</c:v>
                </c:pt>
                <c:pt idx="3">
                  <c:v>12898827.505813599</c:v>
                </c:pt>
                <c:pt idx="4">
                  <c:v>18337766.71897888</c:v>
                </c:pt>
                <c:pt idx="5">
                  <c:v>24264355.70793152</c:v>
                </c:pt>
                <c:pt idx="6">
                  <c:v>30563423.83570099</c:v>
                </c:pt>
                <c:pt idx="7">
                  <c:v>37087029.03181839</c:v>
                </c:pt>
                <c:pt idx="8">
                  <c:v>43673851.979644775</c:v>
                </c:pt>
                <c:pt idx="9">
                  <c:v>50170936.83679199</c:v>
                </c:pt>
                <c:pt idx="10">
                  <c:v>56451236.27762222</c:v>
                </c:pt>
                <c:pt idx="11">
                  <c:v>62422914.64768982</c:v>
                </c:pt>
                <c:pt idx="12">
                  <c:v>68030178.2137146</c:v>
                </c:pt>
                <c:pt idx="13">
                  <c:v>73248160.02871704</c:v>
                </c:pt>
                <c:pt idx="14">
                  <c:v>78075144.76226425</c:v>
                </c:pt>
                <c:pt idx="15">
                  <c:v>82524713.23672867</c:v>
                </c:pt>
                <c:pt idx="16">
                  <c:v>86619212.46115112</c:v>
                </c:pt>
                <c:pt idx="17">
                  <c:v>90384985.44698715</c:v>
                </c:pt>
                <c:pt idx="18">
                  <c:v>93849231.08587646</c:v>
                </c:pt>
                <c:pt idx="19">
                  <c:v>97038140.28491592</c:v>
                </c:pt>
                <c:pt idx="20">
                  <c:v>99975930.41096878</c:v>
                </c:pt>
                <c:pt idx="21">
                  <c:v>102684462.42269897</c:v>
                </c:pt>
                <c:pt idx="22">
                  <c:v>105183207.97605515</c:v>
                </c:pt>
                <c:pt idx="23">
                  <c:v>107489407.93461227</c:v>
                </c:pt>
                <c:pt idx="24">
                  <c:v>109618320.42289734</c:v>
                </c:pt>
                <c:pt idx="25">
                  <c:v>111583496.39531326</c:v>
                </c:pt>
                <c:pt idx="26">
                  <c:v>113397047.21942139</c:v>
                </c:pt>
                <c:pt idx="27">
                  <c:v>115069885.77683258</c:v>
                </c:pt>
                <c:pt idx="28">
                  <c:v>116611933.13855743</c:v>
                </c:pt>
                <c:pt idx="29">
                  <c:v>118032289.19209671</c:v>
                </c:pt>
                <c:pt idx="30">
                  <c:v>119339369.19367981</c:v>
                </c:pt>
                <c:pt idx="31">
                  <c:v>120541010.08621216</c:v>
                </c:pt>
                <c:pt idx="32">
                  <c:v>121644551.20679855</c:v>
                </c:pt>
                <c:pt idx="33">
                  <c:v>122656894.12649536</c:v>
                </c:pt>
                <c:pt idx="34">
                  <c:v>123584546.09114838</c:v>
                </c:pt>
                <c:pt idx="35">
                  <c:v>124433651.04425812</c:v>
                </c:pt>
                <c:pt idx="36">
                  <c:v>125210011.62762451</c:v>
                </c:pt>
                <c:pt idx="37">
                  <c:v>125919104.94918823</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125919104.94918823</c:v>
                </c:pt>
                <c:pt idx="38">
                  <c:v>126566094.32806396</c:v>
                </c:pt>
                <c:pt idx="39">
                  <c:v>127155838.70301056</c:v>
                </c:pt>
                <c:pt idx="40">
                  <c:v>127692900.93641663</c:v>
                </c:pt>
                <c:pt idx="41">
                  <c:v>128181555.867733</c:v>
                </c:pt>
                <c:pt idx="42">
                  <c:v>128625798.66490173</c:v>
                </c:pt>
                <c:pt idx="43">
                  <c:v>129029353.7857132</c:v>
                </c:pt>
                <c:pt idx="44">
                  <c:v>129395684.68375778</c:v>
                </c:pt>
                <c:pt idx="45">
                  <c:v>129728004.26736069</c:v>
                </c:pt>
                <c:pt idx="46">
                  <c:v>130029286.03520203</c:v>
                </c:pt>
                <c:pt idx="47">
                  <c:v>130302275.76022339</c:v>
                </c:pt>
                <c:pt idx="48">
                  <c:v>130549503.56652832</c:v>
                </c:pt>
                <c:pt idx="49">
                  <c:v>130773296.23558044</c:v>
                </c:pt>
                <c:pt idx="50">
                  <c:v>130975789.58203506</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26179780.918006897</c:v>
                </c:pt>
                <c:pt idx="2">
                  <c:v>54771828.6565361</c:v>
                </c:pt>
                <c:pt idx="3">
                  <c:v>85740591.92891312</c:v>
                </c:pt>
                <c:pt idx="4">
                  <c:v>118968700.74848938</c:v>
                </c:pt>
                <c:pt idx="5">
                  <c:v>154249601.72377777</c:v>
                </c:pt>
                <c:pt idx="6">
                  <c:v>191287694.46124268</c:v>
                </c:pt>
                <c:pt idx="7">
                  <c:v>229707513.1967163</c:v>
                </c:pt>
                <c:pt idx="8">
                  <c:v>269071994.97592926</c:v>
                </c:pt>
                <c:pt idx="9">
                  <c:v>308908060.27111816</c:v>
                </c:pt>
                <c:pt idx="10">
                  <c:v>348736141.96194077</c:v>
                </c:pt>
                <c:pt idx="11">
                  <c:v>388099466.55391693</c:v>
                </c:pt>
                <c:pt idx="12">
                  <c:v>426589095.7881584</c:v>
                </c:pt>
                <c:pt idx="13">
                  <c:v>463861869.18924713</c:v>
                </c:pt>
                <c:pt idx="14">
                  <c:v>499650020.4451027</c:v>
                </c:pt>
                <c:pt idx="15">
                  <c:v>533762841.00717163</c:v>
                </c:pt>
                <c:pt idx="16">
                  <c:v>566081924.496769</c:v>
                </c:pt>
                <c:pt idx="17">
                  <c:v>596552078.9979935</c:v>
                </c:pt>
                <c:pt idx="18">
                  <c:v>625170000.1224899</c:v>
                </c:pt>
                <c:pt idx="19">
                  <c:v>651972441.8059158</c:v>
                </c:pt>
                <c:pt idx="20">
                  <c:v>677025110.6734695</c:v>
                </c:pt>
                <c:pt idx="21">
                  <c:v>700413002.5321808</c:v>
                </c:pt>
                <c:pt idx="22">
                  <c:v>722232485.8968735</c:v>
                </c:pt>
                <c:pt idx="23">
                  <c:v>742585147.5203705</c:v>
                </c:pt>
                <c:pt idx="24">
                  <c:v>761573240.7075348</c:v>
                </c:pt>
                <c:pt idx="25">
                  <c:v>779296493.3059387</c:v>
                </c:pt>
                <c:pt idx="26">
                  <c:v>795850009.8708878</c:v>
                </c:pt>
                <c:pt idx="27">
                  <c:v>811323016.766983</c:v>
                </c:pt>
                <c:pt idx="28">
                  <c:v>825798231.552288</c:v>
                </c:pt>
                <c:pt idx="29">
                  <c:v>839351676.8606186</c:v>
                </c:pt>
                <c:pt idx="30">
                  <c:v>852052797.1188812</c:v>
                </c:pt>
                <c:pt idx="31">
                  <c:v>863964770.272152</c:v>
                </c:pt>
                <c:pt idx="32">
                  <c:v>875144934.9121857</c:v>
                </c:pt>
                <c:pt idx="33">
                  <c:v>885645275.7486267</c:v>
                </c:pt>
                <c:pt idx="34">
                  <c:v>895512927.7911911</c:v>
                </c:pt>
                <c:pt idx="35">
                  <c:v>904790672.7342262</c:v>
                </c:pt>
                <c:pt idx="36">
                  <c:v>913517410.6919327</c:v>
                </c:pt>
                <c:pt idx="37">
                  <c:v>921728597.3866196</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921728597.3866196</c:v>
                </c:pt>
                <c:pt idx="38">
                  <c:v>929456641.7891922</c:v>
                </c:pt>
                <c:pt idx="39">
                  <c:v>936731262.5725479</c:v>
                </c:pt>
                <c:pt idx="40">
                  <c:v>943579803.9728928</c:v>
                </c:pt>
                <c:pt idx="41">
                  <c:v>950027513.0734711</c:v>
                </c:pt>
                <c:pt idx="42">
                  <c:v>956097781.3642921</c:v>
                </c:pt>
                <c:pt idx="43">
                  <c:v>961812353.8640518</c:v>
                </c:pt>
                <c:pt idx="44">
                  <c:v>967191509.244175</c:v>
                </c:pt>
                <c:pt idx="45">
                  <c:v>972254214.3615112</c:v>
                </c:pt>
                <c:pt idx="46">
                  <c:v>977018256.4531517</c:v>
                </c:pt>
                <c:pt idx="47">
                  <c:v>981500356.0201263</c:v>
                </c:pt>
                <c:pt idx="48">
                  <c:v>985716263.1610794</c:v>
                </c:pt>
                <c:pt idx="49">
                  <c:v>989680839.8342133</c:v>
                </c:pt>
                <c:pt idx="50">
                  <c:v>993408130.242981</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17057336.841300964</c:v>
                </c:pt>
                <c:pt idx="2">
                  <c:v>34705972.31590271</c:v>
                </c:pt>
                <c:pt idx="3">
                  <c:v>52626343.29784012</c:v>
                </c:pt>
                <c:pt idx="4">
                  <c:v>70481951.95468903</c:v>
                </c:pt>
                <c:pt idx="5">
                  <c:v>87952781.87421036</c:v>
                </c:pt>
                <c:pt idx="6">
                  <c:v>104764161.57608032</c:v>
                </c:pt>
                <c:pt idx="7">
                  <c:v>120705390.97632599</c:v>
                </c:pt>
                <c:pt idx="8">
                  <c:v>135636185.72681046</c:v>
                </c:pt>
                <c:pt idx="9">
                  <c:v>149482595.64649963</c:v>
                </c:pt>
                <c:pt idx="10">
                  <c:v>162226107.76307678</c:v>
                </c:pt>
                <c:pt idx="11">
                  <c:v>173889910.83338547</c:v>
                </c:pt>
                <c:pt idx="12">
                  <c:v>184525387.85251617</c:v>
                </c:pt>
                <c:pt idx="13">
                  <c:v>194200617.2348709</c:v>
                </c:pt>
                <c:pt idx="14">
                  <c:v>202991552.01514435</c:v>
                </c:pt>
                <c:pt idx="15">
                  <c:v>210975819.60588837</c:v>
                </c:pt>
                <c:pt idx="16">
                  <c:v>218228722.87263107</c:v>
                </c:pt>
                <c:pt idx="17">
                  <c:v>224820915.78131104</c:v>
                </c:pt>
                <c:pt idx="18">
                  <c:v>230817259.89808655</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230817259.89808655</c:v>
                </c:pt>
                <c:pt idx="19">
                  <c:v>236276459.41996765</c:v>
                </c:pt>
                <c:pt idx="20">
                  <c:v>241251174.40369415</c:v>
                </c:pt>
                <c:pt idx="21">
                  <c:v>245788401.9653244</c:v>
                </c:pt>
                <c:pt idx="22">
                  <c:v>249929986.0732231</c:v>
                </c:pt>
                <c:pt idx="23">
                  <c:v>253713168.33761597</c:v>
                </c:pt>
                <c:pt idx="24">
                  <c:v>257171128.0884552</c:v>
                </c:pt>
                <c:pt idx="25">
                  <c:v>260333483.8427925</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749829.7423934937</c:v>
                </c:pt>
                <c:pt idx="2">
                  <c:v>1524488.616897583</c:v>
                </c:pt>
                <c:pt idx="3">
                  <c:v>2324040.3113365173</c:v>
                </c:pt>
                <c:pt idx="4">
                  <c:v>3148452.31741333</c:v>
                </c:pt>
                <c:pt idx="5">
                  <c:v>3997588.6364974976</c:v>
                </c:pt>
                <c:pt idx="6">
                  <c:v>4871203.138511658</c:v>
                </c:pt>
                <c:pt idx="7">
                  <c:v>5768933.773792267</c:v>
                </c:pt>
                <c:pt idx="8">
                  <c:v>6690297.839427948</c:v>
                </c:pt>
                <c:pt idx="9">
                  <c:v>7634688.496646881</c:v>
                </c:pt>
                <c:pt idx="10">
                  <c:v>8601372.722896576</c:v>
                </c:pt>
                <c:pt idx="11">
                  <c:v>9589490.860946655</c:v>
                </c:pt>
                <c:pt idx="12">
                  <c:v>10598057.897987366</c:v>
                </c:pt>
                <c:pt idx="13">
                  <c:v>11625966.569965363</c:v>
                </c:pt>
                <c:pt idx="14">
                  <c:v>12671992.34193039</c:v>
                </c:pt>
                <c:pt idx="15">
                  <c:v>13734800.264705658</c:v>
                </c:pt>
                <c:pt idx="16">
                  <c:v>14812953.654380798</c:v>
                </c:pt>
                <c:pt idx="17">
                  <c:v>15904924.48557663</c:v>
                </c:pt>
                <c:pt idx="18">
                  <c:v>17009105.335243225</c:v>
                </c:pt>
                <c:pt idx="19">
                  <c:v>18123822.663406372</c:v>
                </c:pt>
                <c:pt idx="20">
                  <c:v>19247351.17340851</c:v>
                </c:pt>
                <c:pt idx="21">
                  <c:v>20377928.95906067</c:v>
                </c:pt>
                <c:pt idx="22">
                  <c:v>21513773.12177658</c:v>
                </c:pt>
                <c:pt idx="23">
                  <c:v>22653095.528289795</c:v>
                </c:pt>
                <c:pt idx="24">
                  <c:v>23794118.379444122</c:v>
                </c:pt>
                <c:pt idx="25">
                  <c:v>24935089.27304077</c:v>
                </c:pt>
                <c:pt idx="26">
                  <c:v>26074295.46728897</c:v>
                </c:pt>
                <c:pt idx="27">
                  <c:v>27210077.08503723</c:v>
                </c:pt>
                <c:pt idx="28">
                  <c:v>28340839.040527344</c:v>
                </c:pt>
                <c:pt idx="29">
                  <c:v>29465061.517227173</c:v>
                </c:pt>
                <c:pt idx="30">
                  <c:v>30581308.8753891</c:v>
                </c:pt>
                <c:pt idx="31">
                  <c:v>31688236.918502808</c:v>
                </c:pt>
                <c:pt idx="32">
                  <c:v>32784598.496559143</c:v>
                </c:pt>
                <c:pt idx="33">
                  <c:v>33869247.469200134</c:v>
                </c:pt>
                <c:pt idx="34">
                  <c:v>34941141.09180069</c:v>
                </c:pt>
                <c:pt idx="35">
                  <c:v>35999340.92089844</c:v>
                </c:pt>
                <c:pt idx="36">
                  <c:v>37043012.36234665</c:v>
                </c:pt>
                <c:pt idx="37">
                  <c:v>38071423.004776</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38071423.004776</c:v>
                </c:pt>
                <c:pt idx="38">
                  <c:v>39083939.89374542</c:v>
                </c:pt>
                <c:pt idx="39">
                  <c:v>40080025.90802765</c:v>
                </c:pt>
                <c:pt idx="40">
                  <c:v>41059235.39979553</c:v>
                </c:pt>
                <c:pt idx="41">
                  <c:v>42021209.25626373</c:v>
                </c:pt>
                <c:pt idx="42">
                  <c:v>42965669.53171158</c:v>
                </c:pt>
                <c:pt idx="43">
                  <c:v>43892413.78776169</c:v>
                </c:pt>
                <c:pt idx="44">
                  <c:v>44801309.26620865</c:v>
                </c:pt>
                <c:pt idx="45">
                  <c:v>45692287.004291534</c:v>
                </c:pt>
                <c:pt idx="46">
                  <c:v>46565335.98696518</c:v>
                </c:pt>
                <c:pt idx="47">
                  <c:v>47420497.41584778</c:v>
                </c:pt>
                <c:pt idx="48">
                  <c:v>48257859.159957886</c:v>
                </c:pt>
                <c:pt idx="49">
                  <c:v>49077550.439632416</c:v>
                </c:pt>
                <c:pt idx="50">
                  <c:v>49879736.7828064</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1453595.811088562</c:v>
                </c:pt>
                <c:pt idx="2">
                  <c:v>2969075.086528778</c:v>
                </c:pt>
                <c:pt idx="3">
                  <c:v>4546386.886795044</c:v>
                </c:pt>
                <c:pt idx="4">
                  <c:v>6185041.514312744</c:v>
                </c:pt>
                <c:pt idx="5">
                  <c:v>7884074.189769745</c:v>
                </c:pt>
                <c:pt idx="6">
                  <c:v>9642015.298583984</c:v>
                </c:pt>
                <c:pt idx="7">
                  <c:v>11456869.097789764</c:v>
                </c:pt>
                <c:pt idx="8">
                  <c:v>13326102.656013489</c:v>
                </c:pt>
                <c:pt idx="9">
                  <c:v>15246646.55046463</c:v>
                </c:pt>
                <c:pt idx="10">
                  <c:v>17214908.46231842</c:v>
                </c:pt>
                <c:pt idx="11">
                  <c:v>19226800.3054657</c:v>
                </c:pt>
                <c:pt idx="12">
                  <c:v>21277778.91809845</c:v>
                </c:pt>
                <c:pt idx="13">
                  <c:v>23362899.679504395</c:v>
                </c:pt>
                <c:pt idx="14">
                  <c:v>25476881.735557556</c:v>
                </c:pt>
                <c:pt idx="15">
                  <c:v>27614182.87991333</c:v>
                </c:pt>
                <c:pt idx="16">
                  <c:v>29769081.5998497</c:v>
                </c:pt>
                <c:pt idx="17">
                  <c:v>31935763.403518677</c:v>
                </c:pt>
                <c:pt idx="18">
                  <c:v>34108408.33472061</c:v>
                </c:pt>
                <c:pt idx="19">
                  <c:v>36281276.5693779</c:v>
                </c:pt>
                <c:pt idx="20">
                  <c:v>38448789.171886444</c:v>
                </c:pt>
                <c:pt idx="21">
                  <c:v>40605601.44852066</c:v>
                </c:pt>
                <c:pt idx="22">
                  <c:v>42746666.830703735</c:v>
                </c:pt>
                <c:pt idx="23">
                  <c:v>44867289.80591965</c:v>
                </c:pt>
                <c:pt idx="24">
                  <c:v>46963167.03591919</c:v>
                </c:pt>
                <c:pt idx="25">
                  <c:v>49030416.41069412</c:v>
                </c:pt>
                <c:pt idx="26">
                  <c:v>51065594.3397789</c:v>
                </c:pt>
                <c:pt idx="27">
                  <c:v>53065702.04780197</c:v>
                </c:pt>
                <c:pt idx="28">
                  <c:v>55028181.99953842</c:v>
                </c:pt>
                <c:pt idx="29">
                  <c:v>56950905.82371521</c:v>
                </c:pt>
                <c:pt idx="30">
                  <c:v>58832155.23806381</c:v>
                </c:pt>
                <c:pt idx="31">
                  <c:v>60670597.51224899</c:v>
                </c:pt>
                <c:pt idx="32">
                  <c:v>62465256.95725632</c:v>
                </c:pt>
                <c:pt idx="33">
                  <c:v>64215483.81934738</c:v>
                </c:pt>
                <c:pt idx="34">
                  <c:v>65920921.803188324</c:v>
                </c:pt>
                <c:pt idx="35">
                  <c:v>67581475.27074432</c:v>
                </c:pt>
                <c:pt idx="36">
                  <c:v>69197276.97539902</c:v>
                </c:pt>
                <c:pt idx="37">
                  <c:v>70768657.00676727</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70768657.00676727</c:v>
                </c:pt>
                <c:pt idx="38">
                  <c:v>72296113.44968414</c:v>
                </c:pt>
                <c:pt idx="39">
                  <c:v>73780285.10700226</c:v>
                </c:pt>
                <c:pt idx="40">
                  <c:v>75221926.50302124</c:v>
                </c:pt>
                <c:pt idx="41">
                  <c:v>76621885.27374268</c:v>
                </c:pt>
                <c:pt idx="42">
                  <c:v>77981081.96134186</c:v>
                </c:pt>
                <c:pt idx="43">
                  <c:v>79300492.16172028</c:v>
                </c:pt>
                <c:pt idx="44">
                  <c:v>80581130.92307281</c:v>
                </c:pt>
                <c:pt idx="45">
                  <c:v>81824039.25833893</c:v>
                </c:pt>
                <c:pt idx="46">
                  <c:v>83030272.61179352</c:v>
                </c:pt>
                <c:pt idx="47">
                  <c:v>84200891.10808563</c:v>
                </c:pt>
                <c:pt idx="48">
                  <c:v>85336951.40778732</c:v>
                </c:pt>
                <c:pt idx="49">
                  <c:v>86439499.99579239</c:v>
                </c:pt>
                <c:pt idx="50">
                  <c:v>87509567.73520279</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11152648.694049835</c:v>
                </c:pt>
                <c:pt idx="2">
                  <c:v>23242713.795368195</c:v>
                </c:pt>
                <c:pt idx="3">
                  <c:v>36188276.62111664</c:v>
                </c:pt>
                <c:pt idx="4">
                  <c:v>49860643.16448593</c:v>
                </c:pt>
                <c:pt idx="5">
                  <c:v>64088685.120082855</c:v>
                </c:pt>
                <c:pt idx="6">
                  <c:v>78669444.07374191</c:v>
                </c:pt>
                <c:pt idx="7">
                  <c:v>93383692.72454071</c:v>
                </c:pt>
                <c:pt idx="8">
                  <c:v>108013726.97982788</c:v>
                </c:pt>
                <c:pt idx="9">
                  <c:v>122360062.06518555</c:v>
                </c:pt>
                <c:pt idx="10">
                  <c:v>136254182.42804718</c:v>
                </c:pt>
                <c:pt idx="11">
                  <c:v>149565785.16209793</c:v>
                </c:pt>
                <c:pt idx="12">
                  <c:v>162204462.12992477</c:v>
                </c:pt>
                <c:pt idx="13">
                  <c:v>174116921.78927612</c:v>
                </c:pt>
                <c:pt idx="14">
                  <c:v>185281388.88801575</c:v>
                </c:pt>
                <c:pt idx="15">
                  <c:v>195700789.66457748</c:v>
                </c:pt>
                <c:pt idx="16">
                  <c:v>205395958.74861145</c:v>
                </c:pt>
                <c:pt idx="17">
                  <c:v>214399630.37266922</c:v>
                </c:pt>
                <c:pt idx="18">
                  <c:v>222751559.9401474</c:v>
                </c:pt>
                <c:pt idx="19">
                  <c:v>230494828.58259964</c:v>
                </c:pt>
                <c:pt idx="20">
                  <c:v>237673214.33436584</c:v>
                </c:pt>
                <c:pt idx="21">
                  <c:v>244329440.03902435</c:v>
                </c:pt>
                <c:pt idx="22">
                  <c:v>250504095.4220543</c:v>
                </c:pt>
                <c:pt idx="23">
                  <c:v>256235050.3589859</c:v>
                </c:pt>
                <c:pt idx="24">
                  <c:v>261557208.92019653</c:v>
                </c:pt>
                <c:pt idx="25">
                  <c:v>266502488.095356</c:v>
                </c:pt>
                <c:pt idx="26">
                  <c:v>271099935.7407265</c:v>
                </c:pt>
                <c:pt idx="27">
                  <c:v>275375927.29003143</c:v>
                </c:pt>
                <c:pt idx="28">
                  <c:v>279354400.01805496</c:v>
                </c:pt>
                <c:pt idx="29">
                  <c:v>283057097.868145</c:v>
                </c:pt>
                <c:pt idx="30">
                  <c:v>286503810.02687454</c:v>
                </c:pt>
                <c:pt idx="31">
                  <c:v>289712593.50229263</c:v>
                </c:pt>
                <c:pt idx="32">
                  <c:v>292699974.7458153</c:v>
                </c:pt>
                <c:pt idx="33">
                  <c:v>295481128.4947357</c:v>
                </c:pt>
                <c:pt idx="34">
                  <c:v>298070033.9893799</c:v>
                </c:pt>
                <c:pt idx="35">
                  <c:v>300479609.89517593</c:v>
                </c:pt>
                <c:pt idx="36">
                  <c:v>302721829.8937683</c:v>
                </c:pt>
                <c:pt idx="37">
                  <c:v>304807821.18211365</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304807821.18211365</c:v>
                </c:pt>
                <c:pt idx="38">
                  <c:v>306747948.16331863</c:v>
                </c:pt>
                <c:pt idx="39">
                  <c:v>308551883.51555634</c:v>
                </c:pt>
                <c:pt idx="40">
                  <c:v>310228668.6478691</c:v>
                </c:pt>
                <c:pt idx="41">
                  <c:v>311786765.3335037</c:v>
                </c:pt>
                <c:pt idx="42">
                  <c:v>313234100.0802765</c:v>
                </c:pt>
                <c:pt idx="43">
                  <c:v>314578102.5703621</c:v>
                </c:pt>
                <c:pt idx="44">
                  <c:v>315825739.2886925</c:v>
                </c:pt>
                <c:pt idx="45">
                  <c:v>316983543.266304</c:v>
                </c:pt>
                <c:pt idx="46">
                  <c:v>318057640.6943817</c:v>
                </c:pt>
                <c:pt idx="47">
                  <c:v>319053775.0174675</c:v>
                </c:pt>
                <c:pt idx="48">
                  <c:v>319977328.98900986</c:v>
                </c:pt>
                <c:pt idx="49">
                  <c:v>320833345.0681305</c:v>
                </c:pt>
                <c:pt idx="50">
                  <c:v>321626544.4503212</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112271.28692245483</c:v>
                </c:pt>
                <c:pt idx="2">
                  <c:v>224578.5153465271</c:v>
                </c:pt>
                <c:pt idx="3">
                  <c:v>336921.63470840454</c:v>
                </c:pt>
                <c:pt idx="4">
                  <c:v>449300.5943412781</c:v>
                </c:pt>
                <c:pt idx="5">
                  <c:v>561715.34349823</c:v>
                </c:pt>
                <c:pt idx="6">
                  <c:v>674165.8313331604</c:v>
                </c:pt>
                <c:pt idx="7">
                  <c:v>786652.0069007874</c:v>
                </c:pt>
                <c:pt idx="8">
                  <c:v>899173.8191833496</c:v>
                </c:pt>
                <c:pt idx="9">
                  <c:v>1011731.2170524597</c:v>
                </c:pt>
                <c:pt idx="10">
                  <c:v>1124324.1492996216</c:v>
                </c:pt>
                <c:pt idx="11">
                  <c:v>1236952.564617157</c:v>
                </c:pt>
                <c:pt idx="12">
                  <c:v>1349616.4116134644</c:v>
                </c:pt>
                <c:pt idx="13">
                  <c:v>1462315.6387939453</c:v>
                </c:pt>
                <c:pt idx="14">
                  <c:v>1575050.1945915222</c:v>
                </c:pt>
                <c:pt idx="15">
                  <c:v>1687820.0273246765</c:v>
                </c:pt>
                <c:pt idx="16">
                  <c:v>1800625.0852355957</c:v>
                </c:pt>
                <c:pt idx="17">
                  <c:v>1913465.3164749146</c:v>
                </c:pt>
                <c:pt idx="18">
                  <c:v>2026340.669101715</c:v>
                </c:pt>
                <c:pt idx="19">
                  <c:v>2139251.091075897</c:v>
                </c:pt>
                <c:pt idx="20">
                  <c:v>2252196.5302734375</c:v>
                </c:pt>
                <c:pt idx="21">
                  <c:v>2365176.9344825745</c:v>
                </c:pt>
                <c:pt idx="22">
                  <c:v>2478192.2513923645</c:v>
                </c:pt>
                <c:pt idx="23">
                  <c:v>2591242.4286117554</c:v>
                </c:pt>
                <c:pt idx="24">
                  <c:v>2704327.413646698</c:v>
                </c:pt>
                <c:pt idx="25">
                  <c:v>2817447.1539268494</c:v>
                </c:pt>
                <c:pt idx="26">
                  <c:v>2930601.5967788696</c:v>
                </c:pt>
                <c:pt idx="27">
                  <c:v>3043790.689453125</c:v>
                </c:pt>
                <c:pt idx="28">
                  <c:v>3157014.3790893555</c:v>
                </c:pt>
                <c:pt idx="29">
                  <c:v>3270272.612762451</c:v>
                </c:pt>
                <c:pt idx="30">
                  <c:v>3383565.3374404907</c:v>
                </c:pt>
                <c:pt idx="31">
                  <c:v>3496892.5</c:v>
                </c:pt>
                <c:pt idx="32">
                  <c:v>3610254.047241211</c:v>
                </c:pt>
                <c:pt idx="33">
                  <c:v>3723649.9258728027</c:v>
                </c:pt>
                <c:pt idx="34">
                  <c:v>3837080.082496643</c:v>
                </c:pt>
                <c:pt idx="35">
                  <c:v>3950544.463645935</c:v>
                </c:pt>
                <c:pt idx="36">
                  <c:v>4064043.0157585144</c:v>
                </c:pt>
                <c:pt idx="37">
                  <c:v>4177575.6851730347</c:v>
                </c:pt>
                <c:pt idx="38">
                  <c:v>4291142.418159485</c:v>
                </c:pt>
                <c:pt idx="39">
                  <c:v>4404743.160873413</c:v>
                </c:pt>
                <c:pt idx="40">
                  <c:v>4518377.859405518</c:v>
                </c:pt>
                <c:pt idx="41">
                  <c:v>4632046.459739685</c:v>
                </c:pt>
                <c:pt idx="42">
                  <c:v>4745748.907787323</c:v>
                </c:pt>
                <c:pt idx="43">
                  <c:v>4859485.149360657</c:v>
                </c:pt>
                <c:pt idx="44">
                  <c:v>4973255.130180359</c:v>
                </c:pt>
                <c:pt idx="45">
                  <c:v>5087058.795890808</c:v>
                </c:pt>
                <c:pt idx="46">
                  <c:v>5200896.092041016</c:v>
                </c:pt>
                <c:pt idx="47">
                  <c:v>5314766.964096069</c:v>
                </c:pt>
                <c:pt idx="48">
                  <c:v>5428671.357421875</c:v>
                </c:pt>
                <c:pt idx="49">
                  <c:v>5542609.217311859</c:v>
                </c:pt>
                <c:pt idx="50">
                  <c:v>5656580.488964081</c:v>
                </c:pt>
                <c:pt idx="51">
                  <c:v>5770585.117492676</c:v>
                </c:pt>
                <c:pt idx="52">
                  <c:v>5884623.047912598</c:v>
                </c:pt>
                <c:pt idx="53">
                  <c:v>5998694.2251701355</c:v>
                </c:pt>
                <c:pt idx="54">
                  <c:v>6112798.594112396</c:v>
                </c:pt>
                <c:pt idx="55">
                  <c:v>6226936.099498749</c:v>
                </c:pt>
                <c:pt idx="56">
                  <c:v>6341106.686008453</c:v>
                </c:pt>
                <c:pt idx="57">
                  <c:v>6455310.2982292175</c:v>
                </c:pt>
                <c:pt idx="58">
                  <c:v>6569546.880661011</c:v>
                </c:pt>
                <c:pt idx="59">
                  <c:v>6683816.377723694</c:v>
                </c:pt>
                <c:pt idx="60">
                  <c:v>6798118.73374176</c:v>
                </c:pt>
                <c:pt idx="61">
                  <c:v>6912453.892959595</c:v>
                </c:pt>
                <c:pt idx="62">
                  <c:v>7026821.799533844</c:v>
                </c:pt>
                <c:pt idx="63">
                  <c:v>7141222.397537231</c:v>
                </c:pt>
                <c:pt idx="64">
                  <c:v>7255655.630950928</c:v>
                </c:pt>
                <c:pt idx="65">
                  <c:v>7370121.443675995</c:v>
                </c:pt>
                <c:pt idx="66">
                  <c:v>7484619.779521942</c:v>
                </c:pt>
                <c:pt idx="67">
                  <c:v>7599150.582221985</c:v>
                </c:pt>
                <c:pt idx="68">
                  <c:v>7713713.795410156</c:v>
                </c:pt>
                <c:pt idx="69">
                  <c:v>7828309.362644196</c:v>
                </c:pt>
                <c:pt idx="70">
                  <c:v>7942937.227401733</c:v>
                </c:pt>
                <c:pt idx="71">
                  <c:v>8057597.333061218</c:v>
                </c:pt>
                <c:pt idx="72">
                  <c:v>8172289.622924805</c:v>
                </c:pt>
                <c:pt idx="73">
                  <c:v>8287014.040214539</c:v>
                </c:pt>
                <c:pt idx="74">
                  <c:v>8401770.528053284</c:v>
                </c:pt>
                <c:pt idx="75">
                  <c:v>8516559.02949524</c:v>
                </c:pt>
                <c:pt idx="76">
                  <c:v>8631379.487503052</c:v>
                </c:pt>
                <c:pt idx="77">
                  <c:v>8746231.844944</c:v>
                </c:pt>
                <c:pt idx="78">
                  <c:v>8861116.044624329</c:v>
                </c:pt>
                <c:pt idx="79">
                  <c:v>8976032.02924347</c:v>
                </c:pt>
                <c:pt idx="80">
                  <c:v>9090979.741436005</c:v>
                </c:pt>
                <c:pt idx="81">
                  <c:v>9205959.123737335</c:v>
                </c:pt>
                <c:pt idx="82">
                  <c:v>9320970.118606567</c:v>
                </c:pt>
                <c:pt idx="83">
                  <c:v>9436012.668422699</c:v>
                </c:pt>
                <c:pt idx="84">
                  <c:v>9551086.71546936</c:v>
                </c:pt>
                <c:pt idx="85">
                  <c:v>9666192.201961517</c:v>
                </c:pt>
                <c:pt idx="86">
                  <c:v>9781329.070018768</c:v>
                </c:pt>
                <c:pt idx="87">
                  <c:v>9896497.261688232</c:v>
                </c:pt>
                <c:pt idx="88">
                  <c:v>10011696.718921661</c:v>
                </c:pt>
                <c:pt idx="89">
                  <c:v>10126927.383598328</c:v>
                </c:pt>
                <c:pt idx="90">
                  <c:v>10242189.197509766</c:v>
                </c:pt>
                <c:pt idx="91">
                  <c:v>10357482.102371216</c:v>
                </c:pt>
                <c:pt idx="92">
                  <c:v>10472806.039806366</c:v>
                </c:pt>
                <c:pt idx="93">
                  <c:v>10588160.95136261</c:v>
                </c:pt>
                <c:pt idx="94">
                  <c:v>10703546.778503418</c:v>
                </c:pt>
                <c:pt idx="95">
                  <c:v>10818963.462615967</c:v>
                </c:pt>
                <c:pt idx="96">
                  <c:v>10934410.94499588</c:v>
                </c:pt>
                <c:pt idx="97">
                  <c:v>11049889.166862488</c:v>
                </c:pt>
                <c:pt idx="98">
                  <c:v>11165398.069351196</c:v>
                </c:pt>
                <c:pt idx="99">
                  <c:v>11280937.593521118</c:v>
                </c:pt>
                <c:pt idx="100">
                  <c:v>11396507.680347443</c:v>
                </c:pt>
                <c:pt idx="101">
                  <c:v>11512108.27071762</c:v>
                </c:pt>
                <c:pt idx="102">
                  <c:v>11627739.30545044</c:v>
                </c:pt>
                <c:pt idx="103">
                  <c:v>11743400.725273132</c:v>
                </c:pt>
                <c:pt idx="104">
                  <c:v>11859092.470840454</c:v>
                </c:pt>
                <c:pt idx="105">
                  <c:v>11974814.482723236</c:v>
                </c:pt>
                <c:pt idx="106">
                  <c:v>12090566.701408386</c:v>
                </c:pt>
                <c:pt idx="107">
                  <c:v>12206349.067306519</c:v>
                </c:pt>
                <c:pt idx="108">
                  <c:v>12322161.520748138</c:v>
                </c:pt>
                <c:pt idx="109">
                  <c:v>12438004.001983643</c:v>
                </c:pt>
                <c:pt idx="110">
                  <c:v>12553876.451179504</c:v>
                </c:pt>
                <c:pt idx="111">
                  <c:v>12669778.808429718</c:v>
                </c:pt>
                <c:pt idx="112">
                  <c:v>12785711.013744354</c:v>
                </c:pt>
                <c:pt idx="113">
                  <c:v>12901673.007053375</c:v>
                </c:pt>
                <c:pt idx="114">
                  <c:v>13017664.72821045</c:v>
                </c:pt>
                <c:pt idx="115">
                  <c:v>13133686.116989136</c:v>
                </c:pt>
                <c:pt idx="116">
                  <c:v>13249737.113082886</c:v>
                </c:pt>
                <c:pt idx="117">
                  <c:v>13365817.656105042</c:v>
                </c:pt>
                <c:pt idx="118">
                  <c:v>13481927.68560028</c:v>
                </c:pt>
                <c:pt idx="119">
                  <c:v>13598067.141021729</c:v>
                </c:pt>
                <c:pt idx="120">
                  <c:v>13714235.961746216</c:v>
                </c:pt>
                <c:pt idx="121">
                  <c:v>13830434.08708191</c:v>
                </c:pt>
                <c:pt idx="122">
                  <c:v>13946661.456245422</c:v>
                </c:pt>
                <c:pt idx="123">
                  <c:v>14062918.008392334</c:v>
                </c:pt>
                <c:pt idx="124">
                  <c:v>14179203.68258667</c:v>
                </c:pt>
                <c:pt idx="125">
                  <c:v>14295518.417816162</c:v>
                </c:pt>
                <c:pt idx="126">
                  <c:v>14411862.152999878</c:v>
                </c:pt>
                <c:pt idx="127">
                  <c:v>14528234.826972961</c:v>
                </c:pt>
                <c:pt idx="128">
                  <c:v>14644636.378494263</c:v>
                </c:pt>
                <c:pt idx="129">
                  <c:v>14761066.746242523</c:v>
                </c:pt>
                <c:pt idx="130">
                  <c:v>14877525.86882782</c:v>
                </c:pt>
                <c:pt idx="131">
                  <c:v>14994013.684776306</c:v>
                </c:pt>
                <c:pt idx="132">
                  <c:v>15110530.132541656</c:v>
                </c:pt>
                <c:pt idx="133">
                  <c:v>15227075.150501251</c:v>
                </c:pt>
                <c:pt idx="134">
                  <c:v>15343648.676956177</c:v>
                </c:pt>
                <c:pt idx="135">
                  <c:v>15460250.650123596</c:v>
                </c:pt>
                <c:pt idx="136">
                  <c:v>15576881.008163452</c:v>
                </c:pt>
                <c:pt idx="137">
                  <c:v>15693539.68914032</c:v>
                </c:pt>
                <c:pt idx="138">
                  <c:v>15810226.63105011</c:v>
                </c:pt>
                <c:pt idx="139">
                  <c:v>15926941.771823883</c:v>
                </c:pt>
                <c:pt idx="140">
                  <c:v>16043685.049301147</c:v>
                </c:pt>
                <c:pt idx="141">
                  <c:v>16160456.401252747</c:v>
                </c:pt>
                <c:pt idx="142">
                  <c:v>16277255.76538086</c:v>
                </c:pt>
                <c:pt idx="143">
                  <c:v>16394083.079307556</c:v>
                </c:pt>
                <c:pt idx="144">
                  <c:v>16510938.280574799</c:v>
                </c:pt>
                <c:pt idx="145">
                  <c:v>16627821.306663513</c:v>
                </c:pt>
                <c:pt idx="146">
                  <c:v>16744732.094963074</c:v>
                </c:pt>
                <c:pt idx="147">
                  <c:v>16861670.58280945</c:v>
                </c:pt>
                <c:pt idx="148">
                  <c:v>16978636.707450867</c:v>
                </c:pt>
                <c:pt idx="149">
                  <c:v>17095630.40606308</c:v>
                </c:pt>
                <c:pt idx="150">
                  <c:v>17212651.615753174</c:v>
                </c:pt>
                <c:pt idx="151">
                  <c:v>17329700.273548126</c:v>
                </c:pt>
                <c:pt idx="152">
                  <c:v>17446776.316410065</c:v>
                </c:pt>
                <c:pt idx="153">
                  <c:v>17563879.68122101</c:v>
                </c:pt>
                <c:pt idx="154">
                  <c:v>17681010.30479431</c:v>
                </c:pt>
                <c:pt idx="155">
                  <c:v>17798168.12387085</c:v>
                </c:pt>
                <c:pt idx="156">
                  <c:v>17915353.07511139</c:v>
                </c:pt>
                <c:pt idx="157">
                  <c:v>18032565.095119476</c:v>
                </c:pt>
                <c:pt idx="158">
                  <c:v>18149804.12041092</c:v>
                </c:pt>
                <c:pt idx="159">
                  <c:v>18267070.08744049</c:v>
                </c:pt>
                <c:pt idx="160">
                  <c:v>18384362.93257904</c:v>
                </c:pt>
                <c:pt idx="161">
                  <c:v>18501682.592144012</c:v>
                </c:pt>
                <c:pt idx="162">
                  <c:v>18619029.002365112</c:v>
                </c:pt>
                <c:pt idx="163">
                  <c:v>18736402.099407196</c:v>
                </c:pt>
                <c:pt idx="164">
                  <c:v>18853801.81936264</c:v>
                </c:pt>
                <c:pt idx="165">
                  <c:v>18971228.098258972</c:v>
                </c:pt>
                <c:pt idx="166">
                  <c:v>19088680.872039795</c:v>
                </c:pt>
                <c:pt idx="167">
                  <c:v>19206160.07659149</c:v>
                </c:pt>
                <c:pt idx="168">
                  <c:v>19323665.64772415</c:v>
                </c:pt>
                <c:pt idx="169">
                  <c:v>19441197.521175385</c:v>
                </c:pt>
                <c:pt idx="170">
                  <c:v>19558755.63261795</c:v>
                </c:pt>
                <c:pt idx="171">
                  <c:v>19676339.91765213</c:v>
                </c:pt>
                <c:pt idx="172">
                  <c:v>19793950.311805725</c:v>
                </c:pt>
                <c:pt idx="173">
                  <c:v>19911586.7505455</c:v>
                </c:pt>
                <c:pt idx="174">
                  <c:v>20029249.169258118</c:v>
                </c:pt>
                <c:pt idx="175">
                  <c:v>20146937.50326538</c:v>
                </c:pt>
                <c:pt idx="176">
                  <c:v>20264651.68783188</c:v>
                </c:pt>
                <c:pt idx="177">
                  <c:v>20382391.65812683</c:v>
                </c:pt>
                <c:pt idx="178">
                  <c:v>20500157.349277496</c:v>
                </c:pt>
                <c:pt idx="179">
                  <c:v>20617948.696331024</c:v>
                </c:pt>
                <c:pt idx="180">
                  <c:v>20735765.634262085</c:v>
                </c:pt>
                <c:pt idx="181">
                  <c:v>20853608.097984314</c:v>
                </c:pt>
                <c:pt idx="182">
                  <c:v>20971476.022342682</c:v>
                </c:pt>
                <c:pt idx="183">
                  <c:v>21089369.342113495</c:v>
                </c:pt>
                <c:pt idx="184">
                  <c:v>21207287.992004395</c:v>
                </c:pt>
                <c:pt idx="185">
                  <c:v>21325231.906654358</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21325231.906654358</c:v>
                </c:pt>
                <c:pt idx="186">
                  <c:v>21443201.020641327</c:v>
                </c:pt>
                <c:pt idx="187">
                  <c:v>21561195.268470764</c:v>
                </c:pt>
                <c:pt idx="188">
                  <c:v>21679214.584583282</c:v>
                </c:pt>
                <c:pt idx="189">
                  <c:v>21797258.90335083</c:v>
                </c:pt>
                <c:pt idx="190">
                  <c:v>21915328.159080505</c:v>
                </c:pt>
                <c:pt idx="191">
                  <c:v>22033422.28601837</c:v>
                </c:pt>
                <c:pt idx="192">
                  <c:v>22151541.218338013</c:v>
                </c:pt>
                <c:pt idx="193">
                  <c:v>22269684.89014435</c:v>
                </c:pt>
                <c:pt idx="194">
                  <c:v>22387853.235485077</c:v>
                </c:pt>
                <c:pt idx="195">
                  <c:v>22506046.18833542</c:v>
                </c:pt>
                <c:pt idx="196">
                  <c:v>22624263.682609558</c:v>
                </c:pt>
                <c:pt idx="197">
                  <c:v>22742505.65215683</c:v>
                </c:pt>
                <c:pt idx="198">
                  <c:v>22860772.030757904</c:v>
                </c:pt>
                <c:pt idx="199">
                  <c:v>22979062.752132416</c:v>
                </c:pt>
                <c:pt idx="200">
                  <c:v>23097377.74993515</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4975749.600914001</c:v>
                </c:pt>
                <c:pt idx="2">
                  <c:v>10511325.32900238</c:v>
                </c:pt>
                <c:pt idx="3">
                  <c:v>16636578.546279907</c:v>
                </c:pt>
                <c:pt idx="4">
                  <c:v>23369715.25489807</c:v>
                </c:pt>
                <c:pt idx="5">
                  <c:v>30713305.47290802</c:v>
                </c:pt>
                <c:pt idx="6">
                  <c:v>38650682.5027771</c:v>
                </c:pt>
                <c:pt idx="7">
                  <c:v>47143395.72798157</c:v>
                </c:pt>
                <c:pt idx="8">
                  <c:v>56130394.64683914</c:v>
                </c:pt>
                <c:pt idx="9">
                  <c:v>65529454.01361847</c:v>
                </c:pt>
                <c:pt idx="10">
                  <c:v>75240992.03182983</c:v>
                </c:pt>
                <c:pt idx="11">
                  <c:v>85153956.38024521</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85153956.38024521</c:v>
                </c:pt>
                <c:pt idx="12">
                  <c:v>95152996.60314941</c:v>
                </c:pt>
                <c:pt idx="13">
                  <c:v>105125861.35416412</c:v>
                </c:pt>
                <c:pt idx="14">
                  <c:v>114969951.99522781</c:v>
                </c:pt>
                <c:pt idx="15">
                  <c:v>124597220.85635376</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199277.751411438</c:v>
                </c:pt>
                <c:pt idx="2">
                  <c:v>399449.73150253296</c:v>
                </c:pt>
                <c:pt idx="3">
                  <c:v>600505.0988616943</c:v>
                </c:pt>
                <c:pt idx="4">
                  <c:v>802432.7044410706</c:v>
                </c:pt>
                <c:pt idx="5">
                  <c:v>1005221.0932807922</c:v>
                </c:pt>
                <c:pt idx="6">
                  <c:v>1208858.5064926147</c:v>
                </c:pt>
                <c:pt idx="7">
                  <c:v>1413332.8834877014</c:v>
                </c:pt>
                <c:pt idx="8">
                  <c:v>1618631.8644943237</c:v>
                </c:pt>
                <c:pt idx="9">
                  <c:v>1824742.7933006287</c:v>
                </c:pt>
                <c:pt idx="10">
                  <c:v>2031652.7203025818</c:v>
                </c:pt>
                <c:pt idx="11">
                  <c:v>2239348.4057769775</c:v>
                </c:pt>
                <c:pt idx="12">
                  <c:v>2447816.323448181</c:v>
                </c:pt>
                <c:pt idx="13">
                  <c:v>2657042.664291382</c:v>
                </c:pt>
                <c:pt idx="14">
                  <c:v>2867013.340637207</c:v>
                </c:pt>
                <c:pt idx="15">
                  <c:v>3077713.9904823303</c:v>
                </c:pt>
                <c:pt idx="16">
                  <c:v>3289129.98210907</c:v>
                </c:pt>
                <c:pt idx="17">
                  <c:v>3501246.4189453125</c:v>
                </c:pt>
                <c:pt idx="18">
                  <c:v>3714048.144657135</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3714048.144657135</c:v>
                </c:pt>
                <c:pt idx="19">
                  <c:v>3927519.7485351562</c:v>
                </c:pt>
                <c:pt idx="20">
                  <c:v>4141645.571094513</c:v>
                </c:pt>
                <c:pt idx="21">
                  <c:v>4356409.709926605</c:v>
                </c:pt>
                <c:pt idx="22">
                  <c:v>4571796.025810242</c:v>
                </c:pt>
                <c:pt idx="23">
                  <c:v>4787788.149017334</c:v>
                </c:pt>
                <c:pt idx="24">
                  <c:v>5004369.485904694</c:v>
                </c:pt>
                <c:pt idx="25">
                  <c:v>5221523.225669861</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6929655.551582336</c:v>
                </c:pt>
                <c:pt idx="2">
                  <c:v>15422099.803108215</c:v>
                </c:pt>
                <c:pt idx="3">
                  <c:v>24125221.363090515</c:v>
                </c:pt>
                <c:pt idx="4">
                  <c:v>31752108.670440674</c:v>
                </c:pt>
                <c:pt idx="5">
                  <c:v>37857213.42831421</c:v>
                </c:pt>
                <c:pt idx="6">
                  <c:v>42611353.537986755</c:v>
                </c:pt>
                <c:pt idx="7">
                  <c:v>46343608.45023346</c:v>
                </c:pt>
                <c:pt idx="8">
                  <c:v>49330355.95207596</c:v>
                </c:pt>
                <c:pt idx="9">
                  <c:v>51761328.01697922</c:v>
                </c:pt>
                <c:pt idx="10">
                  <c:v>53760378.65381241</c:v>
                </c:pt>
                <c:pt idx="11">
                  <c:v>55410467.06233597</c:v>
                </c:pt>
                <c:pt idx="12">
                  <c:v>56771169.297130585</c:v>
                </c:pt>
                <c:pt idx="13">
                  <c:v>57888887.83124924</c:v>
                </c:pt>
                <c:pt idx="14">
                  <c:v>58802147.05500412</c:v>
                </c:pt>
                <c:pt idx="15">
                  <c:v>59544073.8527565</c:v>
                </c:pt>
                <c:pt idx="16">
                  <c:v>60143466.51953888</c:v>
                </c:pt>
                <c:pt idx="17">
                  <c:v>60625265.62706375</c:v>
                </c:pt>
                <c:pt idx="18">
                  <c:v>61010839.75138855</c:v>
                </c:pt>
                <c:pt idx="19">
                  <c:v>61318260.501750946</c:v>
                </c:pt>
                <c:pt idx="20">
                  <c:v>61562616.54368591</c:v>
                </c:pt>
                <c:pt idx="21">
                  <c:v>61756361.33834839</c:v>
                </c:pt>
                <c:pt idx="22">
                  <c:v>61909672.057460785</c:v>
                </c:pt>
                <c:pt idx="23">
                  <c:v>62030797.32052994</c:v>
                </c:pt>
                <c:pt idx="24">
                  <c:v>62126377.77176666</c:v>
                </c:pt>
                <c:pt idx="25">
                  <c:v>62201730.63492584</c:v>
                </c:pt>
                <c:pt idx="26">
                  <c:v>62261095.13305664</c:v>
                </c:pt>
                <c:pt idx="27">
                  <c:v>62307839.569236755</c:v>
                </c:pt>
                <c:pt idx="28">
                  <c:v>62344633.15399933</c:v>
                </c:pt>
                <c:pt idx="29">
                  <c:v>62373586.75881195</c:v>
                </c:pt>
                <c:pt idx="30">
                  <c:v>62396367.07946777</c:v>
                </c:pt>
                <c:pt idx="31">
                  <c:v>62414288.52922821</c:v>
                </c:pt>
                <c:pt idx="32">
                  <c:v>62428386.77293396</c:v>
                </c:pt>
                <c:pt idx="33">
                  <c:v>62439477.30465317</c:v>
                </c:pt>
                <c:pt idx="34">
                  <c:v>62448201.949668884</c:v>
                </c:pt>
                <c:pt idx="35">
                  <c:v>62455065.68248749</c:v>
                </c:pt>
                <c:pt idx="36">
                  <c:v>62460465.719127655</c:v>
                </c:pt>
                <c:pt idx="37">
                  <c:v>62464714.470020294</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62464714.470020294</c:v>
                </c:pt>
                <c:pt idx="38">
                  <c:v>62468057.628665924</c:v>
                </c:pt>
                <c:pt idx="39">
                  <c:v>62470688.41516495</c:v>
                </c:pt>
                <c:pt idx="40">
                  <c:v>62472758.78520203</c:v>
                </c:pt>
                <c:pt idx="41">
                  <c:v>62474388.24737167</c:v>
                </c:pt>
                <c:pt idx="42">
                  <c:v>62475670.7971344</c:v>
                </c:pt>
                <c:pt idx="43">
                  <c:v>62476680.3687973</c:v>
                </c:pt>
                <c:pt idx="44">
                  <c:v>62477475.12176514</c:v>
                </c:pt>
                <c:pt idx="45">
                  <c:v>62478100.810287476</c:v>
                </c:pt>
                <c:pt idx="46">
                  <c:v>62478593.43258667</c:v>
                </c:pt>
                <c:pt idx="47">
                  <c:v>62478981.31363678</c:v>
                </c:pt>
                <c:pt idx="48">
                  <c:v>62479286.74274826</c:v>
                </c:pt>
                <c:pt idx="49">
                  <c:v>62479527.26121521</c:v>
                </c:pt>
                <c:pt idx="50">
                  <c:v>62479716.67487717</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25015292.316181183</c:v>
                </c:pt>
                <c:pt idx="2">
                  <c:v>54388319.91415405</c:v>
                </c:pt>
                <c:pt idx="3">
                  <c:v>86455364.98966599</c:v>
                </c:pt>
                <c:pt idx="4">
                  <c:v>118818128.49482727</c:v>
                </c:pt>
                <c:pt idx="5">
                  <c:v>149260638.41347504</c:v>
                </c:pt>
                <c:pt idx="6">
                  <c:v>176453629.4553299</c:v>
                </c:pt>
                <c:pt idx="7">
                  <c:v>200023622.9847412</c:v>
                </c:pt>
                <c:pt idx="8">
                  <c:v>220211495.4865837</c:v>
                </c:pt>
                <c:pt idx="9">
                  <c:v>237504440.34852982</c:v>
                </c:pt>
                <c:pt idx="10">
                  <c:v>252410111.55670166</c:v>
                </c:pt>
                <c:pt idx="11">
                  <c:v>265362557.45848846</c:v>
                </c:pt>
                <c:pt idx="12">
                  <c:v>276702427.36582947</c:v>
                </c:pt>
                <c:pt idx="13">
                  <c:v>286687848.6698532</c:v>
                </c:pt>
                <c:pt idx="14">
                  <c:v>295513444.3032532</c:v>
                </c:pt>
                <c:pt idx="15">
                  <c:v>303328312.69036484</c:v>
                </c:pt>
                <c:pt idx="16">
                  <c:v>310250206.0563431</c:v>
                </c:pt>
                <c:pt idx="17">
                  <c:v>316375730.2676773</c:v>
                </c:pt>
                <c:pt idx="18">
                  <c:v>321787240.7728691</c:v>
                </c:pt>
                <c:pt idx="19">
                  <c:v>326557264.7506027</c:v>
                </c:pt>
                <c:pt idx="20">
                  <c:v>330751190.295475</c:v>
                </c:pt>
                <c:pt idx="21">
                  <c:v>334428809.04629135</c:v>
                </c:pt>
                <c:pt idx="22">
                  <c:v>337645145.5129776</c:v>
                </c:pt>
                <c:pt idx="23">
                  <c:v>340450876.2959366</c:v>
                </c:pt>
                <c:pt idx="24">
                  <c:v>342892540.1858368</c:v>
                </c:pt>
                <c:pt idx="25">
                  <c:v>345012664.13695526</c:v>
                </c:pt>
                <c:pt idx="26">
                  <c:v>346849876.373085</c:v>
                </c:pt>
                <c:pt idx="27">
                  <c:v>348439041.862484</c:v>
                </c:pt>
                <c:pt idx="28">
                  <c:v>349811432.72546387</c:v>
                </c:pt>
                <c:pt idx="29">
                  <c:v>350994933.0217285</c:v>
                </c:pt>
                <c:pt idx="30">
                  <c:v>352014270.7280388</c:v>
                </c:pt>
                <c:pt idx="31">
                  <c:v>352891267.2137184</c:v>
                </c:pt>
                <c:pt idx="32">
                  <c:v>353645094.4555664</c:v>
                </c:pt>
                <c:pt idx="33">
                  <c:v>354292531.4462166</c:v>
                </c:pt>
                <c:pt idx="34">
                  <c:v>354848212.9955063</c:v>
                </c:pt>
                <c:pt idx="35">
                  <c:v>355324865.95423126</c:v>
                </c:pt>
                <c:pt idx="36">
                  <c:v>355733529.56326675</c:v>
                </c:pt>
                <c:pt idx="37">
                  <c:v>356083758.03718567</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356083758.03718567</c:v>
                </c:pt>
                <c:pt idx="38">
                  <c:v>356383804.60202026</c:v>
                </c:pt>
                <c:pt idx="39">
                  <c:v>356640787.036438</c:v>
                </c:pt>
                <c:pt idx="40">
                  <c:v>356860835.35163116</c:v>
                </c:pt>
                <c:pt idx="41">
                  <c:v>357049222.63170624</c:v>
                </c:pt>
                <c:pt idx="42">
                  <c:v>357210480.2866173</c:v>
                </c:pt>
                <c:pt idx="43">
                  <c:v>357348499.083107</c:v>
                </c:pt>
                <c:pt idx="44">
                  <c:v>357466617.3478737</c:v>
                </c:pt>
                <c:pt idx="45">
                  <c:v>357567697.70749664</c:v>
                </c:pt>
                <c:pt idx="46">
                  <c:v>357654193.6619873</c:v>
                </c:pt>
                <c:pt idx="47">
                  <c:v>357728207.1981964</c:v>
                </c:pt>
                <c:pt idx="48">
                  <c:v>357791538.54681396</c:v>
                </c:pt>
                <c:pt idx="49">
                  <c:v>357845729.08026123</c:v>
                </c:pt>
                <c:pt idx="50">
                  <c:v>357892098.24328613</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15730275.322914124</c:v>
                </c:pt>
                <c:pt idx="2">
                  <c:v>31415081.69516754</c:v>
                </c:pt>
                <c:pt idx="3">
                  <c:v>45488869.23844528</c:v>
                </c:pt>
                <c:pt idx="4">
                  <c:v>57270058.93546677</c:v>
                </c:pt>
                <c:pt idx="5">
                  <c:v>66834025.835235596</c:v>
                </c:pt>
                <c:pt idx="6">
                  <c:v>74559951.11871338</c:v>
                </c:pt>
                <c:pt idx="7">
                  <c:v>80841636.04460526</c:v>
                </c:pt>
                <c:pt idx="8">
                  <c:v>85993887.36890411</c:v>
                </c:pt>
                <c:pt idx="9">
                  <c:v>90249358.91880798</c:v>
                </c:pt>
                <c:pt idx="10">
                  <c:v>93778938.80443192</c:v>
                </c:pt>
                <c:pt idx="11">
                  <c:v>96711498.6750946</c:v>
                </c:pt>
                <c:pt idx="12">
                  <c:v>99147837.76638031</c:v>
                </c:pt>
                <c:pt idx="13">
                  <c:v>101169467.3493309</c:v>
                </c:pt>
                <c:pt idx="14">
                  <c:v>102843909.21759415</c:v>
                </c:pt>
                <c:pt idx="15">
                  <c:v>104227899.54989624</c:v>
                </c:pt>
                <c:pt idx="16">
                  <c:v>105369417.24831009</c:v>
                </c:pt>
                <c:pt idx="17">
                  <c:v>106309079.64455414</c:v>
                </c:pt>
                <c:pt idx="18">
                  <c:v>107081201.61904144</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107081201.61904144</c:v>
                </c:pt>
                <c:pt idx="19">
                  <c:v>107714668.06061172</c:v>
                </c:pt>
                <c:pt idx="20">
                  <c:v>108233689.7823143</c:v>
                </c:pt>
                <c:pt idx="21">
                  <c:v>108658472.90372849</c:v>
                </c:pt>
                <c:pt idx="22">
                  <c:v>109005813.64152145</c:v>
                </c:pt>
                <c:pt idx="23">
                  <c:v>109289623.66856766</c:v>
                </c:pt>
                <c:pt idx="24">
                  <c:v>109521389.61900711</c:v>
                </c:pt>
                <c:pt idx="25">
                  <c:v>109710570.72822571</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1087583.3809051514</c:v>
                </c:pt>
                <c:pt idx="2">
                  <c:v>2243823.0984802246</c:v>
                </c:pt>
                <c:pt idx="3">
                  <c:v>3462675.8316955566</c:v>
                </c:pt>
                <c:pt idx="4">
                  <c:v>4735547.848472595</c:v>
                </c:pt>
                <c:pt idx="5">
                  <c:v>6051540.635223389</c:v>
                </c:pt>
                <c:pt idx="6">
                  <c:v>7397958.321784973</c:v>
                </c:pt>
                <c:pt idx="7">
                  <c:v>8761030.549057007</c:v>
                </c:pt>
                <c:pt idx="8">
                  <c:v>10126756.9036026</c:v>
                </c:pt>
                <c:pt idx="9">
                  <c:v>11481752.252571106</c:v>
                </c:pt>
                <c:pt idx="10">
                  <c:v>12813975.579208374</c:v>
                </c:pt>
                <c:pt idx="11">
                  <c:v>14113256.26028061</c:v>
                </c:pt>
                <c:pt idx="12">
                  <c:v>15371579.13912201</c:v>
                </c:pt>
                <c:pt idx="13">
                  <c:v>16583137.3800354</c:v>
                </c:pt>
                <c:pt idx="14">
                  <c:v>17744197.245803833</c:v>
                </c:pt>
                <c:pt idx="15">
                  <c:v>18852836.074886322</c:v>
                </c:pt>
                <c:pt idx="16">
                  <c:v>19908615.276611328</c:v>
                </c:pt>
                <c:pt idx="17">
                  <c:v>20912239.623996735</c:v>
                </c:pt>
                <c:pt idx="18">
                  <c:v>21865238.80267334</c:v>
                </c:pt>
                <c:pt idx="19">
                  <c:v>22769691.969696045</c:v>
                </c:pt>
                <c:pt idx="20">
                  <c:v>23628003.753448486</c:v>
                </c:pt>
                <c:pt idx="21">
                  <c:v>24442731.5944252</c:v>
                </c:pt>
                <c:pt idx="22">
                  <c:v>25216459.311714172</c:v>
                </c:pt>
                <c:pt idx="23">
                  <c:v>25951709.47380066</c:v>
                </c:pt>
                <c:pt idx="24">
                  <c:v>26650886.656642914</c:v>
                </c:pt>
                <c:pt idx="25">
                  <c:v>27316244.22517395</c:v>
                </c:pt>
                <c:pt idx="26">
                  <c:v>27949868.324375153</c:v>
                </c:pt>
                <c:pt idx="27">
                  <c:v>28553673.960285187</c:v>
                </c:pt>
                <c:pt idx="28">
                  <c:v>29129409.190109253</c:v>
                </c:pt>
                <c:pt idx="29">
                  <c:v>29678664.430252075</c:v>
                </c:pt>
                <c:pt idx="30">
                  <c:v>30202884.701713562</c:v>
                </c:pt>
                <c:pt idx="31">
                  <c:v>30703383.26935959</c:v>
                </c:pt>
                <c:pt idx="32">
                  <c:v>31181355.616600037</c:v>
                </c:pt>
                <c:pt idx="33">
                  <c:v>31637893.05734253</c:v>
                </c:pt>
                <c:pt idx="34">
                  <c:v>32073995.548721313</c:v>
                </c:pt>
                <c:pt idx="35">
                  <c:v>32490583.45440674</c:v>
                </c:pt>
                <c:pt idx="36">
                  <c:v>32888508.13802719</c:v>
                </c:pt>
                <c:pt idx="37">
                  <c:v>33268561.354560852</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33268561.354560852</c:v>
                </c:pt>
                <c:pt idx="38">
                  <c:v>33631483.46575546</c:v>
                </c:pt>
                <c:pt idx="39">
                  <c:v>33977970.54236221</c:v>
                </c:pt>
                <c:pt idx="40">
                  <c:v>34308680.437675476</c:v>
                </c:pt>
                <c:pt idx="41">
                  <c:v>34624237.927856445</c:v>
                </c:pt>
                <c:pt idx="42">
                  <c:v>34925239.018535614</c:v>
                </c:pt>
                <c:pt idx="43">
                  <c:v>35212254.51624298</c:v>
                </c:pt>
                <c:pt idx="44">
                  <c:v>35485832.959121704</c:v>
                </c:pt>
                <c:pt idx="45">
                  <c:v>35746502.99559021</c:v>
                </c:pt>
                <c:pt idx="46">
                  <c:v>35994775.29230499</c:v>
                </c:pt>
                <c:pt idx="47">
                  <c:v>36231144.04544449</c:v>
                </c:pt>
                <c:pt idx="48">
                  <c:v>36456088.16140747</c:v>
                </c:pt>
                <c:pt idx="49">
                  <c:v>36670072.165699005</c:v>
                </c:pt>
                <c:pt idx="50">
                  <c:v>36873546.89126587</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-803295.3211555481</c:v>
                </c:pt>
                <c:pt idx="2">
                  <c:v>-1679134.5158500671</c:v>
                </c:pt>
                <c:pt idx="3">
                  <c:v>-2622431.3540496826</c:v>
                </c:pt>
                <c:pt idx="4">
                  <c:v>-3624202.870700836</c:v>
                </c:pt>
                <c:pt idx="5">
                  <c:v>-4671803.828437805</c:v>
                </c:pt>
                <c:pt idx="6">
                  <c:v>-5749753.633544922</c:v>
                </c:pt>
                <c:pt idx="7">
                  <c:v>-6841058.06646347</c:v>
                </c:pt>
                <c:pt idx="8">
                  <c:v>-7928771.151596069</c:v>
                </c:pt>
                <c:pt idx="9">
                  <c:v>-8997468.50964737</c:v>
                </c:pt>
                <c:pt idx="10">
                  <c:v>-10034348.447711945</c:v>
                </c:pt>
                <c:pt idx="11">
                  <c:v>-11029812.72441101</c:v>
                </c:pt>
                <c:pt idx="12">
                  <c:v>-11977535.663478851</c:v>
                </c:pt>
                <c:pt idx="13">
                  <c:v>-12874143.886211395</c:v>
                </c:pt>
                <c:pt idx="14">
                  <c:v>-13718672.931598663</c:v>
                </c:pt>
                <c:pt idx="15">
                  <c:v>-14511952.49950409</c:v>
                </c:pt>
                <c:pt idx="16">
                  <c:v>-15256027.293720245</c:v>
                </c:pt>
                <c:pt idx="17">
                  <c:v>-15953671.332077026</c:v>
                </c:pt>
                <c:pt idx="18">
                  <c:v>-16608014.807693481</c:v>
                </c:pt>
                <c:pt idx="19">
                  <c:v>-17222278.267353058</c:v>
                </c:pt>
                <c:pt idx="20">
                  <c:v>-17799597.036540985</c:v>
                </c:pt>
                <c:pt idx="21">
                  <c:v>-18342915.42526245</c:v>
                </c:pt>
                <c:pt idx="22">
                  <c:v>-18854931.522010803</c:v>
                </c:pt>
                <c:pt idx="23">
                  <c:v>-19338076.650615692</c:v>
                </c:pt>
                <c:pt idx="24">
                  <c:v>-19794517.25095749</c:v>
                </c:pt>
                <c:pt idx="25">
                  <c:v>-20226170.278823853</c:v>
                </c:pt>
                <c:pt idx="26">
                  <c:v>-20634725.923576355</c:v>
                </c:pt>
                <c:pt idx="27">
                  <c:v>-21021673.492225647</c:v>
                </c:pt>
                <c:pt idx="28">
                  <c:v>-21388327.79301834</c:v>
                </c:pt>
                <c:pt idx="29">
                  <c:v>-21735854.39070511</c:v>
                </c:pt>
                <c:pt idx="30">
                  <c:v>-22065292.81254959</c:v>
                </c:pt>
                <c:pt idx="31">
                  <c:v>-22377577.252983093</c:v>
                </c:pt>
                <c:pt idx="32">
                  <c:v>-22673554.62768936</c:v>
                </c:pt>
                <c:pt idx="33">
                  <c:v>-22954000.017017365</c:v>
                </c:pt>
                <c:pt idx="34">
                  <c:v>-23219629.65159607</c:v>
                </c:pt>
                <c:pt idx="35">
                  <c:v>-23471111.65524292</c:v>
                </c:pt>
                <c:pt idx="36">
                  <c:v>-23709074.789245605</c:v>
                </c:pt>
                <c:pt idx="37">
                  <c:v>-23934115.449928284</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-23934115.449928284</c:v>
                </c:pt>
                <c:pt idx="38">
                  <c:v>-24146803.16543579</c:v>
                </c:pt>
                <c:pt idx="39">
                  <c:v>-24347684.823638916</c:v>
                </c:pt>
                <c:pt idx="40">
                  <c:v>-24537287.844272614</c:v>
                </c:pt>
                <c:pt idx="41">
                  <c:v>-24716122.487110138</c:v>
                </c:pt>
                <c:pt idx="42">
                  <c:v>-24884683.46595764</c:v>
                </c:pt>
                <c:pt idx="43">
                  <c:v>-25043451.016284943</c:v>
                </c:pt>
                <c:pt idx="44">
                  <c:v>-25192891.54353714</c:v>
                </c:pt>
                <c:pt idx="45">
                  <c:v>-25333457.95937729</c:v>
                </c:pt>
                <c:pt idx="46">
                  <c:v>-25465589.79537201</c:v>
                </c:pt>
                <c:pt idx="47">
                  <c:v>-25589713.167282104</c:v>
                </c:pt>
                <c:pt idx="48">
                  <c:v>-25706240.64889145</c:v>
                </c:pt>
                <c:pt idx="49">
                  <c:v>-25815571.101802826</c:v>
                </c:pt>
                <c:pt idx="50">
                  <c:v>-25918089.496715546</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2482695.664089203</c:v>
                </c:pt>
                <c:pt idx="2">
                  <c:v>5390776.199546814</c:v>
                </c:pt>
                <c:pt idx="3">
                  <c:v>8425728.980110168</c:v>
                </c:pt>
                <c:pt idx="4">
                  <c:v>11271259.879810333</c:v>
                </c:pt>
                <c:pt idx="5">
                  <c:v>13752680.225494385</c:v>
                </c:pt>
                <c:pt idx="6">
                  <c:v>15845537.099472046</c:v>
                </c:pt>
                <c:pt idx="7">
                  <c:v>17599717.08580017</c:v>
                </c:pt>
                <c:pt idx="8">
                  <c:v>19079366.787395477</c:v>
                </c:pt>
                <c:pt idx="9">
                  <c:v>20338684.898765564</c:v>
                </c:pt>
                <c:pt idx="10">
                  <c:v>21417870.83253479</c:v>
                </c:pt>
                <c:pt idx="11">
                  <c:v>22345856.09753418</c:v>
                </c:pt>
                <c:pt idx="12">
                  <c:v>23143989.139457703</c:v>
                </c:pt>
                <c:pt idx="13">
                  <c:v>23828929.043453217</c:v>
                </c:pt>
                <c:pt idx="14">
                  <c:v>24414525.20755768</c:v>
                </c:pt>
                <c:pt idx="15">
                  <c:v>24912893.10132599</c:v>
                </c:pt>
                <c:pt idx="16">
                  <c:v>25334955.97748947</c:v>
                </c:pt>
                <c:pt idx="17">
                  <c:v>25690674.446472168</c:v>
                </c:pt>
                <c:pt idx="18">
                  <c:v>25989118.631809235</c:v>
                </c:pt>
                <c:pt idx="19">
                  <c:v>26238478.769550323</c:v>
                </c:pt>
                <c:pt idx="20">
                  <c:v>26446066.518592834</c:v>
                </c:pt>
                <c:pt idx="21">
                  <c:v>26618330.46660614</c:v>
                </c:pt>
                <c:pt idx="22">
                  <c:v>26760892.33749771</c:v>
                </c:pt>
                <c:pt idx="23">
                  <c:v>26878601.725456238</c:v>
                </c:pt>
                <c:pt idx="24">
                  <c:v>26975603.728969574</c:v>
                </c:pt>
                <c:pt idx="25">
                  <c:v>27055413.336589813</c:v>
                </c:pt>
                <c:pt idx="26">
                  <c:v>27120991.290927887</c:v>
                </c:pt>
                <c:pt idx="27">
                  <c:v>27174817.511184692</c:v>
                </c:pt>
                <c:pt idx="28">
                  <c:v>27218959.501991272</c:v>
                </c:pt>
                <c:pt idx="29">
                  <c:v>27255134.30438614</c:v>
                </c:pt>
                <c:pt idx="30">
                  <c:v>27284763.3934021</c:v>
                </c:pt>
                <c:pt idx="31">
                  <c:v>27309020.51303482</c:v>
                </c:pt>
                <c:pt idx="32">
                  <c:v>27328872.810821533</c:v>
                </c:pt>
                <c:pt idx="33">
                  <c:v>27345115.84355545</c:v>
                </c:pt>
                <c:pt idx="34">
                  <c:v>27358403.121623993</c:v>
                </c:pt>
                <c:pt idx="35">
                  <c:v>27369270.87976837</c:v>
                </c:pt>
                <c:pt idx="36">
                  <c:v>27378158.73614502</c:v>
                </c:pt>
                <c:pt idx="37">
                  <c:v>27385426.84944153</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27385426.84944153</c:v>
                </c:pt>
                <c:pt idx="38">
                  <c:v>27391370.119457245</c:v>
                </c:pt>
                <c:pt idx="39">
                  <c:v>27396229.908821106</c:v>
                </c:pt>
                <c:pt idx="40">
                  <c:v>27400203.69753647</c:v>
                </c:pt>
                <c:pt idx="41">
                  <c:v>27403453.021205902</c:v>
                </c:pt>
                <c:pt idx="42">
                  <c:v>27406109.98903656</c:v>
                </c:pt>
                <c:pt idx="43">
                  <c:v>27408282.6299057</c:v>
                </c:pt>
                <c:pt idx="44">
                  <c:v>27410059.273399353</c:v>
                </c:pt>
                <c:pt idx="45">
                  <c:v>27411512.137657166</c:v>
                </c:pt>
                <c:pt idx="46">
                  <c:v>27412700.266044617</c:v>
                </c:pt>
                <c:pt idx="47">
                  <c:v>27413671.92991638</c:v>
                </c:pt>
                <c:pt idx="48">
                  <c:v>27414466.59387207</c:v>
                </c:pt>
                <c:pt idx="49">
                  <c:v>27415116.522903442</c:v>
                </c:pt>
                <c:pt idx="50">
                  <c:v>27415648.09638214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2026-2030 Sum.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-1794942.0238571167</c:v>
                </c:pt>
                <c:pt idx="2">
                  <c:v>-3586363.667819977</c:v>
                </c:pt>
                <c:pt idx="3">
                  <c:v>-5374341.407756805</c:v>
                </c:pt>
                <c:pt idx="4">
                  <c:v>-7158961.952827454</c:v>
                </c:pt>
                <c:pt idx="5">
                  <c:v>-8940322.282485962</c:v>
                </c:pt>
                <c:pt idx="6">
                  <c:v>-10718529.61081314</c:v>
                </c:pt>
                <c:pt idx="7">
                  <c:v>-12493701.274421692</c:v>
                </c:pt>
                <c:pt idx="8">
                  <c:v>-14265964.541130066</c:v>
                </c:pt>
                <c:pt idx="9">
                  <c:v>-16035456.337669373</c:v>
                </c:pt>
                <c:pt idx="10">
                  <c:v>-17802322.89565277</c:v>
                </c:pt>
                <c:pt idx="11">
                  <c:v>-19566719.31648636</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-19566719.31648636</c:v>
                </c:pt>
                <c:pt idx="12">
                  <c:v>-21328809.056907654</c:v>
                </c:pt>
                <c:pt idx="13">
                  <c:v>-23088763.33829117</c:v>
                </c:pt>
                <c:pt idx="14">
                  <c:v>-24846760.484119415</c:v>
                </c:pt>
                <c:pt idx="15">
                  <c:v>-26602985.19113159</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-1989469.9047927856</c:v>
                </c:pt>
                <c:pt idx="2">
                  <c:v>-3978931.9325447083</c:v>
                </c:pt>
                <c:pt idx="3">
                  <c:v>-5968386.127414703</c:v>
                </c:pt>
                <c:pt idx="4">
                  <c:v>-7957832.533748627</c:v>
                </c:pt>
                <c:pt idx="5">
                  <c:v>-9947271.196090698</c:v>
                </c:pt>
                <c:pt idx="6">
                  <c:v>-11936702.1591568</c:v>
                </c:pt>
                <c:pt idx="7">
                  <c:v>-13926125.467853546</c:v>
                </c:pt>
                <c:pt idx="8">
                  <c:v>-15915541.167266846</c:v>
                </c:pt>
                <c:pt idx="9">
                  <c:v>-17904949.30267334</c:v>
                </c:pt>
                <c:pt idx="10">
                  <c:v>-19894349.919517517</c:v>
                </c:pt>
                <c:pt idx="11">
                  <c:v>-21883743.063438416</c:v>
                </c:pt>
                <c:pt idx="12">
                  <c:v>-23873128.78025055</c:v>
                </c:pt>
                <c:pt idx="13">
                  <c:v>-25862507.115940094</c:v>
                </c:pt>
                <c:pt idx="14">
                  <c:v>-27851878.11667633</c:v>
                </c:pt>
                <c:pt idx="15">
                  <c:v>-29841241.82880783</c:v>
                </c:pt>
                <c:pt idx="16">
                  <c:v>-31830598.298851013</c:v>
                </c:pt>
                <c:pt idx="17">
                  <c:v>-33819947.57350159</c:v>
                </c:pt>
                <c:pt idx="18">
                  <c:v>-35809289.69962311</c:v>
                </c:pt>
                <c:pt idx="19">
                  <c:v>-37798624.72425842</c:v>
                </c:pt>
                <c:pt idx="20">
                  <c:v>-39787952.694618225</c:v>
                </c:pt>
                <c:pt idx="21">
                  <c:v>-41777273.65808487</c:v>
                </c:pt>
                <c:pt idx="22">
                  <c:v>-43766587.66220093</c:v>
                </c:pt>
                <c:pt idx="23">
                  <c:v>-45755894.75468826</c:v>
                </c:pt>
                <c:pt idx="24">
                  <c:v>-47745194.983428955</c:v>
                </c:pt>
                <c:pt idx="25">
                  <c:v>-49734488.396469116</c:v>
                </c:pt>
                <c:pt idx="26">
                  <c:v>-51723775.042022705</c:v>
                </c:pt>
                <c:pt idx="27">
                  <c:v>-53713054.96846771</c:v>
                </c:pt>
                <c:pt idx="28">
                  <c:v>-55702328.22433472</c:v>
                </c:pt>
                <c:pt idx="29">
                  <c:v>-57691594.85832596</c:v>
                </c:pt>
                <c:pt idx="30">
                  <c:v>-59680854.919296265</c:v>
                </c:pt>
                <c:pt idx="31">
                  <c:v>-61670108.45626068</c:v>
                </c:pt>
                <c:pt idx="32">
                  <c:v>-63659355.51839447</c:v>
                </c:pt>
                <c:pt idx="33">
                  <c:v>-65648596.15502167</c:v>
                </c:pt>
                <c:pt idx="34">
                  <c:v>-67637830.41562653</c:v>
                </c:pt>
                <c:pt idx="35">
                  <c:v>-69627058.34983826</c:v>
                </c:pt>
                <c:pt idx="36">
                  <c:v>-71616280.00745392</c:v>
                </c:pt>
                <c:pt idx="37">
                  <c:v>-73605495.4384079</c:v>
                </c:pt>
                <c:pt idx="38">
                  <c:v>-75594704.69277954</c:v>
                </c:pt>
                <c:pt idx="39">
                  <c:v>-77583907.82081604</c:v>
                </c:pt>
                <c:pt idx="40">
                  <c:v>-79573104.87289047</c:v>
                </c:pt>
                <c:pt idx="41">
                  <c:v>-81562295.89953613</c:v>
                </c:pt>
                <c:pt idx="42">
                  <c:v>-83551480.95141602</c:v>
                </c:pt>
                <c:pt idx="43">
                  <c:v>-85540660.07935333</c:v>
                </c:pt>
                <c:pt idx="44">
                  <c:v>-87529833.334301</c:v>
                </c:pt>
                <c:pt idx="45">
                  <c:v>-89519000.76735306</c:v>
                </c:pt>
                <c:pt idx="46">
                  <c:v>-91508162.42974472</c:v>
                </c:pt>
                <c:pt idx="47">
                  <c:v>-93497318.37284851</c:v>
                </c:pt>
                <c:pt idx="48">
                  <c:v>-95486468.64817047</c:v>
                </c:pt>
                <c:pt idx="49">
                  <c:v>-97475613.30735779</c:v>
                </c:pt>
                <c:pt idx="50">
                  <c:v>-99464752.4021759</c:v>
                </c:pt>
                <c:pt idx="51">
                  <c:v>-101453885.98454666</c:v>
                </c:pt>
                <c:pt idx="52">
                  <c:v>-103443014.10649872</c:v>
                </c:pt>
                <c:pt idx="53">
                  <c:v>-105432136.82019806</c:v>
                </c:pt>
                <c:pt idx="54">
                  <c:v>-107421254.17794037</c:v>
                </c:pt>
                <c:pt idx="55">
                  <c:v>-109410366.23214722</c:v>
                </c:pt>
                <c:pt idx="56">
                  <c:v>-111399473.03536224</c:v>
                </c:pt>
                <c:pt idx="57">
                  <c:v>-113388574.64025497</c:v>
                </c:pt>
                <c:pt idx="58">
                  <c:v>-115377671.099617</c:v>
                </c:pt>
                <c:pt idx="59">
                  <c:v>-117366762.46635437</c:v>
                </c:pt>
                <c:pt idx="60">
                  <c:v>-119355848.793499</c:v>
                </c:pt>
                <c:pt idx="61">
                  <c:v>-121344930.13419724</c:v>
                </c:pt>
                <c:pt idx="62">
                  <c:v>-123334006.5417099</c:v>
                </c:pt>
                <c:pt idx="63">
                  <c:v>-125323078.06941605</c:v>
                </c:pt>
                <c:pt idx="64">
                  <c:v>-127312144.77080154</c:v>
                </c:pt>
                <c:pt idx="65">
                  <c:v>-129301206.69947052</c:v>
                </c:pt>
                <c:pt idx="66">
                  <c:v>-131290263.90912628</c:v>
                </c:pt>
                <c:pt idx="67">
                  <c:v>-133279316.45359802</c:v>
                </c:pt>
                <c:pt idx="68">
                  <c:v>-135268364.38680267</c:v>
                </c:pt>
                <c:pt idx="69">
                  <c:v>-137257407.76277542</c:v>
                </c:pt>
                <c:pt idx="70">
                  <c:v>-139246446.635643</c:v>
                </c:pt>
                <c:pt idx="71">
                  <c:v>-141235481.05965424</c:v>
                </c:pt>
                <c:pt idx="72">
                  <c:v>-143224511.08913422</c:v>
                </c:pt>
                <c:pt idx="73">
                  <c:v>-145213536.7785263</c:v>
                </c:pt>
                <c:pt idx="74">
                  <c:v>-147202558.1823578</c:v>
                </c:pt>
                <c:pt idx="75">
                  <c:v>-149191575.35525513</c:v>
                </c:pt>
                <c:pt idx="76">
                  <c:v>-151180588.3519554</c:v>
                </c:pt>
                <c:pt idx="77">
                  <c:v>-153169597.22725677</c:v>
                </c:pt>
                <c:pt idx="78">
                  <c:v>-155158602.0360794</c:v>
                </c:pt>
                <c:pt idx="79">
                  <c:v>-157147602.83340836</c:v>
                </c:pt>
                <c:pt idx="80">
                  <c:v>-159136599.67433167</c:v>
                </c:pt>
                <c:pt idx="81">
                  <c:v>-161125592.6140213</c:v>
                </c:pt>
                <c:pt idx="82">
                  <c:v>-163114581.70773315</c:v>
                </c:pt>
                <c:pt idx="83">
                  <c:v>-165103567.0107956</c:v>
                </c:pt>
                <c:pt idx="84">
                  <c:v>-167092548.57863617</c:v>
                </c:pt>
                <c:pt idx="85">
                  <c:v>-169081526.46674728</c:v>
                </c:pt>
                <c:pt idx="86">
                  <c:v>-171070500.73070908</c:v>
                </c:pt>
                <c:pt idx="87">
                  <c:v>-173059471.42617035</c:v>
                </c:pt>
                <c:pt idx="88">
                  <c:v>-175048438.60886383</c:v>
                </c:pt>
                <c:pt idx="89">
                  <c:v>-177037402.33457947</c:v>
                </c:pt>
                <c:pt idx="90">
                  <c:v>-179026362.65920258</c:v>
                </c:pt>
                <c:pt idx="91">
                  <c:v>-181015319.63866043</c:v>
                </c:pt>
                <c:pt idx="92">
                  <c:v>-183004273.32897186</c:v>
                </c:pt>
                <c:pt idx="93">
                  <c:v>-184993223.7862091</c:v>
                </c:pt>
                <c:pt idx="94">
                  <c:v>-186982171.06651306</c:v>
                </c:pt>
                <c:pt idx="95">
                  <c:v>-188971115.22608948</c:v>
                </c:pt>
                <c:pt idx="96">
                  <c:v>-190960056.3211975</c:v>
                </c:pt>
                <c:pt idx="97">
                  <c:v>-192948994.40816498</c:v>
                </c:pt>
                <c:pt idx="98">
                  <c:v>-194937929.5433731</c:v>
                </c:pt>
                <c:pt idx="99">
                  <c:v>-196926861.78326416</c:v>
                </c:pt>
                <c:pt idx="100">
                  <c:v>-198915791.18432236</c:v>
                </c:pt>
                <c:pt idx="101">
                  <c:v>-200904717.80309677</c:v>
                </c:pt>
                <c:pt idx="102">
                  <c:v>-202893641.69618988</c:v>
                </c:pt>
                <c:pt idx="103">
                  <c:v>-204882562.9202423</c:v>
                </c:pt>
                <c:pt idx="104">
                  <c:v>-206871481.5319519</c:v>
                </c:pt>
                <c:pt idx="105">
                  <c:v>-208860397.58805084</c:v>
                </c:pt>
                <c:pt idx="106">
                  <c:v>-210849311.14533234</c:v>
                </c:pt>
                <c:pt idx="107">
                  <c:v>-212838222.2606125</c:v>
                </c:pt>
                <c:pt idx="108">
                  <c:v>-214827130.99076843</c:v>
                </c:pt>
                <c:pt idx="109">
                  <c:v>-216816037.392704</c:v>
                </c:pt>
                <c:pt idx="110">
                  <c:v>-218804941.5233612</c:v>
                </c:pt>
                <c:pt idx="111">
                  <c:v>-220793843.43972015</c:v>
                </c:pt>
                <c:pt idx="112">
                  <c:v>-222782743.19879532</c:v>
                </c:pt>
                <c:pt idx="113">
                  <c:v>-224771640.85762787</c:v>
                </c:pt>
                <c:pt idx="114">
                  <c:v>-226760536.47330093</c:v>
                </c:pt>
                <c:pt idx="115">
                  <c:v>-228749430.1029091</c:v>
                </c:pt>
                <c:pt idx="116">
                  <c:v>-230738321.80359268</c:v>
                </c:pt>
                <c:pt idx="117">
                  <c:v>-232727211.63250732</c:v>
                </c:pt>
                <c:pt idx="118">
                  <c:v>-234716099.64682388</c:v>
                </c:pt>
                <c:pt idx="119">
                  <c:v>-236704985.9037552</c:v>
                </c:pt>
                <c:pt idx="120">
                  <c:v>-238693870.46051788</c:v>
                </c:pt>
                <c:pt idx="121">
                  <c:v>-240682753.3743515</c:v>
                </c:pt>
                <c:pt idx="122">
                  <c:v>-242671634.70251465</c:v>
                </c:pt>
                <c:pt idx="123">
                  <c:v>-244660514.5022812</c:v>
                </c:pt>
                <c:pt idx="124">
                  <c:v>-246649392.830925</c:v>
                </c:pt>
                <c:pt idx="125">
                  <c:v>-248638269.74575043</c:v>
                </c:pt>
                <c:pt idx="126">
                  <c:v>-250627145.3040619</c:v>
                </c:pt>
                <c:pt idx="127">
                  <c:v>-252616019.56316376</c:v>
                </c:pt>
                <c:pt idx="128">
                  <c:v>-254604892.58038712</c:v>
                </c:pt>
                <c:pt idx="129">
                  <c:v>-256593764.41304398</c:v>
                </c:pt>
                <c:pt idx="130">
                  <c:v>-258582635.11846542</c:v>
                </c:pt>
                <c:pt idx="131">
                  <c:v>-260571504.7539749</c:v>
                </c:pt>
                <c:pt idx="132">
                  <c:v>-262560373.37689972</c:v>
                </c:pt>
                <c:pt idx="133">
                  <c:v>-264549241.0445633</c:v>
                </c:pt>
                <c:pt idx="134">
                  <c:v>-266538107.81427765</c:v>
                </c:pt>
                <c:pt idx="135">
                  <c:v>-268526973.7433624</c:v>
                </c:pt>
                <c:pt idx="136">
                  <c:v>-270515838.8891144</c:v>
                </c:pt>
                <c:pt idx="137">
                  <c:v>-272504703.3088379</c:v>
                </c:pt>
                <c:pt idx="138">
                  <c:v>-274493567.059803</c:v>
                </c:pt>
                <c:pt idx="139">
                  <c:v>-276482430.1992874</c:v>
                </c:pt>
                <c:pt idx="140">
                  <c:v>-278471292.78453827</c:v>
                </c:pt>
                <c:pt idx="141">
                  <c:v>-280460154.87280273</c:v>
                </c:pt>
                <c:pt idx="142">
                  <c:v>-282449016.52129745</c:v>
                </c:pt>
                <c:pt idx="143">
                  <c:v>-284437877.7872238</c:v>
                </c:pt>
                <c:pt idx="144">
                  <c:v>-286426738.7277527</c:v>
                </c:pt>
                <c:pt idx="145">
                  <c:v>-288415599.4000435</c:v>
                </c:pt>
                <c:pt idx="146">
                  <c:v>-290404459.86122894</c:v>
                </c:pt>
                <c:pt idx="147">
                  <c:v>-292393320.1684036</c:v>
                </c:pt>
                <c:pt idx="148">
                  <c:v>-294382180.37864304</c:v>
                </c:pt>
                <c:pt idx="149">
                  <c:v>-296371040.54899216</c:v>
                </c:pt>
                <c:pt idx="150">
                  <c:v>-298359900.73646164</c:v>
                </c:pt>
                <c:pt idx="151">
                  <c:v>-300348760.9980316</c:v>
                </c:pt>
                <c:pt idx="152">
                  <c:v>-302337621.39063644</c:v>
                </c:pt>
                <c:pt idx="153">
                  <c:v>-304326481.9711838</c:v>
                </c:pt>
                <c:pt idx="154">
                  <c:v>-306315342.79654694</c:v>
                </c:pt>
                <c:pt idx="155">
                  <c:v>-308304203.9235382</c:v>
                </c:pt>
                <c:pt idx="156">
                  <c:v>-310293065.408947</c:v>
                </c:pt>
                <c:pt idx="157">
                  <c:v>-312281927.3095131</c:v>
                </c:pt>
                <c:pt idx="158">
                  <c:v>-314270789.6819229</c:v>
                </c:pt>
                <c:pt idx="159">
                  <c:v>-316259652.58283234</c:v>
                </c:pt>
                <c:pt idx="160">
                  <c:v>-318248516.06882477</c:v>
                </c:pt>
                <c:pt idx="161">
                  <c:v>-320237380.1964569</c:v>
                </c:pt>
                <c:pt idx="162">
                  <c:v>-322226245.0222206</c:v>
                </c:pt>
                <c:pt idx="163">
                  <c:v>-324215110.6025505</c:v>
                </c:pt>
                <c:pt idx="164">
                  <c:v>-326203976.99383545</c:v>
                </c:pt>
                <c:pt idx="165">
                  <c:v>-328192844.25239944</c:v>
                </c:pt>
                <c:pt idx="166">
                  <c:v>-330181712.4345131</c:v>
                </c:pt>
                <c:pt idx="167">
                  <c:v>-332170581.5963783</c:v>
                </c:pt>
                <c:pt idx="168">
                  <c:v>-334159451.7941437</c:v>
                </c:pt>
                <c:pt idx="169">
                  <c:v>-336148323.083889</c:v>
                </c:pt>
                <c:pt idx="170">
                  <c:v>-338137195.52162933</c:v>
                </c:pt>
                <c:pt idx="171">
                  <c:v>-340126069.1633148</c:v>
                </c:pt>
                <c:pt idx="172">
                  <c:v>-342114944.06481934</c:v>
                </c:pt>
                <c:pt idx="173">
                  <c:v>-344103820.28195953</c:v>
                </c:pt>
                <c:pt idx="174">
                  <c:v>-346092697.87046814</c:v>
                </c:pt>
                <c:pt idx="175">
                  <c:v>-348081576.8860092</c:v>
                </c:pt>
                <c:pt idx="176">
                  <c:v>-350070457.38417053</c:v>
                </c:pt>
                <c:pt idx="177">
                  <c:v>-352059339.42046356</c:v>
                </c:pt>
                <c:pt idx="178">
                  <c:v>-354048223.0503273</c:v>
                </c:pt>
                <c:pt idx="179">
                  <c:v>-356037108.3291092</c:v>
                </c:pt>
                <c:pt idx="180">
                  <c:v>-358025995.3120804</c:v>
                </c:pt>
                <c:pt idx="181">
                  <c:v>-360014884.05443573</c:v>
                </c:pt>
                <c:pt idx="182">
                  <c:v>-362003774.6112709</c:v>
                </c:pt>
                <c:pt idx="183">
                  <c:v>-363992667.0376129</c:v>
                </c:pt>
                <c:pt idx="184">
                  <c:v>-365981561.3883896</c:v>
                </c:pt>
                <c:pt idx="185">
                  <c:v>-367970457.718441</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-367970457.718441</c:v>
                </c:pt>
                <c:pt idx="186">
                  <c:v>-369959356.0825157</c:v>
                </c:pt>
                <c:pt idx="187">
                  <c:v>-371948256.5352783</c:v>
                </c:pt>
                <c:pt idx="188">
                  <c:v>-373937159.1312866</c:v>
                </c:pt>
                <c:pt idx="189">
                  <c:v>-375926063.9250107</c:v>
                </c:pt>
                <c:pt idx="190">
                  <c:v>-377914970.970829</c:v>
                </c:pt>
                <c:pt idx="191">
                  <c:v>-379903880.3230133</c:v>
                </c:pt>
                <c:pt idx="192">
                  <c:v>-381892792.03573227</c:v>
                </c:pt>
                <c:pt idx="193">
                  <c:v>-383881706.16306686</c:v>
                </c:pt>
                <c:pt idx="194">
                  <c:v>-385870622.7589836</c:v>
                </c:pt>
                <c:pt idx="195">
                  <c:v>-387859541.87734985</c:v>
                </c:pt>
                <c:pt idx="196">
                  <c:v>-389848463.5719261</c:v>
                </c:pt>
                <c:pt idx="197">
                  <c:v>-391837387.8963661</c:v>
                </c:pt>
                <c:pt idx="198">
                  <c:v>-393826314.90421295</c:v>
                </c:pt>
                <c:pt idx="199">
                  <c:v>-395815244.6489067</c:v>
                </c:pt>
                <c:pt idx="200">
                  <c:v>-397804177.1837692</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1723096.0618743896</c:v>
                </c:pt>
                <c:pt idx="2">
                  <c:v>4018637.0288848877</c:v>
                </c:pt>
                <c:pt idx="3">
                  <c:v>6898827.505813599</c:v>
                </c:pt>
                <c:pt idx="4">
                  <c:v>10337766.718978882</c:v>
                </c:pt>
                <c:pt idx="5">
                  <c:v>14264355.707931519</c:v>
                </c:pt>
                <c:pt idx="6">
                  <c:v>18563423.83570099</c:v>
                </c:pt>
                <c:pt idx="7">
                  <c:v>23087029.03181839</c:v>
                </c:pt>
                <c:pt idx="8">
                  <c:v>27673851.979644775</c:v>
                </c:pt>
                <c:pt idx="9">
                  <c:v>32170936.836791992</c:v>
                </c:pt>
                <c:pt idx="10">
                  <c:v>36451236.27762222</c:v>
                </c:pt>
                <c:pt idx="11">
                  <c:v>40422914.64768982</c:v>
                </c:pt>
                <c:pt idx="12">
                  <c:v>44030178.2137146</c:v>
                </c:pt>
                <c:pt idx="13">
                  <c:v>47248160.02871704</c:v>
                </c:pt>
                <c:pt idx="14">
                  <c:v>50075144.76226425</c:v>
                </c:pt>
                <c:pt idx="15">
                  <c:v>52524713.23672867</c:v>
                </c:pt>
                <c:pt idx="16">
                  <c:v>54619212.46115112</c:v>
                </c:pt>
                <c:pt idx="17">
                  <c:v>56384985.44698715</c:v>
                </c:pt>
                <c:pt idx="18">
                  <c:v>57849231.085876465</c:v>
                </c:pt>
                <c:pt idx="19">
                  <c:v>59038140.284915924</c:v>
                </c:pt>
                <c:pt idx="20">
                  <c:v>59975930.41096878</c:v>
                </c:pt>
                <c:pt idx="21">
                  <c:v>60684462.422698975</c:v>
                </c:pt>
                <c:pt idx="22">
                  <c:v>61183207.976055145</c:v>
                </c:pt>
                <c:pt idx="23">
                  <c:v>61489407.934612274</c:v>
                </c:pt>
                <c:pt idx="24">
                  <c:v>61618320.42289734</c:v>
                </c:pt>
                <c:pt idx="25">
                  <c:v>61583496.39531326</c:v>
                </c:pt>
                <c:pt idx="26">
                  <c:v>61397047.21942139</c:v>
                </c:pt>
                <c:pt idx="27">
                  <c:v>61069885.77683258</c:v>
                </c:pt>
                <c:pt idx="28">
                  <c:v>60611933.138557434</c:v>
                </c:pt>
                <c:pt idx="29">
                  <c:v>60032289.19209671</c:v>
                </c:pt>
                <c:pt idx="30">
                  <c:v>59339369.19367981</c:v>
                </c:pt>
                <c:pt idx="31">
                  <c:v>58541010.08621216</c:v>
                </c:pt>
                <c:pt idx="32">
                  <c:v>57644551.20679855</c:v>
                </c:pt>
                <c:pt idx="33">
                  <c:v>56656894.12649536</c:v>
                </c:pt>
                <c:pt idx="34">
                  <c:v>55584546.09114838</c:v>
                </c:pt>
                <c:pt idx="35">
                  <c:v>54433651.04425812</c:v>
                </c:pt>
                <c:pt idx="36">
                  <c:v>53210011.62762451</c:v>
                </c:pt>
                <c:pt idx="37">
                  <c:v>51919104.94918823</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51919104.94918823</c:v>
                </c:pt>
                <c:pt idx="38">
                  <c:v>50566094.328063965</c:v>
                </c:pt>
                <c:pt idx="39">
                  <c:v>49155838.70301056</c:v>
                </c:pt>
                <c:pt idx="40">
                  <c:v>47692900.936416626</c:v>
                </c:pt>
                <c:pt idx="41">
                  <c:v>46181555.867733</c:v>
                </c:pt>
                <c:pt idx="42">
                  <c:v>44625798.66490173</c:v>
                </c:pt>
                <c:pt idx="43">
                  <c:v>43029353.785713196</c:v>
                </c:pt>
                <c:pt idx="44">
                  <c:v>41395684.68375778</c:v>
                </c:pt>
                <c:pt idx="45">
                  <c:v>39728004.26736069</c:v>
                </c:pt>
                <c:pt idx="46">
                  <c:v>38029286.03520203</c:v>
                </c:pt>
                <c:pt idx="47">
                  <c:v>36302275.76022339</c:v>
                </c:pt>
                <c:pt idx="48">
                  <c:v>34549503.56652832</c:v>
                </c:pt>
                <c:pt idx="49">
                  <c:v>32773296.235580444</c:v>
                </c:pt>
                <c:pt idx="50">
                  <c:v>30975789.582035065</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24179780.918006897</c:v>
                </c:pt>
                <c:pt idx="2">
                  <c:v>50771828.6565361</c:v>
                </c:pt>
                <c:pt idx="3">
                  <c:v>79740591.92891312</c:v>
                </c:pt>
                <c:pt idx="4">
                  <c:v>110968700.74848938</c:v>
                </c:pt>
                <c:pt idx="5">
                  <c:v>144249601.72377777</c:v>
                </c:pt>
                <c:pt idx="6">
                  <c:v>179287694.46124268</c:v>
                </c:pt>
                <c:pt idx="7">
                  <c:v>215707513.1967163</c:v>
                </c:pt>
                <c:pt idx="8">
                  <c:v>253071994.97592926</c:v>
                </c:pt>
                <c:pt idx="9">
                  <c:v>290908060.27111816</c:v>
                </c:pt>
                <c:pt idx="10">
                  <c:v>328736141.96194077</c:v>
                </c:pt>
                <c:pt idx="11">
                  <c:v>366099466.55391693</c:v>
                </c:pt>
                <c:pt idx="12">
                  <c:v>402589095.7881584</c:v>
                </c:pt>
                <c:pt idx="13">
                  <c:v>437861869.18924713</c:v>
                </c:pt>
                <c:pt idx="14">
                  <c:v>471650020.4451027</c:v>
                </c:pt>
                <c:pt idx="15">
                  <c:v>503762841.00717163</c:v>
                </c:pt>
                <c:pt idx="16">
                  <c:v>534081924.49676895</c:v>
                </c:pt>
                <c:pt idx="17">
                  <c:v>562552078.9979935</c:v>
                </c:pt>
                <c:pt idx="18">
                  <c:v>589170000.1224899</c:v>
                </c:pt>
                <c:pt idx="19">
                  <c:v>613972441.8059158</c:v>
                </c:pt>
                <c:pt idx="20">
                  <c:v>637025110.6734695</c:v>
                </c:pt>
                <c:pt idx="21">
                  <c:v>658413002.5321808</c:v>
                </c:pt>
                <c:pt idx="22">
                  <c:v>678232485.8968735</c:v>
                </c:pt>
                <c:pt idx="23">
                  <c:v>696585147.5203705</c:v>
                </c:pt>
                <c:pt idx="24">
                  <c:v>713573240.7075348</c:v>
                </c:pt>
                <c:pt idx="25">
                  <c:v>729296493.3059387</c:v>
                </c:pt>
                <c:pt idx="26">
                  <c:v>743850009.8708878</c:v>
                </c:pt>
                <c:pt idx="27">
                  <c:v>757323016.766983</c:v>
                </c:pt>
                <c:pt idx="28">
                  <c:v>769798231.552288</c:v>
                </c:pt>
                <c:pt idx="29">
                  <c:v>781351676.8606186</c:v>
                </c:pt>
                <c:pt idx="30">
                  <c:v>792052797.1188812</c:v>
                </c:pt>
                <c:pt idx="31">
                  <c:v>801964770.272152</c:v>
                </c:pt>
                <c:pt idx="32">
                  <c:v>811144934.9121857</c:v>
                </c:pt>
                <c:pt idx="33">
                  <c:v>819645275.7486267</c:v>
                </c:pt>
                <c:pt idx="34">
                  <c:v>827512927.7911911</c:v>
                </c:pt>
                <c:pt idx="35">
                  <c:v>834790672.7342262</c:v>
                </c:pt>
                <c:pt idx="36">
                  <c:v>841517410.6919327</c:v>
                </c:pt>
                <c:pt idx="37">
                  <c:v>847728597.3866196</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847728597.3866196</c:v>
                </c:pt>
                <c:pt idx="38">
                  <c:v>853456641.7891922</c:v>
                </c:pt>
                <c:pt idx="39">
                  <c:v>858731262.5725479</c:v>
                </c:pt>
                <c:pt idx="40">
                  <c:v>863579803.9728928</c:v>
                </c:pt>
                <c:pt idx="41">
                  <c:v>868027513.0734711</c:v>
                </c:pt>
                <c:pt idx="42">
                  <c:v>872097781.3642921</c:v>
                </c:pt>
                <c:pt idx="43">
                  <c:v>875812353.8640518</c:v>
                </c:pt>
                <c:pt idx="44">
                  <c:v>879191509.244175</c:v>
                </c:pt>
                <c:pt idx="45">
                  <c:v>882254214.3615112</c:v>
                </c:pt>
                <c:pt idx="46">
                  <c:v>885018256.4531517</c:v>
                </c:pt>
                <c:pt idx="47">
                  <c:v>887500356.0201263</c:v>
                </c:pt>
                <c:pt idx="48">
                  <c:v>889716263.1610794</c:v>
                </c:pt>
                <c:pt idx="49">
                  <c:v>891680839.8342133</c:v>
                </c:pt>
                <c:pt idx="50">
                  <c:v>893408130.242981</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15057336.841300964</c:v>
                </c:pt>
                <c:pt idx="2">
                  <c:v>30705972.31590271</c:v>
                </c:pt>
                <c:pt idx="3">
                  <c:v>46626343.29784012</c:v>
                </c:pt>
                <c:pt idx="4">
                  <c:v>62481951.954689026</c:v>
                </c:pt>
                <c:pt idx="5">
                  <c:v>77952781.87421036</c:v>
                </c:pt>
                <c:pt idx="6">
                  <c:v>92764161.57608032</c:v>
                </c:pt>
                <c:pt idx="7">
                  <c:v>106705390.97632599</c:v>
                </c:pt>
                <c:pt idx="8">
                  <c:v>119636185.72681046</c:v>
                </c:pt>
                <c:pt idx="9">
                  <c:v>131482595.64649963</c:v>
                </c:pt>
                <c:pt idx="10">
                  <c:v>142226107.76307678</c:v>
                </c:pt>
                <c:pt idx="11">
                  <c:v>151889910.83338547</c:v>
                </c:pt>
                <c:pt idx="12">
                  <c:v>160525387.85251617</c:v>
                </c:pt>
                <c:pt idx="13">
                  <c:v>168200617.2348709</c:v>
                </c:pt>
                <c:pt idx="14">
                  <c:v>174991552.01514435</c:v>
                </c:pt>
                <c:pt idx="15">
                  <c:v>180975819.60588837</c:v>
                </c:pt>
                <c:pt idx="16">
                  <c:v>186228722.87263107</c:v>
                </c:pt>
                <c:pt idx="17">
                  <c:v>190820915.78131104</c:v>
                </c:pt>
                <c:pt idx="18">
                  <c:v>194817259.89808655</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194817259.89808655</c:v>
                </c:pt>
                <c:pt idx="19">
                  <c:v>198276459.41996765</c:v>
                </c:pt>
                <c:pt idx="20">
                  <c:v>201251174.40369415</c:v>
                </c:pt>
                <c:pt idx="21">
                  <c:v>203788401.9653244</c:v>
                </c:pt>
                <c:pt idx="22">
                  <c:v>205929986.0732231</c:v>
                </c:pt>
                <c:pt idx="23">
                  <c:v>207713168.33761597</c:v>
                </c:pt>
                <c:pt idx="24">
                  <c:v>209171128.0884552</c:v>
                </c:pt>
                <c:pt idx="25">
                  <c:v>210333483.8427925</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-1250170.2576065063</c:v>
                </c:pt>
                <c:pt idx="2">
                  <c:v>-2475511.383102417</c:v>
                </c:pt>
                <c:pt idx="3">
                  <c:v>-3675959.6886634827</c:v>
                </c:pt>
                <c:pt idx="4">
                  <c:v>-4851547.68258667</c:v>
                </c:pt>
                <c:pt idx="5">
                  <c:v>-6002411.363502502</c:v>
                </c:pt>
                <c:pt idx="6">
                  <c:v>-7128796.861488342</c:v>
                </c:pt>
                <c:pt idx="7">
                  <c:v>-8231066.226207733</c:v>
                </c:pt>
                <c:pt idx="8">
                  <c:v>-9309702.160572052</c:v>
                </c:pt>
                <c:pt idx="9">
                  <c:v>-10365311.503353119</c:v>
                </c:pt>
                <c:pt idx="10">
                  <c:v>-11398627.277103424</c:v>
                </c:pt>
                <c:pt idx="11">
                  <c:v>-12410509.139053345</c:v>
                </c:pt>
                <c:pt idx="12">
                  <c:v>-13401942.102012634</c:v>
                </c:pt>
                <c:pt idx="13">
                  <c:v>-14374033.430034637</c:v>
                </c:pt>
                <c:pt idx="14">
                  <c:v>-15328007.65806961</c:v>
                </c:pt>
                <c:pt idx="15">
                  <c:v>-16265199.735294342</c:v>
                </c:pt>
                <c:pt idx="16">
                  <c:v>-17187046.3456192</c:v>
                </c:pt>
                <c:pt idx="17">
                  <c:v>-18095075.51442337</c:v>
                </c:pt>
                <c:pt idx="18">
                  <c:v>-18990894.664756775</c:v>
                </c:pt>
                <c:pt idx="19">
                  <c:v>-19876177.336593628</c:v>
                </c:pt>
                <c:pt idx="20">
                  <c:v>-20752648.82659149</c:v>
                </c:pt>
                <c:pt idx="21">
                  <c:v>-21622071.04093933</c:v>
                </c:pt>
                <c:pt idx="22">
                  <c:v>-22486226.87822342</c:v>
                </c:pt>
                <c:pt idx="23">
                  <c:v>-23346904.471710205</c:v>
                </c:pt>
                <c:pt idx="24">
                  <c:v>-24205881.620555878</c:v>
                </c:pt>
                <c:pt idx="25">
                  <c:v>-25064910.72695923</c:v>
                </c:pt>
                <c:pt idx="26">
                  <c:v>-25925704.53271103</c:v>
                </c:pt>
                <c:pt idx="27">
                  <c:v>-26789922.91496277</c:v>
                </c:pt>
                <c:pt idx="28">
                  <c:v>-27659160.959472656</c:v>
                </c:pt>
                <c:pt idx="29">
                  <c:v>-28534938.482772827</c:v>
                </c:pt>
                <c:pt idx="30">
                  <c:v>-29418691.1246109</c:v>
                </c:pt>
                <c:pt idx="31">
                  <c:v>-30311763.081497192</c:v>
                </c:pt>
                <c:pt idx="32">
                  <c:v>-31215401.503440857</c:v>
                </c:pt>
                <c:pt idx="33">
                  <c:v>-32130752.530799866</c:v>
                </c:pt>
                <c:pt idx="34">
                  <c:v>-33058858.90819931</c:v>
                </c:pt>
                <c:pt idx="35">
                  <c:v>-34000659.07910156</c:v>
                </c:pt>
                <c:pt idx="36">
                  <c:v>-34956987.63765335</c:v>
                </c:pt>
                <c:pt idx="37">
                  <c:v>-35928576.995224</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-35928576.995224</c:v>
                </c:pt>
                <c:pt idx="38">
                  <c:v>-36916060.10625458</c:v>
                </c:pt>
                <c:pt idx="39">
                  <c:v>-37919974.09197235</c:v>
                </c:pt>
                <c:pt idx="40">
                  <c:v>-38940764.60020447</c:v>
                </c:pt>
                <c:pt idx="41">
                  <c:v>-39978790.74373627</c:v>
                </c:pt>
                <c:pt idx="42">
                  <c:v>-41034330.46828842</c:v>
                </c:pt>
                <c:pt idx="43">
                  <c:v>-42107586.21223831</c:v>
                </c:pt>
                <c:pt idx="44">
                  <c:v>-43198690.73379135</c:v>
                </c:pt>
                <c:pt idx="45">
                  <c:v>-44307712.995708466</c:v>
                </c:pt>
                <c:pt idx="46">
                  <c:v>-45434664.01303482</c:v>
                </c:pt>
                <c:pt idx="47">
                  <c:v>-46579502.58415222</c:v>
                </c:pt>
                <c:pt idx="48">
                  <c:v>-47742140.840042114</c:v>
                </c:pt>
                <c:pt idx="49">
                  <c:v>-48922449.560367584</c:v>
                </c:pt>
                <c:pt idx="50">
                  <c:v>-50120263.2171936</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-546404.188911438</c:v>
                </c:pt>
                <c:pt idx="2">
                  <c:v>-1030924.9134712219</c:v>
                </c:pt>
                <c:pt idx="3">
                  <c:v>-1453613.113204956</c:v>
                </c:pt>
                <c:pt idx="4">
                  <c:v>-1814958.4856872559</c:v>
                </c:pt>
                <c:pt idx="5">
                  <c:v>-2115925.810230255</c:v>
                </c:pt>
                <c:pt idx="6">
                  <c:v>-2357984.7014160156</c:v>
                </c:pt>
                <c:pt idx="7">
                  <c:v>-2543130.9022102356</c:v>
                </c:pt>
                <c:pt idx="8">
                  <c:v>-2673897.343986511</c:v>
                </c:pt>
                <c:pt idx="9">
                  <c:v>-2753353.44953537</c:v>
                </c:pt>
                <c:pt idx="10">
                  <c:v>-2785091.5376815796</c:v>
                </c:pt>
                <c:pt idx="11">
                  <c:v>-2773199.6945343018</c:v>
                </c:pt>
                <c:pt idx="12">
                  <c:v>-2722221.0819015503</c:v>
                </c:pt>
                <c:pt idx="13">
                  <c:v>-2637100.3204956055</c:v>
                </c:pt>
                <c:pt idx="14">
                  <c:v>-2523118.264442444</c:v>
                </c:pt>
                <c:pt idx="15">
                  <c:v>-2385817.12008667</c:v>
                </c:pt>
                <c:pt idx="16">
                  <c:v>-2230918.400150299</c:v>
                </c:pt>
                <c:pt idx="17">
                  <c:v>-2064236.5964813232</c:v>
                </c:pt>
                <c:pt idx="18">
                  <c:v>-1891591.6652793884</c:v>
                </c:pt>
                <c:pt idx="19">
                  <c:v>-1718723.4306221008</c:v>
                </c:pt>
                <c:pt idx="20">
                  <c:v>-1551210.828113556</c:v>
                </c:pt>
                <c:pt idx="21">
                  <c:v>-1394398.5514793396</c:v>
                </c:pt>
                <c:pt idx="22">
                  <c:v>-1253333.1692962646</c:v>
                </c:pt>
                <c:pt idx="23">
                  <c:v>-1132710.1940803528</c:v>
                </c:pt>
                <c:pt idx="24">
                  <c:v>-1036832.9640808105</c:v>
                </c:pt>
                <c:pt idx="25">
                  <c:v>-969583.5893058777</c:v>
                </c:pt>
                <c:pt idx="26">
                  <c:v>-934405.6602210999</c:v>
                </c:pt>
                <c:pt idx="27">
                  <c:v>-934297.9521980286</c:v>
                </c:pt>
                <c:pt idx="28">
                  <c:v>-971818.0004615784</c:v>
                </c:pt>
                <c:pt idx="29">
                  <c:v>-1049094.17628479</c:v>
                </c:pt>
                <c:pt idx="30">
                  <c:v>-1167844.7619361877</c:v>
                </c:pt>
                <c:pt idx="31">
                  <c:v>-1329402.487751007</c:v>
                </c:pt>
                <c:pt idx="32">
                  <c:v>-1534743.0427436829</c:v>
                </c:pt>
                <c:pt idx="33">
                  <c:v>-1784516.1806526184</c:v>
                </c:pt>
                <c:pt idx="34">
                  <c:v>-2079078.196811676</c:v>
                </c:pt>
                <c:pt idx="35">
                  <c:v>-2418524.7292556763</c:v>
                </c:pt>
                <c:pt idx="36">
                  <c:v>-2802723.0246009827</c:v>
                </c:pt>
                <c:pt idx="37">
                  <c:v>-3231342.993232727</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-3231342.993232727</c:v>
                </c:pt>
                <c:pt idx="38">
                  <c:v>-3703886.550315857</c:v>
                </c:pt>
                <c:pt idx="39">
                  <c:v>-4219714.892997742</c:v>
                </c:pt>
                <c:pt idx="40">
                  <c:v>-4778073.49697876</c:v>
                </c:pt>
                <c:pt idx="41">
                  <c:v>-5378114.726257324</c:v>
                </c:pt>
                <c:pt idx="42">
                  <c:v>-6018918.038658142</c:v>
                </c:pt>
                <c:pt idx="43">
                  <c:v>-6699507.838279724</c:v>
                </c:pt>
                <c:pt idx="44">
                  <c:v>-7418869.076927185</c:v>
                </c:pt>
                <c:pt idx="45">
                  <c:v>-8175960.741661072</c:v>
                </c:pt>
                <c:pt idx="46">
                  <c:v>-8969727.388206482</c:v>
                </c:pt>
                <c:pt idx="47">
                  <c:v>-9799108.891914368</c:v>
                </c:pt>
                <c:pt idx="48">
                  <c:v>-10663048.592212677</c:v>
                </c:pt>
                <c:pt idx="49">
                  <c:v>-11560500.004207611</c:v>
                </c:pt>
                <c:pt idx="50">
                  <c:v>-12490432.26479721</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9152648.694049835</c:v>
                </c:pt>
                <c:pt idx="2">
                  <c:v>19242713.795368195</c:v>
                </c:pt>
                <c:pt idx="3">
                  <c:v>30188276.62111664</c:v>
                </c:pt>
                <c:pt idx="4">
                  <c:v>41860643.16448593</c:v>
                </c:pt>
                <c:pt idx="5">
                  <c:v>54088685.120082855</c:v>
                </c:pt>
                <c:pt idx="6">
                  <c:v>66669444.07374191</c:v>
                </c:pt>
                <c:pt idx="7">
                  <c:v>79383692.72454071</c:v>
                </c:pt>
                <c:pt idx="8">
                  <c:v>92013726.97982788</c:v>
                </c:pt>
                <c:pt idx="9">
                  <c:v>104360062.06518555</c:v>
                </c:pt>
                <c:pt idx="10">
                  <c:v>116254182.42804718</c:v>
                </c:pt>
                <c:pt idx="11">
                  <c:v>127565785.16209793</c:v>
                </c:pt>
                <c:pt idx="12">
                  <c:v>138204462.12992477</c:v>
                </c:pt>
                <c:pt idx="13">
                  <c:v>148116921.78927612</c:v>
                </c:pt>
                <c:pt idx="14">
                  <c:v>157281388.88801575</c:v>
                </c:pt>
                <c:pt idx="15">
                  <c:v>165700789.66457748</c:v>
                </c:pt>
                <c:pt idx="16">
                  <c:v>173395958.74861145</c:v>
                </c:pt>
                <c:pt idx="17">
                  <c:v>180399630.37266922</c:v>
                </c:pt>
                <c:pt idx="18">
                  <c:v>186751559.9401474</c:v>
                </c:pt>
                <c:pt idx="19">
                  <c:v>192494828.58259964</c:v>
                </c:pt>
                <c:pt idx="20">
                  <c:v>197673214.33436584</c:v>
                </c:pt>
                <c:pt idx="21">
                  <c:v>202329440.03902435</c:v>
                </c:pt>
                <c:pt idx="22">
                  <c:v>206504095.4220543</c:v>
                </c:pt>
                <c:pt idx="23">
                  <c:v>210235050.3589859</c:v>
                </c:pt>
                <c:pt idx="24">
                  <c:v>213557208.92019653</c:v>
                </c:pt>
                <c:pt idx="25">
                  <c:v>216502488.095356</c:v>
                </c:pt>
                <c:pt idx="26">
                  <c:v>219099935.74072647</c:v>
                </c:pt>
                <c:pt idx="27">
                  <c:v>221375927.29003143</c:v>
                </c:pt>
                <c:pt idx="28">
                  <c:v>223354400.01805496</c:v>
                </c:pt>
                <c:pt idx="29">
                  <c:v>225057097.868145</c:v>
                </c:pt>
                <c:pt idx="30">
                  <c:v>226503810.02687454</c:v>
                </c:pt>
                <c:pt idx="31">
                  <c:v>227712593.50229263</c:v>
                </c:pt>
                <c:pt idx="32">
                  <c:v>228699974.74581528</c:v>
                </c:pt>
                <c:pt idx="33">
                  <c:v>229481128.49473572</c:v>
                </c:pt>
                <c:pt idx="34">
                  <c:v>230070033.98937988</c:v>
                </c:pt>
                <c:pt idx="35">
                  <c:v>230479609.89517593</c:v>
                </c:pt>
                <c:pt idx="36">
                  <c:v>230721829.8937683</c:v>
                </c:pt>
                <c:pt idx="37">
                  <c:v>230807821.18211365</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230807821.18211365</c:v>
                </c:pt>
                <c:pt idx="38">
                  <c:v>230747948.16331863</c:v>
                </c:pt>
                <c:pt idx="39">
                  <c:v>230551883.51555634</c:v>
                </c:pt>
                <c:pt idx="40">
                  <c:v>230228668.6478691</c:v>
                </c:pt>
                <c:pt idx="41">
                  <c:v>229786765.33350372</c:v>
                </c:pt>
                <c:pt idx="42">
                  <c:v>229234100.0802765</c:v>
                </c:pt>
                <c:pt idx="43">
                  <c:v>228578102.5703621</c:v>
                </c:pt>
                <c:pt idx="44">
                  <c:v>227825739.28869247</c:v>
                </c:pt>
                <c:pt idx="45">
                  <c:v>226983543.26630402</c:v>
                </c:pt>
                <c:pt idx="46">
                  <c:v>226057640.6943817</c:v>
                </c:pt>
                <c:pt idx="47">
                  <c:v>225053775.0174675</c:v>
                </c:pt>
                <c:pt idx="48">
                  <c:v>223977328.98900986</c:v>
                </c:pt>
                <c:pt idx="49">
                  <c:v>222833345.0681305</c:v>
                </c:pt>
                <c:pt idx="50">
                  <c:v>221626544.4503212</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-1887728.7130775452</c:v>
                </c:pt>
                <c:pt idx="2">
                  <c:v>-3775421.484653473</c:v>
                </c:pt>
                <c:pt idx="3">
                  <c:v>-5663078.365291595</c:v>
                </c:pt>
                <c:pt idx="4">
                  <c:v>-7550699.405658722</c:v>
                </c:pt>
                <c:pt idx="5">
                  <c:v>-9438284.65650177</c:v>
                </c:pt>
                <c:pt idx="6">
                  <c:v>-11325834.16866684</c:v>
                </c:pt>
                <c:pt idx="7">
                  <c:v>-13213347.993099213</c:v>
                </c:pt>
                <c:pt idx="8">
                  <c:v>-15100826.18081665</c:v>
                </c:pt>
                <c:pt idx="9">
                  <c:v>-16988268.78294754</c:v>
                </c:pt>
                <c:pt idx="10">
                  <c:v>-18875675.85070038</c:v>
                </c:pt>
                <c:pt idx="11">
                  <c:v>-20763047.435382843</c:v>
                </c:pt>
                <c:pt idx="12">
                  <c:v>-22650383.588386536</c:v>
                </c:pt>
                <c:pt idx="13">
                  <c:v>-24537684.361206055</c:v>
                </c:pt>
                <c:pt idx="14">
                  <c:v>-26424949.805408478</c:v>
                </c:pt>
                <c:pt idx="15">
                  <c:v>-28312179.972675323</c:v>
                </c:pt>
                <c:pt idx="16">
                  <c:v>-30199374.914764404</c:v>
                </c:pt>
                <c:pt idx="17">
                  <c:v>-32086534.683525085</c:v>
                </c:pt>
                <c:pt idx="18">
                  <c:v>-33973659.330898285</c:v>
                </c:pt>
                <c:pt idx="19">
                  <c:v>-35860748.9089241</c:v>
                </c:pt>
                <c:pt idx="20">
                  <c:v>-37747803.46972656</c:v>
                </c:pt>
                <c:pt idx="21">
                  <c:v>-39634823.065517426</c:v>
                </c:pt>
                <c:pt idx="22">
                  <c:v>-41521807.748607635</c:v>
                </c:pt>
                <c:pt idx="23">
                  <c:v>-43408757.571388245</c:v>
                </c:pt>
                <c:pt idx="24">
                  <c:v>-45295672.5863533</c:v>
                </c:pt>
                <c:pt idx="25">
                  <c:v>-47182552.84607315</c:v>
                </c:pt>
                <c:pt idx="26">
                  <c:v>-49069398.40322113</c:v>
                </c:pt>
                <c:pt idx="27">
                  <c:v>-50956209.310546875</c:v>
                </c:pt>
                <c:pt idx="28">
                  <c:v>-52842985.620910645</c:v>
                </c:pt>
                <c:pt idx="29">
                  <c:v>-54729727.38723755</c:v>
                </c:pt>
                <c:pt idx="30">
                  <c:v>-56616434.66255951</c:v>
                </c:pt>
                <c:pt idx="31">
                  <c:v>-58503107.5</c:v>
                </c:pt>
                <c:pt idx="32">
                  <c:v>-60389745.95275879</c:v>
                </c:pt>
                <c:pt idx="33">
                  <c:v>-62276350.0741272</c:v>
                </c:pt>
                <c:pt idx="34">
                  <c:v>-64162919.91750336</c:v>
                </c:pt>
                <c:pt idx="35">
                  <c:v>-66049455.536354065</c:v>
                </c:pt>
                <c:pt idx="36">
                  <c:v>-67935956.98424149</c:v>
                </c:pt>
                <c:pt idx="37">
                  <c:v>-69822424.31482697</c:v>
                </c:pt>
                <c:pt idx="38">
                  <c:v>-71708857.58184052</c:v>
                </c:pt>
                <c:pt idx="39">
                  <c:v>-73595256.83912659</c:v>
                </c:pt>
                <c:pt idx="40">
                  <c:v>-75481622.14059448</c:v>
                </c:pt>
                <c:pt idx="41">
                  <c:v>-77367953.54026031</c:v>
                </c:pt>
                <c:pt idx="42">
                  <c:v>-79254251.09221268</c:v>
                </c:pt>
                <c:pt idx="43">
                  <c:v>-81140514.85063934</c:v>
                </c:pt>
                <c:pt idx="44">
                  <c:v>-83026744.86981964</c:v>
                </c:pt>
                <c:pt idx="45">
                  <c:v>-84912941.20410919</c:v>
                </c:pt>
                <c:pt idx="46">
                  <c:v>-86799103.90795898</c:v>
                </c:pt>
                <c:pt idx="47">
                  <c:v>-88685233.03590393</c:v>
                </c:pt>
                <c:pt idx="48">
                  <c:v>-90571328.64257812</c:v>
                </c:pt>
                <c:pt idx="49">
                  <c:v>-92457390.78268814</c:v>
                </c:pt>
                <c:pt idx="50">
                  <c:v>-94343419.51103592</c:v>
                </c:pt>
                <c:pt idx="51">
                  <c:v>-96229414.88250732</c:v>
                </c:pt>
                <c:pt idx="52">
                  <c:v>-98115376.9520874</c:v>
                </c:pt>
                <c:pt idx="53">
                  <c:v>-100001305.77482986</c:v>
                </c:pt>
                <c:pt idx="54">
                  <c:v>-101887201.4058876</c:v>
                </c:pt>
                <c:pt idx="55">
                  <c:v>-103773063.90050125</c:v>
                </c:pt>
                <c:pt idx="56">
                  <c:v>-105658893.31399155</c:v>
                </c:pt>
                <c:pt idx="57">
                  <c:v>-107544689.70177078</c:v>
                </c:pt>
                <c:pt idx="58">
                  <c:v>-109430453.11933899</c:v>
                </c:pt>
                <c:pt idx="59">
                  <c:v>-111316183.6222763</c:v>
                </c:pt>
                <c:pt idx="60">
                  <c:v>-113201881.26625824</c:v>
                </c:pt>
                <c:pt idx="61">
                  <c:v>-115087546.1070404</c:v>
                </c:pt>
                <c:pt idx="62">
                  <c:v>-116973178.20046616</c:v>
                </c:pt>
                <c:pt idx="63">
                  <c:v>-118858777.60246277</c:v>
                </c:pt>
                <c:pt idx="64">
                  <c:v>-120744344.36904907</c:v>
                </c:pt>
                <c:pt idx="65">
                  <c:v>-122629878.556324</c:v>
                </c:pt>
                <c:pt idx="66">
                  <c:v>-124515380.22047806</c:v>
                </c:pt>
                <c:pt idx="67">
                  <c:v>-126400849.41777802</c:v>
                </c:pt>
                <c:pt idx="68">
                  <c:v>-128286286.20458984</c:v>
                </c:pt>
                <c:pt idx="69">
                  <c:v>-130171690.6373558</c:v>
                </c:pt>
                <c:pt idx="70">
                  <c:v>-132057062.77259827</c:v>
                </c:pt>
                <c:pt idx="71">
                  <c:v>-133942402.66693878</c:v>
                </c:pt>
                <c:pt idx="72">
                  <c:v>-135827710.3770752</c:v>
                </c:pt>
                <c:pt idx="73">
                  <c:v>-137712985.95978546</c:v>
                </c:pt>
                <c:pt idx="74">
                  <c:v>-139598229.47194672</c:v>
                </c:pt>
                <c:pt idx="75">
                  <c:v>-141483440.97050476</c:v>
                </c:pt>
                <c:pt idx="76">
                  <c:v>-143368620.51249695</c:v>
                </c:pt>
                <c:pt idx="77">
                  <c:v>-145253768.155056</c:v>
                </c:pt>
                <c:pt idx="78">
                  <c:v>-147138883.95537567</c:v>
                </c:pt>
                <c:pt idx="79">
                  <c:v>-149023967.97075653</c:v>
                </c:pt>
                <c:pt idx="80">
                  <c:v>-150909020.258564</c:v>
                </c:pt>
                <c:pt idx="81">
                  <c:v>-152794040.87626266</c:v>
                </c:pt>
                <c:pt idx="82">
                  <c:v>-154679029.88139343</c:v>
                </c:pt>
                <c:pt idx="83">
                  <c:v>-156563987.3315773</c:v>
                </c:pt>
                <c:pt idx="84">
                  <c:v>-158448913.28453064</c:v>
                </c:pt>
                <c:pt idx="85">
                  <c:v>-160333807.79803848</c:v>
                </c:pt>
                <c:pt idx="86">
                  <c:v>-162218670.92998123</c:v>
                </c:pt>
                <c:pt idx="87">
                  <c:v>-164103502.73831177</c:v>
                </c:pt>
                <c:pt idx="88">
                  <c:v>-165988303.28107834</c:v>
                </c:pt>
                <c:pt idx="89">
                  <c:v>-167873072.61640167</c:v>
                </c:pt>
                <c:pt idx="90">
                  <c:v>-169757810.80249023</c:v>
                </c:pt>
                <c:pt idx="91">
                  <c:v>-171642517.89762878</c:v>
                </c:pt>
                <c:pt idx="92">
                  <c:v>-173527193.96019363</c:v>
                </c:pt>
                <c:pt idx="93">
                  <c:v>-175411839.0486374</c:v>
                </c:pt>
                <c:pt idx="94">
                  <c:v>-177296453.22149658</c:v>
                </c:pt>
                <c:pt idx="95">
                  <c:v>-179181036.53738403</c:v>
                </c:pt>
                <c:pt idx="96">
                  <c:v>-181065589.05500412</c:v>
                </c:pt>
                <c:pt idx="97">
                  <c:v>-182950110.8331375</c:v>
                </c:pt>
                <c:pt idx="98">
                  <c:v>-184834601.9306488</c:v>
                </c:pt>
                <c:pt idx="99">
                  <c:v>-186719062.40647888</c:v>
                </c:pt>
                <c:pt idx="100">
                  <c:v>-188603492.31965256</c:v>
                </c:pt>
                <c:pt idx="101">
                  <c:v>-190487891.72928238</c:v>
                </c:pt>
                <c:pt idx="102">
                  <c:v>-192372260.69454956</c:v>
                </c:pt>
                <c:pt idx="103">
                  <c:v>-194256599.27472687</c:v>
                </c:pt>
                <c:pt idx="104">
                  <c:v>-196140907.52915955</c:v>
                </c:pt>
                <c:pt idx="105">
                  <c:v>-198025185.51727676</c:v>
                </c:pt>
                <c:pt idx="106">
                  <c:v>-199909433.2985916</c:v>
                </c:pt>
                <c:pt idx="107">
                  <c:v>-201793650.93269348</c:v>
                </c:pt>
                <c:pt idx="108">
                  <c:v>-203677838.47925186</c:v>
                </c:pt>
                <c:pt idx="109">
                  <c:v>-205561995.99801636</c:v>
                </c:pt>
                <c:pt idx="110">
                  <c:v>-207446123.5488205</c:v>
                </c:pt>
                <c:pt idx="111">
                  <c:v>-209330221.19157028</c:v>
                </c:pt>
                <c:pt idx="112">
                  <c:v>-211214288.98625565</c:v>
                </c:pt>
                <c:pt idx="113">
                  <c:v>-213098326.99294662</c:v>
                </c:pt>
                <c:pt idx="114">
                  <c:v>-214982335.27178955</c:v>
                </c:pt>
                <c:pt idx="115">
                  <c:v>-216866313.88301086</c:v>
                </c:pt>
                <c:pt idx="116">
                  <c:v>-218750262.8869171</c:v>
                </c:pt>
                <c:pt idx="117">
                  <c:v>-220634182.34389496</c:v>
                </c:pt>
                <c:pt idx="118">
                  <c:v>-222518072.31439972</c:v>
                </c:pt>
                <c:pt idx="119">
                  <c:v>-224401932.85897827</c:v>
                </c:pt>
                <c:pt idx="120">
                  <c:v>-226285764.03825378</c:v>
                </c:pt>
                <c:pt idx="121">
                  <c:v>-228169565.9129181</c:v>
                </c:pt>
                <c:pt idx="122">
                  <c:v>-230053338.54375458</c:v>
                </c:pt>
                <c:pt idx="123">
                  <c:v>-231937081.99160767</c:v>
                </c:pt>
                <c:pt idx="124">
                  <c:v>-233820796.31741333</c:v>
                </c:pt>
                <c:pt idx="125">
                  <c:v>-235704481.58218384</c:v>
                </c:pt>
                <c:pt idx="126">
                  <c:v>-237588137.84700012</c:v>
                </c:pt>
                <c:pt idx="127">
                  <c:v>-239471765.17302704</c:v>
                </c:pt>
                <c:pt idx="128">
                  <c:v>-241355363.62150574</c:v>
                </c:pt>
                <c:pt idx="129">
                  <c:v>-243238933.25375748</c:v>
                </c:pt>
                <c:pt idx="130">
                  <c:v>-245122474.13117218</c:v>
                </c:pt>
                <c:pt idx="131">
                  <c:v>-247005986.3152237</c:v>
                </c:pt>
                <c:pt idx="132">
                  <c:v>-248889469.86745834</c:v>
                </c:pt>
                <c:pt idx="133">
                  <c:v>-250772924.84949875</c:v>
                </c:pt>
                <c:pt idx="134">
                  <c:v>-252656351.32304382</c:v>
                </c:pt>
                <c:pt idx="135">
                  <c:v>-254539749.3498764</c:v>
                </c:pt>
                <c:pt idx="136">
                  <c:v>-256423118.99183655</c:v>
                </c:pt>
                <c:pt idx="137">
                  <c:v>-258306460.31085968</c:v>
                </c:pt>
                <c:pt idx="138">
                  <c:v>-260189773.3689499</c:v>
                </c:pt>
                <c:pt idx="139">
                  <c:v>-262073058.22817612</c:v>
                </c:pt>
                <c:pt idx="140">
                  <c:v>-263956314.95069885</c:v>
                </c:pt>
                <c:pt idx="141">
                  <c:v>-265839543.59874725</c:v>
                </c:pt>
                <c:pt idx="142">
                  <c:v>-267722744.23461914</c:v>
                </c:pt>
                <c:pt idx="143">
                  <c:v>-269605916.92069244</c:v>
                </c:pt>
                <c:pt idx="144">
                  <c:v>-271489061.7194252</c:v>
                </c:pt>
                <c:pt idx="145">
                  <c:v>-273372178.6933365</c:v>
                </c:pt>
                <c:pt idx="146">
                  <c:v>-275255267.9050369</c:v>
                </c:pt>
                <c:pt idx="147">
                  <c:v>-277138329.41719055</c:v>
                </c:pt>
                <c:pt idx="148">
                  <c:v>-279021363.29254913</c:v>
                </c:pt>
                <c:pt idx="149">
                  <c:v>-280904369.5939369</c:v>
                </c:pt>
                <c:pt idx="150">
                  <c:v>-282787348.3842468</c:v>
                </c:pt>
                <c:pt idx="151">
                  <c:v>-284670299.7264519</c:v>
                </c:pt>
                <c:pt idx="152">
                  <c:v>-286553223.68358994</c:v>
                </c:pt>
                <c:pt idx="153">
                  <c:v>-288436120.318779</c:v>
                </c:pt>
                <c:pt idx="154">
                  <c:v>-290318989.6952057</c:v>
                </c:pt>
                <c:pt idx="155">
                  <c:v>-292201831.87612915</c:v>
                </c:pt>
                <c:pt idx="156">
                  <c:v>-294084646.9248886</c:v>
                </c:pt>
                <c:pt idx="157">
                  <c:v>-295967434.9048805</c:v>
                </c:pt>
                <c:pt idx="158">
                  <c:v>-297850195.8795891</c:v>
                </c:pt>
                <c:pt idx="159">
                  <c:v>-299732929.9125595</c:v>
                </c:pt>
                <c:pt idx="160">
                  <c:v>-301615637.06742096</c:v>
                </c:pt>
                <c:pt idx="161">
                  <c:v>-303498317.407856</c:v>
                </c:pt>
                <c:pt idx="162">
                  <c:v>-305380970.9976349</c:v>
                </c:pt>
                <c:pt idx="163">
                  <c:v>-307263597.9005928</c:v>
                </c:pt>
                <c:pt idx="164">
                  <c:v>-309146198.18063736</c:v>
                </c:pt>
                <c:pt idx="165">
                  <c:v>-311028771.901741</c:v>
                </c:pt>
                <c:pt idx="166">
                  <c:v>-312911319.1279602</c:v>
                </c:pt>
                <c:pt idx="167">
                  <c:v>-314793839.9234085</c:v>
                </c:pt>
                <c:pt idx="168">
                  <c:v>-316676334.35227585</c:v>
                </c:pt>
                <c:pt idx="169">
                  <c:v>-318558802.4788246</c:v>
                </c:pt>
                <c:pt idx="170">
                  <c:v>-320441244.36738205</c:v>
                </c:pt>
                <c:pt idx="171">
                  <c:v>-322323660.08234787</c:v>
                </c:pt>
                <c:pt idx="172">
                  <c:v>-324206049.6881943</c:v>
                </c:pt>
                <c:pt idx="173">
                  <c:v>-326088413.2494545</c:v>
                </c:pt>
                <c:pt idx="174">
                  <c:v>-327970750.8307419</c:v>
                </c:pt>
                <c:pt idx="175">
                  <c:v>-329853062.4967346</c:v>
                </c:pt>
                <c:pt idx="176">
                  <c:v>-331735348.3121681</c:v>
                </c:pt>
                <c:pt idx="177">
                  <c:v>-333617608.34187317</c:v>
                </c:pt>
                <c:pt idx="178">
                  <c:v>-335499842.6507225</c:v>
                </c:pt>
                <c:pt idx="179">
                  <c:v>-337382051.303669</c:v>
                </c:pt>
                <c:pt idx="180">
                  <c:v>-339264234.3657379</c:v>
                </c:pt>
                <c:pt idx="181">
                  <c:v>-341146391.9020157</c:v>
                </c:pt>
                <c:pt idx="182">
                  <c:v>-343028523.9776573</c:v>
                </c:pt>
                <c:pt idx="183">
                  <c:v>-344910630.6578865</c:v>
                </c:pt>
                <c:pt idx="184">
                  <c:v>-346792712.0079956</c:v>
                </c:pt>
                <c:pt idx="185">
                  <c:v>-348674768.09334564</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-348674768.09334564</c:v>
                </c:pt>
                <c:pt idx="186">
                  <c:v>-350556798.9793587</c:v>
                </c:pt>
                <c:pt idx="187">
                  <c:v>-352438804.73152924</c:v>
                </c:pt>
                <c:pt idx="188">
                  <c:v>-354320785.4154167</c:v>
                </c:pt>
                <c:pt idx="189">
                  <c:v>-356202741.09664917</c:v>
                </c:pt>
                <c:pt idx="190">
                  <c:v>-358084671.8409195</c:v>
                </c:pt>
                <c:pt idx="191">
                  <c:v>-359966577.7139816</c:v>
                </c:pt>
                <c:pt idx="192">
                  <c:v>-361848458.781662</c:v>
                </c:pt>
                <c:pt idx="193">
                  <c:v>-363730315.10985565</c:v>
                </c:pt>
                <c:pt idx="194">
                  <c:v>-365612146.7645149</c:v>
                </c:pt>
                <c:pt idx="195">
                  <c:v>-367493953.8116646</c:v>
                </c:pt>
                <c:pt idx="196">
                  <c:v>-369375736.31739044</c:v>
                </c:pt>
                <c:pt idx="197">
                  <c:v>-371257494.34784317</c:v>
                </c:pt>
                <c:pt idx="198">
                  <c:v>-373139227.9692421</c:v>
                </c:pt>
                <c:pt idx="199">
                  <c:v>-375020937.2478676</c:v>
                </c:pt>
                <c:pt idx="200">
                  <c:v>-376902622.25006485</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2975749.6009140015</c:v>
                </c:pt>
                <c:pt idx="2">
                  <c:v>6511325.32900238</c:v>
                </c:pt>
                <c:pt idx="3">
                  <c:v>10636578.546279907</c:v>
                </c:pt>
                <c:pt idx="4">
                  <c:v>15369715.254898071</c:v>
                </c:pt>
                <c:pt idx="5">
                  <c:v>20713305.47290802</c:v>
                </c:pt>
                <c:pt idx="6">
                  <c:v>26650682.5027771</c:v>
                </c:pt>
                <c:pt idx="7">
                  <c:v>33143395.727981567</c:v>
                </c:pt>
                <c:pt idx="8">
                  <c:v>40130394.64683914</c:v>
                </c:pt>
                <c:pt idx="9">
                  <c:v>47529454.01361847</c:v>
                </c:pt>
                <c:pt idx="10">
                  <c:v>55240992.031829834</c:v>
                </c:pt>
                <c:pt idx="11">
                  <c:v>63153956.38024521</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63153956.38024521</c:v>
                </c:pt>
                <c:pt idx="12">
                  <c:v>71152996.60314941</c:v>
                </c:pt>
                <c:pt idx="13">
                  <c:v>79125861.35416412</c:v>
                </c:pt>
                <c:pt idx="14">
                  <c:v>86969951.99522781</c:v>
                </c:pt>
                <c:pt idx="15">
                  <c:v>94597220.85635376</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-1800722.248588562</c:v>
                </c:pt>
                <c:pt idx="2">
                  <c:v>-3600550.268497467</c:v>
                </c:pt>
                <c:pt idx="3">
                  <c:v>-5399494.901138306</c:v>
                </c:pt>
                <c:pt idx="4">
                  <c:v>-7197567.295558929</c:v>
                </c:pt>
                <c:pt idx="5">
                  <c:v>-8994778.906719208</c:v>
                </c:pt>
                <c:pt idx="6">
                  <c:v>-10791141.493507385</c:v>
                </c:pt>
                <c:pt idx="7">
                  <c:v>-12586667.116512299</c:v>
                </c:pt>
                <c:pt idx="8">
                  <c:v>-14381368.135505676</c:v>
                </c:pt>
                <c:pt idx="9">
                  <c:v>-16175257.206699371</c:v>
                </c:pt>
                <c:pt idx="10">
                  <c:v>-17968347.27969742</c:v>
                </c:pt>
                <c:pt idx="11">
                  <c:v>-19760651.594223022</c:v>
                </c:pt>
                <c:pt idx="12">
                  <c:v>-21552183.67655182</c:v>
                </c:pt>
                <c:pt idx="13">
                  <c:v>-23342957.33570862</c:v>
                </c:pt>
                <c:pt idx="14">
                  <c:v>-25132986.659362793</c:v>
                </c:pt>
                <c:pt idx="15">
                  <c:v>-26922286.00951767</c:v>
                </c:pt>
                <c:pt idx="16">
                  <c:v>-28710870.01789093</c:v>
                </c:pt>
                <c:pt idx="17">
                  <c:v>-30498753.581054688</c:v>
                </c:pt>
                <c:pt idx="18">
                  <c:v>-32285951.855342865</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-32285951.855342865</c:v>
                </c:pt>
                <c:pt idx="19">
                  <c:v>-34072480.251464844</c:v>
                </c:pt>
                <c:pt idx="20">
                  <c:v>-35858354.42890549</c:v>
                </c:pt>
                <c:pt idx="21">
                  <c:v>-37643590.290073395</c:v>
                </c:pt>
                <c:pt idx="22">
                  <c:v>-39428203.97418976</c:v>
                </c:pt>
                <c:pt idx="23">
                  <c:v>-41212211.850982666</c:v>
                </c:pt>
                <c:pt idx="24">
                  <c:v>-42995630.51409531</c:v>
                </c:pt>
                <c:pt idx="25">
                  <c:v>-44778476.77433014</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4929655.551582336</c:v>
                </c:pt>
                <c:pt idx="2">
                  <c:v>11422099.803108215</c:v>
                </c:pt>
                <c:pt idx="3">
                  <c:v>18125221.363090515</c:v>
                </c:pt>
                <c:pt idx="4">
                  <c:v>23752108.670440674</c:v>
                </c:pt>
                <c:pt idx="5">
                  <c:v>27857213.42831421</c:v>
                </c:pt>
                <c:pt idx="6">
                  <c:v>30611353.537986755</c:v>
                </c:pt>
                <c:pt idx="7">
                  <c:v>32343608.45023346</c:v>
                </c:pt>
                <c:pt idx="8">
                  <c:v>33330355.95207596</c:v>
                </c:pt>
                <c:pt idx="9">
                  <c:v>33761328.01697922</c:v>
                </c:pt>
                <c:pt idx="10">
                  <c:v>33760378.65381241</c:v>
                </c:pt>
                <c:pt idx="11">
                  <c:v>33410467.062335968</c:v>
                </c:pt>
                <c:pt idx="12">
                  <c:v>32771169.297130585</c:v>
                </c:pt>
                <c:pt idx="13">
                  <c:v>31888887.831249237</c:v>
                </c:pt>
                <c:pt idx="14">
                  <c:v>30802147.05500412</c:v>
                </c:pt>
                <c:pt idx="15">
                  <c:v>29544073.8527565</c:v>
                </c:pt>
                <c:pt idx="16">
                  <c:v>28143466.51953888</c:v>
                </c:pt>
                <c:pt idx="17">
                  <c:v>26625265.62706375</c:v>
                </c:pt>
                <c:pt idx="18">
                  <c:v>25010839.75138855</c:v>
                </c:pt>
                <c:pt idx="19">
                  <c:v>23318260.501750946</c:v>
                </c:pt>
                <c:pt idx="20">
                  <c:v>21562616.543685913</c:v>
                </c:pt>
                <c:pt idx="21">
                  <c:v>19756361.33834839</c:v>
                </c:pt>
                <c:pt idx="22">
                  <c:v>17909672.057460785</c:v>
                </c:pt>
                <c:pt idx="23">
                  <c:v>16030797.320529938</c:v>
                </c:pt>
                <c:pt idx="24">
                  <c:v>14126377.771766663</c:v>
                </c:pt>
                <c:pt idx="25">
                  <c:v>12201730.634925842</c:v>
                </c:pt>
                <c:pt idx="26">
                  <c:v>10261095.13305664</c:v>
                </c:pt>
                <c:pt idx="27">
                  <c:v>8307839.569236755</c:v>
                </c:pt>
                <c:pt idx="28">
                  <c:v>6344633.153999329</c:v>
                </c:pt>
                <c:pt idx="29">
                  <c:v>4373586.758811951</c:v>
                </c:pt>
                <c:pt idx="30">
                  <c:v>2396367.0794677734</c:v>
                </c:pt>
                <c:pt idx="31">
                  <c:v>414288.52922821045</c:v>
                </c:pt>
                <c:pt idx="32">
                  <c:v>-1571613.22706604</c:v>
                </c:pt>
                <c:pt idx="33">
                  <c:v>-3560522.6953468323</c:v>
                </c:pt>
                <c:pt idx="34">
                  <c:v>-5551798.050331116</c:v>
                </c:pt>
                <c:pt idx="35">
                  <c:v>-7544934.317512512</c:v>
                </c:pt>
                <c:pt idx="36">
                  <c:v>-9539534.280872345</c:v>
                </c:pt>
                <c:pt idx="37">
                  <c:v>-11535285.529979706</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-11535285.529979706</c:v>
                </c:pt>
                <c:pt idx="38">
                  <c:v>-13531942.371334076</c:v>
                </c:pt>
                <c:pt idx="39">
                  <c:v>-15529311.584835052</c:v>
                </c:pt>
                <c:pt idx="40">
                  <c:v>-17527241.214797974</c:v>
                </c:pt>
                <c:pt idx="41">
                  <c:v>-19525611.752628326</c:v>
                </c:pt>
                <c:pt idx="42">
                  <c:v>-21524329.2028656</c:v>
                </c:pt>
                <c:pt idx="43">
                  <c:v>-23523319.631202698</c:v>
                </c:pt>
                <c:pt idx="44">
                  <c:v>-25522524.878234863</c:v>
                </c:pt>
                <c:pt idx="45">
                  <c:v>-27521899.189712524</c:v>
                </c:pt>
                <c:pt idx="46">
                  <c:v>-29521406.56741333</c:v>
                </c:pt>
                <c:pt idx="47">
                  <c:v>-31521018.68636322</c:v>
                </c:pt>
                <c:pt idx="48">
                  <c:v>-33520713.25725174</c:v>
                </c:pt>
                <c:pt idx="49">
                  <c:v>-35520472.73878479</c:v>
                </c:pt>
                <c:pt idx="50">
                  <c:v>-37520283.32512283</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23015292.316181183</c:v>
                </c:pt>
                <c:pt idx="2">
                  <c:v>50388319.91415405</c:v>
                </c:pt>
                <c:pt idx="3">
                  <c:v>80455364.98966599</c:v>
                </c:pt>
                <c:pt idx="4">
                  <c:v>110818128.49482727</c:v>
                </c:pt>
                <c:pt idx="5">
                  <c:v>139260638.41347504</c:v>
                </c:pt>
                <c:pt idx="6">
                  <c:v>164453629.4553299</c:v>
                </c:pt>
                <c:pt idx="7">
                  <c:v>186023622.9847412</c:v>
                </c:pt>
                <c:pt idx="8">
                  <c:v>204211495.4865837</c:v>
                </c:pt>
                <c:pt idx="9">
                  <c:v>219504440.34852982</c:v>
                </c:pt>
                <c:pt idx="10">
                  <c:v>232410111.55670166</c:v>
                </c:pt>
                <c:pt idx="11">
                  <c:v>243362557.45848846</c:v>
                </c:pt>
                <c:pt idx="12">
                  <c:v>252702427.36582947</c:v>
                </c:pt>
                <c:pt idx="13">
                  <c:v>260687848.6698532</c:v>
                </c:pt>
                <c:pt idx="14">
                  <c:v>267513444.30325317</c:v>
                </c:pt>
                <c:pt idx="15">
                  <c:v>273328312.69036484</c:v>
                </c:pt>
                <c:pt idx="16">
                  <c:v>278250206.0563431</c:v>
                </c:pt>
                <c:pt idx="17">
                  <c:v>282375730.2676773</c:v>
                </c:pt>
                <c:pt idx="18">
                  <c:v>285787240.7728691</c:v>
                </c:pt>
                <c:pt idx="19">
                  <c:v>288557264.7506027</c:v>
                </c:pt>
                <c:pt idx="20">
                  <c:v>290751190.295475</c:v>
                </c:pt>
                <c:pt idx="21">
                  <c:v>292428809.04629135</c:v>
                </c:pt>
                <c:pt idx="22">
                  <c:v>293645145.5129776</c:v>
                </c:pt>
                <c:pt idx="23">
                  <c:v>294450876.2959366</c:v>
                </c:pt>
                <c:pt idx="24">
                  <c:v>294892540.1858368</c:v>
                </c:pt>
                <c:pt idx="25">
                  <c:v>295012664.13695526</c:v>
                </c:pt>
                <c:pt idx="26">
                  <c:v>294849876.373085</c:v>
                </c:pt>
                <c:pt idx="27">
                  <c:v>294439041.862484</c:v>
                </c:pt>
                <c:pt idx="28">
                  <c:v>293811432.72546387</c:v>
                </c:pt>
                <c:pt idx="29">
                  <c:v>292994933.0217285</c:v>
                </c:pt>
                <c:pt idx="30">
                  <c:v>292014270.7280388</c:v>
                </c:pt>
                <c:pt idx="31">
                  <c:v>290891267.2137184</c:v>
                </c:pt>
                <c:pt idx="32">
                  <c:v>289645094.4555664</c:v>
                </c:pt>
                <c:pt idx="33">
                  <c:v>288292531.4462166</c:v>
                </c:pt>
                <c:pt idx="34">
                  <c:v>286848212.9955063</c:v>
                </c:pt>
                <c:pt idx="35">
                  <c:v>285324865.95423126</c:v>
                </c:pt>
                <c:pt idx="36">
                  <c:v>283733529.56326675</c:v>
                </c:pt>
                <c:pt idx="37">
                  <c:v>282083758.03718567</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282083758.03718567</c:v>
                </c:pt>
                <c:pt idx="38">
                  <c:v>280383804.60202026</c:v>
                </c:pt>
                <c:pt idx="39">
                  <c:v>278640787.036438</c:v>
                </c:pt>
                <c:pt idx="40">
                  <c:v>276860835.35163116</c:v>
                </c:pt>
                <c:pt idx="41">
                  <c:v>275049222.63170624</c:v>
                </c:pt>
                <c:pt idx="42">
                  <c:v>273210480.2866173</c:v>
                </c:pt>
                <c:pt idx="43">
                  <c:v>271348499.083107</c:v>
                </c:pt>
                <c:pt idx="44">
                  <c:v>269466617.3478737</c:v>
                </c:pt>
                <c:pt idx="45">
                  <c:v>267567697.70749664</c:v>
                </c:pt>
                <c:pt idx="46">
                  <c:v>265654193.6619873</c:v>
                </c:pt>
                <c:pt idx="47">
                  <c:v>263728207.1981964</c:v>
                </c:pt>
                <c:pt idx="48">
                  <c:v>261791538.54681396</c:v>
                </c:pt>
                <c:pt idx="49">
                  <c:v>259845729.08026123</c:v>
                </c:pt>
                <c:pt idx="50">
                  <c:v>257892098.24328613</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13730275.322914124</c:v>
                </c:pt>
                <c:pt idx="2">
                  <c:v>27415081.69516754</c:v>
                </c:pt>
                <c:pt idx="3">
                  <c:v>39488869.23844528</c:v>
                </c:pt>
                <c:pt idx="4">
                  <c:v>49270058.93546677</c:v>
                </c:pt>
                <c:pt idx="5">
                  <c:v>56834025.835235596</c:v>
                </c:pt>
                <c:pt idx="6">
                  <c:v>62559951.11871338</c:v>
                </c:pt>
                <c:pt idx="7">
                  <c:v>66841636.044605255</c:v>
                </c:pt>
                <c:pt idx="8">
                  <c:v>69993887.36890411</c:v>
                </c:pt>
                <c:pt idx="9">
                  <c:v>72249358.91880798</c:v>
                </c:pt>
                <c:pt idx="10">
                  <c:v>73778938.80443192</c:v>
                </c:pt>
                <c:pt idx="11">
                  <c:v>74711498.6750946</c:v>
                </c:pt>
                <c:pt idx="12">
                  <c:v>75147837.76638031</c:v>
                </c:pt>
                <c:pt idx="13">
                  <c:v>75169467.3493309</c:v>
                </c:pt>
                <c:pt idx="14">
                  <c:v>74843909.21759415</c:v>
                </c:pt>
                <c:pt idx="15">
                  <c:v>74227899.54989624</c:v>
                </c:pt>
                <c:pt idx="16">
                  <c:v>73369417.24831009</c:v>
                </c:pt>
                <c:pt idx="17">
                  <c:v>72309079.64455414</c:v>
                </c:pt>
                <c:pt idx="18">
                  <c:v>71081201.61904144</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71081201.61904144</c:v>
                </c:pt>
                <c:pt idx="19">
                  <c:v>69714668.06061172</c:v>
                </c:pt>
                <c:pt idx="20">
                  <c:v>68233689.7823143</c:v>
                </c:pt>
                <c:pt idx="21">
                  <c:v>66658472.903728485</c:v>
                </c:pt>
                <c:pt idx="22">
                  <c:v>65005813.641521454</c:v>
                </c:pt>
                <c:pt idx="23">
                  <c:v>63289623.66856766</c:v>
                </c:pt>
                <c:pt idx="24">
                  <c:v>61521389.61900711</c:v>
                </c:pt>
                <c:pt idx="25">
                  <c:v>59710570.72822571</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-912416.6190948486</c:v>
                </c:pt>
                <c:pt idx="2">
                  <c:v>-1756176.9015197754</c:v>
                </c:pt>
                <c:pt idx="3">
                  <c:v>-2537324.1683044434</c:v>
                </c:pt>
                <c:pt idx="4">
                  <c:v>-3264452.151527405</c:v>
                </c:pt>
                <c:pt idx="5">
                  <c:v>-3948459.3647766113</c:v>
                </c:pt>
                <c:pt idx="6">
                  <c:v>-4602041.678215027</c:v>
                </c:pt>
                <c:pt idx="7">
                  <c:v>-5238969.450942993</c:v>
                </c:pt>
                <c:pt idx="8">
                  <c:v>-5873243.0963974</c:v>
                </c:pt>
                <c:pt idx="9">
                  <c:v>-6518247.747428894</c:v>
                </c:pt>
                <c:pt idx="10">
                  <c:v>-7186024.420791626</c:v>
                </c:pt>
                <c:pt idx="11">
                  <c:v>-7886743.739719391</c:v>
                </c:pt>
                <c:pt idx="12">
                  <c:v>-8628420.86087799</c:v>
                </c:pt>
                <c:pt idx="13">
                  <c:v>-9416862.6199646</c:v>
                </c:pt>
                <c:pt idx="14">
                  <c:v>-10255802.754196167</c:v>
                </c:pt>
                <c:pt idx="15">
                  <c:v>-11147163.925113678</c:v>
                </c:pt>
                <c:pt idx="16">
                  <c:v>-12091384.723388672</c:v>
                </c:pt>
                <c:pt idx="17">
                  <c:v>-13087760.376003265</c:v>
                </c:pt>
                <c:pt idx="18">
                  <c:v>-14134761.19732666</c:v>
                </c:pt>
                <c:pt idx="19">
                  <c:v>-15230308.030303955</c:v>
                </c:pt>
                <c:pt idx="20">
                  <c:v>-16371996.246551514</c:v>
                </c:pt>
                <c:pt idx="21">
                  <c:v>-17557268.4055748</c:v>
                </c:pt>
                <c:pt idx="22">
                  <c:v>-18783540.688285828</c:v>
                </c:pt>
                <c:pt idx="23">
                  <c:v>-20048290.52619934</c:v>
                </c:pt>
                <c:pt idx="24">
                  <c:v>-21349113.343357086</c:v>
                </c:pt>
                <c:pt idx="25">
                  <c:v>-22683755.77482605</c:v>
                </c:pt>
                <c:pt idx="26">
                  <c:v>-24050131.675624847</c:v>
                </c:pt>
                <c:pt idx="27">
                  <c:v>-25446326.039714813</c:v>
                </c:pt>
                <c:pt idx="28">
                  <c:v>-26870590.809890747</c:v>
                </c:pt>
                <c:pt idx="29">
                  <c:v>-28321335.569747925</c:v>
                </c:pt>
                <c:pt idx="30">
                  <c:v>-29797115.298286438</c:v>
                </c:pt>
                <c:pt idx="31">
                  <c:v>-31296616.73064041</c:v>
                </c:pt>
                <c:pt idx="32">
                  <c:v>-32818644.383399963</c:v>
                </c:pt>
                <c:pt idx="33">
                  <c:v>-34362106.94265747</c:v>
                </c:pt>
                <c:pt idx="34">
                  <c:v>-35926004.45127869</c:v>
                </c:pt>
                <c:pt idx="35">
                  <c:v>-37509416.54559326</c:v>
                </c:pt>
                <c:pt idx="36">
                  <c:v>-39111491.86197281</c:v>
                </c:pt>
                <c:pt idx="37">
                  <c:v>-40731438.64543915</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-40731438.64543915</c:v>
                </c:pt>
                <c:pt idx="38">
                  <c:v>-42368516.53424454</c:v>
                </c:pt>
                <c:pt idx="39">
                  <c:v>-44022029.45763779</c:v>
                </c:pt>
                <c:pt idx="40">
                  <c:v>-45691319.562324524</c:v>
                </c:pt>
                <c:pt idx="41">
                  <c:v>-47375762.072143555</c:v>
                </c:pt>
                <c:pt idx="42">
                  <c:v>-49074760.981464386</c:v>
                </c:pt>
                <c:pt idx="43">
                  <c:v>-50787745.48375702</c:v>
                </c:pt>
                <c:pt idx="44">
                  <c:v>-52514167.040878296</c:v>
                </c:pt>
                <c:pt idx="45">
                  <c:v>-54253497.00440979</c:v>
                </c:pt>
                <c:pt idx="46">
                  <c:v>-56005224.70769501</c:v>
                </c:pt>
                <c:pt idx="47">
                  <c:v>-57768855.95455551</c:v>
                </c:pt>
                <c:pt idx="48">
                  <c:v>-59543911.83859253</c:v>
                </c:pt>
                <c:pt idx="49">
                  <c:v>-61329927.834300995</c:v>
                </c:pt>
                <c:pt idx="50">
                  <c:v>-63126453.10873413</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-2803295.321155548</c:v>
                </c:pt>
                <c:pt idx="2">
                  <c:v>-5679134.515850067</c:v>
                </c:pt>
                <c:pt idx="3">
                  <c:v>-8622431.354049683</c:v>
                </c:pt>
                <c:pt idx="4">
                  <c:v>-11624202.870700836</c:v>
                </c:pt>
                <c:pt idx="5">
                  <c:v>-14671803.828437805</c:v>
                </c:pt>
                <c:pt idx="6">
                  <c:v>-17749753.633544922</c:v>
                </c:pt>
                <c:pt idx="7">
                  <c:v>-20841058.06646347</c:v>
                </c:pt>
                <c:pt idx="8">
                  <c:v>-23928771.15159607</c:v>
                </c:pt>
                <c:pt idx="9">
                  <c:v>-26997468.50964737</c:v>
                </c:pt>
                <c:pt idx="10">
                  <c:v>-30034348.447711945</c:v>
                </c:pt>
                <c:pt idx="11">
                  <c:v>-33029812.72441101</c:v>
                </c:pt>
                <c:pt idx="12">
                  <c:v>-35977535.66347885</c:v>
                </c:pt>
                <c:pt idx="13">
                  <c:v>-38874143.886211395</c:v>
                </c:pt>
                <c:pt idx="14">
                  <c:v>-41718672.93159866</c:v>
                </c:pt>
                <c:pt idx="15">
                  <c:v>-44511952.49950409</c:v>
                </c:pt>
                <c:pt idx="16">
                  <c:v>-47256027.293720245</c:v>
                </c:pt>
                <c:pt idx="17">
                  <c:v>-49953671.33207703</c:v>
                </c:pt>
                <c:pt idx="18">
                  <c:v>-52608014.80769348</c:v>
                </c:pt>
                <c:pt idx="19">
                  <c:v>-55222278.26735306</c:v>
                </c:pt>
                <c:pt idx="20">
                  <c:v>-57799597.036540985</c:v>
                </c:pt>
                <c:pt idx="21">
                  <c:v>-60342915.42526245</c:v>
                </c:pt>
                <c:pt idx="22">
                  <c:v>-62854931.5220108</c:v>
                </c:pt>
                <c:pt idx="23">
                  <c:v>-65338076.65061569</c:v>
                </c:pt>
                <c:pt idx="24">
                  <c:v>-67794517.25095749</c:v>
                </c:pt>
                <c:pt idx="25">
                  <c:v>-70226170.27882385</c:v>
                </c:pt>
                <c:pt idx="26">
                  <c:v>-72634725.92357635</c:v>
                </c:pt>
                <c:pt idx="27">
                  <c:v>-75021673.49222565</c:v>
                </c:pt>
                <c:pt idx="28">
                  <c:v>-77388327.79301834</c:v>
                </c:pt>
                <c:pt idx="29">
                  <c:v>-79735854.39070511</c:v>
                </c:pt>
                <c:pt idx="30">
                  <c:v>-82065292.81254959</c:v>
                </c:pt>
                <c:pt idx="31">
                  <c:v>-84377577.2529831</c:v>
                </c:pt>
                <c:pt idx="32">
                  <c:v>-86673554.62768936</c:v>
                </c:pt>
                <c:pt idx="33">
                  <c:v>-88954000.01701736</c:v>
                </c:pt>
                <c:pt idx="34">
                  <c:v>-91219629.65159607</c:v>
                </c:pt>
                <c:pt idx="35">
                  <c:v>-93471111.65524292</c:v>
                </c:pt>
                <c:pt idx="36">
                  <c:v>-95709074.7892456</c:v>
                </c:pt>
                <c:pt idx="37">
                  <c:v>-97934115.44992828</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-97934115.44992828</c:v>
                </c:pt>
                <c:pt idx="38">
                  <c:v>-100146803.16543579</c:v>
                </c:pt>
                <c:pt idx="39">
                  <c:v>-102347684.82363892</c:v>
                </c:pt>
                <c:pt idx="40">
                  <c:v>-104537287.84427261</c:v>
                </c:pt>
                <c:pt idx="41">
                  <c:v>-106716122.48711014</c:v>
                </c:pt>
                <c:pt idx="42">
                  <c:v>-108884683.46595764</c:v>
                </c:pt>
                <c:pt idx="43">
                  <c:v>-111043451.01628494</c:v>
                </c:pt>
                <c:pt idx="44">
                  <c:v>-113192891.54353714</c:v>
                </c:pt>
                <c:pt idx="45">
                  <c:v>-115333457.95937729</c:v>
                </c:pt>
                <c:pt idx="46">
                  <c:v>-117465589.79537201</c:v>
                </c:pt>
                <c:pt idx="47">
                  <c:v>-119589713.1672821</c:v>
                </c:pt>
                <c:pt idx="48">
                  <c:v>-121706240.64889145</c:v>
                </c:pt>
                <c:pt idx="49">
                  <c:v>-123815571.10180283</c:v>
                </c:pt>
                <c:pt idx="50">
                  <c:v>-125918089.49671555</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482695.6640892029</c:v>
                </c:pt>
                <c:pt idx="2">
                  <c:v>1390776.199546814</c:v>
                </c:pt>
                <c:pt idx="3">
                  <c:v>2425728.9801101685</c:v>
                </c:pt>
                <c:pt idx="4">
                  <c:v>3271259.8798103333</c:v>
                </c:pt>
                <c:pt idx="5">
                  <c:v>3752680.2254943848</c:v>
                </c:pt>
                <c:pt idx="6">
                  <c:v>3845537.099472046</c:v>
                </c:pt>
                <c:pt idx="7">
                  <c:v>3599717.085800171</c:v>
                </c:pt>
                <c:pt idx="8">
                  <c:v>3079366.7873954773</c:v>
                </c:pt>
                <c:pt idx="9">
                  <c:v>2338684.898765564</c:v>
                </c:pt>
                <c:pt idx="10">
                  <c:v>1417870.83253479</c:v>
                </c:pt>
                <c:pt idx="11">
                  <c:v>345856.0975341797</c:v>
                </c:pt>
                <c:pt idx="12">
                  <c:v>-856010.8605422974</c:v>
                </c:pt>
                <c:pt idx="13">
                  <c:v>-2171070.9565467834</c:v>
                </c:pt>
                <c:pt idx="14">
                  <c:v>-3585474.792442322</c:v>
                </c:pt>
                <c:pt idx="15">
                  <c:v>-5087106.898674011</c:v>
                </c:pt>
                <c:pt idx="16">
                  <c:v>-6665044.022510529</c:v>
                </c:pt>
                <c:pt idx="17">
                  <c:v>-8309325.553527832</c:v>
                </c:pt>
                <c:pt idx="18">
                  <c:v>-10010881.368190765</c:v>
                </c:pt>
                <c:pt idx="19">
                  <c:v>-11761521.230449677</c:v>
                </c:pt>
                <c:pt idx="20">
                  <c:v>-13553933.481407166</c:v>
                </c:pt>
                <c:pt idx="21">
                  <c:v>-15381669.53339386</c:v>
                </c:pt>
                <c:pt idx="22">
                  <c:v>-17239107.66250229</c:v>
                </c:pt>
                <c:pt idx="23">
                  <c:v>-19121398.274543762</c:v>
                </c:pt>
                <c:pt idx="24">
                  <c:v>-21024396.271030426</c:v>
                </c:pt>
                <c:pt idx="25">
                  <c:v>-22944586.663410187</c:v>
                </c:pt>
                <c:pt idx="26">
                  <c:v>-24879008.709072113</c:v>
                </c:pt>
                <c:pt idx="27">
                  <c:v>-26825182.488815308</c:v>
                </c:pt>
                <c:pt idx="28">
                  <c:v>-28781040.498008728</c:v>
                </c:pt>
                <c:pt idx="29">
                  <c:v>-30744865.69561386</c:v>
                </c:pt>
                <c:pt idx="30">
                  <c:v>-32715236.6065979</c:v>
                </c:pt>
                <c:pt idx="31">
                  <c:v>-34690979.48696518</c:v>
                </c:pt>
                <c:pt idx="32">
                  <c:v>-36671127.18917847</c:v>
                </c:pt>
                <c:pt idx="33">
                  <c:v>-38654884.15644455</c:v>
                </c:pt>
                <c:pt idx="34">
                  <c:v>-40641596.87837601</c:v>
                </c:pt>
                <c:pt idx="35">
                  <c:v>-42630729.12023163</c:v>
                </c:pt>
                <c:pt idx="36">
                  <c:v>-44621841.26385498</c:v>
                </c:pt>
                <c:pt idx="37">
                  <c:v>-46614573.15055847</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-46614573.15055847</c:v>
                </c:pt>
                <c:pt idx="38">
                  <c:v>-48608629.880542755</c:v>
                </c:pt>
                <c:pt idx="39">
                  <c:v>-50603770.091178894</c:v>
                </c:pt>
                <c:pt idx="40">
                  <c:v>-52599796.30246353</c:v>
                </c:pt>
                <c:pt idx="41">
                  <c:v>-54596546.9787941</c:v>
                </c:pt>
                <c:pt idx="42">
                  <c:v>-56593890.01096344</c:v>
                </c:pt>
                <c:pt idx="43">
                  <c:v>-58591717.3700943</c:v>
                </c:pt>
                <c:pt idx="44">
                  <c:v>-60589940.72660065</c:v>
                </c:pt>
                <c:pt idx="45">
                  <c:v>-62588487.862342834</c:v>
                </c:pt>
                <c:pt idx="46">
                  <c:v>-64587299.73395538</c:v>
                </c:pt>
                <c:pt idx="47">
                  <c:v>-66586328.07008362</c:v>
                </c:pt>
                <c:pt idx="48">
                  <c:v>-68585533.40612793</c:v>
                </c:pt>
                <c:pt idx="49">
                  <c:v>-70584883.47709656</c:v>
                </c:pt>
                <c:pt idx="50">
                  <c:v>-72584351.90361786</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Sum. Profit 2026-2030,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#N/A</c:v>
                </c:pt>
                <c:pt idx="1">
                  <c:v>0.10252898807144165</c:v>
                </c:pt>
                <c:pt idx="2">
                  <c:v>0.1034090830450058</c:v>
                </c:pt>
                <c:pt idx="3">
                  <c:v>0.10427643204053243</c:v>
                </c:pt>
                <c:pt idx="4">
                  <c:v>0.1051297558965683</c:v>
                </c:pt>
                <c:pt idx="5">
                  <c:v>0.1059677717514038</c:v>
                </c:pt>
                <c:pt idx="6">
                  <c:v>0.10678919909890493</c:v>
                </c:pt>
                <c:pt idx="7">
                  <c:v>0.1075927661127363</c:v>
                </c:pt>
                <c:pt idx="8">
                  <c:v>0.10837721617937088</c:v>
                </c:pt>
                <c:pt idx="9">
                  <c:v>0.10914131457392375</c:v>
                </c:pt>
                <c:pt idx="10">
                  <c:v>0.10988385521736145</c:v>
                </c:pt>
                <c:pt idx="11">
                  <c:v>0.11060366743243824</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0.11060366743243824</c:v>
                </c:pt>
                <c:pt idx="12">
                  <c:v>0.11129962262884775</c:v>
                </c:pt>
                <c:pt idx="13">
                  <c:v>0.11197064083495507</c:v>
                </c:pt>
                <c:pt idx="14">
                  <c:v>0.11261569699573516</c:v>
                </c:pt>
                <c:pt idx="15">
                  <c:v>0.11323382696228028</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#N/A</c:v>
                </c:pt>
                <c:pt idx="1">
                  <c:v>0.005265047603607177</c:v>
                </c:pt>
                <c:pt idx="2">
                  <c:v>0.005267016863822937</c:v>
                </c:pt>
                <c:pt idx="3">
                  <c:v>0.005268978764216105</c:v>
                </c:pt>
                <c:pt idx="4">
                  <c:v>0.005270933281421661</c:v>
                </c:pt>
                <c:pt idx="5">
                  <c:v>0.005272880390930176</c:v>
                </c:pt>
                <c:pt idx="6">
                  <c:v>0.005274820070266723</c:v>
                </c:pt>
                <c:pt idx="7">
                  <c:v>0.005276752296175275</c:v>
                </c:pt>
                <c:pt idx="8">
                  <c:v>0.005278677045822144</c:v>
                </c:pt>
                <c:pt idx="9">
                  <c:v>0.005280594295925564</c:v>
                </c:pt>
                <c:pt idx="10">
                  <c:v>0.005282504024124146</c:v>
                </c:pt>
                <c:pt idx="11">
                  <c:v>0.005284406207344749</c:v>
                </c:pt>
                <c:pt idx="12">
                  <c:v>0.005286300822893778</c:v>
                </c:pt>
                <c:pt idx="13">
                  <c:v>0.0052881878484579235</c:v>
                </c:pt>
                <c:pt idx="14">
                  <c:v>0.005290067261559623</c:v>
                </c:pt>
                <c:pt idx="15">
                  <c:v>0.005291939039738973</c:v>
                </c:pt>
                <c:pt idx="16">
                  <c:v>0.005293803160905838</c:v>
                </c:pt>
                <c:pt idx="17">
                  <c:v>0.005295659602894503</c:v>
                </c:pt>
                <c:pt idx="18">
                  <c:v>0.005297508343802558</c:v>
                </c:pt>
                <c:pt idx="19">
                  <c:v>0.0052993493616204515</c:v>
                </c:pt>
                <c:pt idx="20">
                  <c:v>0.0053011826345443725</c:v>
                </c:pt>
                <c:pt idx="21">
                  <c:v>0.005303008140836443</c:v>
                </c:pt>
                <c:pt idx="22">
                  <c:v>0.005304825859069824</c:v>
                </c:pt>
                <c:pt idx="23">
                  <c:v>0.005306635767646458</c:v>
                </c:pt>
                <c:pt idx="24">
                  <c:v>0.005308437845230102</c:v>
                </c:pt>
                <c:pt idx="25">
                  <c:v>0.005310232070617676</c:v>
                </c:pt>
                <c:pt idx="26">
                  <c:v>0.005312018422640287</c:v>
                </c:pt>
                <c:pt idx="27">
                  <c:v>0.005313796880227548</c:v>
                </c:pt>
                <c:pt idx="28">
                  <c:v>0.0053155674225943425</c:v>
                </c:pt>
                <c:pt idx="29">
                  <c:v>0.005317330028862788</c:v>
                </c:pt>
                <c:pt idx="30">
                  <c:v>0.005319084678395589</c:v>
                </c:pt>
                <c:pt idx="31">
                  <c:v>0.005320831350634175</c:v>
                </c:pt>
                <c:pt idx="32">
                  <c:v>0.005322570025086403</c:v>
                </c:pt>
                <c:pt idx="33">
                  <c:v>0.005324300681489887</c:v>
                </c:pt>
                <c:pt idx="34">
                  <c:v>0.005326023299609913</c:v>
                </c:pt>
                <c:pt idx="35">
                  <c:v>0.005327737859453474</c:v>
                </c:pt>
                <c:pt idx="36">
                  <c:v>0.005329444340917799</c:v>
                </c:pt>
                <c:pt idx="37">
                  <c:v>0.005331142724217595</c:v>
                </c:pt>
                <c:pt idx="38">
                  <c:v>0.005332832989742881</c:v>
                </c:pt>
                <c:pt idx="39">
                  <c:v>0.005334515117743076</c:v>
                </c:pt>
                <c:pt idx="40">
                  <c:v>0.005336189088869095</c:v>
                </c:pt>
                <c:pt idx="41">
                  <c:v>0.0053378548837056975</c:v>
                </c:pt>
                <c:pt idx="42">
                  <c:v>0.005339512483142671</c:v>
                </c:pt>
                <c:pt idx="43">
                  <c:v>0.005341161867984506</c:v>
                </c:pt>
                <c:pt idx="44">
                  <c:v>0.0053428030193068765</c:v>
                </c:pt>
                <c:pt idx="45">
                  <c:v>0.005344435918299357</c:v>
                </c:pt>
                <c:pt idx="46">
                  <c:v>0.005346060546253038</c:v>
                </c:pt>
                <c:pt idx="47">
                  <c:v>0.005347676884590312</c:v>
                </c:pt>
                <c:pt idx="48">
                  <c:v>0.005349284914890925</c:v>
                </c:pt>
                <c:pt idx="49">
                  <c:v>0.005350884618798081</c:v>
                </c:pt>
                <c:pt idx="50">
                  <c:v>0.005352475978240967</c:v>
                </c:pt>
                <c:pt idx="51">
                  <c:v>0.005354058975032732</c:v>
                </c:pt>
                <c:pt idx="52">
                  <c:v>0.005355633591358478</c:v>
                </c:pt>
                <c:pt idx="53">
                  <c:v>0.0053571998094522726</c:v>
                </c:pt>
                <c:pt idx="54">
                  <c:v>0.0053587576116632535</c:v>
                </c:pt>
                <c:pt idx="55">
                  <c:v>0.005360306980479847</c:v>
                </c:pt>
                <c:pt idx="56">
                  <c:v>0.005361847898551396</c:v>
                </c:pt>
                <c:pt idx="57">
                  <c:v>0.005363380348640576</c:v>
                </c:pt>
                <c:pt idx="58">
                  <c:v>0.0053649043136465135</c:v>
                </c:pt>
                <c:pt idx="59">
                  <c:v>0.00536641977665788</c:v>
                </c:pt>
                <c:pt idx="60">
                  <c:v>0.005367926720841726</c:v>
                </c:pt>
                <c:pt idx="61">
                  <c:v>0.00536942512953086</c:v>
                </c:pt>
                <c:pt idx="62">
                  <c:v>0.005370914986210485</c:v>
                </c:pt>
                <c:pt idx="63">
                  <c:v>0.005372396274475825</c:v>
                </c:pt>
                <c:pt idx="64">
                  <c:v>0.005373868978112936</c:v>
                </c:pt>
                <c:pt idx="65">
                  <c:v>0.005375333080996</c:v>
                </c:pt>
                <c:pt idx="66">
                  <c:v>0.005376788567225138</c:v>
                </c:pt>
                <c:pt idx="67">
                  <c:v>0.00537823542091028</c:v>
                </c:pt>
                <c:pt idx="68">
                  <c:v>0.005379673626450932</c:v>
                </c:pt>
                <c:pt idx="69">
                  <c:v>0.00538110316829405</c:v>
                </c:pt>
                <c:pt idx="70">
                  <c:v>0.00538252403112139</c:v>
                </c:pt>
                <c:pt idx="71">
                  <c:v>0.005383936199618057</c:v>
                </c:pt>
                <c:pt idx="72">
                  <c:v>0.005385339658790164</c:v>
                </c:pt>
                <c:pt idx="73">
                  <c:v>0.005386734393655437</c:v>
                </c:pt>
                <c:pt idx="74">
                  <c:v>0.005388120389474405</c:v>
                </c:pt>
                <c:pt idx="75">
                  <c:v>0.005389497631632487</c:v>
                </c:pt>
                <c:pt idx="76">
                  <c:v>0.005390866105556488</c:v>
                </c:pt>
                <c:pt idx="77">
                  <c:v>0.005392225797033929</c:v>
                </c:pt>
                <c:pt idx="78">
                  <c:v>0.0053935766917986745</c:v>
                </c:pt>
                <c:pt idx="79">
                  <c:v>0.005394918775896483</c:v>
                </c:pt>
                <c:pt idx="80">
                  <c:v>0.005396252035427093</c:v>
                </c:pt>
                <c:pt idx="81">
                  <c:v>0.005397576456658634</c:v>
                </c:pt>
                <c:pt idx="82">
                  <c:v>0.005398892026017352</c:v>
                </c:pt>
                <c:pt idx="83">
                  <c:v>0.005400198730147029</c:v>
                </c:pt>
                <c:pt idx="84">
                  <c:v>0.005401496555737087</c:v>
                </c:pt>
                <c:pt idx="85">
                  <c:v>0.005402785489721859</c:v>
                </c:pt>
                <c:pt idx="86">
                  <c:v>0.005404065519133279</c:v>
                </c:pt>
                <c:pt idx="87">
                  <c:v>0.00540533663120489</c:v>
                </c:pt>
                <c:pt idx="88">
                  <c:v>0.00540659881327369</c:v>
                </c:pt>
                <c:pt idx="89">
                  <c:v>0.005407852052924338</c:v>
                </c:pt>
                <c:pt idx="90">
                  <c:v>0.005409096337763469</c:v>
                </c:pt>
                <c:pt idx="91">
                  <c:v>0.005410331655711918</c:v>
                </c:pt>
                <c:pt idx="92">
                  <c:v>0.005411557994718137</c:v>
                </c:pt>
                <c:pt idx="93">
                  <c:v>0.005412775342961793</c:v>
                </c:pt>
                <c:pt idx="94">
                  <c:v>0.005413983688760311</c:v>
                </c:pt>
                <c:pt idx="95">
                  <c:v>0.005415183020581697</c:v>
                </c:pt>
                <c:pt idx="96">
                  <c:v>0.0054163733270963035</c:v>
                </c:pt>
                <c:pt idx="97">
                  <c:v>0.005417554597087742</c:v>
                </c:pt>
                <c:pt idx="98">
                  <c:v>0.00541872681952496</c:v>
                </c:pt>
                <c:pt idx="99">
                  <c:v>0.005419889983514343</c:v>
                </c:pt>
                <c:pt idx="100">
                  <c:v>0.005421044078388214</c:v>
                </c:pt>
                <c:pt idx="101">
                  <c:v>0.0054221890935803405</c:v>
                </c:pt>
                <c:pt idx="102">
                  <c:v>0.005423325018677057</c:v>
                </c:pt>
                <c:pt idx="103">
                  <c:v>0.005424451843483934</c:v>
                </c:pt>
                <c:pt idx="104">
                  <c:v>0.005425569557923537</c:v>
                </c:pt>
                <c:pt idx="105">
                  <c:v>0.0054266781521388465</c:v>
                </c:pt>
                <c:pt idx="106">
                  <c:v>0.005427777616356904</c:v>
                </c:pt>
                <c:pt idx="107">
                  <c:v>0.005428867941063141</c:v>
                </c:pt>
                <c:pt idx="108">
                  <c:v>0.005429949116812812</c:v>
                </c:pt>
                <c:pt idx="109">
                  <c:v>0.005431021134385275</c:v>
                </c:pt>
                <c:pt idx="110">
                  <c:v>0.005432083984721791</c:v>
                </c:pt>
                <c:pt idx="111">
                  <c:v>0.005433137658918226</c:v>
                </c:pt>
                <c:pt idx="112">
                  <c:v>0.005434182148235185</c:v>
                </c:pt>
                <c:pt idx="113">
                  <c:v>0.005435217444124475</c:v>
                </c:pt>
                <c:pt idx="114">
                  <c:v>0.005436243538153799</c:v>
                </c:pt>
                <c:pt idx="115">
                  <c:v>0.0054372604221344</c:v>
                </c:pt>
                <c:pt idx="116">
                  <c:v>0.005438268087962578</c:v>
                </c:pt>
                <c:pt idx="117">
                  <c:v>0.0054392665277464775</c:v>
                </c:pt>
                <c:pt idx="118">
                  <c:v>0.005440255733797105</c:v>
                </c:pt>
                <c:pt idx="119">
                  <c:v>0.005441235698507614</c:v>
                </c:pt>
                <c:pt idx="120">
                  <c:v>0.005442206414508819</c:v>
                </c:pt>
                <c:pt idx="121">
                  <c:v>0.0054431678745805725</c:v>
                </c:pt>
                <c:pt idx="122">
                  <c:v>0.005444120071661277</c:v>
                </c:pt>
                <c:pt idx="123">
                  <c:v>0.005445062998856955</c:v>
                </c:pt>
                <c:pt idx="124">
                  <c:v>0.005445996649496017</c:v>
                </c:pt>
                <c:pt idx="125">
                  <c:v>0.005446921016998291</c:v>
                </c:pt>
                <c:pt idx="126">
                  <c:v>0.005447836094992501</c:v>
                </c:pt>
                <c:pt idx="127">
                  <c:v>0.005448741877308042</c:v>
                </c:pt>
                <c:pt idx="128">
                  <c:v>0.00544963835786283</c:v>
                </c:pt>
                <c:pt idx="129">
                  <c:v>0.005450525530837303</c:v>
                </c:pt>
                <c:pt idx="130">
                  <c:v>0.005451403390517601</c:v>
                </c:pt>
                <c:pt idx="131">
                  <c:v>0.005452271931393456</c:v>
                </c:pt>
                <c:pt idx="132">
                  <c:v>0.005453131148107124</c:v>
                </c:pt>
                <c:pt idx="133">
                  <c:v>0.005453981035476341</c:v>
                </c:pt>
                <c:pt idx="134">
                  <c:v>0.005454821588516235</c:v>
                </c:pt>
                <c:pt idx="135">
                  <c:v>0.005455652802361382</c:v>
                </c:pt>
                <c:pt idx="136">
                  <c:v>0.005456474672373603</c:v>
                </c:pt>
                <c:pt idx="137">
                  <c:v>0.005457287194022297</c:v>
                </c:pt>
                <c:pt idx="138">
                  <c:v>0.005458090363032576</c:v>
                </c:pt>
                <c:pt idx="139">
                  <c:v>0.005458884175225128</c:v>
                </c:pt>
                <c:pt idx="140">
                  <c:v>0.005459668626649039</c:v>
                </c:pt>
                <c:pt idx="141">
                  <c:v>0.005460443713465481</c:v>
                </c:pt>
                <c:pt idx="142">
                  <c:v>0.005461209432051215</c:v>
                </c:pt>
                <c:pt idx="143">
                  <c:v>0.005461965778937707</c:v>
                </c:pt>
                <c:pt idx="144">
                  <c:v>0.005462712750858731</c:v>
                </c:pt>
                <c:pt idx="145">
                  <c:v>0.005463450344677629</c:v>
                </c:pt>
                <c:pt idx="146">
                  <c:v>0.005464178557435127</c:v>
                </c:pt>
                <c:pt idx="147">
                  <c:v>0.005464897386382226</c:v>
                </c:pt>
                <c:pt idx="148">
                  <c:v>0.005465606828908663</c:v>
                </c:pt>
                <c:pt idx="149">
                  <c:v>0.005466306882576655</c:v>
                </c:pt>
                <c:pt idx="150">
                  <c:v>0.0054669975451278685</c:v>
                </c:pt>
                <c:pt idx="151">
                  <c:v>0.005467678814464847</c:v>
                </c:pt>
                <c:pt idx="152">
                  <c:v>0.005468350688695908</c:v>
                </c:pt>
                <c:pt idx="153">
                  <c:v>0.005469013166066089</c:v>
                </c:pt>
                <c:pt idx="154">
                  <c:v>0.005469666244977481</c:v>
                </c:pt>
                <c:pt idx="155">
                  <c:v>0.005470309924070296</c:v>
                </c:pt>
                <c:pt idx="156">
                  <c:v>0.005470944202092978</c:v>
                </c:pt>
                <c:pt idx="157">
                  <c:v>0.005471569077983783</c:v>
                </c:pt>
                <c:pt idx="158">
                  <c:v>0.005472184550876859</c:v>
                </c:pt>
                <c:pt idx="159">
                  <c:v>0.0054727906200241</c:v>
                </c:pt>
                <c:pt idx="160">
                  <c:v>0.0054733872849226</c:v>
                </c:pt>
                <c:pt idx="161">
                  <c:v>0.005473974545164878</c:v>
                </c:pt>
                <c:pt idx="162">
                  <c:v>0.005474552400553668</c:v>
                </c:pt>
                <c:pt idx="163">
                  <c:v>0.005475120851072065</c:v>
                </c:pt>
                <c:pt idx="164">
                  <c:v>0.005475679896843143</c:v>
                </c:pt>
                <c:pt idx="165">
                  <c:v>0.005476229538183501</c:v>
                </c:pt>
                <c:pt idx="166">
                  <c:v>0.005476769775562976</c:v>
                </c:pt>
                <c:pt idx="167">
                  <c:v>0.005477300609645729</c:v>
                </c:pt>
                <c:pt idx="168">
                  <c:v>0.0054778220412390576</c:v>
                </c:pt>
                <c:pt idx="169">
                  <c:v>0.0054783340713342975</c:v>
                </c:pt>
                <c:pt idx="170">
                  <c:v>0.005478836701090195</c:v>
                </c:pt>
                <c:pt idx="171">
                  <c:v>0.005479329931828014</c:v>
                </c:pt>
                <c:pt idx="172">
                  <c:v>0.00547981376506007</c:v>
                </c:pt>
                <c:pt idx="173">
                  <c:v>0.005480288202429093</c:v>
                </c:pt>
                <c:pt idx="174">
                  <c:v>0.0054807532457812076</c:v>
                </c:pt>
                <c:pt idx="175">
                  <c:v>0.005481208897116525</c:v>
                </c:pt>
                <c:pt idx="176">
                  <c:v>0.005481655158606442</c:v>
                </c:pt>
                <c:pt idx="177">
                  <c:v>0.0054820920325888076</c:v>
                </c:pt>
                <c:pt idx="178">
                  <c:v>0.005482519521552525</c:v>
                </c:pt>
                <c:pt idx="179">
                  <c:v>0.005482937628186615</c:v>
                </c:pt>
                <c:pt idx="180">
                  <c:v>0.005483346355332269</c:v>
                </c:pt>
                <c:pt idx="181">
                  <c:v>0.005483745705978646</c:v>
                </c:pt>
                <c:pt idx="182">
                  <c:v>0.005484135683321691</c:v>
                </c:pt>
                <c:pt idx="183">
                  <c:v>0.005484516290675095</c:v>
                </c:pt>
                <c:pt idx="184">
                  <c:v>0.005484887531550034</c:v>
                </c:pt>
                <c:pt idx="185">
                  <c:v>0.005485249409618893</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0.005485249409618893</c:v>
                </c:pt>
                <c:pt idx="186">
                  <c:v>0.005485601928721192</c:v>
                </c:pt>
                <c:pt idx="187">
                  <c:v>0.005485945092838716</c:v>
                </c:pt>
                <c:pt idx="188">
                  <c:v>0.005486278906152603</c:v>
                </c:pt>
                <c:pt idx="189">
                  <c:v>0.005486603372987616</c:v>
                </c:pt>
                <c:pt idx="190">
                  <c:v>0.0054869184978183945</c:v>
                </c:pt>
                <c:pt idx="191">
                  <c:v>0.005487224285305483</c:v>
                </c:pt>
                <c:pt idx="192">
                  <c:v>0.005487520740280549</c:v>
                </c:pt>
                <c:pt idx="193">
                  <c:v>0.005487807867702425</c:v>
                </c:pt>
                <c:pt idx="194">
                  <c:v>0.0054880856727226495</c:v>
                </c:pt>
                <c:pt idx="195">
                  <c:v>0.005488354160641401</c:v>
                </c:pt>
                <c:pt idx="196">
                  <c:v>0.0054886133369231715</c:v>
                </c:pt>
                <c:pt idx="197">
                  <c:v>0.00548886320719259</c:v>
                </c:pt>
                <c:pt idx="198">
                  <c:v>0.005489103777240021</c:v>
                </c:pt>
                <c:pt idx="199">
                  <c:v>0.005489335052998222</c:v>
                </c:pt>
                <c:pt idx="200">
                  <c:v>0.005489557040576935</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#N/A</c:v>
                </c:pt>
                <c:pt idx="1">
                  <c:v>1.8615480309371948</c:v>
                </c:pt>
                <c:pt idx="2">
                  <c:v>2.004659257221222</c:v>
                </c:pt>
                <c:pt idx="3">
                  <c:v>2.1498045843022666</c:v>
                </c:pt>
                <c:pt idx="4">
                  <c:v>2.29222083987236</c:v>
                </c:pt>
                <c:pt idx="5">
                  <c:v>2.426435570793152</c:v>
                </c:pt>
                <c:pt idx="6">
                  <c:v>2.546951986308416</c:v>
                </c:pt>
                <c:pt idx="7">
                  <c:v>2.649073502272742</c:v>
                </c:pt>
                <c:pt idx="8">
                  <c:v>2.7296157487277983</c:v>
                </c:pt>
                <c:pt idx="9">
                  <c:v>2.787274268710666</c:v>
                </c:pt>
                <c:pt idx="10">
                  <c:v>2.8225618138811113</c:v>
                </c:pt>
                <c:pt idx="11">
                  <c:v>2.8374052112586283</c:v>
                </c:pt>
                <c:pt idx="12">
                  <c:v>2.834590758904775</c:v>
                </c:pt>
                <c:pt idx="13">
                  <c:v>2.8172369241814246</c:v>
                </c:pt>
                <c:pt idx="14">
                  <c:v>2.788398027223723</c:v>
                </c:pt>
                <c:pt idx="15">
                  <c:v>2.750823774557622</c:v>
                </c:pt>
                <c:pt idx="16">
                  <c:v>2.7068503894109726</c:v>
                </c:pt>
                <c:pt idx="17">
                  <c:v>2.658381924911387</c:v>
                </c:pt>
                <c:pt idx="18">
                  <c:v>2.606923085718791</c:v>
                </c:pt>
                <c:pt idx="19">
                  <c:v>2.553635270655682</c:v>
                </c:pt>
                <c:pt idx="20">
                  <c:v>2.4993982602742193</c:v>
                </c:pt>
                <c:pt idx="21">
                  <c:v>2.444868152921404</c:v>
                </c:pt>
                <c:pt idx="22">
                  <c:v>2.390527454001253</c:v>
                </c:pt>
                <c:pt idx="23">
                  <c:v>2.336726259448093</c:v>
                </c:pt>
                <c:pt idx="24">
                  <c:v>2.2837150088103613</c:v>
                </c:pt>
                <c:pt idx="25">
                  <c:v>2.2316699279062653</c:v>
                </c:pt>
                <c:pt idx="26">
                  <c:v>2.1807124465273344</c:v>
                </c:pt>
                <c:pt idx="27">
                  <c:v>2.1309238106820847</c:v>
                </c:pt>
                <c:pt idx="28">
                  <c:v>2.082355948902811</c:v>
                </c:pt>
                <c:pt idx="29">
                  <c:v>2.0350394688292535</c:v>
                </c:pt>
                <c:pt idx="30">
                  <c:v>1.9889894865613302</c:v>
                </c:pt>
                <c:pt idx="31">
                  <c:v>1.9442098401001962</c:v>
                </c:pt>
                <c:pt idx="32">
                  <c:v>1.9006961126062274</c:v>
                </c:pt>
                <c:pt idx="33">
                  <c:v>1.8584377897953843</c:v>
                </c:pt>
                <c:pt idx="34">
                  <c:v>1.8174197954580644</c:v>
                </c:pt>
                <c:pt idx="35">
                  <c:v>1.7776235863465446</c:v>
                </c:pt>
                <c:pt idx="36">
                  <c:v>1.7390279392725627</c:v>
                </c:pt>
                <c:pt idx="37">
                  <c:v>1.7016095263403814</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1.7016095263403814</c:v>
                </c:pt>
                <c:pt idx="38">
                  <c:v>1.6653433464218943</c:v>
                </c:pt>
                <c:pt idx="39">
                  <c:v>1.6302030602950073</c:v>
                </c:pt>
                <c:pt idx="40">
                  <c:v>1.596161261705208</c:v>
                </c:pt>
                <c:pt idx="41">
                  <c:v>1.563189705704061</c:v>
                </c:pt>
                <c:pt idx="42">
                  <c:v>1.531259507915497</c:v>
                </c:pt>
                <c:pt idx="43">
                  <c:v>1.5003413230896883</c:v>
                </c:pt>
                <c:pt idx="44">
                  <c:v>1.4704055077699747</c:v>
                </c:pt>
                <c:pt idx="45">
                  <c:v>1.4414222696373409</c:v>
                </c:pt>
                <c:pt idx="46">
                  <c:v>1.4133618047304568</c:v>
                </c:pt>
                <c:pt idx="47">
                  <c:v>1.3861944229810998</c:v>
                </c:pt>
                <c:pt idx="48">
                  <c:v>1.3598906621513367</c:v>
                </c:pt>
                <c:pt idx="49">
                  <c:v>1.334421390158984</c:v>
                </c:pt>
                <c:pt idx="50">
                  <c:v>1.3097578958203506</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#N/A</c:v>
                </c:pt>
                <c:pt idx="1">
                  <c:v>13.089890459003449</c:v>
                </c:pt>
                <c:pt idx="2">
                  <c:v>13.692957164134025</c:v>
                </c:pt>
                <c:pt idx="3">
                  <c:v>14.290098654818852</c:v>
                </c:pt>
                <c:pt idx="4">
                  <c:v>14.871087593561173</c:v>
                </c:pt>
                <c:pt idx="5">
                  <c:v>15.424960172377777</c:v>
                </c:pt>
                <c:pt idx="6">
                  <c:v>15.940641205103557</c:v>
                </c:pt>
                <c:pt idx="7">
                  <c:v>16.407679514051164</c:v>
                </c:pt>
                <c:pt idx="8">
                  <c:v>16.81699968599558</c:v>
                </c:pt>
                <c:pt idx="9">
                  <c:v>17.161558903951008</c:v>
                </c:pt>
                <c:pt idx="10">
                  <c:v>17.436807098097038</c:v>
                </c:pt>
                <c:pt idx="11">
                  <c:v>17.64088484335986</c:v>
                </c:pt>
                <c:pt idx="12">
                  <c:v>17.774545657839933</c:v>
                </c:pt>
                <c:pt idx="13">
                  <c:v>17.840841122663353</c:v>
                </c:pt>
                <c:pt idx="14">
                  <c:v>17.844643587325095</c:v>
                </c:pt>
                <c:pt idx="15">
                  <c:v>17.792094700239055</c:v>
                </c:pt>
                <c:pt idx="16">
                  <c:v>17.69006014052403</c:v>
                </c:pt>
                <c:pt idx="17">
                  <c:v>17.545649382293927</c:v>
                </c:pt>
                <c:pt idx="18">
                  <c:v>17.365833336735832</c:v>
                </c:pt>
                <c:pt idx="19">
                  <c:v>17.15716952120831</c:v>
                </c:pt>
                <c:pt idx="20">
                  <c:v>16.92562776683674</c:v>
                </c:pt>
                <c:pt idx="21">
                  <c:v>16.676500060290017</c:v>
                </c:pt>
                <c:pt idx="22">
                  <c:v>16.414374679474395</c:v>
                </c:pt>
                <c:pt idx="23">
                  <c:v>16.14315538087762</c:v>
                </c:pt>
                <c:pt idx="24">
                  <c:v>15.866109181406975</c:v>
                </c:pt>
                <c:pt idx="25">
                  <c:v>15.585929866118775</c:v>
                </c:pt>
                <c:pt idx="26">
                  <c:v>15.304807882132456</c:v>
                </c:pt>
                <c:pt idx="27">
                  <c:v>15.024500310499686</c:v>
                </c:pt>
                <c:pt idx="28">
                  <c:v>14.746396992005144</c:v>
                </c:pt>
                <c:pt idx="29">
                  <c:v>14.471580635527907</c:v>
                </c:pt>
                <c:pt idx="30">
                  <c:v>14.200879951981353</c:v>
                </c:pt>
                <c:pt idx="31">
                  <c:v>13.934915649550838</c:v>
                </c:pt>
                <c:pt idx="32">
                  <c:v>13.674139608002902</c:v>
                </c:pt>
                <c:pt idx="33">
                  <c:v>13.418867814373131</c:v>
                </c:pt>
                <c:pt idx="34">
                  <c:v>13.169307761635164</c:v>
                </c:pt>
                <c:pt idx="35">
                  <c:v>12.925581039060374</c:v>
                </c:pt>
                <c:pt idx="36">
                  <c:v>12.687741815165731</c:v>
                </c:pt>
                <c:pt idx="37">
                  <c:v>12.45579185657594</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12.45579185657594</c:v>
                </c:pt>
                <c:pt idx="38">
                  <c:v>12.22969265512095</c:v>
                </c:pt>
                <c:pt idx="39">
                  <c:v>12.009375161186512</c:v>
                </c:pt>
                <c:pt idx="40">
                  <c:v>11.79474754966116</c:v>
                </c:pt>
                <c:pt idx="41">
                  <c:v>11.58570137894477</c:v>
                </c:pt>
                <c:pt idx="42">
                  <c:v>11.382116444813002</c:v>
                </c:pt>
                <c:pt idx="43">
                  <c:v>11.183864579814555</c:v>
                </c:pt>
                <c:pt idx="44">
                  <c:v>10.990812605047443</c:v>
                </c:pt>
                <c:pt idx="45">
                  <c:v>10.802824604016791</c:v>
                </c:pt>
                <c:pt idx="46">
                  <c:v>10.619763657099474</c:v>
                </c:pt>
                <c:pt idx="47">
                  <c:v>10.441493149150281</c:v>
                </c:pt>
                <c:pt idx="48">
                  <c:v>10.267877741261243</c:v>
                </c:pt>
                <c:pt idx="49">
                  <c:v>10.098784079940952</c:v>
                </c:pt>
                <c:pt idx="50">
                  <c:v>9.93408130242981</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#N/A</c:v>
                </c:pt>
                <c:pt idx="1">
                  <c:v>8.528668420650483</c:v>
                </c:pt>
                <c:pt idx="2">
                  <c:v>8.676493078975678</c:v>
                </c:pt>
                <c:pt idx="3">
                  <c:v>8.771057216306687</c:v>
                </c:pt>
                <c:pt idx="4">
                  <c:v>8.810243994336128</c:v>
                </c:pt>
                <c:pt idx="5">
                  <c:v>8.795278187421037</c:v>
                </c:pt>
                <c:pt idx="6">
                  <c:v>8.730346798006693</c:v>
                </c:pt>
                <c:pt idx="7">
                  <c:v>8.621813641166142</c:v>
                </c:pt>
                <c:pt idx="8">
                  <c:v>8.477261607925653</c:v>
                </c:pt>
                <c:pt idx="9">
                  <c:v>8.304588647027757</c:v>
                </c:pt>
                <c:pt idx="10">
                  <c:v>8.11130538815384</c:v>
                </c:pt>
                <c:pt idx="11">
                  <c:v>7.904086856062976</c:v>
                </c:pt>
                <c:pt idx="12">
                  <c:v>7.688557827188174</c:v>
                </c:pt>
                <c:pt idx="13">
                  <c:v>7.4692545090334965</c:v>
                </c:pt>
                <c:pt idx="14">
                  <c:v>7.249698286255155</c:v>
                </c:pt>
                <c:pt idx="15">
                  <c:v>7.032527320196279</c:v>
                </c:pt>
                <c:pt idx="16">
                  <c:v>6.819647589769721</c:v>
                </c:pt>
                <c:pt idx="17">
                  <c:v>6.6123798759209125</c:v>
                </c:pt>
                <c:pt idx="18">
                  <c:v>6.411590552724626</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6.411590552724626</c:v>
                </c:pt>
                <c:pt idx="19">
                  <c:v>6.217801563683359</c:v>
                </c:pt>
                <c:pt idx="20">
                  <c:v>6.031279360092354</c:v>
                </c:pt>
                <c:pt idx="21">
                  <c:v>5.8521048086982</c:v>
                </c:pt>
                <c:pt idx="22">
                  <c:v>5.680226956209617</c:v>
                </c:pt>
                <c:pt idx="23">
                  <c:v>5.51550365951339</c:v>
                </c:pt>
                <c:pt idx="24">
                  <c:v>5.35773183517615</c:v>
                </c:pt>
                <c:pt idx="25">
                  <c:v>5.20666967685585</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#N/A</c:v>
                </c:pt>
                <c:pt idx="1">
                  <c:v>0.3749148711967468</c:v>
                </c:pt>
                <c:pt idx="2">
                  <c:v>0.38112215422439577</c:v>
                </c:pt>
                <c:pt idx="3">
                  <c:v>0.38734005188941956</c:v>
                </c:pt>
                <c:pt idx="4">
                  <c:v>0.39355653967666626</c:v>
                </c:pt>
                <c:pt idx="5">
                  <c:v>0.3997588636497498</c:v>
                </c:pt>
                <c:pt idx="6">
                  <c:v>0.40593359487597147</c:v>
                </c:pt>
                <c:pt idx="7">
                  <c:v>0.41206669812801905</c:v>
                </c:pt>
                <c:pt idx="8">
                  <c:v>0.41814361496424673</c:v>
                </c:pt>
                <c:pt idx="9">
                  <c:v>0.42414936092482675</c:v>
                </c:pt>
                <c:pt idx="10">
                  <c:v>0.4300686361448288</c:v>
                </c:pt>
                <c:pt idx="11">
                  <c:v>0.43588594822484794</c:v>
                </c:pt>
                <c:pt idx="12">
                  <c:v>0.44158574574947357</c:v>
                </c:pt>
                <c:pt idx="13">
                  <c:v>0.44715256038328316</c:v>
                </c:pt>
                <c:pt idx="14">
                  <c:v>0.45257115506894247</c:v>
                </c:pt>
                <c:pt idx="15">
                  <c:v>0.4578266754901886</c:v>
                </c:pt>
                <c:pt idx="16">
                  <c:v>0.46290480169939996</c:v>
                </c:pt>
                <c:pt idx="17">
                  <c:v>0.46779189663460674</c:v>
                </c:pt>
                <c:pt idx="18">
                  <c:v>0.4724751482012007</c:v>
                </c:pt>
                <c:pt idx="19">
                  <c:v>0.47694270166858876</c:v>
                </c:pt>
                <c:pt idx="20">
                  <c:v>0.4811837793352127</c:v>
                </c:pt>
                <c:pt idx="21">
                  <c:v>0.48518878473953975</c:v>
                </c:pt>
                <c:pt idx="22">
                  <c:v>0.48894938913128594</c:v>
                </c:pt>
                <c:pt idx="23">
                  <c:v>0.4924585984410825</c:v>
                </c:pt>
                <c:pt idx="24">
                  <c:v>0.49571079957175257</c:v>
                </c:pt>
                <c:pt idx="25">
                  <c:v>0.49870178546081545</c:v>
                </c:pt>
                <c:pt idx="26">
                  <c:v>0.5014287589863263</c:v>
                </c:pt>
                <c:pt idx="27">
                  <c:v>0.5038903163895784</c:v>
                </c:pt>
                <c:pt idx="28">
                  <c:v>0.5060864114379883</c:v>
                </c:pt>
                <c:pt idx="29">
                  <c:v>0.5080183020211582</c:v>
                </c:pt>
                <c:pt idx="30">
                  <c:v>0.509688481256485</c:v>
                </c:pt>
                <c:pt idx="31">
                  <c:v>0.5111005954597228</c:v>
                </c:pt>
                <c:pt idx="32">
                  <c:v>0.5122593515087366</c:v>
                </c:pt>
                <c:pt idx="33">
                  <c:v>0.513170416200002</c:v>
                </c:pt>
                <c:pt idx="34">
                  <c:v>0.5138403101735396</c:v>
                </c:pt>
                <c:pt idx="35">
                  <c:v>0.5142762988699777</c:v>
                </c:pt>
                <c:pt idx="36">
                  <c:v>0.5144862828103701</c:v>
                </c:pt>
                <c:pt idx="37">
                  <c:v>0.5144786892537297</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0.5144786892537297</c:v>
                </c:pt>
                <c:pt idx="38">
                  <c:v>0.5142623670229661</c:v>
                </c:pt>
                <c:pt idx="39">
                  <c:v>0.5138464860003544</c:v>
                </c:pt>
                <c:pt idx="40">
                  <c:v>0.5132404424974442</c:v>
                </c:pt>
                <c:pt idx="41">
                  <c:v>0.5124537714178504</c:v>
                </c:pt>
                <c:pt idx="42">
                  <c:v>0.5114960658537092</c:v>
                </c:pt>
                <c:pt idx="43">
                  <c:v>0.5103769045088569</c:v>
                </c:pt>
                <c:pt idx="44">
                  <c:v>0.5091057871160074</c:v>
                </c:pt>
                <c:pt idx="45">
                  <c:v>0.5076920778254614</c:v>
                </c:pt>
                <c:pt idx="46">
                  <c:v>0.5061449563800563</c:v>
                </c:pt>
                <c:pt idx="47">
                  <c:v>0.5044733767643381</c:v>
                </c:pt>
                <c:pt idx="48">
                  <c:v>0.5026860329162279</c:v>
                </c:pt>
                <c:pt idx="49">
                  <c:v>0.5007913310166573</c:v>
                </c:pt>
                <c:pt idx="50">
                  <c:v>0.49879736782806394</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#N/A</c:v>
                </c:pt>
                <c:pt idx="1">
                  <c:v>0.726797905544281</c:v>
                </c:pt>
                <c:pt idx="2">
                  <c:v>0.7422687716321945</c:v>
                </c:pt>
                <c:pt idx="3">
                  <c:v>0.7577311477991739</c:v>
                </c:pt>
                <c:pt idx="4">
                  <c:v>0.773130189289093</c:v>
                </c:pt>
                <c:pt idx="5">
                  <c:v>0.7884074189769745</c:v>
                </c:pt>
                <c:pt idx="6">
                  <c:v>0.8035012748819987</c:v>
                </c:pt>
                <c:pt idx="7">
                  <c:v>0.8183477926992689</c:v>
                </c:pt>
                <c:pt idx="8">
                  <c:v>0.8328814160008431</c:v>
                </c:pt>
                <c:pt idx="9">
                  <c:v>0.8470359194702572</c:v>
                </c:pt>
                <c:pt idx="10">
                  <c:v>0.8607454231159211</c:v>
                </c:pt>
                <c:pt idx="11">
                  <c:v>0.873945468430259</c:v>
                </c:pt>
                <c:pt idx="12">
                  <c:v>0.8865741215874354</c:v>
                </c:pt>
                <c:pt idx="13">
                  <c:v>0.8985730645963229</c:v>
                </c:pt>
                <c:pt idx="14">
                  <c:v>0.9098886334127698</c:v>
                </c:pt>
                <c:pt idx="15">
                  <c:v>0.9204727626637776</c:v>
                </c:pt>
                <c:pt idx="16">
                  <c:v>0.9302837999953032</c:v>
                </c:pt>
                <c:pt idx="17">
                  <c:v>0.9392871589270199</c:v>
                </c:pt>
                <c:pt idx="18">
                  <c:v>0.9474557870755725</c:v>
                </c:pt>
                <c:pt idx="19">
                  <c:v>0.9547704360362606</c:v>
                </c:pt>
                <c:pt idx="20">
                  <c:v>0.9612197292971612</c:v>
                </c:pt>
                <c:pt idx="21">
                  <c:v>0.9668000344885872</c:v>
                </c:pt>
                <c:pt idx="22">
                  <c:v>0.9715151552432667</c:v>
                </c:pt>
                <c:pt idx="23">
                  <c:v>0.9753758653460793</c:v>
                </c:pt>
                <c:pt idx="24">
                  <c:v>0.9783993132483164</c:v>
                </c:pt>
                <c:pt idx="25">
                  <c:v>0.9806083282138824</c:v>
                </c:pt>
                <c:pt idx="26">
                  <c:v>0.9820306603803635</c:v>
                </c:pt>
                <c:pt idx="27">
                  <c:v>0.9826981860704069</c:v>
                </c:pt>
                <c:pt idx="28">
                  <c:v>0.9826461071346146</c:v>
                </c:pt>
                <c:pt idx="29">
                  <c:v>0.9819121693744002</c:v>
                </c:pt>
                <c:pt idx="30">
                  <c:v>0.9805359206343969</c:v>
                </c:pt>
                <c:pt idx="31">
                  <c:v>0.9785580243911128</c:v>
                </c:pt>
                <c:pt idx="32">
                  <c:v>0.9760196399571299</c:v>
                </c:pt>
                <c:pt idx="33">
                  <c:v>0.9729618760507179</c:v>
                </c:pt>
                <c:pt idx="34">
                  <c:v>0.9694253206351224</c:v>
                </c:pt>
                <c:pt idx="35">
                  <c:v>0.965449646724919</c:v>
                </c:pt>
                <c:pt idx="36">
                  <c:v>0.9610732913249863</c:v>
                </c:pt>
                <c:pt idx="37">
                  <c:v>0.9563332027941523</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0.9563332027941523</c:v>
                </c:pt>
                <c:pt idx="38">
                  <c:v>0.9512646506537388</c:v>
                </c:pt>
                <c:pt idx="39">
                  <c:v>0.9459010911154135</c:v>
                </c:pt>
                <c:pt idx="40">
                  <c:v>0.9402740812877655</c:v>
                </c:pt>
                <c:pt idx="41">
                  <c:v>0.9344132350456424</c:v>
                </c:pt>
                <c:pt idx="42">
                  <c:v>0.9283462138254983</c:v>
                </c:pt>
                <c:pt idx="43">
                  <c:v>0.9220987460665149</c:v>
                </c:pt>
                <c:pt idx="44">
                  <c:v>0.9156946695803729</c:v>
                </c:pt>
                <c:pt idx="45">
                  <c:v>0.9091559917593214</c:v>
                </c:pt>
                <c:pt idx="46">
                  <c:v>0.9025029631716687</c:v>
                </c:pt>
                <c:pt idx="47">
                  <c:v>0.8957541607243152</c:v>
                </c:pt>
                <c:pt idx="48">
                  <c:v>0.8889265771644512</c:v>
                </c:pt>
                <c:pt idx="49">
                  <c:v>0.8820357142427795</c:v>
                </c:pt>
                <c:pt idx="50">
                  <c:v>0.8750956773520279</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#N/A</c:v>
                </c:pt>
                <c:pt idx="1">
                  <c:v>5.576324347024918</c:v>
                </c:pt>
                <c:pt idx="2">
                  <c:v>5.810678448842048</c:v>
                </c:pt>
                <c:pt idx="3">
                  <c:v>6.031379436852773</c:v>
                </c:pt>
                <c:pt idx="4">
                  <c:v>6.232580395560741</c:v>
                </c:pt>
                <c:pt idx="5">
                  <c:v>6.408868512008286</c:v>
                </c:pt>
                <c:pt idx="6">
                  <c:v>6.5557870061451595</c:v>
                </c:pt>
                <c:pt idx="7">
                  <c:v>6.670263766038622</c:v>
                </c:pt>
                <c:pt idx="8">
                  <c:v>6.7508579362392425</c:v>
                </c:pt>
                <c:pt idx="9">
                  <c:v>6.797781225843641</c:v>
                </c:pt>
                <c:pt idx="10">
                  <c:v>6.812709121402359</c:v>
                </c:pt>
                <c:pt idx="11">
                  <c:v>6.798444780095361</c:v>
                </c:pt>
                <c:pt idx="12">
                  <c:v>6.758519255413532</c:v>
                </c:pt>
                <c:pt idx="13">
                  <c:v>6.696804684202927</c:v>
                </c:pt>
                <c:pt idx="14">
                  <c:v>6.617192460286277</c:v>
                </c:pt>
                <c:pt idx="15">
                  <c:v>6.523359655485916</c:v>
                </c:pt>
                <c:pt idx="16">
                  <c:v>6.418623710894108</c:v>
                </c:pt>
                <c:pt idx="17">
                  <c:v>6.305871481549095</c:v>
                </c:pt>
                <c:pt idx="18">
                  <c:v>6.187543331670761</c:v>
                </c:pt>
                <c:pt idx="19">
                  <c:v>6.065653383752622</c:v>
                </c:pt>
                <c:pt idx="20">
                  <c:v>5.941830358359146</c:v>
                </c:pt>
                <c:pt idx="21">
                  <c:v>5.81736761997677</c:v>
                </c:pt>
                <c:pt idx="22">
                  <c:v>5.6932748959557795</c:v>
                </c:pt>
                <c:pt idx="23">
                  <c:v>5.570327181717085</c:v>
                </c:pt>
                <c:pt idx="24">
                  <c:v>5.449108519170761</c:v>
                </c:pt>
                <c:pt idx="25">
                  <c:v>5.330049761907119</c:v>
                </c:pt>
                <c:pt idx="26">
                  <c:v>5.213460302706278</c:v>
                </c:pt>
                <c:pt idx="27">
                  <c:v>5.099554209074656</c:v>
                </c:pt>
                <c:pt idx="28">
                  <c:v>4.988471428893838</c:v>
                </c:pt>
                <c:pt idx="29">
                  <c:v>4.880294790830086</c:v>
                </c:pt>
                <c:pt idx="30">
                  <c:v>4.775063500447909</c:v>
                </c:pt>
                <c:pt idx="31">
                  <c:v>4.6727837661660105</c:v>
                </c:pt>
                <c:pt idx="32">
                  <c:v>4.573437105403364</c:v>
                </c:pt>
                <c:pt idx="33">
                  <c:v>4.476986795374784</c:v>
                </c:pt>
                <c:pt idx="34">
                  <c:v>4.383382852784998</c:v>
                </c:pt>
                <c:pt idx="35">
                  <c:v>4.29256585564537</c:v>
                </c:pt>
                <c:pt idx="36">
                  <c:v>4.204469859635671</c:v>
                </c:pt>
                <c:pt idx="37">
                  <c:v>4.119024610569103</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4.119024610569103</c:v>
                </c:pt>
                <c:pt idx="38">
                  <c:v>4.036157212675245</c:v>
                </c:pt>
                <c:pt idx="39">
                  <c:v>3.9557933784045685</c:v>
                </c:pt>
                <c:pt idx="40">
                  <c:v>3.8778583580983637</c:v>
                </c:pt>
                <c:pt idx="41">
                  <c:v>3.802277626018338</c:v>
                </c:pt>
                <c:pt idx="42">
                  <c:v>3.7289773819080536</c:v>
                </c:pt>
                <c:pt idx="43">
                  <c:v>3.6578849136088616</c:v>
                </c:pt>
                <c:pt idx="44">
                  <c:v>3.5889288555533234</c:v>
                </c:pt>
                <c:pt idx="45">
                  <c:v>3.5220393696256003</c:v>
                </c:pt>
                <c:pt idx="46">
                  <c:v>3.4571482684171926</c:v>
                </c:pt>
                <c:pt idx="47">
                  <c:v>3.394189095930505</c:v>
                </c:pt>
                <c:pt idx="48">
                  <c:v>3.333097176968853</c:v>
                </c:pt>
                <c:pt idx="49">
                  <c:v>3.273809643552352</c:v>
                </c:pt>
                <c:pt idx="50">
                  <c:v>3.216265444503212</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#N/A</c:v>
                </c:pt>
                <c:pt idx="1">
                  <c:v>0.056135643461227416</c:v>
                </c:pt>
                <c:pt idx="2">
                  <c:v>0.05614462883663177</c:v>
                </c:pt>
                <c:pt idx="3">
                  <c:v>0.05615360578473409</c:v>
                </c:pt>
                <c:pt idx="4">
                  <c:v>0.05616257429265976</c:v>
                </c:pt>
                <c:pt idx="5">
                  <c:v>0.056171534349823</c:v>
                </c:pt>
                <c:pt idx="6">
                  <c:v>0.056180485944430036</c:v>
                </c:pt>
                <c:pt idx="7">
                  <c:v>0.056189429064341954</c:v>
                </c:pt>
                <c:pt idx="8">
                  <c:v>0.05619836369895935</c:v>
                </c:pt>
                <c:pt idx="9">
                  <c:v>0.05620728983624776</c:v>
                </c:pt>
                <c:pt idx="10">
                  <c:v>0.05621620746498108</c:v>
                </c:pt>
                <c:pt idx="11">
                  <c:v>0.056225116573507136</c:v>
                </c:pt>
                <c:pt idx="12">
                  <c:v>0.05623401715056101</c:v>
                </c:pt>
                <c:pt idx="13">
                  <c:v>0.05624290918438251</c:v>
                </c:pt>
                <c:pt idx="14">
                  <c:v>0.05625179266398293</c:v>
                </c:pt>
                <c:pt idx="15">
                  <c:v>0.056260667577489216</c:v>
                </c:pt>
                <c:pt idx="16">
                  <c:v>0.05626953391361236</c:v>
                </c:pt>
                <c:pt idx="17">
                  <c:v>0.0562783916610269</c:v>
                </c:pt>
                <c:pt idx="18">
                  <c:v>0.056287240808380976</c:v>
                </c:pt>
                <c:pt idx="19">
                  <c:v>0.05629608134410256</c:v>
                </c:pt>
                <c:pt idx="20">
                  <c:v>0.05630491325683594</c:v>
                </c:pt>
                <c:pt idx="21">
                  <c:v>0.05631373653529939</c:v>
                </c:pt>
                <c:pt idx="22">
                  <c:v>0.056322551168008286</c:v>
                </c:pt>
                <c:pt idx="23">
                  <c:v>0.056331357143733815</c:v>
                </c:pt>
                <c:pt idx="24">
                  <c:v>0.056340154450972874</c:v>
                </c:pt>
                <c:pt idx="25">
                  <c:v>0.05634894307853699</c:v>
                </c:pt>
                <c:pt idx="26">
                  <c:v>0.05635772301497826</c:v>
                </c:pt>
                <c:pt idx="27">
                  <c:v>0.05636649424913195</c:v>
                </c:pt>
                <c:pt idx="28">
                  <c:v>0.05637525676945278</c:v>
                </c:pt>
                <c:pt idx="29">
                  <c:v>0.05638401056486985</c:v>
                </c:pt>
                <c:pt idx="30">
                  <c:v>0.05639275562400818</c:v>
                </c:pt>
                <c:pt idx="31">
                  <c:v>0.05640149193548387</c:v>
                </c:pt>
                <c:pt idx="32">
                  <c:v>0.05641021948814392</c:v>
                </c:pt>
                <c:pt idx="33">
                  <c:v>0.056418938270800044</c:v>
                </c:pt>
                <c:pt idx="34">
                  <c:v>0.056427648272009454</c:v>
                </c:pt>
                <c:pt idx="35">
                  <c:v>0.05643634948065621</c:v>
                </c:pt>
                <c:pt idx="36">
                  <c:v>0.056445041885534925</c:v>
                </c:pt>
                <c:pt idx="37">
                  <c:v>0.05645372547531128</c:v>
                </c:pt>
                <c:pt idx="38">
                  <c:v>0.05646240023894059</c:v>
                </c:pt>
                <c:pt idx="39">
                  <c:v>0.05647106616504376</c:v>
                </c:pt>
                <c:pt idx="40">
                  <c:v>0.05647972324256897</c:v>
                </c:pt>
                <c:pt idx="41">
                  <c:v>0.056488371460240064</c:v>
                </c:pt>
                <c:pt idx="42">
                  <c:v>0.05649701080699194</c:v>
                </c:pt>
                <c:pt idx="43">
                  <c:v>0.05650564127163554</c:v>
                </c:pt>
                <c:pt idx="44">
                  <c:v>0.05651426284295862</c:v>
                </c:pt>
                <c:pt idx="45">
                  <c:v>0.05652287550989787</c:v>
                </c:pt>
                <c:pt idx="46">
                  <c:v>0.05653147926131539</c:v>
                </c:pt>
                <c:pt idx="47">
                  <c:v>0.0565400740861284</c:v>
                </c:pt>
                <c:pt idx="48">
                  <c:v>0.05654865997314453</c:v>
                </c:pt>
                <c:pt idx="49">
                  <c:v>0.0565572369113455</c:v>
                </c:pt>
                <c:pt idx="50">
                  <c:v>0.05656580488964081</c:v>
                </c:pt>
                <c:pt idx="51">
                  <c:v>0.056574363896987015</c:v>
                </c:pt>
                <c:pt idx="52">
                  <c:v>0.056582913922236515</c:v>
                </c:pt>
                <c:pt idx="53">
                  <c:v>0.05659145495443524</c:v>
                </c:pt>
                <c:pt idx="54">
                  <c:v>0.05659998698252219</c:v>
                </c:pt>
                <c:pt idx="55">
                  <c:v>0.056608509995443174</c:v>
                </c:pt>
                <c:pt idx="56">
                  <c:v>0.05661702398221834</c:v>
                </c:pt>
                <c:pt idx="57">
                  <c:v>0.05662552893183524</c:v>
                </c:pt>
                <c:pt idx="58">
                  <c:v>0.05663402483328458</c:v>
                </c:pt>
                <c:pt idx="59">
                  <c:v>0.05664251167562452</c:v>
                </c:pt>
                <c:pt idx="60">
                  <c:v>0.056650989447848</c:v>
                </c:pt>
                <c:pt idx="61">
                  <c:v>0.056659458139013075</c:v>
                </c:pt>
                <c:pt idx="62">
                  <c:v>0.056667917738176164</c:v>
                </c:pt>
                <c:pt idx="63">
                  <c:v>0.05667636823442247</c:v>
                </c:pt>
                <c:pt idx="64">
                  <c:v>0.056684809616804124</c:v>
                </c:pt>
                <c:pt idx="65">
                  <c:v>0.05669324187443073</c:v>
                </c:pt>
                <c:pt idx="66">
                  <c:v>0.05670166499637835</c:v>
                </c:pt>
                <c:pt idx="67">
                  <c:v>0.056710078971805855</c:v>
                </c:pt>
                <c:pt idx="68">
                  <c:v>0.05671848378978056</c:v>
                </c:pt>
                <c:pt idx="69">
                  <c:v>0.05672687943945069</c:v>
                </c:pt>
                <c:pt idx="70">
                  <c:v>0.05673526591001238</c:v>
                </c:pt>
                <c:pt idx="71">
                  <c:v>0.05674364319057196</c:v>
                </c:pt>
                <c:pt idx="72">
                  <c:v>0.056752011270311147</c:v>
                </c:pt>
                <c:pt idx="73">
                  <c:v>0.056760370138455744</c:v>
                </c:pt>
                <c:pt idx="74">
                  <c:v>0.05676871978414381</c:v>
                </c:pt>
                <c:pt idx="75">
                  <c:v>0.05677706019663493</c:v>
                </c:pt>
                <c:pt idx="76">
                  <c:v>0.056785391365151656</c:v>
                </c:pt>
                <c:pt idx="77">
                  <c:v>0.05679371327885714</c:v>
                </c:pt>
                <c:pt idx="78">
                  <c:v>0.05680202592707903</c:v>
                </c:pt>
                <c:pt idx="79">
                  <c:v>0.056810329299009296</c:v>
                </c:pt>
                <c:pt idx="80">
                  <c:v>0.05681862338397503</c:v>
                </c:pt>
                <c:pt idx="81">
                  <c:v>0.05682690817121812</c:v>
                </c:pt>
                <c:pt idx="82">
                  <c:v>0.05683518365004005</c:v>
                </c:pt>
                <c:pt idx="83">
                  <c:v>0.05684344980977529</c:v>
                </c:pt>
                <c:pt idx="84">
                  <c:v>0.056851706639698574</c:v>
                </c:pt>
                <c:pt idx="85">
                  <c:v>0.056859954129185396</c:v>
                </c:pt>
                <c:pt idx="86">
                  <c:v>0.05686819226755098</c:v>
                </c:pt>
                <c:pt idx="87">
                  <c:v>0.05687642104418524</c:v>
                </c:pt>
                <c:pt idx="88">
                  <c:v>0.05688464044841853</c:v>
                </c:pt>
                <c:pt idx="89">
                  <c:v>0.056892850469653526</c:v>
                </c:pt>
                <c:pt idx="90">
                  <c:v>0.05690105109727647</c:v>
                </c:pt>
                <c:pt idx="91">
                  <c:v>0.05690924232072097</c:v>
                </c:pt>
                <c:pt idx="92">
                  <c:v>0.05691742412938242</c:v>
                </c:pt>
                <c:pt idx="93">
                  <c:v>0.0569255965127022</c:v>
                </c:pt>
                <c:pt idx="94">
                  <c:v>0.056933759460124564</c:v>
                </c:pt>
                <c:pt idx="95">
                  <c:v>0.05694191296113667</c:v>
                </c:pt>
                <c:pt idx="96">
                  <c:v>0.05695005700518688</c:v>
                </c:pt>
                <c:pt idx="97">
                  <c:v>0.0569581915817654</c:v>
                </c:pt>
                <c:pt idx="98">
                  <c:v>0.05696631668036325</c:v>
                </c:pt>
                <c:pt idx="99">
                  <c:v>0.0569744322905107</c:v>
                </c:pt>
                <c:pt idx="100">
                  <c:v>0.05698253840173721</c:v>
                </c:pt>
                <c:pt idx="101">
                  <c:v>0.05699063500355258</c:v>
                </c:pt>
                <c:pt idx="102">
                  <c:v>0.05699872208554137</c:v>
                </c:pt>
                <c:pt idx="103">
                  <c:v>0.057006799637248216</c:v>
                </c:pt>
                <c:pt idx="104">
                  <c:v>0.05701486764827141</c:v>
                </c:pt>
                <c:pt idx="105">
                  <c:v>0.05702292610820588</c:v>
                </c:pt>
                <c:pt idx="106">
                  <c:v>0.05703097500664333</c:v>
                </c:pt>
                <c:pt idx="107">
                  <c:v>0.05703901433320803</c:v>
                </c:pt>
                <c:pt idx="108">
                  <c:v>0.057047044077537676</c:v>
                </c:pt>
                <c:pt idx="109">
                  <c:v>0.05705506422928276</c:v>
                </c:pt>
                <c:pt idx="110">
                  <c:v>0.057063074778088654</c:v>
                </c:pt>
                <c:pt idx="111">
                  <c:v>0.057071075713647376</c:v>
                </c:pt>
                <c:pt idx="112">
                  <c:v>0.057079067025644435</c:v>
                </c:pt>
                <c:pt idx="113">
                  <c:v>0.057087048703776</c:v>
                </c:pt>
                <c:pt idx="114">
                  <c:v>0.05709502073776513</c:v>
                </c:pt>
                <c:pt idx="115">
                  <c:v>0.05710298311734407</c:v>
                </c:pt>
                <c:pt idx="116">
                  <c:v>0.057110935832253816</c:v>
                </c:pt>
                <c:pt idx="117">
                  <c:v>0.05711887887224377</c:v>
                </c:pt>
                <c:pt idx="118">
                  <c:v>0.057126812227119836</c:v>
                </c:pt>
                <c:pt idx="119">
                  <c:v>0.057134735886645915</c:v>
                </c:pt>
                <c:pt idx="120">
                  <c:v>0.05714264984060923</c:v>
                </c:pt>
                <c:pt idx="121">
                  <c:v>0.05715055407885086</c:v>
                </c:pt>
                <c:pt idx="122">
                  <c:v>0.057158448591169767</c:v>
                </c:pt>
                <c:pt idx="123">
                  <c:v>0.05716633336744851</c:v>
                </c:pt>
                <c:pt idx="124">
                  <c:v>0.0571742083975269</c:v>
                </c:pt>
                <c:pt idx="125">
                  <c:v>0.05718207367126465</c:v>
                </c:pt>
                <c:pt idx="126">
                  <c:v>0.05718992917857094</c:v>
                </c:pt>
                <c:pt idx="127">
                  <c:v>0.057197774909342365</c:v>
                </c:pt>
                <c:pt idx="128">
                  <c:v>0.05720561085349321</c:v>
                </c:pt>
                <c:pt idx="129">
                  <c:v>0.05721343700094001</c:v>
                </c:pt>
                <c:pt idx="130">
                  <c:v>0.05722125334164546</c:v>
                </c:pt>
                <c:pt idx="131">
                  <c:v>0.05722905986555842</c:v>
                </c:pt>
                <c:pt idx="132">
                  <c:v>0.05723685656265779</c:v>
                </c:pt>
                <c:pt idx="133">
                  <c:v>0.05724464342293704</c:v>
                </c:pt>
                <c:pt idx="134">
                  <c:v>0.05725242043640365</c:v>
                </c:pt>
                <c:pt idx="135">
                  <c:v>0.057260187593050356</c:v>
                </c:pt>
                <c:pt idx="136">
                  <c:v>0.05726794488295387</c:v>
                </c:pt>
                <c:pt idx="137">
                  <c:v>0.05727569229613255</c:v>
                </c:pt>
                <c:pt idx="138">
                  <c:v>0.057283429822645324</c:v>
                </c:pt>
                <c:pt idx="139">
                  <c:v>0.057291157452603894</c:v>
                </c:pt>
                <c:pt idx="140">
                  <c:v>0.05729887517607553</c:v>
                </c:pt>
                <c:pt idx="141">
                  <c:v>0.057306582983165766</c:v>
                </c:pt>
                <c:pt idx="142">
                  <c:v>0.05731428086401711</c:v>
                </c:pt>
                <c:pt idx="143">
                  <c:v>0.05732196880876768</c:v>
                </c:pt>
                <c:pt idx="144">
                  <c:v>0.057329646807551385</c:v>
                </c:pt>
                <c:pt idx="145">
                  <c:v>0.05733731485056384</c:v>
                </c:pt>
                <c:pt idx="146">
                  <c:v>0.057344972927955734</c:v>
                </c:pt>
                <c:pt idx="147">
                  <c:v>0.05735262102996411</c:v>
                </c:pt>
                <c:pt idx="148">
                  <c:v>0.05736025914679347</c:v>
                </c:pt>
                <c:pt idx="149">
                  <c:v>0.05736788726866805</c:v>
                </c:pt>
                <c:pt idx="150">
                  <c:v>0.05737550538584391</c:v>
                </c:pt>
                <c:pt idx="151">
                  <c:v>0.057383113488569955</c:v>
                </c:pt>
                <c:pt idx="152">
                  <c:v>0.05739071156713837</c:v>
                </c:pt>
                <c:pt idx="153">
                  <c:v>0.05739829961183336</c:v>
                </c:pt>
                <c:pt idx="154">
                  <c:v>0.057405877612968545</c:v>
                </c:pt>
                <c:pt idx="155">
                  <c:v>0.05741344556087371</c:v>
                </c:pt>
                <c:pt idx="156">
                  <c:v>0.05742100344586984</c:v>
                </c:pt>
                <c:pt idx="157">
                  <c:v>0.05742855125834228</c:v>
                </c:pt>
                <c:pt idx="158">
                  <c:v>0.05743608898864215</c:v>
                </c:pt>
                <c:pt idx="159">
                  <c:v>0.05744361662717135</c:v>
                </c:pt>
                <c:pt idx="160">
                  <c:v>0.057451134164309504</c:v>
                </c:pt>
                <c:pt idx="161">
                  <c:v>0.057458641590509354</c:v>
                </c:pt>
                <c:pt idx="162">
                  <c:v>0.057466138896188616</c:v>
                </c:pt>
                <c:pt idx="163">
                  <c:v>0.05747362607180122</c:v>
                </c:pt>
                <c:pt idx="164">
                  <c:v>0.05748110310781293</c:v>
                </c:pt>
                <c:pt idx="165">
                  <c:v>0.05748856999472416</c:v>
                </c:pt>
                <c:pt idx="166">
                  <c:v>0.05749602672301143</c:v>
                </c:pt>
                <c:pt idx="167">
                  <c:v>0.05750347328320806</c:v>
                </c:pt>
                <c:pt idx="168">
                  <c:v>0.05751090966584569</c:v>
                </c:pt>
                <c:pt idx="169">
                  <c:v>0.05751833586146563</c:v>
                </c:pt>
                <c:pt idx="170">
                  <c:v>0.05752575186064103</c:v>
                </c:pt>
                <c:pt idx="171">
                  <c:v>0.057533157653953594</c:v>
                </c:pt>
                <c:pt idx="172">
                  <c:v>0.057540553231993384</c:v>
                </c:pt>
                <c:pt idx="173">
                  <c:v>0.057547938585391624</c:v>
                </c:pt>
                <c:pt idx="174">
                  <c:v>0.05755531370476471</c:v>
                </c:pt>
                <c:pt idx="175">
                  <c:v>0.05756267858075823</c:v>
                </c:pt>
                <c:pt idx="176">
                  <c:v>0.05757003320406784</c:v>
                </c:pt>
                <c:pt idx="177">
                  <c:v>0.05757737756533003</c:v>
                </c:pt>
                <c:pt idx="178">
                  <c:v>0.05758471165527387</c:v>
                </c:pt>
                <c:pt idx="179">
                  <c:v>0.0575920354646118</c:v>
                </c:pt>
                <c:pt idx="180">
                  <c:v>0.05759934898406135</c:v>
                </c:pt>
                <c:pt idx="181">
                  <c:v>0.05760665220437656</c:v>
                </c:pt>
                <c:pt idx="182">
                  <c:v>0.057613945116326046</c:v>
                </c:pt>
                <c:pt idx="183">
                  <c:v>0.057621227710692606</c:v>
                </c:pt>
                <c:pt idx="184">
                  <c:v>0.05762849997827281</c:v>
                </c:pt>
                <c:pt idx="185">
                  <c:v>0.05763576190987664</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0.05763576190987664</c:v>
                </c:pt>
                <c:pt idx="186">
                  <c:v>0.05764301349634765</c:v>
                </c:pt>
                <c:pt idx="187">
                  <c:v>0.057650254728531455</c:v>
                </c:pt>
                <c:pt idx="188">
                  <c:v>0.057657485597295964</c:v>
                </c:pt>
                <c:pt idx="189">
                  <c:v>0.057664706093520715</c:v>
                </c:pt>
                <c:pt idx="190">
                  <c:v>0.05767191620810659</c:v>
                </c:pt>
                <c:pt idx="191">
                  <c:v>0.05767911593198526</c:v>
                </c:pt>
                <c:pt idx="192">
                  <c:v>0.057686305256088574</c:v>
                </c:pt>
                <c:pt idx="193">
                  <c:v>0.05769348417135842</c:v>
                </c:pt>
                <c:pt idx="194">
                  <c:v>0.05770065266877597</c:v>
                </c:pt>
                <c:pt idx="195">
                  <c:v>0.05770781073932159</c:v>
                </c:pt>
                <c:pt idx="196">
                  <c:v>0.05771495837400398</c:v>
                </c:pt>
                <c:pt idx="197">
                  <c:v>0.05772209556384982</c:v>
                </c:pt>
                <c:pt idx="198">
                  <c:v>0.0577292222998937</c:v>
                </c:pt>
                <c:pt idx="199">
                  <c:v>0.05773633857319702</c:v>
                </c:pt>
                <c:pt idx="200">
                  <c:v>0.057743444374837874</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#N/A</c:v>
                </c:pt>
                <c:pt idx="1">
                  <c:v>2.487874800457001</c:v>
                </c:pt>
                <c:pt idx="2">
                  <c:v>2.627831332250595</c:v>
                </c:pt>
                <c:pt idx="3">
                  <c:v>2.7727630910466514</c:v>
                </c:pt>
                <c:pt idx="4">
                  <c:v>2.921214406862259</c:v>
                </c:pt>
                <c:pt idx="5">
                  <c:v>3.071330547290802</c:v>
                </c:pt>
                <c:pt idx="6">
                  <c:v>3.220890208564758</c:v>
                </c:pt>
                <c:pt idx="7">
                  <c:v>3.3673854091415407</c:v>
                </c:pt>
                <c:pt idx="8">
                  <c:v>3.5081496654274464</c:v>
                </c:pt>
                <c:pt idx="9">
                  <c:v>3.6405252229788037</c:v>
                </c:pt>
                <c:pt idx="10">
                  <c:v>3.7620496015914915</c:v>
                </c:pt>
                <c:pt idx="11">
                  <c:v>3.8706343809202366</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3.8706343809202366</c:v>
                </c:pt>
                <c:pt idx="12">
                  <c:v>3.964708191797892</c:v>
                </c:pt>
                <c:pt idx="13">
                  <c:v>4.043302359775543</c:v>
                </c:pt>
                <c:pt idx="14">
                  <c:v>4.106069714115279</c:v>
                </c:pt>
                <c:pt idx="15">
                  <c:v>4.153240695211792</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#N/A</c:v>
                </c:pt>
                <c:pt idx="1">
                  <c:v>0.099638875705719</c:v>
                </c:pt>
                <c:pt idx="2">
                  <c:v>0.09986243287563323</c:v>
                </c:pt>
                <c:pt idx="3">
                  <c:v>0.10008418314361572</c:v>
                </c:pt>
                <c:pt idx="4">
                  <c:v>0.10030408805513381</c:v>
                </c:pt>
                <c:pt idx="5">
                  <c:v>0.10052210932807923</c:v>
                </c:pt>
                <c:pt idx="6">
                  <c:v>0.10073820887438456</c:v>
                </c:pt>
                <c:pt idx="7">
                  <c:v>0.1009523488205501</c:v>
                </c:pt>
                <c:pt idx="8">
                  <c:v>0.10116449153089524</c:v>
                </c:pt>
                <c:pt idx="9">
                  <c:v>0.1013745996278127</c:v>
                </c:pt>
                <c:pt idx="10">
                  <c:v>0.10158263601512908</c:v>
                </c:pt>
                <c:pt idx="11">
                  <c:v>0.10178856389895352</c:v>
                </c:pt>
                <c:pt idx="12">
                  <c:v>0.10199234681034088</c:v>
                </c:pt>
                <c:pt idx="13">
                  <c:v>0.1021939486265916</c:v>
                </c:pt>
                <c:pt idx="14">
                  <c:v>0.10239333359418597</c:v>
                </c:pt>
                <c:pt idx="15">
                  <c:v>0.102590466349411</c:v>
                </c:pt>
                <c:pt idx="16">
                  <c:v>0.10278531194090844</c:v>
                </c:pt>
                <c:pt idx="17">
                  <c:v>0.10297783585133272</c:v>
                </c:pt>
                <c:pt idx="18">
                  <c:v>0.10316800401825375</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0.10316800401825375</c:v>
                </c:pt>
                <c:pt idx="19">
                  <c:v>0.10335578285618832</c:v>
                </c:pt>
                <c:pt idx="20">
                  <c:v>0.10354113927736282</c:v>
                </c:pt>
                <c:pt idx="21">
                  <c:v>0.10372404071253823</c:v>
                </c:pt>
                <c:pt idx="22">
                  <c:v>0.10390445513205095</c:v>
                </c:pt>
                <c:pt idx="23">
                  <c:v>0.10408235106559421</c:v>
                </c:pt>
                <c:pt idx="24">
                  <c:v>0.10425769762301446</c:v>
                </c:pt>
                <c:pt idx="25">
                  <c:v>0.10443046451339721</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#N/A</c:v>
                </c:pt>
                <c:pt idx="1">
                  <c:v>3.4648277757911683</c:v>
                </c:pt>
                <c:pt idx="2">
                  <c:v>3.855524950777054</c:v>
                </c:pt>
                <c:pt idx="3">
                  <c:v>4.020870227181753</c:v>
                </c:pt>
                <c:pt idx="4">
                  <c:v>3.969013583805084</c:v>
                </c:pt>
                <c:pt idx="5">
                  <c:v>3.7857213428314207</c:v>
                </c:pt>
                <c:pt idx="6">
                  <c:v>3.5509461281655628</c:v>
                </c:pt>
                <c:pt idx="7">
                  <c:v>3.310257746445247</c:v>
                </c:pt>
                <c:pt idx="8">
                  <c:v>3.083147247004747</c:v>
                </c:pt>
                <c:pt idx="9">
                  <c:v>2.8756293342766233</c:v>
                </c:pt>
                <c:pt idx="10">
                  <c:v>2.6880189326906203</c:v>
                </c:pt>
                <c:pt idx="11">
                  <c:v>2.518657593742544</c:v>
                </c:pt>
                <c:pt idx="12">
                  <c:v>2.365465387380441</c:v>
                </c:pt>
                <c:pt idx="13">
                  <c:v>2.2264956858172784</c:v>
                </c:pt>
                <c:pt idx="14">
                  <c:v>2.1000766805358615</c:v>
                </c:pt>
                <c:pt idx="15">
                  <c:v>1.98480246175855</c:v>
                </c:pt>
                <c:pt idx="16">
                  <c:v>1.8794833287355899</c:v>
                </c:pt>
                <c:pt idx="17">
                  <c:v>1.7830960478548161</c:v>
                </c:pt>
                <c:pt idx="18">
                  <c:v>1.6947455486496819</c:v>
                </c:pt>
                <c:pt idx="19">
                  <c:v>1.613638434256604</c:v>
                </c:pt>
                <c:pt idx="20">
                  <c:v>1.5390654135921478</c:v>
                </c:pt>
                <c:pt idx="21">
                  <c:v>1.4703895556749615</c:v>
                </c:pt>
                <c:pt idx="22">
                  <c:v>1.407038001305927</c:v>
                </c:pt>
                <c:pt idx="23">
                  <c:v>1.348495593924564</c:v>
                </c:pt>
                <c:pt idx="24">
                  <c:v>1.2942995369118055</c:v>
                </c:pt>
                <c:pt idx="25">
                  <c:v>1.244034612698517</c:v>
                </c:pt>
                <c:pt idx="26">
                  <c:v>1.1973287525587815</c:v>
                </c:pt>
                <c:pt idx="27">
                  <c:v>1.1538488809117917</c:v>
                </c:pt>
                <c:pt idx="28">
                  <c:v>1.1132970206071309</c:v>
                </c:pt>
                <c:pt idx="29">
                  <c:v>1.0754066682553785</c:v>
                </c:pt>
                <c:pt idx="30">
                  <c:v>1.0399394513244629</c:v>
                </c:pt>
                <c:pt idx="31">
                  <c:v>1.0066820730520678</c:v>
                </c:pt>
                <c:pt idx="32">
                  <c:v>0.9754435433270932</c:v>
                </c:pt>
                <c:pt idx="33">
                  <c:v>0.9460526864341389</c:v>
                </c:pt>
                <c:pt idx="34">
                  <c:v>0.9183559110245424</c:v>
                </c:pt>
                <c:pt idx="35">
                  <c:v>0.8922152240355355</c:v>
                </c:pt>
                <c:pt idx="36">
                  <c:v>0.8675064683212175</c:v>
                </c:pt>
                <c:pt idx="37">
                  <c:v>0.8441177631083824</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0.8441177631083824</c:v>
                </c:pt>
                <c:pt idx="38">
                  <c:v>0.8219481266929727</c:v>
                </c:pt>
                <c:pt idx="39">
                  <c:v>0.8009062617328839</c:v>
                </c:pt>
                <c:pt idx="40">
                  <c:v>0.7809094848150253</c:v>
                </c:pt>
                <c:pt idx="41">
                  <c:v>0.7618827835045326</c:v>
                </c:pt>
                <c:pt idx="42">
                  <c:v>0.7437579856801714</c:v>
                </c:pt>
                <c:pt idx="43">
                  <c:v>0.7264730275441547</c:v>
                </c:pt>
                <c:pt idx="44">
                  <c:v>0.7099713082018766</c:v>
                </c:pt>
                <c:pt idx="45">
                  <c:v>0.6942011201143052</c:v>
                </c:pt>
                <c:pt idx="46">
                  <c:v>0.6791151460063769</c:v>
                </c:pt>
                <c:pt idx="47">
                  <c:v>0.6646700139748594</c:v>
                </c:pt>
                <c:pt idx="48">
                  <c:v>0.6508259035702944</c:v>
                </c:pt>
                <c:pt idx="49">
                  <c:v>0.6375461965430124</c:v>
                </c:pt>
                <c:pt idx="50">
                  <c:v>0.6247971667487716</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#N/A</c:v>
                </c:pt>
                <c:pt idx="1">
                  <c:v>12.50764615809059</c:v>
                </c:pt>
                <c:pt idx="2">
                  <c:v>13.597079978538513</c:v>
                </c:pt>
                <c:pt idx="3">
                  <c:v>14.409227498277664</c:v>
                </c:pt>
                <c:pt idx="4">
                  <c:v>14.85226606185341</c:v>
                </c:pt>
                <c:pt idx="5">
                  <c:v>14.926063841347503</c:v>
                </c:pt>
                <c:pt idx="6">
                  <c:v>14.70446912127749</c:v>
                </c:pt>
                <c:pt idx="7">
                  <c:v>14.287401641767229</c:v>
                </c:pt>
                <c:pt idx="8">
                  <c:v>13.763218467911482</c:v>
                </c:pt>
                <c:pt idx="9">
                  <c:v>13.19469113047388</c:v>
                </c:pt>
                <c:pt idx="10">
                  <c:v>12.620505577835083</c:v>
                </c:pt>
                <c:pt idx="11">
                  <c:v>12.061934429931293</c:v>
                </c:pt>
                <c:pt idx="12">
                  <c:v>11.52926780690956</c:v>
                </c:pt>
                <c:pt idx="13">
                  <c:v>11.026455718071277</c:v>
                </c:pt>
                <c:pt idx="14">
                  <c:v>10.554051582259042</c:v>
                </c:pt>
                <c:pt idx="15">
                  <c:v>10.110943756345495</c:v>
                </c:pt>
                <c:pt idx="16">
                  <c:v>9.695318939260721</c:v>
                </c:pt>
                <c:pt idx="17">
                  <c:v>9.305168537284628</c:v>
                </c:pt>
                <c:pt idx="18">
                  <c:v>8.938534465913031</c:v>
                </c:pt>
                <c:pt idx="19">
                  <c:v>8.59361223027902</c:v>
                </c:pt>
                <c:pt idx="20">
                  <c:v>8.268779757386875</c:v>
                </c:pt>
                <c:pt idx="21">
                  <c:v>7.962590691578366</c:v>
                </c:pt>
                <c:pt idx="22">
                  <c:v>7.673753307113127</c:v>
                </c:pt>
                <c:pt idx="23">
                  <c:v>7.401106006433404</c:v>
                </c:pt>
                <c:pt idx="24">
                  <c:v>7.143594587204933</c:v>
                </c:pt>
                <c:pt idx="25">
                  <c:v>6.900253282739105</c:v>
                </c:pt>
                <c:pt idx="26">
                  <c:v>6.670189930251635</c:v>
                </c:pt>
                <c:pt idx="27">
                  <c:v>6.452574849305259</c:v>
                </c:pt>
                <c:pt idx="28">
                  <c:v>6.246632727240426</c:v>
                </c:pt>
                <c:pt idx="29">
                  <c:v>6.051636776236698</c:v>
                </c:pt>
                <c:pt idx="30">
                  <c:v>5.86690451213398</c:v>
                </c:pt>
                <c:pt idx="31">
                  <c:v>5.691794632479329</c:v>
                </c:pt>
                <c:pt idx="32">
                  <c:v>5.525704600868225</c:v>
                </c:pt>
                <c:pt idx="33">
                  <c:v>5.368068658276009</c:v>
                </c:pt>
                <c:pt idx="34">
                  <c:v>5.218356073463328</c:v>
                </c:pt>
                <c:pt idx="35">
                  <c:v>5.076069513631875</c:v>
                </c:pt>
                <c:pt idx="36">
                  <c:v>4.940743466156483</c:v>
                </c:pt>
                <c:pt idx="37">
                  <c:v>4.811942676178185</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4.811942676178185</c:v>
                </c:pt>
                <c:pt idx="38">
                  <c:v>4.689260586868688</c:v>
                </c:pt>
                <c:pt idx="39">
                  <c:v>4.572317782518436</c:v>
                </c:pt>
                <c:pt idx="40">
                  <c:v>4.460760441895389</c:v>
                </c:pt>
                <c:pt idx="41">
                  <c:v>4.354258812581784</c:v>
                </c:pt>
                <c:pt idx="42">
                  <c:v>4.252505717697825</c:v>
                </c:pt>
                <c:pt idx="43">
                  <c:v>4.155215105617523</c:v>
                </c:pt>
                <c:pt idx="44">
                  <c:v>4.062120651680383</c:v>
                </c:pt>
                <c:pt idx="45">
                  <c:v>3.9729744189721847</c:v>
                </c:pt>
                <c:pt idx="46">
                  <c:v>3.8875455832824706</c:v>
                </c:pt>
                <c:pt idx="47">
                  <c:v>3.8056192255127277</c:v>
                </c:pt>
                <c:pt idx="48">
                  <c:v>3.726995193195979</c:v>
                </c:pt>
                <c:pt idx="49">
                  <c:v>3.651487031431237</c:v>
                </c:pt>
                <c:pt idx="50">
                  <c:v>3.5789209824328614</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#N/A</c:v>
                </c:pt>
                <c:pt idx="1">
                  <c:v>7.865137661457061</c:v>
                </c:pt>
                <c:pt idx="2">
                  <c:v>7.853770423791885</c:v>
                </c:pt>
                <c:pt idx="3">
                  <c:v>7.581478206407547</c:v>
                </c:pt>
                <c:pt idx="4">
                  <c:v>7.1587573669333455</c:v>
                </c:pt>
                <c:pt idx="5">
                  <c:v>6.683402583523559</c:v>
                </c:pt>
                <c:pt idx="6">
                  <c:v>6.213329259892782</c:v>
                </c:pt>
                <c:pt idx="7">
                  <c:v>5.774402574614661</c:v>
                </c:pt>
                <c:pt idx="8">
                  <c:v>5.374617960556507</c:v>
                </c:pt>
                <c:pt idx="9">
                  <c:v>5.01385327326711</c:v>
                </c:pt>
                <c:pt idx="10">
                  <c:v>4.688946940221596</c:v>
                </c:pt>
                <c:pt idx="11">
                  <c:v>4.395977212504301</c:v>
                </c:pt>
                <c:pt idx="12">
                  <c:v>4.131159906932513</c:v>
                </c:pt>
                <c:pt idx="13">
                  <c:v>3.89113335958965</c:v>
                </c:pt>
                <c:pt idx="14">
                  <c:v>3.6729967577712195</c:v>
                </c:pt>
                <c:pt idx="15">
                  <c:v>3.4742633183298746</c:v>
                </c:pt>
                <c:pt idx="16">
                  <c:v>3.29279428900969</c:v>
                </c:pt>
                <c:pt idx="17">
                  <c:v>3.1267376366045334</c:v>
                </c:pt>
                <c:pt idx="18">
                  <c:v>2.974477822751151</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2.974477822751151</c:v>
                </c:pt>
                <c:pt idx="19">
                  <c:v>2.834596527910835</c:v>
                </c:pt>
                <c:pt idx="20">
                  <c:v>2.7058422445578576</c:v>
                </c:pt>
                <c:pt idx="21">
                  <c:v>2.587106497707821</c:v>
                </c:pt>
                <c:pt idx="22">
                  <c:v>2.477404855489124</c:v>
                </c:pt>
                <c:pt idx="23">
                  <c:v>2.375861384099297</c:v>
                </c:pt>
                <c:pt idx="24">
                  <c:v>2.281695617062648</c:v>
                </c:pt>
                <c:pt idx="25">
                  <c:v>2.194211414564514</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#N/A</c:v>
                </c:pt>
                <c:pt idx="1">
                  <c:v>0.5437916904525757</c:v>
                </c:pt>
                <c:pt idx="2">
                  <c:v>0.5609557746200562</c:v>
                </c:pt>
                <c:pt idx="3">
                  <c:v>0.5771126386159261</c:v>
                </c:pt>
                <c:pt idx="4">
                  <c:v>0.5919434810590744</c:v>
                </c:pt>
                <c:pt idx="5">
                  <c:v>0.6051540635223389</c:v>
                </c:pt>
                <c:pt idx="6">
                  <c:v>0.6164965268154144</c:v>
                </c:pt>
                <c:pt idx="7">
                  <c:v>0.6257878963612148</c:v>
                </c:pt>
                <c:pt idx="8">
                  <c:v>0.6329223064751625</c:v>
                </c:pt>
                <c:pt idx="9">
                  <c:v>0.6378751251428392</c:v>
                </c:pt>
                <c:pt idx="10">
                  <c:v>0.6406987789604187</c:v>
                </c:pt>
                <c:pt idx="11">
                  <c:v>0.6415116481945732</c:v>
                </c:pt>
                <c:pt idx="12">
                  <c:v>0.6404824641300837</c:v>
                </c:pt>
                <c:pt idx="13">
                  <c:v>0.6378129761552077</c:v>
                </c:pt>
                <c:pt idx="14">
                  <c:v>0.6337213302072797</c:v>
                </c:pt>
                <c:pt idx="15">
                  <c:v>0.6284278691628774</c:v>
                </c:pt>
                <c:pt idx="16">
                  <c:v>0.622144227394104</c:v>
                </c:pt>
                <c:pt idx="17">
                  <c:v>0.6150658712940216</c:v>
                </c:pt>
                <c:pt idx="18">
                  <c:v>0.6073677445187039</c:v>
                </c:pt>
                <c:pt idx="19">
                  <c:v>0.5992024202551591</c:v>
                </c:pt>
                <c:pt idx="20">
                  <c:v>0.5907000938362121</c:v>
                </c:pt>
                <c:pt idx="21">
                  <c:v>0.5819697998672667</c:v>
                </c:pt>
                <c:pt idx="22">
                  <c:v>0.5731013479935039</c:v>
                </c:pt>
                <c:pt idx="23">
                  <c:v>0.5641675972565361</c:v>
                </c:pt>
                <c:pt idx="24">
                  <c:v>0.5552268053467274</c:v>
                </c:pt>
                <c:pt idx="25">
                  <c:v>0.546324884503479</c:v>
                </c:pt>
                <c:pt idx="26">
                  <c:v>0.5374974677764452</c:v>
                </c:pt>
                <c:pt idx="27">
                  <c:v>0.5287717400052813</c:v>
                </c:pt>
                <c:pt idx="28">
                  <c:v>0.5201680212519509</c:v>
                </c:pt>
                <c:pt idx="29">
                  <c:v>0.5117011108664151</c:v>
                </c:pt>
                <c:pt idx="30">
                  <c:v>0.503381411695226</c:v>
                </c:pt>
                <c:pt idx="31">
                  <c:v>0.4952158591832192</c:v>
                </c:pt>
                <c:pt idx="32">
                  <c:v>0.4872086815093756</c:v>
                </c:pt>
                <c:pt idx="33">
                  <c:v>0.47936201602034134</c:v>
                </c:pt>
                <c:pt idx="34">
                  <c:v>0.4716764051282546</c:v>
                </c:pt>
                <c:pt idx="35">
                  <c:v>0.4641511922058105</c:v>
                </c:pt>
                <c:pt idx="36">
                  <c:v>0.45678483525037766</c:v>
                </c:pt>
                <c:pt idx="37">
                  <c:v>0.44957515344001153</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0.44957515344001153</c:v>
                </c:pt>
                <c:pt idx="38">
                  <c:v>0.4425195192862561</c:v>
                </c:pt>
                <c:pt idx="39">
                  <c:v>0.4356150069533617</c:v>
                </c:pt>
                <c:pt idx="40">
                  <c:v>0.42885850547094345</c:v>
                </c:pt>
                <c:pt idx="41">
                  <c:v>0.4222468039982493</c:v>
                </c:pt>
                <c:pt idx="42">
                  <c:v>0.41577665498256683</c:v>
                </c:pt>
                <c:pt idx="43">
                  <c:v>0.4094448199563137</c:v>
                </c:pt>
                <c:pt idx="44">
                  <c:v>0.4032481018082012</c:v>
                </c:pt>
                <c:pt idx="45">
                  <c:v>0.397183366617669</c:v>
                </c:pt>
                <c:pt idx="46">
                  <c:v>0.39124755752505425</c:v>
                </c:pt>
                <c:pt idx="47">
                  <c:v>0.3854377026111116</c:v>
                </c:pt>
                <c:pt idx="48">
                  <c:v>0.37975091834799446</c:v>
                </c:pt>
                <c:pt idx="49">
                  <c:v>0.3741844098540715</c:v>
                </c:pt>
                <c:pt idx="50">
                  <c:v>0.3687354689126587</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#N/A</c:v>
                </c:pt>
                <c:pt idx="1">
                  <c:v>-0.40164766057777407</c:v>
                </c:pt>
                <c:pt idx="2">
                  <c:v>-0.4197836289625168</c:v>
                </c:pt>
                <c:pt idx="3">
                  <c:v>-0.43707189234161375</c:v>
                </c:pt>
                <c:pt idx="4">
                  <c:v>-0.45302535883760453</c:v>
                </c:pt>
                <c:pt idx="5">
                  <c:v>-0.4671803828437805</c:v>
                </c:pt>
                <c:pt idx="6">
                  <c:v>-0.4791461361287435</c:v>
                </c:pt>
                <c:pt idx="7">
                  <c:v>-0.48864700474739076</c:v>
                </c:pt>
                <c:pt idx="8">
                  <c:v>-0.49554819697475433</c:v>
                </c:pt>
                <c:pt idx="9">
                  <c:v>-0.49985936164707606</c:v>
                </c:pt>
                <c:pt idx="10">
                  <c:v>-0.5017174223855972</c:v>
                </c:pt>
                <c:pt idx="11">
                  <c:v>-0.5013551238368641</c:v>
                </c:pt>
                <c:pt idx="12">
                  <c:v>-0.4990639859782855</c:v>
                </c:pt>
                <c:pt idx="13">
                  <c:v>-0.4951593802388998</c:v>
                </c:pt>
                <c:pt idx="14">
                  <c:v>-0.4899526046999523</c:v>
                </c:pt>
                <c:pt idx="15">
                  <c:v>-0.4837317499834696</c:v>
                </c:pt>
                <c:pt idx="16">
                  <c:v>-0.4767508529287577</c:v>
                </c:pt>
                <c:pt idx="17">
                  <c:v>-0.4692256274140302</c:v>
                </c:pt>
                <c:pt idx="18">
                  <c:v>-0.46133374465815224</c:v>
                </c:pt>
                <c:pt idx="19">
                  <c:v>-0.45321784914086993</c:v>
                </c:pt>
                <c:pt idx="20">
                  <c:v>-0.44498992591352465</c:v>
                </c:pt>
                <c:pt idx="21">
                  <c:v>-0.4367360815538679</c:v>
                </c:pt>
                <c:pt idx="22">
                  <c:v>-0.428521170954791</c:v>
                </c:pt>
                <c:pt idx="23">
                  <c:v>-0.42039297066555853</c:v>
                </c:pt>
                <c:pt idx="24">
                  <c:v>-0.41238577606161436</c:v>
                </c:pt>
                <c:pt idx="25">
                  <c:v>-0.40452340557647704</c:v>
                </c:pt>
                <c:pt idx="26">
                  <c:v>-0.3968216523764684</c:v>
                </c:pt>
                <c:pt idx="27">
                  <c:v>-0.3892902498560305</c:v>
                </c:pt>
                <c:pt idx="28">
                  <c:v>-0.3819344248753275</c:v>
                </c:pt>
                <c:pt idx="29">
                  <c:v>-0.37475611018457083</c:v>
                </c:pt>
                <c:pt idx="30">
                  <c:v>-0.36775488020915986</c:v>
                </c:pt>
                <c:pt idx="31">
                  <c:v>-0.36092866537069507</c:v>
                </c:pt>
                <c:pt idx="32">
                  <c:v>-0.3542742910576463</c:v>
                </c:pt>
                <c:pt idx="33">
                  <c:v>-0.3477878790457176</c:v>
                </c:pt>
                <c:pt idx="34">
                  <c:v>-0.3414651419352363</c:v>
                </c:pt>
                <c:pt idx="35">
                  <c:v>-0.3353015950748989</c:v>
                </c:pt>
                <c:pt idx="36">
                  <c:v>-0.329292705406189</c:v>
                </c:pt>
                <c:pt idx="37">
                  <c:v>-0.32343399256659844</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-0.32343399256659844</c:v>
                </c:pt>
                <c:pt idx="38">
                  <c:v>-0.31772109428204987</c:v>
                </c:pt>
                <c:pt idx="39">
                  <c:v>-0.31214980543126813</c:v>
                </c:pt>
                <c:pt idx="40">
                  <c:v>-0.30671609805340766</c:v>
                </c:pt>
                <c:pt idx="41">
                  <c:v>-0.30141612789158706</c:v>
                </c:pt>
                <c:pt idx="42">
                  <c:v>-0.29624623173759096</c:v>
                </c:pt>
                <c:pt idx="43">
                  <c:v>-0.29120291879401095</c:v>
                </c:pt>
                <c:pt idx="44">
                  <c:v>-0.2862828584492857</c:v>
                </c:pt>
                <c:pt idx="45">
                  <c:v>-0.2814828662153032</c:v>
                </c:pt>
                <c:pt idx="46">
                  <c:v>-0.27679988908013053</c:v>
                </c:pt>
                <c:pt idx="47">
                  <c:v>-0.272230991141299</c:v>
                </c:pt>
                <c:pt idx="48">
                  <c:v>-0.26777334009261927</c:v>
                </c:pt>
                <c:pt idx="49">
                  <c:v>-0.2634241949163554</c:v>
                </c:pt>
                <c:pt idx="50">
                  <c:v>-0.25918089496715546</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#N/A</c:v>
                </c:pt>
                <c:pt idx="1">
                  <c:v>1.2413478320446014</c:v>
                </c:pt>
                <c:pt idx="2">
                  <c:v>1.3476940498867034</c:v>
                </c:pt>
                <c:pt idx="3">
                  <c:v>1.4042881633516948</c:v>
                </c:pt>
                <c:pt idx="4">
                  <c:v>1.4089074849762917</c:v>
                </c:pt>
                <c:pt idx="5">
                  <c:v>1.3752680225494385</c:v>
                </c:pt>
                <c:pt idx="6">
                  <c:v>1.3204614249560038</c:v>
                </c:pt>
                <c:pt idx="7">
                  <c:v>1.2571226489857266</c:v>
                </c:pt>
                <c:pt idx="8">
                  <c:v>1.1924604242122174</c:v>
                </c:pt>
                <c:pt idx="9">
                  <c:v>1.129926938820309</c:v>
                </c:pt>
                <c:pt idx="10">
                  <c:v>1.0708935416267396</c:v>
                </c:pt>
                <c:pt idx="11">
                  <c:v>1.015720731706099</c:v>
                </c:pt>
                <c:pt idx="12">
                  <c:v>0.9643328808107376</c:v>
                </c:pt>
                <c:pt idx="13">
                  <c:v>0.9164972709020468</c:v>
                </c:pt>
                <c:pt idx="14">
                  <c:v>0.8719473288413456</c:v>
                </c:pt>
                <c:pt idx="15">
                  <c:v>0.8304297700441996</c:v>
                </c:pt>
                <c:pt idx="16">
                  <c:v>0.791717374296546</c:v>
                </c:pt>
                <c:pt idx="17">
                  <c:v>0.7556080719550637</c:v>
                </c:pt>
                <c:pt idx="18">
                  <c:v>0.721919961994701</c:v>
                </c:pt>
                <c:pt idx="19">
                  <c:v>0.690486283409219</c:v>
                </c:pt>
                <c:pt idx="20">
                  <c:v>0.6611516629648209</c:v>
                </c:pt>
                <c:pt idx="21">
                  <c:v>0.6337697730144319</c:v>
                </c:pt>
                <c:pt idx="22">
                  <c:v>0.6082020985794935</c:v>
                </c:pt>
                <c:pt idx="23">
                  <c:v>0.5843174288142661</c:v>
                </c:pt>
                <c:pt idx="24">
                  <c:v>0.5619917443535328</c:v>
                </c:pt>
                <c:pt idx="25">
                  <c:v>0.5411082667317962</c:v>
                </c:pt>
                <c:pt idx="26">
                  <c:v>0.5215575248255363</c:v>
                </c:pt>
                <c:pt idx="27">
                  <c:v>0.503237361318235</c:v>
                </c:pt>
                <c:pt idx="28">
                  <c:v>0.4860528482498441</c:v>
                </c:pt>
                <c:pt idx="29">
                  <c:v>0.46991610869631273</c:v>
                </c:pt>
                <c:pt idx="30">
                  <c:v>0.45474605655670164</c:v>
                </c:pt>
                <c:pt idx="31">
                  <c:v>0.4404680727908842</c:v>
                </c:pt>
                <c:pt idx="32">
                  <c:v>0.42701363766908645</c:v>
                </c:pt>
                <c:pt idx="33">
                  <c:v>0.41431993702356745</c:v>
                </c:pt>
                <c:pt idx="34">
                  <c:v>0.4023294576709411</c:v>
                </c:pt>
                <c:pt idx="35">
                  <c:v>0.39098958399669104</c:v>
                </c:pt>
                <c:pt idx="36">
                  <c:v>0.3802522046686808</c:v>
                </c:pt>
                <c:pt idx="37">
                  <c:v>0.3700733358032639</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0.3700733358032639</c:v>
                </c:pt>
                <c:pt idx="38">
                  <c:v>0.3604127647297006</c:v>
                </c:pt>
                <c:pt idx="39">
                  <c:v>0.3512337167797578</c:v>
                </c:pt>
                <c:pt idx="40">
                  <c:v>0.34250254621920584</c:v>
                </c:pt>
                <c:pt idx="41">
                  <c:v>0.33418845147812076</c:v>
                </c:pt>
                <c:pt idx="42">
                  <c:v>0.32626321415519716</c:v>
                </c:pt>
                <c:pt idx="43">
                  <c:v>0.318700960812857</c:v>
                </c:pt>
                <c:pt idx="44">
                  <c:v>0.311477946288629</c:v>
                </c:pt>
                <c:pt idx="45">
                  <c:v>0.3045723570850796</c:v>
                </c:pt>
                <c:pt idx="46">
                  <c:v>0.2979641333265719</c:v>
                </c:pt>
                <c:pt idx="47">
                  <c:v>0.2916348077650679</c:v>
                </c:pt>
                <c:pt idx="48">
                  <c:v>0.2855673603528341</c:v>
                </c:pt>
                <c:pt idx="49">
                  <c:v>0.2797460869684025</c:v>
                </c:pt>
                <c:pt idx="50">
                  <c:v>0.2741564809638214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2026-2030</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F76A9EDC-627D-0ADC-19C8-49B5F8D525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F49D6338-EA08-40BC-2F87-CC2B74FC24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B955E-0F27-F14D-99B1-4A1AF0977132}" type="datetimeFigureOut">
              <a:rPr lang="ru-RU" smtClean="0"/>
              <a:t>29.08.2024</a:t>
            </a:fld>
            <a:endParaRPr lang="ru-RU"/>
          </a:p>
        </p:txBody>
      </p:sp>
      <p:sp>
        <p:nvSpPr>
          <p:cNvPr id="4" name="Нижний колонтитул 3">
            <a:extLst>
              <a:ext uri="{FF2B5EF4-FFF2-40B4-BE49-F238E27FC236}">
                <a16:creationId xmlns:a16="http://schemas.microsoft.com/office/drawing/2014/main" id="{2DE62C8A-1197-4C2F-5C06-D17EAD865C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9A356B4D-2804-BB3A-C702-3B19C0B30D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1EB63F-08BB-A743-8651-16C5AB004D6E}" type="slidenum">
              <a:rPr lang="ru-RU" smtClean="0"/>
              <a:t>‹#›</a:t>
            </a:fld>
            <a:endParaRPr lang="ru-RU"/>
          </a:p>
        </p:txBody>
      </p:sp>
    </p:spTree>
    <p:extLst>
      <p:ext uri="{BB962C8B-B14F-4D97-AF65-F5344CB8AC3E}">
        <p14:creationId xmlns:p14="http://schemas.microsoft.com/office/powerpoint/2010/main" val="38052248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0993F-CE62-474D-87A4-50F9655D1AE0}" type="datetimeFigureOut">
              <a:rPr lang="ru-RU" smtClean="0"/>
              <a:t>29.08.2024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8CF779-AF06-C74B-AA41-F7945B288291}" type="slidenum">
              <a:rPr lang="ru-RU" smtClean="0"/>
              <a:t>‹#›</a:t>
            </a:fld>
            <a:endParaRPr lang="ru-RU"/>
          </a:p>
        </p:txBody>
      </p:sp>
    </p:spTree>
    <p:extLst>
      <p:ext uri="{BB962C8B-B14F-4D97-AF65-F5344CB8AC3E}">
        <p14:creationId xmlns:p14="http://schemas.microsoft.com/office/powerpoint/2010/main" val="841234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Текст 7">
            <a:extLst>
              <a:ext uri="{FF2B5EF4-FFF2-40B4-BE49-F238E27FC236}">
                <a16:creationId xmlns:a16="http://schemas.microsoft.com/office/drawing/2014/main" id="{D861CEF5-070B-859F-2162-ABE0AE4EB4F2}"/>
              </a:ext>
            </a:extLst>
          </p:cNvPr>
          <p:cNvSpPr>
            <a:spLocks noGrp="1"/>
          </p:cNvSpPr>
          <p:nvPr>
            <p:ph type="body" sz="quarter" idx="14" hasCustomPrompt="1"/>
          </p:nvPr>
        </p:nvSpPr>
        <p:spPr>
          <a:xfrm>
            <a:off x="628746" y="2968488"/>
            <a:ext cx="10980737" cy="1093304"/>
          </a:xfrm>
        </p:spPr>
        <p:txBody>
          <a:bodyPr/>
          <a:lstStyle>
            <a:lvl1pPr>
              <a:defRPr>
                <a:solidFill>
                  <a:schemeClr val="tx1"/>
                </a:solidFill>
              </a:defRPr>
            </a:lvl1pPr>
          </a:lstStyle>
          <a:p>
            <a:pPr lvl="0"/>
            <a:r>
              <a:rPr lang="ru-RU" dirty="0"/>
              <a:t>Подзаголовок</a:t>
            </a:r>
          </a:p>
        </p:txBody>
      </p:sp>
      <p:sp>
        <p:nvSpPr>
          <p:cNvPr id="10" name="Текст 9">
            <a:extLst>
              <a:ext uri="{FF2B5EF4-FFF2-40B4-BE49-F238E27FC236}">
                <a16:creationId xmlns:a16="http://schemas.microsoft.com/office/drawing/2014/main" id="{5BBD61AC-F57D-AC87-3626-48E094453F74}"/>
              </a:ext>
            </a:extLst>
          </p:cNvPr>
          <p:cNvSpPr>
            <a:spLocks noGrp="1"/>
          </p:cNvSpPr>
          <p:nvPr>
            <p:ph type="body" sz="quarter" idx="15" hasCustomPrompt="1"/>
          </p:nvPr>
        </p:nvSpPr>
        <p:spPr>
          <a:xfrm>
            <a:off x="630238" y="5363017"/>
            <a:ext cx="5465763" cy="582613"/>
          </a:xfrm>
        </p:spPr>
        <p:txBody>
          <a:bodyPr bIns="0" anchor="b"/>
          <a:lstStyle>
            <a:lvl1pPr>
              <a:defRPr sz="2000">
                <a:solidFill>
                  <a:schemeClr val="tx1"/>
                </a:solidFill>
              </a:defRPr>
            </a:lvl1pPr>
          </a:lstStyle>
          <a:p>
            <a:pPr lvl="0"/>
            <a:r>
              <a:rPr lang="ru-RU" dirty="0"/>
              <a:t>Автор или дата</a:t>
            </a:r>
          </a:p>
        </p:txBody>
      </p:sp>
      <p:sp>
        <p:nvSpPr>
          <p:cNvPr id="5" name="Заголовок 4">
            <a:extLst>
              <a:ext uri="{FF2B5EF4-FFF2-40B4-BE49-F238E27FC236}">
                <a16:creationId xmlns:a16="http://schemas.microsoft.com/office/drawing/2014/main" id="{7F495D77-3429-69B0-1DA7-E5DF5E16E678}"/>
              </a:ext>
            </a:extLst>
          </p:cNvPr>
          <p:cNvSpPr>
            <a:spLocks noGrp="1"/>
          </p:cNvSpPr>
          <p:nvPr>
            <p:ph type="title" hasCustomPrompt="1"/>
          </p:nvPr>
        </p:nvSpPr>
        <p:spPr>
          <a:xfrm>
            <a:off x="628746" y="447450"/>
            <a:ext cx="10965239" cy="2238933"/>
          </a:xfrm>
        </p:spPr>
        <p:txBody>
          <a:bodyPr/>
          <a:lstStyle>
            <a:lvl1pPr>
              <a:defRPr sz="5400"/>
            </a:lvl1pPr>
          </a:lstStyle>
          <a:p>
            <a:r>
              <a:rPr lang="ru-RU" dirty="0"/>
              <a:t>Заголовок презентации в несколько строчек</a:t>
            </a:r>
          </a:p>
        </p:txBody>
      </p:sp>
    </p:spTree>
    <p:extLst>
      <p:ext uri="{BB962C8B-B14F-4D97-AF65-F5344CB8AC3E}">
        <p14:creationId xmlns:p14="http://schemas.microsoft.com/office/powerpoint/2010/main" val="3445236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737E9185-194A-6EEE-2608-CAE4F4EAF312}"/>
              </a:ext>
            </a:extLst>
          </p:cNvPr>
          <p:cNvSpPr>
            <a:spLocks noGrp="1"/>
          </p:cNvSpPr>
          <p:nvPr>
            <p:ph type="ftr" sz="quarter" idx="10"/>
          </p:nvPr>
        </p:nvSpPr>
        <p:spPr/>
        <p:txBody>
          <a:bodyPr/>
          <a:lstStyle/>
          <a:p>
            <a:r>
              <a:rPr lang="ru-RU"/>
              <a:t>Колонтитулы</a:t>
            </a:r>
            <a:endParaRPr lang="ru-RU" dirty="0"/>
          </a:p>
        </p:txBody>
      </p:sp>
      <p:sp>
        <p:nvSpPr>
          <p:cNvPr id="4" name="Номер слайда 3">
            <a:extLst>
              <a:ext uri="{FF2B5EF4-FFF2-40B4-BE49-F238E27FC236}">
                <a16:creationId xmlns:a16="http://schemas.microsoft.com/office/drawing/2014/main" id="{5B180FCF-82AE-009A-8134-D04824D64F48}"/>
              </a:ext>
            </a:extLst>
          </p:cNvPr>
          <p:cNvSpPr>
            <a:spLocks noGrp="1"/>
          </p:cNvSpPr>
          <p:nvPr>
            <p:ph type="sldNum" sz="quarter" idx="11"/>
          </p:nvPr>
        </p:nvSpPr>
        <p:spPr/>
        <p:txBody>
          <a:bodyPr/>
          <a:lstStyle/>
          <a:p>
            <a:fld id="{1899DD1A-AB47-7A46-8108-F13B73B7CDE0}" type="slidenum">
              <a:rPr lang="ru-RU" smtClean="0"/>
              <a:t>‹#›</a:t>
            </a:fld>
            <a:endParaRPr lang="ru-RU" dirty="0"/>
          </a:p>
        </p:txBody>
      </p:sp>
      <p:sp>
        <p:nvSpPr>
          <p:cNvPr id="5" name="Заголовок 4">
            <a:extLst>
              <a:ext uri="{FF2B5EF4-FFF2-40B4-BE49-F238E27FC236}">
                <a16:creationId xmlns:a16="http://schemas.microsoft.com/office/drawing/2014/main" id="{6DE8EC53-280F-4A8F-4939-F50A9DA1DC3A}"/>
              </a:ext>
            </a:extLst>
          </p:cNvPr>
          <p:cNvSpPr>
            <a:spLocks noGrp="1"/>
          </p:cNvSpPr>
          <p:nvPr>
            <p:ph type="title" hasCustomPrompt="1"/>
          </p:nvPr>
        </p:nvSpPr>
        <p:spPr/>
        <p:txBody>
          <a:bodyPr/>
          <a:lstStyle/>
          <a:p>
            <a:r>
              <a:rPr lang="ru-RU" dirty="0"/>
              <a:t>Заголовок</a:t>
            </a:r>
          </a:p>
        </p:txBody>
      </p:sp>
    </p:spTree>
    <p:extLst>
      <p:ext uri="{BB962C8B-B14F-4D97-AF65-F5344CB8AC3E}">
        <p14:creationId xmlns:p14="http://schemas.microsoft.com/office/powerpoint/2010/main" val="16794336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78D919-89FA-E6EC-EB0E-16FCFFDB4115}"/>
              </a:ext>
            </a:extLst>
          </p:cNvPr>
          <p:cNvSpPr>
            <a:spLocks noGrp="1"/>
          </p:cNvSpPr>
          <p:nvPr>
            <p:ph type="title"/>
          </p:nvPr>
        </p:nvSpPr>
        <p:spPr>
          <a:xfrm>
            <a:off x="628746" y="447451"/>
            <a:ext cx="10965239" cy="782862"/>
          </a:xfrm>
          <a:prstGeom prst="rect">
            <a:avLst/>
          </a:prstGeom>
        </p:spPr>
        <p:txBody>
          <a:bodyPr vert="horz" lIns="0" tIns="0" rIns="0" bIns="0" rtlCol="0" anchor="t">
            <a:noAutofit/>
          </a:bodyPr>
          <a:lstStyle/>
          <a:p>
            <a:r>
              <a:rPr lang="en-US" dirty="0"/>
              <a:t>Header</a:t>
            </a:r>
            <a:endParaRPr lang="ru-RU" dirty="0"/>
          </a:p>
        </p:txBody>
      </p:sp>
      <p:sp>
        <p:nvSpPr>
          <p:cNvPr id="3" name="Текст 2">
            <a:extLst>
              <a:ext uri="{FF2B5EF4-FFF2-40B4-BE49-F238E27FC236}">
                <a16:creationId xmlns:a16="http://schemas.microsoft.com/office/drawing/2014/main" id="{2007D975-8BE4-1415-02AF-554D6473DD53}"/>
              </a:ext>
            </a:extLst>
          </p:cNvPr>
          <p:cNvSpPr>
            <a:spLocks noGrp="1"/>
          </p:cNvSpPr>
          <p:nvPr>
            <p:ph type="body" idx="1"/>
          </p:nvPr>
        </p:nvSpPr>
        <p:spPr>
          <a:xfrm>
            <a:off x="628685" y="1491753"/>
            <a:ext cx="10965239" cy="4438604"/>
          </a:xfrm>
          <a:prstGeom prst="rect">
            <a:avLst/>
          </a:prstGeom>
        </p:spPr>
        <p:txBody>
          <a:bodyPr vert="horz" lIns="0" tIns="45720" rIns="91440" bIns="45720" rtlCol="0">
            <a:noAutofit/>
          </a:bodyPr>
          <a:lstStyle/>
          <a:p>
            <a:pPr lvl="0"/>
            <a:r>
              <a:rPr lang="en-US" dirty="0"/>
              <a:t>Text layout</a:t>
            </a:r>
            <a:endParaRPr lang="ru-RU" dirty="0"/>
          </a:p>
          <a:p>
            <a:pPr lvl="1"/>
            <a:r>
              <a:rPr lang="en-US" dirty="0"/>
              <a:t>Second level</a:t>
            </a:r>
            <a:endParaRPr lang="ru-RU" dirty="0"/>
          </a:p>
          <a:p>
            <a:pPr lvl="2"/>
            <a:r>
              <a:rPr lang="en-US" dirty="0"/>
              <a:t>Third level</a:t>
            </a:r>
            <a:endParaRPr lang="ru-RU" dirty="0"/>
          </a:p>
          <a:p>
            <a:pPr lvl="3"/>
            <a:r>
              <a:rPr lang="en-US" dirty="0"/>
              <a:t>Fourth level</a:t>
            </a:r>
            <a:endParaRPr lang="ru-RU" dirty="0"/>
          </a:p>
          <a:p>
            <a:pPr lvl="4"/>
            <a:r>
              <a:rPr lang="en-US" dirty="0"/>
              <a:t>Fifth level</a:t>
            </a:r>
            <a:endParaRPr lang="ru-RU" dirty="0"/>
          </a:p>
        </p:txBody>
      </p:sp>
      <p:sp>
        <p:nvSpPr>
          <p:cNvPr id="5" name="Нижний колонтитул 4">
            <a:extLst>
              <a:ext uri="{FF2B5EF4-FFF2-40B4-BE49-F238E27FC236}">
                <a16:creationId xmlns:a16="http://schemas.microsoft.com/office/drawing/2014/main" id="{3891C067-9E09-5C64-324C-1E0AD4DD6B72}"/>
              </a:ext>
            </a:extLst>
          </p:cNvPr>
          <p:cNvSpPr>
            <a:spLocks noGrp="1"/>
          </p:cNvSpPr>
          <p:nvPr>
            <p:ph type="ftr" sz="quarter" idx="3"/>
          </p:nvPr>
        </p:nvSpPr>
        <p:spPr>
          <a:xfrm>
            <a:off x="3441582" y="6285863"/>
            <a:ext cx="7388018" cy="269317"/>
          </a:xfrm>
          <a:prstGeom prst="rect">
            <a:avLst/>
          </a:prstGeom>
        </p:spPr>
        <p:txBody>
          <a:bodyPr vert="horz" lIns="46800" tIns="45720" rIns="0" bIns="45720" rtlCol="0" anchor="ctr"/>
          <a:lstStyle>
            <a:lvl1pPr algn="l">
              <a:defRPr sz="800">
                <a:solidFill>
                  <a:schemeClr val="tx1"/>
                </a:solidFill>
              </a:defRPr>
            </a:lvl1pPr>
          </a:lstStyle>
          <a:p>
            <a:r>
              <a:rPr lang="ru-RU"/>
              <a:t>Источник или колонтитулы</a:t>
            </a:r>
            <a:endParaRPr lang="ru-RU" dirty="0"/>
          </a:p>
        </p:txBody>
      </p:sp>
      <p:sp>
        <p:nvSpPr>
          <p:cNvPr id="6" name="Номер слайда 5">
            <a:extLst>
              <a:ext uri="{FF2B5EF4-FFF2-40B4-BE49-F238E27FC236}">
                <a16:creationId xmlns:a16="http://schemas.microsoft.com/office/drawing/2014/main" id="{CA7C00EF-3CF4-B73A-F6E5-16B685DE26CA}"/>
              </a:ext>
            </a:extLst>
          </p:cNvPr>
          <p:cNvSpPr>
            <a:spLocks noGrp="1"/>
          </p:cNvSpPr>
          <p:nvPr>
            <p:ph type="sldNum" sz="quarter" idx="4"/>
          </p:nvPr>
        </p:nvSpPr>
        <p:spPr>
          <a:xfrm>
            <a:off x="10940779" y="6346868"/>
            <a:ext cx="663846" cy="142875"/>
          </a:xfrm>
          <a:prstGeom prst="rect">
            <a:avLst/>
          </a:prstGeom>
        </p:spPr>
        <p:txBody>
          <a:bodyPr vert="horz" wrap="none" lIns="0" tIns="45720" rIns="0" bIns="45720" rtlCol="0" anchor="ctr"/>
          <a:lstStyle>
            <a:lvl1pPr algn="r">
              <a:defRPr sz="1200">
                <a:solidFill>
                  <a:schemeClr val="bg2">
                    <a:lumMod val="50000"/>
                  </a:schemeClr>
                </a:solidFill>
              </a:defRPr>
            </a:lvl1pPr>
          </a:lstStyle>
          <a:p>
            <a:fld id="{1899DD1A-AB47-7A46-8108-F13B73B7CDE0}" type="slidenum">
              <a:rPr lang="ru-RU" smtClean="0"/>
              <a:pPr/>
              <a:t>‹#›</a:t>
            </a:fld>
            <a:endParaRPr lang="ru-RU" dirty="0"/>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0789" y="6347447"/>
            <a:ext cx="253602" cy="253265"/>
          </a:xfrm>
          <a:prstGeom prst="rect">
            <a:avLst/>
          </a:prstGeom>
        </p:spPr>
      </p:pic>
      <p:sp>
        <p:nvSpPr>
          <p:cNvPr id="8" name="TextBox 7"/>
          <p:cNvSpPr txBox="1"/>
          <p:nvPr userDrawn="1"/>
        </p:nvSpPr>
        <p:spPr>
          <a:xfrm>
            <a:off x="999093" y="6352617"/>
            <a:ext cx="1826483" cy="153888"/>
          </a:xfrm>
          <a:prstGeom prst="rect">
            <a:avLst/>
          </a:prstGeom>
          <a:noFill/>
        </p:spPr>
        <p:txBody>
          <a:bodyPr wrap="square" lIns="0" tIns="0" rIns="0" bIns="0" rtlCol="0">
            <a:spAutoFit/>
          </a:bodyPr>
          <a:lstStyle/>
          <a:p>
            <a:pPr algn="l">
              <a:spcBef>
                <a:spcPts val="1000"/>
              </a:spcBef>
            </a:pPr>
            <a:r>
              <a:rPr lang="en-US" sz="1000" dirty="0" smtClean="0">
                <a:effectLst/>
                <a:latin typeface="Ony Okkam" panose="00000500000000000000" pitchFamily="2" charset="-52"/>
              </a:rPr>
              <a:t>Powered by FERMATRICA</a:t>
            </a:r>
            <a:r>
              <a:rPr lang="en-US" sz="1000" baseline="30000" dirty="0" smtClean="0">
                <a:effectLst/>
                <a:latin typeface="Ony Okkam" panose="00000500000000000000" pitchFamily="2" charset="-52"/>
              </a:rPr>
              <a:t>TM</a:t>
            </a:r>
            <a:endParaRPr lang="ru-RU" sz="1000" baseline="30000" dirty="0" err="1" smtClean="0">
              <a:effectLst/>
              <a:latin typeface="Ony Okkam" panose="00000500000000000000" pitchFamily="2" charset="-52"/>
            </a:endParaRPr>
          </a:p>
        </p:txBody>
      </p:sp>
    </p:spTree>
    <p:extLst>
      <p:ext uri="{BB962C8B-B14F-4D97-AF65-F5344CB8AC3E}">
        <p14:creationId xmlns:p14="http://schemas.microsoft.com/office/powerpoint/2010/main" val="2517285767"/>
      </p:ext>
    </p:extLst>
  </p:cSld>
  <p:clrMap bg1="lt1" tx1="dk1" bg2="lt2" tx2="dk2" accent1="accent1" accent2="accent2" accent3="accent3" accent4="accent4" accent5="accent5" accent6="accent6" hlink="hlink" folHlink="folHlink"/>
  <p:sldLayoutIdLst>
    <p:sldLayoutId id="2147483932" r:id="rId1"/>
    <p:sldLayoutId id="2147483950" r:id="rId2"/>
  </p:sldLayoutIdLst>
  <p:hf hd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393">
          <p15:clr>
            <a:srgbClr val="F26B43"/>
          </p15:clr>
        </p15:guide>
        <p15:guide id="3" pos="7310">
          <p15:clr>
            <a:srgbClr val="F26B43"/>
          </p15:clr>
        </p15:guide>
        <p15:guide id="4" orient="horz" pos="4088" userDrawn="1">
          <p15:clr>
            <a:srgbClr val="F26B43"/>
          </p15:clr>
        </p15:guide>
        <p15:guide id="5" orient="horz" pos="3748" userDrawn="1">
          <p15:clr>
            <a:srgbClr val="F26B43"/>
          </p15:clr>
        </p15:guide>
        <p15:guide id="6" orient="horz" pos="3997" userDrawn="1">
          <p15:clr>
            <a:srgbClr val="F26B43"/>
          </p15:clr>
        </p15:guide>
        <p15:guide id="7" orient="horz" pos="278">
          <p15:clr>
            <a:srgbClr val="F26B43"/>
          </p15:clr>
        </p15:guide>
        <p15:guide id="9" pos="3840">
          <p15:clr>
            <a:srgbClr val="F26B43"/>
          </p15:clr>
        </p15:guide>
        <p15:guide id="10" orient="horz" pos="777" userDrawn="1">
          <p15:clr>
            <a:srgbClr val="F26B43"/>
          </p15:clr>
        </p15:guide>
        <p15:guide id="11" orient="horz" pos="93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9.xml"/><Relationship Id="rId3" Type="http://schemas.openxmlformats.org/officeDocument/2006/relationships/chart" Target="../charts/char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3.xml"/><Relationship Id="rId3" Type="http://schemas.openxmlformats.org/officeDocument/2006/relationships/chart" Target="../charts/char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7.xml"/><Relationship Id="rId3" Type="http://schemas.openxmlformats.org/officeDocument/2006/relationships/chart" Target="../charts/char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1.xml"/><Relationship Id="rId3" Type="http://schemas.openxmlformats.org/officeDocument/2006/relationships/chart" Target="../charts/chart22.xml"/><Relationship Id="rId4" Type="http://schemas.openxmlformats.org/officeDocument/2006/relationships/chart" Target="../charts/char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4.xml"/><Relationship Id="rId3" Type="http://schemas.openxmlformats.org/officeDocument/2006/relationships/chart" Target="../charts/chart25.xml"/><Relationship Id="rId4" Type="http://schemas.openxmlformats.org/officeDocument/2006/relationships/chart" Target="../charts/char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ru-RU"/>
          </a:p>
        </p:txBody>
      </p:sp>
      <p:sp>
        <p:nvSpPr>
          <p:cNvPr id="3" name="Text Placeholder 2"/>
          <p:cNvSpPr>
            <a:spLocks noGrp="1"/>
          </p:cNvSpPr>
          <p:nvPr>
            <p:ph type="body" sz="quarter" idx="15"/>
          </p:nvPr>
        </p:nvSpPr>
        <p:spPr/>
        <p:txBody>
          <a:bodyPr/>
          <a:lstStyle/>
          <a:p>
            <a:endParaRPr lang="ru-RU"/>
          </a:p>
        </p:txBody>
      </p:sp>
      <p:sp>
        <p:nvSpPr>
          <p:cNvPr id="4" name="Title 3"/>
          <p:cNvSpPr>
            <a:spLocks noGrp="1"/>
          </p:cNvSpPr>
          <p:nvPr>
            <p:ph type="title"/>
          </p:nvPr>
        </p:nvSpPr>
        <p:spPr/>
        <p:txBody>
          <a:bodyPr/>
          <a:lstStyle/>
          <a:p>
            <a:endParaRPr lang="ru-RU"/>
          </a:p>
        </p:txBody>
      </p:sp>
    </p:spTree>
    <p:extLst>
      <p:ext uri="{BB962C8B-B14F-4D97-AF65-F5344CB8AC3E}">
        <p14:creationId xmlns:p14="http://schemas.microsoft.com/office/powerpoint/2010/main" val="146050881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2024 expected sales: 65.31 Mln. Packs, 14.76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57 972 448</a:t>
                      </a:r>
                    </a:p>
                  </a:txBody>
                  <a:tcPr marB="0" marT="0"/>
                </a:tc>
                <a:tc>
                  <a:txBody>
                    <a:bodyPr/>
                    <a:lstStyle/>
                    <a:p>
                      <a:pPr algn="ctr">
                        <a:defRPr sz="1000">
                          <a:latin typeface="Calibri"/>
                        </a:defRPr>
                      </a:pPr>
                      <a:r>
                        <a:t>57 775 883</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62 740 138</a:t>
                      </a:r>
                    </a:p>
                  </a:txBody>
                  <a:tcPr marB="0" marT="0"/>
                </a:tc>
                <a:tc>
                  <a:txBody>
                    <a:bodyPr/>
                    <a:lstStyle/>
                    <a:p>
                      <a:pPr algn="ctr">
                        <a:defRPr sz="1000">
                          <a:latin typeface="Calibri"/>
                        </a:defRPr>
                      </a:pPr>
                      <a:r>
                        <a:t>62 807 217</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66 305 870</a:t>
                      </a:r>
                    </a:p>
                  </a:txBody>
                  <a:tcPr marB="0" marT="0"/>
                </a:tc>
                <a:tc>
                  <a:txBody>
                    <a:bodyPr/>
                    <a:lstStyle/>
                    <a:p>
                      <a:pPr algn="ctr">
                        <a:defRPr sz="1000">
                          <a:latin typeface="Calibri"/>
                        </a:defRPr>
                      </a:pPr>
                      <a:r>
                        <a:t>66 266 108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66 201 828</a:t>
                      </a:r>
                    </a:p>
                  </a:txBody>
                  <a:tcPr marB="0" marT="0"/>
                </a:tc>
                <a:tc>
                  <a:txBody>
                    <a:bodyPr/>
                    <a:lstStyle/>
                    <a:p>
                      <a:pPr algn="ctr">
                        <a:defRPr sz="1000">
                          <a:latin typeface="Calibri"/>
                        </a:defRPr>
                      </a:pPr>
                      <a:r>
                        <a:t>65 909 284</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64 695 425</a:t>
                      </a:r>
                    </a:p>
                  </a:txBody>
                  <a:tcPr marB="0" marT="0"/>
                </a:tc>
                <a:tc>
                  <a:txBody>
                    <a:bodyPr/>
                    <a:lstStyle/>
                    <a:p>
                      <a:pPr algn="ctr">
                        <a:defRPr sz="1000">
                          <a:latin typeface="Calibri"/>
                        </a:defRPr>
                      </a:pPr>
                      <a:r>
                        <a:t>65 311 684</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34 351 813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34 862 821</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1.5%</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13 179 528 718</a:t>
                      </a:r>
                    </a:p>
                  </a:txBody>
                  <a:tcPr marB="0" marT="0"/>
                </a:tc>
                <a:tc>
                  <a:txBody>
                    <a:bodyPr/>
                    <a:lstStyle/>
                    <a:p>
                      <a:pPr algn="ctr">
                        <a:defRPr sz="1000">
                          <a:latin typeface="Calibri"/>
                        </a:defRPr>
                      </a:pPr>
                      <a:r>
                        <a:t>13 148 186 160</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14 210 678 623</a:t>
                      </a:r>
                    </a:p>
                  </a:txBody>
                  <a:tcPr marB="0" marT="0"/>
                </a:tc>
                <a:tc>
                  <a:txBody>
                    <a:bodyPr/>
                    <a:lstStyle/>
                    <a:p>
                      <a:pPr algn="ctr">
                        <a:defRPr sz="1000">
                          <a:latin typeface="Calibri"/>
                        </a:defRPr>
                      </a:pPr>
                      <a:r>
                        <a:t>14 239 261 031</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14 903 269 897</a:t>
                      </a:r>
                    </a:p>
                  </a:txBody>
                  <a:tcPr marB="0" marT="0"/>
                </a:tc>
                <a:tc>
                  <a:txBody>
                    <a:bodyPr/>
                    <a:lstStyle/>
                    <a:p>
                      <a:pPr algn="ctr">
                        <a:defRPr sz="1000">
                          <a:latin typeface="Calibri"/>
                        </a:defRPr>
                      </a:pPr>
                      <a:r>
                        <a:t>14 893 721 348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14 944 860 668</a:t>
                      </a:r>
                    </a:p>
                  </a:txBody>
                  <a:tcPr marB="0" marT="0"/>
                </a:tc>
                <a:tc>
                  <a:txBody>
                    <a:bodyPr/>
                    <a:lstStyle/>
                    <a:p>
                      <a:pPr algn="ctr">
                        <a:defRPr sz="1000">
                          <a:latin typeface="Calibri"/>
                        </a:defRPr>
                      </a:pPr>
                      <a:r>
                        <a:t>14 893 329 831</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14 628 434 104</a:t>
                      </a:r>
                    </a:p>
                  </a:txBody>
                  <a:tcPr marB="0" marT="0"/>
                </a:tc>
                <a:tc>
                  <a:txBody>
                    <a:bodyPr/>
                    <a:lstStyle/>
                    <a:p>
                      <a:pPr algn="ctr">
                        <a:defRPr sz="1000">
                          <a:latin typeface="Calibri"/>
                        </a:defRPr>
                      </a:pPr>
                      <a:r>
                        <a:t>14 756 232 577</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8 242 444 696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8 388 506 638</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1.8%</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2024 expected sales: 12.41 Mln. Packs, 2.25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10 252 816</a:t>
                      </a:r>
                    </a:p>
                  </a:txBody>
                  <a:tcPr marB="0" marT="0"/>
                </a:tc>
                <a:tc>
                  <a:txBody>
                    <a:bodyPr/>
                    <a:lstStyle/>
                    <a:p>
                      <a:pPr algn="ctr">
                        <a:defRPr sz="1000">
                          <a:latin typeface="Calibri"/>
                        </a:defRPr>
                      </a:pPr>
                      <a:r>
                        <a:t>10 191 105</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11 685 220</a:t>
                      </a:r>
                    </a:p>
                  </a:txBody>
                  <a:tcPr marB="0" marT="0"/>
                </a:tc>
                <a:tc>
                  <a:txBody>
                    <a:bodyPr/>
                    <a:lstStyle/>
                    <a:p>
                      <a:pPr algn="ctr">
                        <a:defRPr sz="1000">
                          <a:latin typeface="Calibri"/>
                        </a:defRPr>
                      </a:pPr>
                      <a:r>
                        <a:t>11 683 702</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13 124 639</a:t>
                      </a:r>
                    </a:p>
                  </a:txBody>
                  <a:tcPr marB="0" marT="0"/>
                </a:tc>
                <a:tc>
                  <a:txBody>
                    <a:bodyPr/>
                    <a:lstStyle/>
                    <a:p>
                      <a:pPr algn="ctr">
                        <a:defRPr sz="1000">
                          <a:latin typeface="Calibri"/>
                        </a:defRPr>
                      </a:pPr>
                      <a:r>
                        <a:t>13 093 209</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12 818 519</a:t>
                      </a:r>
                    </a:p>
                  </a:txBody>
                  <a:tcPr marB="0" marT="0"/>
                </a:tc>
                <a:tc>
                  <a:txBody>
                    <a:bodyPr/>
                    <a:lstStyle/>
                    <a:p>
                      <a:pPr algn="ctr">
                        <a:defRPr sz="1000">
                          <a:latin typeface="Calibri"/>
                        </a:defRPr>
                      </a:pPr>
                      <a:r>
                        <a:t>12 724 726</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12 192 886</a:t>
                      </a:r>
                    </a:p>
                  </a:txBody>
                  <a:tcPr marB="0" marT="0"/>
                </a:tc>
                <a:tc>
                  <a:txBody>
                    <a:bodyPr/>
                    <a:lstStyle/>
                    <a:p>
                      <a:pPr algn="ctr">
                        <a:defRPr sz="1000">
                          <a:latin typeface="Calibri"/>
                        </a:defRPr>
                      </a:pPr>
                      <a:r>
                        <a:t>12 407 629</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6 140 136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6 149 523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0.2%</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1 850 150 341</a:t>
                      </a:r>
                    </a:p>
                  </a:txBody>
                  <a:tcPr marB="0" marT="0"/>
                </a:tc>
                <a:tc>
                  <a:txBody>
                    <a:bodyPr/>
                    <a:lstStyle/>
                    <a:p>
                      <a:pPr algn="ctr">
                        <a:defRPr sz="1000">
                          <a:latin typeface="Calibri"/>
                        </a:defRPr>
                      </a:pPr>
                      <a:r>
                        <a:t>1 842 806 143</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2 128 404 253</a:t>
                      </a:r>
                    </a:p>
                  </a:txBody>
                  <a:tcPr marB="0" marT="0"/>
                </a:tc>
                <a:tc>
                  <a:txBody>
                    <a:bodyPr/>
                    <a:lstStyle/>
                    <a:p>
                      <a:pPr algn="ctr">
                        <a:defRPr sz="1000">
                          <a:latin typeface="Calibri"/>
                        </a:defRPr>
                      </a:pPr>
                      <a:r>
                        <a:t>2 131 067 523</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2 399 467 208</a:t>
                      </a:r>
                    </a:p>
                  </a:txBody>
                  <a:tcPr marB="0" marT="0"/>
                </a:tc>
                <a:tc>
                  <a:txBody>
                    <a:bodyPr/>
                    <a:lstStyle/>
                    <a:p>
                      <a:pPr algn="ctr">
                        <a:defRPr sz="1000">
                          <a:latin typeface="Calibri"/>
                        </a:defRPr>
                      </a:pPr>
                      <a:r>
                        <a:t>2 396 970 970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2 350 698 379</a:t>
                      </a:r>
                    </a:p>
                  </a:txBody>
                  <a:tcPr marB="0" marT="0"/>
                </a:tc>
                <a:tc>
                  <a:txBody>
                    <a:bodyPr/>
                    <a:lstStyle/>
                    <a:p>
                      <a:pPr algn="ctr">
                        <a:defRPr sz="1000">
                          <a:latin typeface="Calibri"/>
                        </a:defRPr>
                      </a:pPr>
                      <a:r>
                        <a:t>2 332 727 461</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2 211 150 399</a:t>
                      </a:r>
                    </a:p>
                  </a:txBody>
                  <a:tcPr marB="0" marT="0"/>
                </a:tc>
                <a:tc>
                  <a:txBody>
                    <a:bodyPr/>
                    <a:lstStyle/>
                    <a:p>
                      <a:pPr algn="ctr">
                        <a:defRPr sz="1000">
                          <a:latin typeface="Calibri"/>
                        </a:defRPr>
                      </a:pPr>
                      <a:r>
                        <a:t>2 252 139 051</a:t>
                      </a:r>
                    </a:p>
                  </a:txBody>
                  <a:tcPr marB="0" marT="0"/>
                </a:tc>
                <a:tc>
                  <a:txBody>
                    <a:bodyPr/>
                    <a:lstStyle/>
                    <a:p>
                      <a:pPr algn="ctr">
                        <a:defRPr sz="1000">
                          <a:latin typeface="Calibri"/>
                        </a:defRPr>
                      </a:pPr>
                      <a:r>
                        <a:t>1.9%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943 950 305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945 043 075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0.1%</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2024 expected sales: 20.83 Mln. Packs, 4.65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18 967 326</a:t>
                      </a:r>
                    </a:p>
                  </a:txBody>
                  <a:tcPr marB="0" marT="0"/>
                </a:tc>
                <a:tc>
                  <a:txBody>
                    <a:bodyPr/>
                    <a:lstStyle/>
                    <a:p>
                      <a:pPr algn="ctr">
                        <a:defRPr sz="1000">
                          <a:latin typeface="Calibri"/>
                        </a:defRPr>
                      </a:pPr>
                      <a:r>
                        <a:t>18 998 447</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19 795 544</a:t>
                      </a:r>
                    </a:p>
                  </a:txBody>
                  <a:tcPr marB="0" marT="0"/>
                </a:tc>
                <a:tc>
                  <a:txBody>
                    <a:bodyPr/>
                    <a:lstStyle/>
                    <a:p>
                      <a:pPr algn="ctr">
                        <a:defRPr sz="1000">
                          <a:latin typeface="Calibri"/>
                        </a:defRPr>
                      </a:pPr>
                      <a:r>
                        <a:t>19 930 540</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20 688 357</a:t>
                      </a:r>
                    </a:p>
                  </a:txBody>
                  <a:tcPr marB="0" marT="0"/>
                </a:tc>
                <a:tc>
                  <a:txBody>
                    <a:bodyPr/>
                    <a:lstStyle/>
                    <a:p>
                      <a:pPr algn="ctr">
                        <a:defRPr sz="1000">
                          <a:latin typeface="Calibri"/>
                        </a:defRPr>
                      </a:pPr>
                      <a:r>
                        <a:t>20 829 661</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20 793 204</a:t>
                      </a:r>
                    </a:p>
                  </a:txBody>
                  <a:tcPr marB="0" marT="0"/>
                </a:tc>
                <a:tc>
                  <a:txBody>
                    <a:bodyPr/>
                    <a:lstStyle/>
                    <a:p>
                      <a:pPr algn="ctr">
                        <a:defRPr sz="1000">
                          <a:latin typeface="Calibri"/>
                        </a:defRPr>
                      </a:pPr>
                      <a:r>
                        <a:t>20 628 143</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20 909 363</a:t>
                      </a:r>
                    </a:p>
                  </a:txBody>
                  <a:tcPr marB="0" marT="0"/>
                </a:tc>
                <a:tc>
                  <a:txBody>
                    <a:bodyPr/>
                    <a:lstStyle/>
                    <a:p>
                      <a:pPr algn="ctr">
                        <a:defRPr sz="1000">
                          <a:latin typeface="Calibri"/>
                        </a:defRPr>
                      </a:pPr>
                      <a:r>
                        <a:t>20 825 653</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11 129 755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11 272 696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1.3%</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4 257 754 357</a:t>
                      </a:r>
                    </a:p>
                  </a:txBody>
                  <a:tcPr marB="0" marT="0"/>
                </a:tc>
                <a:tc>
                  <a:txBody>
                    <a:bodyPr/>
                    <a:lstStyle/>
                    <a:p>
                      <a:pPr algn="ctr">
                        <a:defRPr sz="1000">
                          <a:latin typeface="Calibri"/>
                        </a:defRPr>
                      </a:pPr>
                      <a:r>
                        <a:t>4 263 274 604</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4 410 970 820</a:t>
                      </a:r>
                    </a:p>
                  </a:txBody>
                  <a:tcPr marB="0" marT="0"/>
                </a:tc>
                <a:tc>
                  <a:txBody>
                    <a:bodyPr/>
                    <a:lstStyle/>
                    <a:p>
                      <a:pPr algn="ctr">
                        <a:defRPr sz="1000">
                          <a:latin typeface="Calibri"/>
                        </a:defRPr>
                      </a:pPr>
                      <a:r>
                        <a:t>4 452 219 374</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4 584 538 673</a:t>
                      </a:r>
                    </a:p>
                  </a:txBody>
                  <a:tcPr marB="0" marT="0"/>
                </a:tc>
                <a:tc>
                  <a:txBody>
                    <a:bodyPr/>
                    <a:lstStyle/>
                    <a:p>
                      <a:pPr algn="ctr">
                        <a:defRPr sz="1000">
                          <a:latin typeface="Calibri"/>
                        </a:defRPr>
                      </a:pPr>
                      <a:r>
                        <a:t>4 624 798 224</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4 632 705 292</a:t>
                      </a:r>
                    </a:p>
                  </a:txBody>
                  <a:tcPr marB="0" marT="0"/>
                </a:tc>
                <a:tc>
                  <a:txBody>
                    <a:bodyPr/>
                    <a:lstStyle/>
                    <a:p>
                      <a:pPr algn="ctr">
                        <a:defRPr sz="1000">
                          <a:latin typeface="Calibri"/>
                        </a:defRPr>
                      </a:pPr>
                      <a:r>
                        <a:t>4 602 861 078</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4 673 232 626</a:t>
                      </a:r>
                    </a:p>
                  </a:txBody>
                  <a:tcPr marB="0" marT="0"/>
                </a:tc>
                <a:tc>
                  <a:txBody>
                    <a:bodyPr/>
                    <a:lstStyle/>
                    <a:p>
                      <a:pPr algn="ctr">
                        <a:defRPr sz="1000">
                          <a:latin typeface="Calibri"/>
                        </a:defRPr>
                      </a:pPr>
                      <a:r>
                        <a:t>4 645 186 512</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2 750 320 527</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2 786 507 752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1.3%</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2024 expected sales: 16.92 Mln. Packs, 4.77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15 203 673</a:t>
                      </a:r>
                    </a:p>
                  </a:txBody>
                  <a:tcPr marB="0" marT="0"/>
                </a:tc>
                <a:tc>
                  <a:txBody>
                    <a:bodyPr/>
                    <a:lstStyle/>
                    <a:p>
                      <a:pPr algn="ctr">
                        <a:defRPr sz="1000">
                          <a:latin typeface="Calibri"/>
                        </a:defRPr>
                      </a:pPr>
                      <a:r>
                        <a:t>15 275 504</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16 536 016</a:t>
                      </a:r>
                    </a:p>
                  </a:txBody>
                  <a:tcPr marB="0" marT="0"/>
                </a:tc>
                <a:tc>
                  <a:txBody>
                    <a:bodyPr/>
                    <a:lstStyle/>
                    <a:p>
                      <a:pPr algn="ctr">
                        <a:defRPr sz="1000">
                          <a:latin typeface="Calibri"/>
                        </a:defRPr>
                      </a:pPr>
                      <a:r>
                        <a:t>16 535 223</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17 245 209</a:t>
                      </a:r>
                    </a:p>
                  </a:txBody>
                  <a:tcPr marB="0" marT="0"/>
                </a:tc>
                <a:tc>
                  <a:txBody>
                    <a:bodyPr/>
                    <a:lstStyle/>
                    <a:p>
                      <a:pPr algn="ctr">
                        <a:defRPr sz="1000">
                          <a:latin typeface="Calibri"/>
                        </a:defRPr>
                      </a:pPr>
                      <a:r>
                        <a:t>16 988 326</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17 197 167</a:t>
                      </a:r>
                    </a:p>
                  </a:txBody>
                  <a:tcPr marB="0" marT="0"/>
                </a:tc>
                <a:tc>
                  <a:txBody>
                    <a:bodyPr/>
                    <a:lstStyle/>
                    <a:p>
                      <a:pPr algn="ctr">
                        <a:defRPr sz="1000">
                          <a:latin typeface="Calibri"/>
                        </a:defRPr>
                      </a:pPr>
                      <a:r>
                        <a:t>17 151 405</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16 667 825</a:t>
                      </a:r>
                    </a:p>
                  </a:txBody>
                  <a:tcPr marB="0" marT="0"/>
                </a:tc>
                <a:tc>
                  <a:txBody>
                    <a:bodyPr/>
                    <a:lstStyle/>
                    <a:p>
                      <a:pPr algn="ctr">
                        <a:defRPr sz="1000">
                          <a:latin typeface="Calibri"/>
                        </a:defRPr>
                      </a:pPr>
                      <a:r>
                        <a:t>16 922 233</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8 554 660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8 885 643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3.9%</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4 293 223 015</a:t>
                      </a:r>
                    </a:p>
                  </a:txBody>
                  <a:tcPr marB="0" marT="0"/>
                </a:tc>
                <a:tc>
                  <a:txBody>
                    <a:bodyPr/>
                    <a:lstStyle/>
                    <a:p>
                      <a:pPr algn="ctr">
                        <a:defRPr sz="1000">
                          <a:latin typeface="Calibri"/>
                        </a:defRPr>
                      </a:pPr>
                      <a:r>
                        <a:t>4 313 663 057</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4 666 986 375</a:t>
                      </a:r>
                    </a:p>
                  </a:txBody>
                  <a:tcPr marB="0" marT="0"/>
                </a:tc>
                <a:tc>
                  <a:txBody>
                    <a:bodyPr/>
                    <a:lstStyle/>
                    <a:p>
                      <a:pPr algn="ctr">
                        <a:defRPr sz="1000">
                          <a:latin typeface="Calibri"/>
                        </a:defRPr>
                      </a:pPr>
                      <a:r>
                        <a:t>4 672 092 228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4 844 212 249</a:t>
                      </a:r>
                    </a:p>
                  </a:txBody>
                  <a:tcPr marB="0" marT="0"/>
                </a:tc>
                <a:tc>
                  <a:txBody>
                    <a:bodyPr/>
                    <a:lstStyle/>
                    <a:p>
                      <a:pPr algn="ctr">
                        <a:defRPr sz="1000">
                          <a:latin typeface="Calibri"/>
                        </a:defRPr>
                      </a:pPr>
                      <a:r>
                        <a:t>4 772 298 060</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4 855 108 428</a:t>
                      </a:r>
                    </a:p>
                  </a:txBody>
                  <a:tcPr marB="0" marT="0"/>
                </a:tc>
                <a:tc>
                  <a:txBody>
                    <a:bodyPr/>
                    <a:lstStyle/>
                    <a:p>
                      <a:pPr algn="ctr">
                        <a:defRPr sz="1000">
                          <a:latin typeface="Calibri"/>
                        </a:defRPr>
                      </a:pPr>
                      <a:r>
                        <a:t>4 848 699 941</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4 703 477 648</a:t>
                      </a:r>
                    </a:p>
                  </a:txBody>
                  <a:tcPr marB="0" marT="0"/>
                </a:tc>
                <a:tc>
                  <a:txBody>
                    <a:bodyPr/>
                    <a:lstStyle/>
                    <a:p>
                      <a:pPr algn="ctr">
                        <a:defRPr sz="1000">
                          <a:latin typeface="Calibri"/>
                        </a:defRPr>
                      </a:pPr>
                      <a:r>
                        <a:t>4 769 323 078</a:t>
                      </a:r>
                    </a:p>
                  </a:txBody>
                  <a:tcPr marB="0" marT="0"/>
                </a:tc>
                <a:tc>
                  <a:txBody>
                    <a:bodyPr/>
                    <a:lstStyle/>
                    <a:p>
                      <a:pPr algn="ctr">
                        <a:defRPr sz="1000">
                          <a:latin typeface="Calibri"/>
                        </a:defRPr>
                      </a:pPr>
                      <a:r>
                        <a:t>1.4%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2 603 199 404</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2 705 461 880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3.9%</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2024 expected sales: 15.16 Mln. Packs, 3.09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13 548 633</a:t>
                      </a:r>
                    </a:p>
                  </a:txBody>
                  <a:tcPr marB="0" marT="0"/>
                </a:tc>
                <a:tc>
                  <a:txBody>
                    <a:bodyPr/>
                    <a:lstStyle/>
                    <a:p>
                      <a:pPr algn="ctr">
                        <a:defRPr sz="1000">
                          <a:latin typeface="Calibri"/>
                        </a:defRPr>
                      </a:pPr>
                      <a:r>
                        <a:t>13 310 827</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14 723 358</a:t>
                      </a:r>
                    </a:p>
                  </a:txBody>
                  <a:tcPr marB="0" marT="0"/>
                </a:tc>
                <a:tc>
                  <a:txBody>
                    <a:bodyPr/>
                    <a:lstStyle/>
                    <a:p>
                      <a:pPr algn="ctr">
                        <a:defRPr sz="1000">
                          <a:latin typeface="Calibri"/>
                        </a:defRPr>
                      </a:pPr>
                      <a:r>
                        <a:t>14 657 752</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15 247 665</a:t>
                      </a:r>
                    </a:p>
                  </a:txBody>
                  <a:tcPr marB="0" marT="0"/>
                </a:tc>
                <a:tc>
                  <a:txBody>
                    <a:bodyPr/>
                    <a:lstStyle/>
                    <a:p>
                      <a:pPr algn="ctr">
                        <a:defRPr sz="1000">
                          <a:latin typeface="Calibri"/>
                        </a:defRPr>
                      </a:pPr>
                      <a:r>
                        <a:t>15 354 913</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15 392 938</a:t>
                      </a:r>
                    </a:p>
                  </a:txBody>
                  <a:tcPr marB="0" marT="0"/>
                </a:tc>
                <a:tc>
                  <a:txBody>
                    <a:bodyPr/>
                    <a:lstStyle/>
                    <a:p>
                      <a:pPr algn="ctr">
                        <a:defRPr sz="1000">
                          <a:latin typeface="Calibri"/>
                        </a:defRPr>
                      </a:pPr>
                      <a:r>
                        <a:t>15 405 010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14 925 351</a:t>
                      </a:r>
                    </a:p>
                  </a:txBody>
                  <a:tcPr marB="0" marT="0"/>
                </a:tc>
                <a:tc>
                  <a:txBody>
                    <a:bodyPr/>
                    <a:lstStyle/>
                    <a:p>
                      <a:pPr algn="ctr">
                        <a:defRPr sz="1000">
                          <a:latin typeface="Calibri"/>
                        </a:defRPr>
                      </a:pPr>
                      <a:r>
                        <a:t>15 156 169</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8 527 262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8 554 959</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0.3%</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2 778 401 006</a:t>
                      </a:r>
                    </a:p>
                  </a:txBody>
                  <a:tcPr marB="0" marT="0"/>
                </a:tc>
                <a:tc>
                  <a:txBody>
                    <a:bodyPr/>
                    <a:lstStyle/>
                    <a:p>
                      <a:pPr algn="ctr">
                        <a:defRPr sz="1000">
                          <a:latin typeface="Calibri"/>
                        </a:defRPr>
                      </a:pPr>
                      <a:r>
                        <a:t>2 728 442 356</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3 004 317 175</a:t>
                      </a:r>
                    </a:p>
                  </a:txBody>
                  <a:tcPr marB="0" marT="0"/>
                </a:tc>
                <a:tc>
                  <a:txBody>
                    <a:bodyPr/>
                    <a:lstStyle/>
                    <a:p>
                      <a:pPr algn="ctr">
                        <a:defRPr sz="1000">
                          <a:latin typeface="Calibri"/>
                        </a:defRPr>
                      </a:pPr>
                      <a:r>
                        <a:t>2 983 881 906</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3 075 051 767</a:t>
                      </a:r>
                    </a:p>
                  </a:txBody>
                  <a:tcPr marB="0" marT="0"/>
                </a:tc>
                <a:tc>
                  <a:txBody>
                    <a:bodyPr/>
                    <a:lstStyle/>
                    <a:p>
                      <a:pPr algn="ctr">
                        <a:defRPr sz="1000">
                          <a:latin typeface="Calibri"/>
                        </a:defRPr>
                      </a:pPr>
                      <a:r>
                        <a:t>3 099 654 094</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3 106 348 569</a:t>
                      </a:r>
                    </a:p>
                  </a:txBody>
                  <a:tcPr marB="0" marT="0"/>
                </a:tc>
                <a:tc>
                  <a:txBody>
                    <a:bodyPr/>
                    <a:lstStyle/>
                    <a:p>
                      <a:pPr algn="ctr">
                        <a:defRPr sz="1000">
                          <a:latin typeface="Calibri"/>
                        </a:defRPr>
                      </a:pPr>
                      <a:r>
                        <a:t>3 109 041 350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3 040 573 432</a:t>
                      </a:r>
                    </a:p>
                  </a:txBody>
                  <a:tcPr marB="0" marT="0"/>
                </a:tc>
                <a:tc>
                  <a:txBody>
                    <a:bodyPr/>
                    <a:lstStyle/>
                    <a:p>
                      <a:pPr algn="ctr">
                        <a:defRPr sz="1000">
                          <a:latin typeface="Calibri"/>
                        </a:defRPr>
                      </a:pPr>
                      <a:r>
                        <a:t>3 089 583 935</a:t>
                      </a:r>
                    </a:p>
                  </a:txBody>
                  <a:tcPr marB="0" marT="0"/>
                </a:tc>
                <a:tc>
                  <a:txBody>
                    <a:bodyPr/>
                    <a:lstStyle/>
                    <a:p>
                      <a:pPr algn="ctr">
                        <a:defRPr sz="1000">
                          <a:latin typeface="Calibri"/>
                        </a:defRPr>
                      </a:pPr>
                      <a:r>
                        <a:t>1.6%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1 944 974 460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1 951 493 930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0.3%</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short term (2026)</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long term (2026-2030)</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Comparison of budget options</a:t>
            </a:r>
          </a:p>
        </p:txBody>
      </p:sp>
      <p:sp>
        <p:nvSpPr>
          <p:cNvPr id="3" name="TextBox 2"/>
          <p:cNvSpPr txBox="1"/>
          <p:nvPr/>
        </p:nvSpPr>
        <p:spPr>
          <a:xfrm>
            <a:off x="2804160" y="1573213"/>
            <a:ext cx="2194560" cy="342900"/>
          </a:xfrm>
          <a:prstGeom prst="rect">
            <a:avLst/>
          </a:prstGeom>
          <a:noFill/>
        </p:spPr>
        <p:txBody>
          <a:bodyPr wrap="square">
            <a:spAutoFit/>
          </a:bodyPr>
          <a:lstStyle/>
          <a:p>
            <a:pPr>
              <a:defRPr b="1" sz="1200">
                <a:latin typeface="Calibri"/>
              </a:defRPr>
            </a:pPr>
            <a:r>
              <a:t>Option 1. zero</a:t>
            </a:r>
          </a:p>
        </p:txBody>
      </p:sp>
      <p:sp>
        <p:nvSpPr>
          <p:cNvPr id="4" name="TextBox 3"/>
          <p:cNvSpPr txBox="1"/>
          <p:nvPr/>
        </p:nvSpPr>
        <p:spPr>
          <a:xfrm>
            <a:off x="4998720" y="1573213"/>
            <a:ext cx="2194560" cy="342900"/>
          </a:xfrm>
          <a:prstGeom prst="rect">
            <a:avLst/>
          </a:prstGeom>
          <a:noFill/>
        </p:spPr>
        <p:txBody>
          <a:bodyPr wrap="square">
            <a:spAutoFit/>
          </a:bodyPr>
          <a:lstStyle/>
          <a:p>
            <a:pPr>
              <a:defRPr b="1" sz="1200">
                <a:latin typeface="Calibri"/>
              </a:defRPr>
            </a:pPr>
            <a:r>
              <a:t>Option 2. predefined</a:t>
            </a:r>
          </a:p>
        </p:txBody>
      </p:sp>
      <p:graphicFrame>
        <p:nvGraphicFramePr>
          <p:cNvPr id="5" name="Table 4"/>
          <p:cNvGraphicFramePr>
            <a:graphicFrameLocks noGrp="1"/>
          </p:cNvGraphicFramePr>
          <p:nvPr/>
        </p:nvGraphicFramePr>
        <p:xfrm>
          <a:off x="609600" y="1916113"/>
          <a:ext cx="6583680" cy="4898580"/>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Costs, Mln. RUB</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bdg_brnd_dgt_display</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bdg_brnd_dgt_indoor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bdg_brnd_dgt_perform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bdg_brnd_dgt_special</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bdg_brnd_dgt_video</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bdg_brnd_ooh</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bdg_brnd_tv</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500.0</a:t>
                      </a:r>
                    </a:p>
                  </a:txBody>
                  <a:tcPr/>
                </a:tc>
              </a:tr>
              <a:tr h="244929">
                <a:tc>
                  <a:txBody>
                    <a:bodyPr/>
                    <a:lstStyle/>
                    <a:p>
                      <a:pPr algn="ctr">
                        <a:defRPr sz="1000">
                          <a:latin typeface="Calibri"/>
                        </a:defRPr>
                      </a:pPr>
                      <a:r>
                        <a:t>bdg_ecom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bdg_pos</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PR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bdg_reg_dgt_display</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bdg_reg_dgt_indoor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bdg_reg_dgt_perform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bdg_reg_dgt_special</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bdg_reg_dgt_video</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bdg_reg_ooh</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Reg TV</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50</a:t>
                      </a:r>
                    </a:p>
                  </a:txBody>
                  <a:tcPr/>
                </a:tc>
                <a:tc>
                  <a:txBody>
                    <a:bodyPr/>
                    <a:lstStyle/>
                    <a:p>
                      <a:pPr algn="ctr">
                        <a:defRPr sz="1000">
                          <a:latin typeface="Calibri"/>
                        </a:defRPr>
                      </a:pPr>
                      <a:r>
                        <a:t>250.0</a:t>
                      </a:r>
                    </a:p>
                  </a:txBody>
                  <a:tcPr/>
                </a:tc>
              </a:tr>
              <a:tr h="244929">
                <a:tc>
                  <a:txBody>
                    <a:bodyPr/>
                    <a:lstStyle/>
                    <a:p>
                      <a:pPr algn="ctr">
                        <a:defRPr sz="1000">
                          <a:latin typeface="Calibri"/>
                        </a:defRPr>
                      </a:pPr>
                      <a:r>
                        <a:t>nobdg_price_index</a:t>
                      </a:r>
                    </a:p>
                  </a:txBody>
                  <a:tcPr/>
                </a:tc>
                <a:tc>
                  <a:txBody>
                    <a:bodyPr/>
                    <a:lstStyle/>
                    <a:p>
                      <a:pPr algn="ctr">
                        <a:defRPr sz="1000">
                          <a:latin typeface="Calibri"/>
                        </a:defRPr>
                      </a:pPr>
                      <a:r>
                        <a:t>1</a:t>
                      </a:r>
                    </a:p>
                  </a:txBody>
                  <a:tcPr/>
                </a:tc>
                <a:tc>
                  <a:txBody>
                    <a:bodyPr/>
                    <a:lstStyle/>
                    <a:p>
                      <a:pPr algn="ctr">
                        <a:defRPr sz="1000">
                          <a:latin typeface="Calibri"/>
                        </a:defRPr>
                      </a:pPr>
                      <a:r>
                        <a:t>1.0</a:t>
                      </a:r>
                    </a:p>
                  </a:txBody>
                  <a:tcPr/>
                </a:tc>
                <a:tc>
                  <a:txBody>
                    <a:bodyPr/>
                    <a:lstStyle/>
                    <a:p>
                      <a:pPr algn="ctr">
                        <a:defRPr sz="1000">
                          <a:latin typeface="Calibri"/>
                        </a:defRPr>
                      </a:pPr>
                      <a:r>
                        <a:t>1</a:t>
                      </a:r>
                    </a:p>
                  </a:txBody>
                  <a:tcPr/>
                </a:tc>
                <a:tc>
                  <a:txBody>
                    <a:bodyPr/>
                    <a:lstStyle/>
                    <a:p>
                      <a:pPr algn="ctr">
                        <a:defRPr sz="1000">
                          <a:latin typeface="Calibri"/>
                        </a:defRPr>
                      </a:pPr>
                      <a:r>
                        <a:t>1.0</a:t>
                      </a:r>
                    </a:p>
                  </a:txBody>
                  <a:tcPr/>
                </a:tc>
              </a:tr>
              <a:tr h="244929">
                <a:tc>
                  <a:txBody>
                    <a:bodyPr/>
                    <a:lstStyle/>
                    <a:p>
                      <a:pPr algn="ctr">
                        <a:defRPr b="1" sz="1000">
                          <a:latin typeface="Calibri"/>
                        </a:defRPr>
                      </a:pPr>
                      <a:r>
                        <a:t>Total</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305</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1525.0</a:t>
                      </a:r>
                    </a:p>
                  </a:txBody>
                  <a:tcPr>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609600" y="7157593"/>
          <a:ext cx="6583680" cy="1714503"/>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Sales</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Volume Sales, Units</a:t>
                      </a:r>
                    </a:p>
                  </a:txBody>
                  <a:tcPr/>
                </a:tc>
                <a:tc>
                  <a:txBody>
                    <a:bodyPr/>
                    <a:lstStyle/>
                    <a:p>
                      <a:pPr algn="ctr">
                        <a:defRPr sz="1000">
                          <a:latin typeface="Calibri"/>
                        </a:defRPr>
                      </a:pPr>
                      <a:r>
                        <a:t>17 601 001</a:t>
                      </a:r>
                    </a:p>
                  </a:txBody>
                  <a:tcPr/>
                </a:tc>
                <a:tc>
                  <a:txBody>
                    <a:bodyPr/>
                    <a:lstStyle/>
                    <a:p>
                      <a:pPr algn="ctr">
                        <a:defRPr sz="1000">
                          <a:latin typeface="Calibri"/>
                        </a:defRPr>
                      </a:pPr>
                      <a:r>
                        <a:t>87 229 608</a:t>
                      </a:r>
                    </a:p>
                  </a:txBody>
                  <a:tcPr/>
                </a:tc>
                <a:tc>
                  <a:txBody>
                    <a:bodyPr/>
                    <a:lstStyle/>
                    <a:p>
                      <a:pPr algn="ctr">
                        <a:defRPr sz="1000">
                          <a:latin typeface="Calibri"/>
                        </a:defRPr>
                      </a:pPr>
                      <a:r>
                        <a:t>20 273 742</a:t>
                      </a:r>
                    </a:p>
                  </a:txBody>
                  <a:tcPr/>
                </a:tc>
                <a:tc>
                  <a:txBody>
                    <a:bodyPr/>
                    <a:lstStyle/>
                    <a:p>
                      <a:pPr algn="ctr">
                        <a:defRPr sz="1000">
                          <a:latin typeface="Calibri"/>
                        </a:defRPr>
                      </a:pPr>
                      <a:r>
                        <a:t>96 008 719</a:t>
                      </a:r>
                    </a:p>
                  </a:txBody>
                  <a:tcPr/>
                </a:tc>
              </a:tr>
              <a:tr h="244929">
                <a:tc>
                  <a:txBody>
                    <a:bodyPr/>
                    <a:lstStyle/>
                    <a:p>
                      <a:pPr algn="ctr">
                        <a:defRPr sz="1000">
                          <a:latin typeface="Calibri"/>
                        </a:defRPr>
                      </a:pPr>
                      <a:r>
                        <a:t>Value Sales, RUB</a:t>
                      </a:r>
                    </a:p>
                  </a:txBody>
                  <a:tcPr/>
                </a:tc>
                <a:tc>
                  <a:txBody>
                    <a:bodyPr/>
                    <a:lstStyle/>
                    <a:p>
                      <a:pPr algn="ctr">
                        <a:defRPr sz="1000">
                          <a:latin typeface="Calibri"/>
                        </a:defRPr>
                      </a:pPr>
                      <a:r>
                        <a:t>3 918 271 741</a:t>
                      </a:r>
                    </a:p>
                  </a:txBody>
                  <a:tcPr/>
                </a:tc>
                <a:tc>
                  <a:txBody>
                    <a:bodyPr/>
                    <a:lstStyle/>
                    <a:p>
                      <a:pPr algn="ctr">
                        <a:defRPr sz="1000">
                          <a:latin typeface="Calibri"/>
                        </a:defRPr>
                      </a:pPr>
                      <a:r>
                        <a:t>19 513 215 177</a:t>
                      </a:r>
                    </a:p>
                  </a:txBody>
                  <a:tcPr/>
                </a:tc>
                <a:tc>
                  <a:txBody>
                    <a:bodyPr/>
                    <a:lstStyle/>
                    <a:p>
                      <a:pPr algn="ctr">
                        <a:defRPr sz="1000">
                          <a:latin typeface="Calibri"/>
                        </a:defRPr>
                      </a:pPr>
                      <a:r>
                        <a:t>4 497 509 317</a:t>
                      </a:r>
                    </a:p>
                  </a:txBody>
                  <a:tcPr/>
                </a:tc>
                <a:tc>
                  <a:txBody>
                    <a:bodyPr/>
                    <a:lstStyle/>
                    <a:p>
                      <a:pPr algn="ctr">
                        <a:defRPr sz="1000">
                          <a:latin typeface="Calibri"/>
                        </a:defRPr>
                      </a:pPr>
                      <a:r>
                        <a:t>21 443 584 377</a:t>
                      </a:r>
                    </a:p>
                  </a:txBody>
                  <a:tcPr/>
                </a:tc>
              </a:tr>
              <a:tr h="244929">
                <a:tc>
                  <a:txBody>
                    <a:bodyPr/>
                    <a:lstStyle/>
                    <a:p>
                      <a:pPr algn="ctr">
                        <a:defRPr sz="1000">
                          <a:latin typeface="Calibri"/>
                        </a:defRPr>
                      </a:pPr>
                      <a:r>
                        <a:t>Incremental Sales,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579 237 576</a:t>
                      </a:r>
                    </a:p>
                  </a:txBody>
                  <a:tcPr/>
                </a:tc>
                <a:tc>
                  <a:txBody>
                    <a:bodyPr/>
                    <a:lstStyle/>
                    <a:p>
                      <a:pPr algn="ctr">
                        <a:defRPr sz="1000">
                          <a:latin typeface="Calibri"/>
                        </a:defRPr>
                      </a:pPr>
                      <a:r>
                        <a:t>1 930 369 200</a:t>
                      </a:r>
                    </a:p>
                  </a:txBody>
                  <a:tcPr/>
                </a:tc>
              </a:tr>
              <a:tr h="244929">
                <a:tc>
                  <a:txBody>
                    <a:bodyPr/>
                    <a:lstStyle/>
                    <a:p>
                      <a:pPr algn="ctr">
                        <a:defRPr sz="1000">
                          <a:latin typeface="Calibri"/>
                        </a:defRPr>
                      </a:pPr>
                      <a:r>
                        <a:t>Profit,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274 237 576</a:t>
                      </a:r>
                    </a:p>
                  </a:txBody>
                  <a:tcPr/>
                </a:tc>
                <a:tc>
                  <a:txBody>
                    <a:bodyPr/>
                    <a:lstStyle/>
                    <a:p>
                      <a:pPr algn="ctr">
                        <a:defRPr sz="1000">
                          <a:latin typeface="Calibri"/>
                        </a:defRPr>
                      </a:pPr>
                      <a:r>
                        <a:t>405 369 200</a:t>
                      </a:r>
                    </a:p>
                  </a:txBody>
                  <a:tcPr/>
                </a:tc>
              </a:tr>
              <a:tr h="244929">
                <a:tc>
                  <a:txBody>
                    <a:bodyPr/>
                    <a:lstStyle/>
                    <a:p>
                      <a:pPr algn="ctr">
                        <a:defRPr sz="1000">
                          <a:latin typeface="Calibri"/>
                        </a:defRPr>
                      </a:pPr>
                      <a:r>
                        <a:t>ROMI</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1.9</a:t>
                      </a:r>
                    </a:p>
                  </a:txBody>
                  <a:tcPr/>
                </a:tc>
                <a:tc>
                  <a:txBody>
                    <a:bodyPr/>
                    <a:lstStyle/>
                    <a:p>
                      <a:pPr algn="ctr">
                        <a:defRPr sz="1000">
                          <a:latin typeface="Calibri"/>
                        </a:defRPr>
                      </a:pPr>
                      <a:r>
                        <a:t>1.27</a:t>
                      </a:r>
                    </a:p>
                  </a:txBody>
                  <a:tcPr/>
                </a:tc>
              </a:tr>
              <a:tr h="244929">
                <a:tc>
                  <a:txBody>
                    <a:bodyPr/>
                    <a:lstStyle/>
                    <a:p>
                      <a:pPr algn="ctr">
                        <a:defRPr sz="1000">
                          <a:latin typeface="Calibri"/>
                        </a:defRPr>
                      </a:pPr>
                      <a:r>
                        <a:t>Volume growth to 2025</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-17.04%</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-17.77%</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-4.45%</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-9.50%</a:t>
                      </a:r>
                    </a:p>
                  </a:txBody>
                  <a:tcPr>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KKAM_gen">
  <a:themeElements>
    <a:clrScheme name="Custom 8">
      <a:dk1>
        <a:srgbClr val="000000"/>
      </a:dk1>
      <a:lt1>
        <a:srgbClr val="FFFFFF"/>
      </a:lt1>
      <a:dk2>
        <a:srgbClr val="000000"/>
      </a:dk2>
      <a:lt2>
        <a:srgbClr val="FFFFFF"/>
      </a:lt2>
      <a:accent1>
        <a:srgbClr val="043BF3"/>
      </a:accent1>
      <a:accent2>
        <a:srgbClr val="00E100"/>
      </a:accent2>
      <a:accent3>
        <a:srgbClr val="D400FD"/>
      </a:accent3>
      <a:accent4>
        <a:srgbClr val="FC5E5A"/>
      </a:accent4>
      <a:accent5>
        <a:srgbClr val="F4FF01"/>
      </a:accent5>
      <a:accent6>
        <a:srgbClr val="0DFCFC"/>
      </a:accent6>
      <a:hlink>
        <a:srgbClr val="023FFC"/>
      </a:hlink>
      <a:folHlink>
        <a:srgbClr val="918E93"/>
      </a:folHlink>
    </a:clrScheme>
    <a:fontScheme name="Custom 2">
      <a:majorFont>
        <a:latin typeface="Verdana"/>
        <a:ea typeface=""/>
        <a:cs typeface=""/>
      </a:majorFont>
      <a:minorFont>
        <a:latin typeface="Calibr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spcBef>
            <a:spcPts val="1000"/>
          </a:spcBef>
          <a:defRPr sz="1200" dirty="0" err="1" smtClean="0">
            <a:effectLs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2013 – 2022">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19973</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Verdana</vt:lpstr>
      <vt:lpstr>Arial</vt:lpstr>
      <vt:lpstr>Ony Okkam</vt:lpstr>
      <vt:lpstr>OKKAM_gen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ОККАМ</dc:title>
  <dc:creator>OKKAM</dc:creator>
  <cp:lastModifiedBy>Alexander Meshkov</cp:lastModifiedBy>
  <cp:revision>221</cp:revision>
  <dcterms:created xsi:type="dcterms:W3CDTF">2022-11-03T16:24:55Z</dcterms:created>
  <dcterms:modified xsi:type="dcterms:W3CDTF">2024-08-29T17:24:33Z</dcterms:modified>
</cp:coreProperties>
</file>