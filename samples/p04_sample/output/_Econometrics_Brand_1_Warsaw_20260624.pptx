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931" r:id="rId1"/>
  </p:sldMasterIdLst>
  <p:notesMasterIdLst>
    <p:notesMasterId r:id="rId3"/>
  </p:notesMasterIdLst>
  <p:handoutMasterIdLst>
    <p:handoutMasterId r:id="rId4"/>
  </p:handoutMasterIdLst>
  <p:sldIdLst>
    <p:sldId id="576" r:id="rId2"/>
    <p:sldId id="577" r:id="rId19"/>
    <p:sldId id="578" r:id="rId20"/>
    <p:sldId id="579" r:id="rId21"/>
    <p:sldId id="580" r:id="rId22"/>
    <p:sldId id="581" r:id="rId23"/>
    <p:sldId id="582" r:id="rId24"/>
    <p:sldId id="583" r:id="rId25"/>
    <p:sldId id="584" r:id="rId26"/>
    <p:sldId id="585" r:id="rId27"/>
    <p:sldId id="586" r:id="rId28"/>
    <p:sldId id="587" r:id="rId29"/>
    <p:sldId id="588" r:id="rId30"/>
    <p:sldId id="589" r:id="rId31"/>
    <p:sldId id="590" r:id="rId32"/>
    <p:sldId id="591" r:id="rId33"/>
    <p:sldId id="592" r:id="rId34"/>
    <p:sldId id="593" r:id="rId35"/>
    <p:sldId id="594" r:id="rId36"/>
  </p:sldIdLst>
  <p:sldSz cx="12192000" cy="6858000"/>
  <p:notesSz cx="6858000" cy="9144000"/>
  <p:embeddedFontLst>
    <p:embeddedFont>
      <p:font typeface="Calibri" panose="020F0502020204030204" pitchFamily="34" charset="0"/>
      <p:regular r:id="rId5"/>
      <p:bold r:id="rId6"/>
      <p:italic r:id="rId7"/>
      <p:boldItalic r:id="rId8"/>
    </p:embeddedFont>
    <p:embeddedFont>
      <p:font typeface="Verdana" panose="020B0604030504040204" pitchFamily="34" charset="0"/>
      <p:regular r:id="rId9"/>
      <p:bold r:id="rId10"/>
      <p:italic r:id="rId11"/>
      <p:boldItalic r:id="rId12"/>
    </p:embeddedFont>
    <p:embeddedFont>
      <p:font typeface="Ony Okkam" panose="00000500000000000000" pitchFamily="2" charset="-52"/>
      <p:regular r:id="rId1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951" userDrawn="1">
          <p15:clr>
            <a:srgbClr val="A4A3A4"/>
          </p15:clr>
        </p15:guide>
        <p15:guide id="3" orient="horz" pos="132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1D28051-6AD2-7CB4-B1E4-DA027CD99339}" name="Arkhipov Dmitrii" initials="" userId="S::Dmitrii.Arkhipov@okkam.ru::4cb249b1-51a9-4135-a203-1f644f52fb62" providerId="AD"/>
  <p188:author id="{552E7C6B-ECB8-E897-D771-AE427E643DF0}" name="Rodion Shevelkin" initials="RS" userId="Rodion Shevelk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6327"/>
  </p:normalViewPr>
  <p:slideViewPr>
    <p:cSldViewPr snapToGrid="0">
      <p:cViewPr varScale="1">
        <p:scale>
          <a:sx n="115" d="100"/>
          <a:sy n="115" d="100"/>
        </p:scale>
        <p:origin x="450" y="108"/>
      </p:cViewPr>
      <p:guideLst>
        <p:guide pos="4951"/>
        <p:guide orient="horz" pos="1321"/>
      </p:guideLst>
    </p:cSldViewPr>
  </p:slideViewPr>
  <p:notesTextViewPr>
    <p:cViewPr>
      <p:scale>
        <a:sx n="1" d="1"/>
        <a:sy n="1" d="1"/>
      </p:scale>
      <p:origin x="0" y="0"/>
    </p:cViewPr>
  </p:notesTextViewPr>
  <p:notesViewPr>
    <p:cSldViewPr snapToGrid="0" showGuides="1">
      <p:cViewPr varScale="1">
        <p:scale>
          <a:sx n="137" d="100"/>
          <a:sy n="137" d="100"/>
        </p:scale>
        <p:origin x="522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4712132.0</c:v>
                </c:pt>
                <c:pt idx="1">
                  <c:v>4910783.0</c:v>
                </c:pt>
                <c:pt idx="2">
                  <c:v>5993918.0</c:v>
                </c:pt>
                <c:pt idx="3">
                  <c:v>5561784.0</c:v>
                </c:pt>
                <c:pt idx="4">
                  <c:v>4829988.0</c:v>
                </c:pt>
                <c:pt idx="5">
                  <c:v>5350766.0</c:v>
                </c:pt>
                <c:pt idx="6">
                  <c:v>4037943.0</c:v>
                </c:pt>
                <c:pt idx="7">
                  <c:v>4951444.0</c:v>
                </c:pt>
                <c:pt idx="8">
                  <c:v>3941950.0</c:v>
                </c:pt>
                <c:pt idx="9">
                  <c:v>4224780.0</c:v>
                </c:pt>
                <c:pt idx="10">
                  <c:v>5352935.0</c:v>
                </c:pt>
                <c:pt idx="11">
                  <c:v>4104025.0</c:v>
                </c:pt>
                <c:pt idx="12">
                  <c:v>5155743.0</c:v>
                </c:pt>
                <c:pt idx="13">
                  <c:v>4931502.0</c:v>
                </c:pt>
                <c:pt idx="14">
                  <c:v>6603864.0</c:v>
                </c:pt>
                <c:pt idx="15">
                  <c:v>5304051.0</c:v>
                </c:pt>
                <c:pt idx="16">
                  <c:v>6301571.0</c:v>
                </c:pt>
                <c:pt idx="17">
                  <c:v>4738622.0</c:v>
                </c:pt>
                <c:pt idx="18">
                  <c:v>4876466.0</c:v>
                </c:pt>
                <c:pt idx="19">
                  <c:v>5479178.0</c:v>
                </c:pt>
                <c:pt idx="20">
                  <c:v>4110193.0</c:v>
                </c:pt>
                <c:pt idx="21">
                  <c:v>4767842.0</c:v>
                </c:pt>
                <c:pt idx="22">
                  <c:v>5982965.0</c:v>
                </c:pt>
                <c:pt idx="23">
                  <c:v>4488141.0</c:v>
                </c:pt>
                <c:pt idx="24">
                  <c:v>6375464.0</c:v>
                </c:pt>
                <c:pt idx="25">
                  <c:v>5275483.0</c:v>
                </c:pt>
                <c:pt idx="26">
                  <c:v>5644690.0</c:v>
                </c:pt>
                <c:pt idx="27">
                  <c:v>5164522.0</c:v>
                </c:pt>
                <c:pt idx="28">
                  <c:v>6034999.0</c:v>
                </c:pt>
                <c:pt idx="29">
                  <c:v>5311601.0</c:v>
                </c:pt>
                <c:pt idx="30">
                  <c:v>4916314.0</c:v>
                </c:pt>
                <c:pt idx="31">
                  <c:v>6321204.0</c:v>
                </c:pt>
                <c:pt idx="32">
                  <c:v>4778557.0</c:v>
                </c:pt>
                <c:pt idx="33">
                  <c:v>6128889.0</c:v>
                </c:pt>
                <c:pt idx="34">
                  <c:v>5236071.0</c:v>
                </c:pt>
                <c:pt idx="35">
                  <c:v>5118076.0</c:v>
                </c:pt>
                <c:pt idx="36">
                  <c:v>6702048.0</c:v>
                </c:pt>
                <c:pt idx="37">
                  <c:v>5418387.0</c:v>
                </c:pt>
                <c:pt idx="38">
                  <c:v>6022100.0</c:v>
                </c:pt>
                <c:pt idx="39">
                  <c:v>5135873.0</c:v>
                </c:pt>
                <c:pt idx="40">
                  <c:v>6405720.0</c:v>
                </c:pt>
                <c:pt idx="41">
                  <c:v>5113923.0</c:v>
                </c:pt>
                <c:pt idx="42">
                  <c:v>6138888.0</c:v>
                </c:pt>
                <c:pt idx="43">
                  <c:v>5096918.0</c:v>
                </c:pt>
                <c:pt idx="44">
                  <c:v>4621944.0</c:v>
                </c:pt>
                <c:pt idx="45">
                  <c:v>5985182.0</c:v>
                </c:pt>
                <c:pt idx="46">
                  <c:v>4991302.0</c:v>
                </c:pt>
                <c:pt idx="47">
                  <c:v>4569543.0</c:v>
                </c:pt>
                <c:pt idx="48">
                  <c:v>6262507.0</c:v>
                </c:pt>
                <c:pt idx="49">
                  <c:v>5462396.0</c:v>
                </c:pt>
                <c:pt idx="50">
                  <c:v>5287422.0</c:v>
                </c:pt>
                <c:pt idx="51">
                  <c:v>6542180.0</c:v>
                </c:pt>
                <c:pt idx="52">
                  <c:v>5323723.0</c:v>
                </c:pt>
                <c:pt idx="53">
                  <c:v>5407666.0</c:v>
                </c:pt>
                <c:pt idx="54">
                  <c:v>5907145.0</c:v>
                </c:pt>
                <c:pt idx="55">
                  <c:v>4543797.0</c:v>
                </c:pt>
                <c:pt idx="56">
                  <c:v>4978248.0</c:v>
                </c:pt>
                <c:pt idx="57">
                  <c:v>4263725.0</c:v>
                </c:pt>
                <c:pt idx="58">
                  <c:v>4309773.0</c:v>
                </c:pt>
                <c:pt idx="59">
                  <c:v>5147605.0</c:v>
                </c:pt>
                <c:pt idx="60">
                  <c:v>1259238.0</c:v>
                </c:pt>
                <c:pt idx="61">
                  <c:v>6124295.0</c:v>
                </c:pt>
                <c:pt idx="62">
                  <c:v>5682604.0</c:v>
                </c:pt>
                <c:pt idx="63">
                  <c:v>7438181.0</c:v>
                </c:pt>
                <c:pt idx="64">
                  <c:v>5636671.0</c:v>
                </c:pt>
                <c:pt idx="65">
                  <c:v>5021537.0</c:v>
                </c:pt>
                <c:pt idx="66">
                  <c:v>4448525.0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4635141.3325152015</c:v>
                </c:pt>
                <c:pt idx="1">
                  <c:v>4779263.684044226</c:v>
                </c:pt>
                <c:pt idx="2">
                  <c:v>5955835.881805468</c:v>
                </c:pt>
                <c:pt idx="3">
                  <c:v>5502147.620612307</c:v>
                </c:pt>
                <c:pt idx="4">
                  <c:v>4788106.246465844</c:v>
                </c:pt>
                <c:pt idx="5">
                  <c:v>5423399.481228524</c:v>
                </c:pt>
                <c:pt idx="6">
                  <c:v>3914135.197766097</c:v>
                </c:pt>
                <c:pt idx="7">
                  <c:v>4927227.560213864</c:v>
                </c:pt>
                <c:pt idx="8">
                  <c:v>3915103.3982772497</c:v>
                </c:pt>
                <c:pt idx="9">
                  <c:v>4312988.147567123</c:v>
                </c:pt>
                <c:pt idx="10">
                  <c:v>5414734.554951358</c:v>
                </c:pt>
                <c:pt idx="11">
                  <c:v>4207799.67589067</c:v>
                </c:pt>
                <c:pt idx="12">
                  <c:v>5171452.723604194</c:v>
                </c:pt>
                <c:pt idx="13">
                  <c:v>4847814.086964558</c:v>
                </c:pt>
                <c:pt idx="14">
                  <c:v>6588325.23165976</c:v>
                </c:pt>
                <c:pt idx="15">
                  <c:v>5319961.386315755</c:v>
                </c:pt>
                <c:pt idx="16">
                  <c:v>6517826.280312289</c:v>
                </c:pt>
                <c:pt idx="17">
                  <c:v>4727293.436731322</c:v>
                </c:pt>
                <c:pt idx="18">
                  <c:v>4841024.064448036</c:v>
                </c:pt>
                <c:pt idx="19">
                  <c:v>5419117.412781924</c:v>
                </c:pt>
                <c:pt idx="20">
                  <c:v>4165319.0898412373</c:v>
                </c:pt>
                <c:pt idx="21">
                  <c:v>4778094.118672427</c:v>
                </c:pt>
                <c:pt idx="22">
                  <c:v>5900801.5223166915</c:v>
                </c:pt>
                <c:pt idx="23">
                  <c:v>4530187.158272215</c:v>
                </c:pt>
                <c:pt idx="24">
                  <c:v>6202685.503125952</c:v>
                </c:pt>
                <c:pt idx="25">
                  <c:v>5347534.10964453</c:v>
                </c:pt>
                <c:pt idx="26">
                  <c:v>5600453.876982732</c:v>
                </c:pt>
                <c:pt idx="27">
                  <c:v>5155870.571868451</c:v>
                </c:pt>
                <c:pt idx="28">
                  <c:v>6217030.442580895</c:v>
                </c:pt>
                <c:pt idx="29">
                  <c:v>5316202.268803554</c:v>
                </c:pt>
                <c:pt idx="30">
                  <c:v>4913792.285738577</c:v>
                </c:pt>
                <c:pt idx="31">
                  <c:v>6323483.85353042</c:v>
                </c:pt>
                <c:pt idx="32">
                  <c:v>4767300.871866544</c:v>
                </c:pt>
                <c:pt idx="33">
                  <c:v>5918519.69836876</c:v>
                </c:pt>
                <c:pt idx="34">
                  <c:v>5197271.593386248</c:v>
                </c:pt>
                <c:pt idx="35">
                  <c:v>5305963.41910298</c:v>
                </c:pt>
                <c:pt idx="36">
                  <c:v>6699046.647147422</c:v>
                </c:pt>
                <c:pt idx="37">
                  <c:v>5413232.916822369</c:v>
                </c:pt>
                <c:pt idx="38">
                  <c:v>6044383.526925347</c:v>
                </c:pt>
                <c:pt idx="39">
                  <c:v>5153341.537902012</c:v>
                </c:pt>
                <c:pt idx="40">
                  <c:v>6379175.079826277</c:v>
                </c:pt>
                <c:pt idx="41">
                  <c:v>5138815.670484937</c:v>
                </c:pt>
                <c:pt idx="42">
                  <c:v>6224149.13641457</c:v>
                </c:pt>
                <c:pt idx="43">
                  <c:v>5004236.0271339</c:v>
                </c:pt>
                <c:pt idx="44">
                  <c:v>4500390.350808317</c:v>
                </c:pt>
                <c:pt idx="45">
                  <c:v>5975100.822691282</c:v>
                </c:pt>
                <c:pt idx="46">
                  <c:v>4859322.220305775</c:v>
                </c:pt>
                <c:pt idx="47">
                  <c:v>4518089.99841644</c:v>
                </c:pt>
                <c:pt idx="48">
                  <c:v>6333411.854798856</c:v>
                </c:pt>
                <c:pt idx="49">
                  <c:v>5315202.973985737</c:v>
                </c:pt>
                <c:pt idx="50">
                  <c:v>5373867.662285026</c:v>
                </c:pt>
                <c:pt idx="51">
                  <c:v>6495400.868111036</c:v>
                </c:pt>
                <c:pt idx="52">
                  <c:v>5409990.413522638</c:v>
                </c:pt>
                <c:pt idx="53">
                  <c:v>5422150.079964811</c:v>
                </c:pt>
                <c:pt idx="54">
                  <c:v>5976769.420370536</c:v>
                </c:pt>
                <c:pt idx="55">
                  <c:v>4568889.570997041</c:v>
                </c:pt>
                <c:pt idx="56">
                  <c:v>5094765.115680725</c:v>
                </c:pt>
                <c:pt idx="57">
                  <c:v>4317715.155593251</c:v>
                </c:pt>
                <c:pt idx="58">
                  <c:v>4410615.795134308</c:v>
                </c:pt>
                <c:pt idx="59">
                  <c:v>5311369.0195481945</c:v>
                </c:pt>
                <c:pt idx="60">
                  <c:v>1281536.321943415</c:v>
                </c:pt>
                <c:pt idx="61">
                  <c:v>6205527.271615969</c:v>
                </c:pt>
                <c:pt idx="62">
                  <c:v>5839963.570645052</c:v>
                </c:pt>
                <c:pt idx="63">
                  <c:v>7521462.532338972</c:v>
                </c:pt>
                <c:pt idx="64">
                  <c:v>5708361.266487631</c:v>
                </c:pt>
                <c:pt idx="65">
                  <c:v>5135068.585371682</c:v>
                </c:pt>
                <c:pt idx="66">
                  <c:v>4452437.389413204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9025755.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1115827684.57</c:v>
                </c:pt>
                <c:pt idx="1">
                  <c:v>1214264379.29</c:v>
                </c:pt>
                <c:pt idx="2">
                  <c:v>1515872103.53</c:v>
                </c:pt>
                <c:pt idx="3">
                  <c:v>1381338119.72</c:v>
                </c:pt>
                <c:pt idx="4">
                  <c:v>1164771707.59</c:v>
                </c:pt>
                <c:pt idx="5">
                  <c:v>1201389019.01</c:v>
                </c:pt>
                <c:pt idx="6">
                  <c:v>858454966.79</c:v>
                </c:pt>
                <c:pt idx="7">
                  <c:v>1000256616.86</c:v>
                </c:pt>
                <c:pt idx="8">
                  <c:v>802971272.07</c:v>
                </c:pt>
                <c:pt idx="9">
                  <c:v>860755874.84</c:v>
                </c:pt>
                <c:pt idx="10">
                  <c:v>1136392682.58</c:v>
                </c:pt>
                <c:pt idx="11">
                  <c:v>927234291.44</c:v>
                </c:pt>
                <c:pt idx="12">
                  <c:v>1207178019.91</c:v>
                </c:pt>
                <c:pt idx="13">
                  <c:v>1227550387.56</c:v>
                </c:pt>
                <c:pt idx="14">
                  <c:v>1651981494.63</c:v>
                </c:pt>
                <c:pt idx="15">
                  <c:v>1315586053.58</c:v>
                </c:pt>
                <c:pt idx="16">
                  <c:v>1498733972.85</c:v>
                </c:pt>
                <c:pt idx="17">
                  <c:v>1070736768.89</c:v>
                </c:pt>
                <c:pt idx="18">
                  <c:v>1028136048.79</c:v>
                </c:pt>
                <c:pt idx="19">
                  <c:v>1116952422.26</c:v>
                </c:pt>
                <c:pt idx="20">
                  <c:v>827637030.6899999</c:v>
                </c:pt>
                <c:pt idx="21">
                  <c:v>981388140.36</c:v>
                </c:pt>
                <c:pt idx="22">
                  <c:v>1268096786.43</c:v>
                </c:pt>
                <c:pt idx="23">
                  <c:v>1016701496.94</c:v>
                </c:pt>
                <c:pt idx="24">
                  <c:v>1513089003.6100001</c:v>
                </c:pt>
                <c:pt idx="25">
                  <c:v>1292395468.82</c:v>
                </c:pt>
                <c:pt idx="26">
                  <c:v>1417946756.55</c:v>
                </c:pt>
                <c:pt idx="27">
                  <c:v>1287599444.58</c:v>
                </c:pt>
                <c:pt idx="28">
                  <c:v>1437123997.55</c:v>
                </c:pt>
                <c:pt idx="29">
                  <c:v>1166527610.3</c:v>
                </c:pt>
                <c:pt idx="30">
                  <c:v>1026145462.4499999</c:v>
                </c:pt>
                <c:pt idx="31">
                  <c:v>1285291500.9</c:v>
                </c:pt>
                <c:pt idx="32">
                  <c:v>943892585.72</c:v>
                </c:pt>
                <c:pt idx="33">
                  <c:v>1244390710.1</c:v>
                </c:pt>
                <c:pt idx="34">
                  <c:v>1115057469.21</c:v>
                </c:pt>
                <c:pt idx="35">
                  <c:v>1173809887.31</c:v>
                </c:pt>
                <c:pt idx="36">
                  <c:v>1580068780.9</c:v>
                </c:pt>
                <c:pt idx="37">
                  <c:v>1341031480.48</c:v>
                </c:pt>
                <c:pt idx="38">
                  <c:v>1500447280.84</c:v>
                </c:pt>
                <c:pt idx="39">
                  <c:v>1282287918.78</c:v>
                </c:pt>
                <c:pt idx="40">
                  <c:v>1536547739.54</c:v>
                </c:pt>
                <c:pt idx="41">
                  <c:v>1131204310.1</c:v>
                </c:pt>
                <c:pt idx="42">
                  <c:v>1284359003.56</c:v>
                </c:pt>
                <c:pt idx="43">
                  <c:v>1024981272.09</c:v>
                </c:pt>
                <c:pt idx="44">
                  <c:v>940847554.6</c:v>
                </c:pt>
                <c:pt idx="45">
                  <c:v>1232251583.02</c:v>
                </c:pt>
                <c:pt idx="46">
                  <c:v>1055729495.9</c:v>
                </c:pt>
                <c:pt idx="47">
                  <c:v>1035104248.6800001</c:v>
                </c:pt>
                <c:pt idx="48">
                  <c:v>1493922631.56</c:v>
                </c:pt>
                <c:pt idx="49">
                  <c:v>1353334920.39</c:v>
                </c:pt>
                <c:pt idx="50">
                  <c:v>1309793021.27</c:v>
                </c:pt>
                <c:pt idx="51">
                  <c:v>1640268907.3899999</c:v>
                </c:pt>
                <c:pt idx="52">
                  <c:v>1243899364.53</c:v>
                </c:pt>
                <c:pt idx="53">
                  <c:v>1202359069.21</c:v>
                </c:pt>
                <c:pt idx="54">
                  <c:v>1223737798.97</c:v>
                </c:pt>
                <c:pt idx="55">
                  <c:v>907302089.8199999</c:v>
                </c:pt>
                <c:pt idx="56">
                  <c:v>1007181557.02</c:v>
                </c:pt>
                <c:pt idx="57">
                  <c:v>864194614.38</c:v>
                </c:pt>
                <c:pt idx="58">
                  <c:v>930678372.85</c:v>
                </c:pt>
                <c:pt idx="59">
                  <c:v>1154096778.3899999</c:v>
                </c:pt>
                <c:pt idx="60">
                  <c:v>297664978.61</c:v>
                </c:pt>
                <c:pt idx="61">
                  <c:v>1443392792.55</c:v>
                </c:pt>
                <c:pt idx="62">
                  <c:v>1386176546.6299999</c:v>
                </c:pt>
                <c:pt idx="63">
                  <c:v>1841764772.75</c:v>
                </c:pt>
                <c:pt idx="64">
                  <c:v>1399295018.43</c:v>
                </c:pt>
                <c:pt idx="65">
                  <c:v>1187062711.1599998</c:v>
                </c:pt>
                <c:pt idx="66">
                  <c:v>984752854.17</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1102103200.7573047</c:v>
                </c:pt>
                <c:pt idx="1">
                  <c:v>1180883959.4753408</c:v>
                </c:pt>
                <c:pt idx="2">
                  <c:v>1504694562.8842404</c:v>
                </c:pt>
                <c:pt idx="3">
                  <c:v>1371830000.5418248</c:v>
                </c:pt>
                <c:pt idx="4">
                  <c:v>1155513909.2680476</c:v>
                </c:pt>
                <c:pt idx="5">
                  <c:v>1223127756.1024532</c:v>
                </c:pt>
                <c:pt idx="6">
                  <c:v>831144259.592266</c:v>
                </c:pt>
                <c:pt idx="7">
                  <c:v>998330494.7067674</c:v>
                </c:pt>
                <c:pt idx="8">
                  <c:v>796541431.0807893</c:v>
                </c:pt>
                <c:pt idx="9">
                  <c:v>879737903.4660887</c:v>
                </c:pt>
                <c:pt idx="10">
                  <c:v>1153454340.6829557</c:v>
                </c:pt>
                <c:pt idx="11">
                  <c:v>950824341.0518951</c:v>
                </c:pt>
                <c:pt idx="12">
                  <c:v>1216868145.6884549</c:v>
                </c:pt>
                <c:pt idx="13">
                  <c:v>1207281525.181413</c:v>
                </c:pt>
                <c:pt idx="14">
                  <c:v>1653417867.4798613</c:v>
                </c:pt>
                <c:pt idx="15">
                  <c:v>1323010701.6545637</c:v>
                </c:pt>
                <c:pt idx="16">
                  <c:v>1555389012.19903</c:v>
                </c:pt>
                <c:pt idx="17">
                  <c:v>1064066236.2386149</c:v>
                </c:pt>
                <c:pt idx="18">
                  <c:v>1015170774.8765243</c:v>
                </c:pt>
                <c:pt idx="19">
                  <c:v>1102206721.343122</c:v>
                </c:pt>
                <c:pt idx="20">
                  <c:v>836997514.3889526</c:v>
                </c:pt>
                <c:pt idx="21">
                  <c:v>983558134.8124962</c:v>
                </c:pt>
                <c:pt idx="22">
                  <c:v>1254026630.5700831</c:v>
                </c:pt>
                <c:pt idx="23">
                  <c:v>1027267766.247312</c:v>
                </c:pt>
                <c:pt idx="24">
                  <c:v>1473551342.7633584</c:v>
                </c:pt>
                <c:pt idx="25">
                  <c:v>1309390082.3690877</c:v>
                </c:pt>
                <c:pt idx="26">
                  <c:v>1407612774.4881985</c:v>
                </c:pt>
                <c:pt idx="27">
                  <c:v>1282943967.0158253</c:v>
                </c:pt>
                <c:pt idx="28">
                  <c:v>1484698627.2121491</c:v>
                </c:pt>
                <c:pt idx="29">
                  <c:v>1169252677.0889792</c:v>
                </c:pt>
                <c:pt idx="30">
                  <c:v>1024404512.9891266</c:v>
                </c:pt>
                <c:pt idx="31">
                  <c:v>1281546829.2122798</c:v>
                </c:pt>
                <c:pt idx="32">
                  <c:v>946825450.6101633</c:v>
                </c:pt>
                <c:pt idx="33">
                  <c:v>1202150689.7626686</c:v>
                </c:pt>
                <c:pt idx="34">
                  <c:v>1106259006.2258747</c:v>
                </c:pt>
                <c:pt idx="35">
                  <c:v>1205085388.5283575</c:v>
                </c:pt>
                <c:pt idx="36">
                  <c:v>1592970498.7633445</c:v>
                </c:pt>
                <c:pt idx="37">
                  <c:v>1338337211.8924687</c:v>
                </c:pt>
                <c:pt idx="38">
                  <c:v>1504396481.5747185</c:v>
                </c:pt>
                <c:pt idx="39">
                  <c:v>1284610388.0964775</c:v>
                </c:pt>
                <c:pt idx="40">
                  <c:v>1531634680.9261284</c:v>
                </c:pt>
                <c:pt idx="41">
                  <c:v>1132108091.2067091</c:v>
                </c:pt>
                <c:pt idx="42">
                  <c:v>1308837631.1487107</c:v>
                </c:pt>
                <c:pt idx="43">
                  <c:v>1003057663.279147</c:v>
                </c:pt>
                <c:pt idx="44">
                  <c:v>911131822.9326314</c:v>
                </c:pt>
                <c:pt idx="45">
                  <c:v>1232955180.092528</c:v>
                </c:pt>
                <c:pt idx="46">
                  <c:v>1029191926.2158806</c:v>
                </c:pt>
                <c:pt idx="47">
                  <c:v>1024098254.6467981</c:v>
                </c:pt>
                <c:pt idx="48">
                  <c:v>1507394701.3632002</c:v>
                </c:pt>
                <c:pt idx="49">
                  <c:v>1309752986.7141743</c:v>
                </c:pt>
                <c:pt idx="50">
                  <c:v>1335978995.6717901</c:v>
                </c:pt>
                <c:pt idx="51">
                  <c:v>1620533400.2240353</c:v>
                </c:pt>
                <c:pt idx="52">
                  <c:v>1269073875.6389818</c:v>
                </c:pt>
                <c:pt idx="53">
                  <c:v>1210258916.3461287</c:v>
                </c:pt>
                <c:pt idx="54">
                  <c:v>1238616763.5780044</c:v>
                </c:pt>
                <c:pt idx="55">
                  <c:v>914509353.5183275</c:v>
                </c:pt>
                <c:pt idx="56">
                  <c:v>1028777325.9222304</c:v>
                </c:pt>
                <c:pt idx="57">
                  <c:v>879517523.6469543</c:v>
                </c:pt>
                <c:pt idx="58">
                  <c:v>947740155.5837559</c:v>
                </c:pt>
                <c:pt idx="59">
                  <c:v>1192380376.8689716</c:v>
                </c:pt>
                <c:pt idx="60">
                  <c:v>301698201.460429</c:v>
                </c:pt>
                <c:pt idx="61">
                  <c:v>1471636716.5122652</c:v>
                </c:pt>
                <c:pt idx="62">
                  <c:v>1426060099.3203654</c:v>
                </c:pt>
                <c:pt idx="63">
                  <c:v>1870355833.3883898</c:v>
                </c:pt>
                <c:pt idx="64">
                  <c:v>1423447891.4783359</c:v>
                </c:pt>
                <c:pt idx="65">
                  <c:v>1210690011.36648</c:v>
                </c:pt>
                <c:pt idx="66">
                  <c:v>986316085.5652524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244427000.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2681266.28310094</c:v>
                </c:pt>
                <c:pt idx="1">
                  <c:v>2681266.28310094</c:v>
                </c:pt>
                <c:pt idx="2">
                  <c:v>3351582.853876175</c:v>
                </c:pt>
                <c:pt idx="3">
                  <c:v>2681266.28310094</c:v>
                </c:pt>
                <c:pt idx="4">
                  <c:v>2681266.28310094</c:v>
                </c:pt>
                <c:pt idx="5">
                  <c:v>3351582.853876175</c:v>
                </c:pt>
                <c:pt idx="6">
                  <c:v>2681266.28310094</c:v>
                </c:pt>
                <c:pt idx="7">
                  <c:v>3351582.853876175</c:v>
                </c:pt>
                <c:pt idx="8">
                  <c:v>2681266.28310094</c:v>
                </c:pt>
                <c:pt idx="9">
                  <c:v>2681266.28310094</c:v>
                </c:pt>
                <c:pt idx="10">
                  <c:v>3351582.853876175</c:v>
                </c:pt>
                <c:pt idx="11">
                  <c:v>2681266.28310094</c:v>
                </c:pt>
                <c:pt idx="12">
                  <c:v>2681266.28310094</c:v>
                </c:pt>
                <c:pt idx="13">
                  <c:v>2681266.28310094</c:v>
                </c:pt>
                <c:pt idx="14">
                  <c:v>3351582.853876175</c:v>
                </c:pt>
                <c:pt idx="15">
                  <c:v>2681266.28310094</c:v>
                </c:pt>
                <c:pt idx="16">
                  <c:v>3351582.853876175</c:v>
                </c:pt>
                <c:pt idx="17">
                  <c:v>2681266.28310094</c:v>
                </c:pt>
                <c:pt idx="18">
                  <c:v>2681266.28310094</c:v>
                </c:pt>
                <c:pt idx="19">
                  <c:v>3351582.853876175</c:v>
                </c:pt>
                <c:pt idx="20">
                  <c:v>2681266.28310094</c:v>
                </c:pt>
                <c:pt idx="21">
                  <c:v>2681266.28310094</c:v>
                </c:pt>
                <c:pt idx="22">
                  <c:v>3351582.853876175</c:v>
                </c:pt>
                <c:pt idx="23">
                  <c:v>2681266.28310094</c:v>
                </c:pt>
                <c:pt idx="24">
                  <c:v>3351582.853876175</c:v>
                </c:pt>
                <c:pt idx="25">
                  <c:v>2681266.28310094</c:v>
                </c:pt>
                <c:pt idx="26">
                  <c:v>2681266.28310094</c:v>
                </c:pt>
                <c:pt idx="27">
                  <c:v>2681266.28310094</c:v>
                </c:pt>
                <c:pt idx="28">
                  <c:v>3351582.853876175</c:v>
                </c:pt>
                <c:pt idx="29">
                  <c:v>2681266.28310094</c:v>
                </c:pt>
                <c:pt idx="30">
                  <c:v>2681266.28310094</c:v>
                </c:pt>
                <c:pt idx="31">
                  <c:v>3351582.853876175</c:v>
                </c:pt>
                <c:pt idx="32">
                  <c:v>2681266.28310094</c:v>
                </c:pt>
                <c:pt idx="33">
                  <c:v>3351582.853876175</c:v>
                </c:pt>
                <c:pt idx="34">
                  <c:v>2681266.28310094</c:v>
                </c:pt>
                <c:pt idx="35">
                  <c:v>2681266.28310094</c:v>
                </c:pt>
                <c:pt idx="36">
                  <c:v>3351582.853876175</c:v>
                </c:pt>
                <c:pt idx="37">
                  <c:v>2681266.28310094</c:v>
                </c:pt>
                <c:pt idx="38">
                  <c:v>2681266.28310094</c:v>
                </c:pt>
                <c:pt idx="39">
                  <c:v>2681266.28310094</c:v>
                </c:pt>
                <c:pt idx="40">
                  <c:v>3351582.853876175</c:v>
                </c:pt>
                <c:pt idx="41">
                  <c:v>2681266.28310094</c:v>
                </c:pt>
                <c:pt idx="42">
                  <c:v>3351582.853876175</c:v>
                </c:pt>
                <c:pt idx="43">
                  <c:v>2681266.28310094</c:v>
                </c:pt>
                <c:pt idx="44">
                  <c:v>2681266.28310094</c:v>
                </c:pt>
                <c:pt idx="45">
                  <c:v>3351582.853876175</c:v>
                </c:pt>
                <c:pt idx="46">
                  <c:v>2681266.28310094</c:v>
                </c:pt>
                <c:pt idx="47">
                  <c:v>2681266.28310094</c:v>
                </c:pt>
                <c:pt idx="48">
                  <c:v>3351582.853876175</c:v>
                </c:pt>
                <c:pt idx="49">
                  <c:v>2681266.28310094</c:v>
                </c:pt>
                <c:pt idx="50">
                  <c:v>2681266.28310094</c:v>
                </c:pt>
                <c:pt idx="51">
                  <c:v>3351582.853876175</c:v>
                </c:pt>
                <c:pt idx="52">
                  <c:v>2681266.28310094</c:v>
                </c:pt>
                <c:pt idx="53">
                  <c:v>2681266.28310094</c:v>
                </c:pt>
                <c:pt idx="54">
                  <c:v>3351582.853876175</c:v>
                </c:pt>
                <c:pt idx="55">
                  <c:v>2681266.28310094</c:v>
                </c:pt>
                <c:pt idx="56">
                  <c:v>3351582.853876175</c:v>
                </c:pt>
                <c:pt idx="57">
                  <c:v>2681266.28310094</c:v>
                </c:pt>
                <c:pt idx="58">
                  <c:v>2681266.28310094</c:v>
                </c:pt>
                <c:pt idx="59">
                  <c:v>3351582.853876175</c:v>
                </c:pt>
                <c:pt idx="60">
                  <c:v>2681266.28310094</c:v>
                </c:pt>
                <c:pt idx="61">
                  <c:v>2681266.28310094</c:v>
                </c:pt>
                <c:pt idx="62">
                  <c:v>3351582.853876175</c:v>
                </c:pt>
                <c:pt idx="63">
                  <c:v>2681266.28310094</c:v>
                </c:pt>
                <c:pt idx="64">
                  <c:v>2681266.28310094</c:v>
                </c:pt>
                <c:pt idx="65">
                  <c:v>2681266.28310094</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87078.83408724224</c:v>
                </c:pt>
                <c:pt idx="1">
                  <c:v>50576.75635783122</c:v>
                </c:pt>
                <c:pt idx="2">
                  <c:v>1043.1325566943533</c:v>
                </c:pt>
                <c:pt idx="3">
                  <c:v>107213.30099379228</c:v>
                </c:pt>
                <c:pt idx="4">
                  <c:v>24444.944127205184</c:v>
                </c:pt>
                <c:pt idx="5">
                  <c:v>265.6549295786941</c:v>
                </c:pt>
                <c:pt idx="6">
                  <c:v>83210.46306590871</c:v>
                </c:pt>
                <c:pt idx="7">
                  <c:v>16578.767621685554</c:v>
                </c:pt>
                <c:pt idx="8">
                  <c:v>11364.276883847722</c:v>
                </c:pt>
                <c:pt idx="9">
                  <c:v>31037.408637632296</c:v>
                </c:pt>
                <c:pt idx="10">
                  <c:v>64303.403066049184</c:v>
                </c:pt>
                <c:pt idx="11">
                  <c:v>33937.84309460424</c:v>
                </c:pt>
                <c:pt idx="12">
                  <c:v>100065.41289860496</c:v>
                </c:pt>
                <c:pt idx="13">
                  <c:v>8617.275552296056</c:v>
                </c:pt>
                <c:pt idx="14">
                  <c:v>36451.309267447185</c:v>
                </c:pt>
                <c:pt idx="15">
                  <c:v>40602.09088698732</c:v>
                </c:pt>
                <c:pt idx="16">
                  <c:v>107518.75770162905</c:v>
                </c:pt>
                <c:pt idx="17">
                  <c:v>1717.6171899276592</c:v>
                </c:pt>
                <c:pt idx="18">
                  <c:v>21.42980602430819</c:v>
                </c:pt>
                <c:pt idx="19">
                  <c:v>58571.90612721489</c:v>
                </c:pt>
                <c:pt idx="20">
                  <c:v>31132.42186391142</c:v>
                </c:pt>
                <c:pt idx="21">
                  <c:v>86184.96432003233</c:v>
                </c:pt>
                <c:pt idx="22">
                  <c:v>79685.32110921116</c:v>
                </c:pt>
                <c:pt idx="23">
                  <c:v>80232.20856245045</c:v>
                </c:pt>
                <c:pt idx="24">
                  <c:v>32672.334837701237</c:v>
                </c:pt>
                <c:pt idx="25">
                  <c:v>2118.1424951900462</c:v>
                </c:pt>
                <c:pt idx="26">
                  <c:v>23820.7026458989</c:v>
                </c:pt>
                <c:pt idx="27">
                  <c:v>910.7685637724738</c:v>
                </c:pt>
                <c:pt idx="28">
                  <c:v>15873.697269462664</c:v>
                </c:pt>
                <c:pt idx="29">
                  <c:v>42347.198203732965</c:v>
                </c:pt>
                <c:pt idx="30">
                  <c:v>74424.74643038918</c:v>
                </c:pt>
                <c:pt idx="31">
                  <c:v>62954.40147922287</c:v>
                </c:pt>
                <c:pt idx="32">
                  <c:v>43881.1913385893</c:v>
                </c:pt>
                <c:pt idx="33">
                  <c:v>39795.58746077218</c:v>
                </c:pt>
                <c:pt idx="34">
                  <c:v>1294.85146117844</c:v>
                </c:pt>
                <c:pt idx="35">
                  <c:v>65797.53715092679</c:v>
                </c:pt>
                <c:pt idx="36">
                  <c:v>154168.10119499985</c:v>
                </c:pt>
                <c:pt idx="37">
                  <c:v>102250.1854218885</c:v>
                </c:pt>
                <c:pt idx="38">
                  <c:v>131196.87047999498</c:v>
                </c:pt>
                <c:pt idx="39">
                  <c:v>76767.19656204863</c:v>
                </c:pt>
                <c:pt idx="40">
                  <c:v>70464.41641063655</c:v>
                </c:pt>
                <c:pt idx="41">
                  <c:v>22008.44793526934</c:v>
                </c:pt>
                <c:pt idx="42">
                  <c:v>107707.22213709015</c:v>
                </c:pt>
                <c:pt idx="43">
                  <c:v>44058.72161698855</c:v>
                </c:pt>
                <c:pt idx="44">
                  <c:v>1791.8501511739119</c:v>
                </c:pt>
                <c:pt idx="45">
                  <c:v>28136.356863601686</c:v>
                </c:pt>
                <c:pt idx="46">
                  <c:v>58381.35259657359</c:v>
                </c:pt>
                <c:pt idx="47">
                  <c:v>4296.320235436501</c:v>
                </c:pt>
                <c:pt idx="48">
                  <c:v>51869.120928417295</c:v>
                </c:pt>
                <c:pt idx="49">
                  <c:v>48003.37664264964</c:v>
                </c:pt>
                <c:pt idx="50">
                  <c:v>41973.032052048264</c:v>
                </c:pt>
                <c:pt idx="51">
                  <c:v>100886.30238195119</c:v>
                </c:pt>
                <c:pt idx="52">
                  <c:v>96466.5153395153</c:v>
                </c:pt>
                <c:pt idx="53">
                  <c:v>51744.55004157092</c:v>
                </c:pt>
                <c:pt idx="54">
                  <c:v>888.7045874456371</c:v>
                </c:pt>
                <c:pt idx="55">
                  <c:v>47060.63633596253</c:v>
                </c:pt>
                <c:pt idx="56">
                  <c:v>90250.61712147758</c:v>
                </c:pt>
                <c:pt idx="57">
                  <c:v>135726.2757662473</c:v>
                </c:pt>
                <c:pt idx="58">
                  <c:v>91643.67061965424</c:v>
                </c:pt>
                <c:pt idx="59">
                  <c:v>66498.48408978649</c:v>
                </c:pt>
                <c:pt idx="60">
                  <c:v>119247.69734656993</c:v>
                </c:pt>
                <c:pt idx="61">
                  <c:v>7159.445549539103</c:v>
                </c:pt>
                <c:pt idx="62">
                  <c:v>986.6082094910821</c:v>
                </c:pt>
                <c:pt idx="63">
                  <c:v>131106.61644429897</c:v>
                </c:pt>
                <c:pt idx="64">
                  <c:v>32110.594836759137</c:v>
                </c:pt>
                <c:pt idx="65">
                  <c:v>919.1959796048582</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219351.26220761464</c:v>
                </c:pt>
                <c:pt idx="1">
                  <c:v>223824.55153611582</c:v>
                </c:pt>
                <c:pt idx="2">
                  <c:v>205194.01975079754</c:v>
                </c:pt>
                <c:pt idx="3">
                  <c:v>544644.134227986</c:v>
                </c:pt>
                <c:pt idx="4">
                  <c:v>271279.8141773149</c:v>
                </c:pt>
                <c:pt idx="5">
                  <c:v>142359.98267809214</c:v>
                </c:pt>
                <c:pt idx="6">
                  <c:v>55130.91016856403</c:v>
                </c:pt>
                <c:pt idx="7">
                  <c:v>30025.474908620065</c:v>
                </c:pt>
                <c:pt idx="8">
                  <c:v>26880.261091272452</c:v>
                </c:pt>
                <c:pt idx="9">
                  <c:v>332937.9073935918</c:v>
                </c:pt>
                <c:pt idx="10">
                  <c:v>449942.42243559624</c:v>
                </c:pt>
                <c:pt idx="11">
                  <c:v>161931.90782680138</c:v>
                </c:pt>
                <c:pt idx="12">
                  <c:v>81192.53853685923</c:v>
                </c:pt>
                <c:pt idx="13">
                  <c:v>37830.2074999466</c:v>
                </c:pt>
                <c:pt idx="14">
                  <c:v>331384.2693286369</c:v>
                </c:pt>
                <c:pt idx="15">
                  <c:v>363874.1115747435</c:v>
                </c:pt>
                <c:pt idx="16">
                  <c:v>231063.23853866156</c:v>
                </c:pt>
                <c:pt idx="17">
                  <c:v>413017.8216576914</c:v>
                </c:pt>
                <c:pt idx="18">
                  <c:v>709419.4250861901</c:v>
                </c:pt>
                <c:pt idx="19">
                  <c:v>462723.374795693</c:v>
                </c:pt>
                <c:pt idx="20">
                  <c:v>391219.11966163456</c:v>
                </c:pt>
                <c:pt idx="21">
                  <c:v>487122.59815730964</c:v>
                </c:pt>
                <c:pt idx="22">
                  <c:v>682998.6325781267</c:v>
                </c:pt>
                <c:pt idx="23">
                  <c:v>233620.26639606062</c:v>
                </c:pt>
                <c:pt idx="24">
                  <c:v>376631.06104248733</c:v>
                </c:pt>
                <c:pt idx="25">
                  <c:v>524254.03467294597</c:v>
                </c:pt>
                <c:pt idx="26">
                  <c:v>598869.0411728623</c:v>
                </c:pt>
                <c:pt idx="27">
                  <c:v>413415.4605038667</c:v>
                </c:pt>
                <c:pt idx="28">
                  <c:v>355458.6404548646</c:v>
                </c:pt>
                <c:pt idx="29">
                  <c:v>500984.0543945575</c:v>
                </c:pt>
                <c:pt idx="30">
                  <c:v>569498.9997869548</c:v>
                </c:pt>
                <c:pt idx="31">
                  <c:v>1214413.6216011215</c:v>
                </c:pt>
                <c:pt idx="32">
                  <c:v>865471.2269802266</c:v>
                </c:pt>
                <c:pt idx="33">
                  <c:v>1091419.483392866</c:v>
                </c:pt>
                <c:pt idx="34">
                  <c:v>1043324.3149506276</c:v>
                </c:pt>
                <c:pt idx="35">
                  <c:v>549814.7682420145</c:v>
                </c:pt>
                <c:pt idx="36">
                  <c:v>349493.2365658202</c:v>
                </c:pt>
                <c:pt idx="37">
                  <c:v>670360.7596577967</c:v>
                </c:pt>
                <c:pt idx="38">
                  <c:v>676864.2415322961</c:v>
                </c:pt>
                <c:pt idx="39">
                  <c:v>278524.4585199294</c:v>
                </c:pt>
                <c:pt idx="40">
                  <c:v>555667.1422853075</c:v>
                </c:pt>
                <c:pt idx="41">
                  <c:v>600567.3658042835</c:v>
                </c:pt>
                <c:pt idx="42">
                  <c:v>734436.101090905</c:v>
                </c:pt>
                <c:pt idx="43">
                  <c:v>955334.0168231232</c:v>
                </c:pt>
                <c:pt idx="44">
                  <c:v>678496.4916731127</c:v>
                </c:pt>
                <c:pt idx="45">
                  <c:v>794652.5865380261</c:v>
                </c:pt>
                <c:pt idx="46">
                  <c:v>682682.8050171018</c:v>
                </c:pt>
                <c:pt idx="47">
                  <c:v>374869.51159805094</c:v>
                </c:pt>
                <c:pt idx="48">
                  <c:v>708008.3701684116</c:v>
                </c:pt>
                <c:pt idx="49">
                  <c:v>351658.4989707311</c:v>
                </c:pt>
                <c:pt idx="50">
                  <c:v>370068.71204930637</c:v>
                </c:pt>
                <c:pt idx="51">
                  <c:v>354190.0688289836</c:v>
                </c:pt>
                <c:pt idx="52">
                  <c:v>552994.2083290808</c:v>
                </c:pt>
                <c:pt idx="53">
                  <c:v>640179.7063592257</c:v>
                </c:pt>
                <c:pt idx="54">
                  <c:v>794626.9185620465</c:v>
                </c:pt>
                <c:pt idx="55">
                  <c:v>658322.4475862423</c:v>
                </c:pt>
                <c:pt idx="56">
                  <c:v>353304.2662515938</c:v>
                </c:pt>
                <c:pt idx="57">
                  <c:v>121225.98619581165</c:v>
                </c:pt>
                <c:pt idx="58">
                  <c:v>94016.38663713391</c:v>
                </c:pt>
                <c:pt idx="59">
                  <c:v>484955.2308701155</c:v>
                </c:pt>
                <c:pt idx="60">
                  <c:v>648402.8579821691</c:v>
                </c:pt>
                <c:pt idx="61">
                  <c:v>648522.7140452767</c:v>
                </c:pt>
                <c:pt idx="62">
                  <c:v>968111.2635575451</c:v>
                </c:pt>
                <c:pt idx="63">
                  <c:v>317831.7128707474</c:v>
                </c:pt>
                <c:pt idx="64">
                  <c:v>138819.38018984284</c:v>
                </c:pt>
                <c:pt idx="65">
                  <c:v>66790.55574055795</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70857.54713774871</c:v>
                </c:pt>
                <c:pt idx="1">
                  <c:v>63460.875943040766</c:v>
                </c:pt>
                <c:pt idx="2">
                  <c:v>81389.5573826602</c:v>
                </c:pt>
                <c:pt idx="3">
                  <c:v>88671.65321574503</c:v>
                </c:pt>
                <c:pt idx="4">
                  <c:v>146982.42628432266</c:v>
                </c:pt>
                <c:pt idx="5">
                  <c:v>32011.768068289726</c:v>
                </c:pt>
                <c:pt idx="6">
                  <c:v>1165.9019053686761</c:v>
                </c:pt>
                <c:pt idx="7">
                  <c:v>97579.79537306352</c:v>
                </c:pt>
                <c:pt idx="8">
                  <c:v>98416.55379591013</c:v>
                </c:pt>
                <c:pt idx="9">
                  <c:v>107067.88359283903</c:v>
                </c:pt>
                <c:pt idx="10">
                  <c:v>4085.8420691892566</c:v>
                </c:pt>
                <c:pt idx="11">
                  <c:v>58625.13421140015</c:v>
                </c:pt>
                <c:pt idx="12">
                  <c:v>80218.16180012563</c:v>
                </c:pt>
                <c:pt idx="13">
                  <c:v>51822.998187286474</c:v>
                </c:pt>
                <c:pt idx="14">
                  <c:v>134203.56116198827</c:v>
                </c:pt>
                <c:pt idx="15">
                  <c:v>179969.2268523106</c:v>
                </c:pt>
                <c:pt idx="16">
                  <c:v>131358.8832110024</c:v>
                </c:pt>
                <c:pt idx="17">
                  <c:v>105339.33252666367</c:v>
                </c:pt>
                <c:pt idx="18">
                  <c:v>23006.56971905796</c:v>
                </c:pt>
                <c:pt idx="19">
                  <c:v>19623.17144527363</c:v>
                </c:pt>
                <c:pt idx="20">
                  <c:v>67019.12628794895</c:v>
                </c:pt>
                <c:pt idx="21">
                  <c:v>148092.58521765334</c:v>
                </c:pt>
                <c:pt idx="22">
                  <c:v>10012.26769002918</c:v>
                </c:pt>
                <c:pt idx="23">
                  <c:v>99556.8160821249</c:v>
                </c:pt>
                <c:pt idx="24">
                  <c:v>121702.15382930679</c:v>
                </c:pt>
                <c:pt idx="25">
                  <c:v>117084.4106248745</c:v>
                </c:pt>
                <c:pt idx="26">
                  <c:v>57904.912997538115</c:v>
                </c:pt>
                <c:pt idx="27">
                  <c:v>88285.10019581213</c:v>
                </c:pt>
                <c:pt idx="28">
                  <c:v>70200.94674790995</c:v>
                </c:pt>
                <c:pt idx="29">
                  <c:v>4593.852840978683</c:v>
                </c:pt>
                <c:pt idx="30">
                  <c:v>27571.316293674856</c:v>
                </c:pt>
                <c:pt idx="31">
                  <c:v>68140.60632879967</c:v>
                </c:pt>
                <c:pt idx="32">
                  <c:v>46346.059694196665</c:v>
                </c:pt>
                <c:pt idx="33">
                  <c:v>176595.22598636165</c:v>
                </c:pt>
                <c:pt idx="34">
                  <c:v>43617.28199169789</c:v>
                </c:pt>
                <c:pt idx="35">
                  <c:v>90441.68009073424</c:v>
                </c:pt>
                <c:pt idx="36">
                  <c:v>140790.7560124343</c:v>
                </c:pt>
                <c:pt idx="37">
                  <c:v>99375.83111415053</c:v>
                </c:pt>
                <c:pt idx="38">
                  <c:v>104608.29464912531</c:v>
                </c:pt>
                <c:pt idx="39">
                  <c:v>111004.44475911668</c:v>
                </c:pt>
                <c:pt idx="40">
                  <c:v>75217.15608764133</c:v>
                </c:pt>
                <c:pt idx="41">
                  <c:v>49162.73279464031</c:v>
                </c:pt>
                <c:pt idx="42">
                  <c:v>134600.78543944214</c:v>
                </c:pt>
                <c:pt idx="43">
                  <c:v>82213.22619285464</c:v>
                </c:pt>
                <c:pt idx="44">
                  <c:v>53653.28934413737</c:v>
                </c:pt>
                <c:pt idx="45">
                  <c:v>187448.7175458958</c:v>
                </c:pt>
                <c:pt idx="46">
                  <c:v>82866.63753546128</c:v>
                </c:pt>
                <c:pt idx="47">
                  <c:v>3511.1160249938393</c:v>
                </c:pt>
                <c:pt idx="48">
                  <c:v>61281.22821313044</c:v>
                </c:pt>
                <c:pt idx="49">
                  <c:v>104449.10557873809</c:v>
                </c:pt>
                <c:pt idx="50">
                  <c:v>50115.347652909084</c:v>
                </c:pt>
                <c:pt idx="51">
                  <c:v>230956.0898234508</c:v>
                </c:pt>
                <c:pt idx="52">
                  <c:v>74222.29221060735</c:v>
                </c:pt>
                <c:pt idx="53">
                  <c:v>62484.770133142694</c:v>
                </c:pt>
                <c:pt idx="54">
                  <c:v>79047.76429720302</c:v>
                </c:pt>
                <c:pt idx="55">
                  <c:v>137.41479689896892</c:v>
                </c:pt>
                <c:pt idx="56">
                  <c:v>3728.326489151318</c:v>
                </c:pt>
                <c:pt idx="57">
                  <c:v>41974.602988585626</c:v>
                </c:pt>
                <c:pt idx="58">
                  <c:v>144395.19123566846</c:v>
                </c:pt>
                <c:pt idx="59">
                  <c:v>196556.82451767943</c:v>
                </c:pt>
                <c:pt idx="60">
                  <c:v>181558.82720333932</c:v>
                </c:pt>
                <c:pt idx="61">
                  <c:v>91404.55727332585</c:v>
                </c:pt>
                <c:pt idx="62">
                  <c:v>52066.336445865716</c:v>
                </c:pt>
                <c:pt idx="63">
                  <c:v>187608.94040300584</c:v>
                </c:pt>
                <c:pt idx="64">
                  <c:v>55843.09580020177</c:v>
                </c:pt>
                <c:pt idx="65">
                  <c:v>4092.1190258625707</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22350.858436475242</c:v>
                </c:pt>
                <c:pt idx="1">
                  <c:v>47343.888396982984</c:v>
                </c:pt>
                <c:pt idx="2">
                  <c:v>32621.968874548802</c:v>
                </c:pt>
                <c:pt idx="3">
                  <c:v>22997.83031883274</c:v>
                </c:pt>
                <c:pt idx="4">
                  <c:v>386.7987877375553</c:v>
                </c:pt>
                <c:pt idx="5">
                  <c:v>28887.976847679096</c:v>
                </c:pt>
                <c:pt idx="6">
                  <c:v>13613.742040140736</c:v>
                </c:pt>
                <c:pt idx="7">
                  <c:v>593.4599509988433</c:v>
                </c:pt>
                <c:pt idx="8">
                  <c:v>60243.324867641204</c:v>
                </c:pt>
                <c:pt idx="9">
                  <c:v>1679.1435775781772</c:v>
                </c:pt>
                <c:pt idx="10">
                  <c:v>26506.421111183678</c:v>
                </c:pt>
                <c:pt idx="11">
                  <c:v>18347.30585418501</c:v>
                </c:pt>
                <c:pt idx="12">
                  <c:v>57832.160769101545</c:v>
                </c:pt>
                <c:pt idx="13">
                  <c:v>1549.379643222681</c:v>
                </c:pt>
                <c:pt idx="14">
                  <c:v>8427.713962182472</c:v>
                </c:pt>
                <c:pt idx="15">
                  <c:v>40761.49167379043</c:v>
                </c:pt>
                <c:pt idx="16">
                  <c:v>83246.9779926012</c:v>
                </c:pt>
                <c:pt idx="17">
                  <c:v>50135.48110870239</c:v>
                </c:pt>
                <c:pt idx="18">
                  <c:v>44013.48935061958</c:v>
                </c:pt>
                <c:pt idx="19">
                  <c:v>8115.363799278769</c:v>
                </c:pt>
                <c:pt idx="20">
                  <c:v>39670.51931319325</c:v>
                </c:pt>
                <c:pt idx="21">
                  <c:v>13119.649406481245</c:v>
                </c:pt>
                <c:pt idx="22">
                  <c:v>47621.52486346291</c:v>
                </c:pt>
                <c:pt idx="23">
                  <c:v>583.6263375476312</c:v>
                </c:pt>
                <c:pt idx="24">
                  <c:v>640.1763781467097</c:v>
                </c:pt>
                <c:pt idx="25">
                  <c:v>1591.5255491404616</c:v>
                </c:pt>
                <c:pt idx="26">
                  <c:v>27810.40242048632</c:v>
                </c:pt>
                <c:pt idx="27">
                  <c:v>22664.398486860064</c:v>
                </c:pt>
                <c:pt idx="28">
                  <c:v>1374.465250298807</c:v>
                </c:pt>
                <c:pt idx="29">
                  <c:v>68909.39682393314</c:v>
                </c:pt>
                <c:pt idx="30">
                  <c:v>54287.751025404556</c:v>
                </c:pt>
                <c:pt idx="31">
                  <c:v>53069.65213030641</c:v>
                </c:pt>
                <c:pt idx="32">
                  <c:v>8901.57970693494</c:v>
                </c:pt>
                <c:pt idx="33">
                  <c:v>9940.916371615373</c:v>
                </c:pt>
                <c:pt idx="34">
                  <c:v>354.52989063920984</c:v>
                </c:pt>
                <c:pt idx="35">
                  <c:v>69728.80499766469</c:v>
                </c:pt>
                <c:pt idx="36">
                  <c:v>67771.51172372146</c:v>
                </c:pt>
                <c:pt idx="37">
                  <c:v>25342.600231214994</c:v>
                </c:pt>
                <c:pt idx="38">
                  <c:v>41989.200860530735</c:v>
                </c:pt>
                <c:pt idx="39">
                  <c:v>36104.05514300057</c:v>
                </c:pt>
                <c:pt idx="40">
                  <c:v>432.94997064463723</c:v>
                </c:pt>
                <c:pt idx="41">
                  <c:v>836.8757973233826</c:v>
                </c:pt>
                <c:pt idx="42">
                  <c:v>27474.953730867746</c:v>
                </c:pt>
                <c:pt idx="43">
                  <c:v>45473.15448954361</c:v>
                </c:pt>
                <c:pt idx="44">
                  <c:v>321.1713792281417</c:v>
                </c:pt>
                <c:pt idx="45">
                  <c:v>89121.54890204158</c:v>
                </c:pt>
                <c:pt idx="46">
                  <c:v>18940.05689787157</c:v>
                </c:pt>
                <c:pt idx="47">
                  <c:v>46697.014424134126</c:v>
                </c:pt>
                <c:pt idx="48">
                  <c:v>38046.87476699483</c:v>
                </c:pt>
                <c:pt idx="49">
                  <c:v>16810.64963254962</c:v>
                </c:pt>
                <c:pt idx="50">
                  <c:v>484.6594397746993</c:v>
                </c:pt>
                <c:pt idx="51">
                  <c:v>19451.60524872884</c:v>
                </c:pt>
                <c:pt idx="52">
                  <c:v>67333.31080218946</c:v>
                </c:pt>
                <c:pt idx="53">
                  <c:v>322.6297309155598</c:v>
                </c:pt>
                <c:pt idx="54">
                  <c:v>36964.36112031694</c:v>
                </c:pt>
                <c:pt idx="55">
                  <c:v>49626.3456066332</c:v>
                </c:pt>
                <c:pt idx="56">
                  <c:v>34143.691757049586</c:v>
                </c:pt>
                <c:pt idx="57">
                  <c:v>263.5749244313048</c:v>
                </c:pt>
                <c:pt idx="58">
                  <c:v>852.4748719143828</c:v>
                </c:pt>
                <c:pt idx="59">
                  <c:v>50692.3438642449</c:v>
                </c:pt>
                <c:pt idx="60">
                  <c:v>77529.22561909052</c:v>
                </c:pt>
                <c:pt idx="61">
                  <c:v>56051.879599218126</c:v>
                </c:pt>
                <c:pt idx="62">
                  <c:v>76693.15840710852</c:v>
                </c:pt>
                <c:pt idx="63">
                  <c:v>23520.072501133618</c:v>
                </c:pt>
                <c:pt idx="64">
                  <c:v>23691.82276433559</c:v>
                </c:pt>
                <c:pt idx="65">
                  <c:v>47141.0428322532</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2510.4478327066918</c:v>
                </c:pt>
                <c:pt idx="1">
                  <c:v>39286.259287785186</c:v>
                </c:pt>
                <c:pt idx="2">
                  <c:v>19014.240960209467</c:v>
                </c:pt>
                <c:pt idx="3">
                  <c:v>62.9312497760227</c:v>
                </c:pt>
                <c:pt idx="4">
                  <c:v>62899.89402020021</c:v>
                </c:pt>
                <c:pt idx="5">
                  <c:v>50448.22370075534</c:v>
                </c:pt>
                <c:pt idx="6">
                  <c:v>22265.994622643688</c:v>
                </c:pt>
                <c:pt idx="7">
                  <c:v>2414.520446807216</c:v>
                </c:pt>
                <c:pt idx="8">
                  <c:v>103465.12183036983</c:v>
                </c:pt>
                <c:pt idx="9">
                  <c:v>49587.95841737686</c:v>
                </c:pt>
                <c:pt idx="10">
                  <c:v>56384.22524527217</c:v>
                </c:pt>
                <c:pt idx="11">
                  <c:v>472.34139459770586</c:v>
                </c:pt>
                <c:pt idx="12">
                  <c:v>53500.497128559</c:v>
                </c:pt>
                <c:pt idx="13">
                  <c:v>23078.264926659627</c:v>
                </c:pt>
                <c:pt idx="14">
                  <c:v>104346.85105218692</c:v>
                </c:pt>
                <c:pt idx="15">
                  <c:v>64844.40055492436</c:v>
                </c:pt>
                <c:pt idx="16">
                  <c:v>104521.66166284948</c:v>
                </c:pt>
                <c:pt idx="17">
                  <c:v>1890.2850476348272</c:v>
                </c:pt>
                <c:pt idx="18">
                  <c:v>54317.65398917455</c:v>
                </c:pt>
                <c:pt idx="19">
                  <c:v>78268.40056077328</c:v>
                </c:pt>
                <c:pt idx="20">
                  <c:v>2267.053419909189</c:v>
                </c:pt>
                <c:pt idx="21">
                  <c:v>41854.566060767116</c:v>
                </c:pt>
                <c:pt idx="22">
                  <c:v>44157.36790523098</c:v>
                </c:pt>
                <c:pt idx="23">
                  <c:v>17839.17586873958</c:v>
                </c:pt>
                <c:pt idx="24">
                  <c:v>35104.599623962014</c:v>
                </c:pt>
                <c:pt idx="25">
                  <c:v>167.85938573678771</c:v>
                </c:pt>
                <c:pt idx="26">
                  <c:v>785.1450469160716</c:v>
                </c:pt>
                <c:pt idx="27">
                  <c:v>42114.27711031354</c:v>
                </c:pt>
                <c:pt idx="28">
                  <c:v>54742.212538020874</c:v>
                </c:pt>
                <c:pt idx="29">
                  <c:v>10402.41235031885</c:v>
                </c:pt>
                <c:pt idx="30">
                  <c:v>21033.624322838274</c:v>
                </c:pt>
                <c:pt idx="31">
                  <c:v>85090.51168199933</c:v>
                </c:pt>
                <c:pt idx="32">
                  <c:v>66251.25700747933</c:v>
                </c:pt>
                <c:pt idx="33">
                  <c:v>36734.40493227067</c:v>
                </c:pt>
                <c:pt idx="34">
                  <c:v>22814.507284178293</c:v>
                </c:pt>
                <c:pt idx="35">
                  <c:v>50531.254931489355</c:v>
                </c:pt>
                <c:pt idx="36">
                  <c:v>70046.4773382562</c:v>
                </c:pt>
                <c:pt idx="37">
                  <c:v>162.13741158463114</c:v>
                </c:pt>
                <c:pt idx="38">
                  <c:v>101666.82493119962</c:v>
                </c:pt>
                <c:pt idx="39">
                  <c:v>22463.70520077828</c:v>
                </c:pt>
                <c:pt idx="40">
                  <c:v>68350.61626015935</c:v>
                </c:pt>
                <c:pt idx="41">
                  <c:v>55107.618871900435</c:v>
                </c:pt>
                <c:pt idx="42">
                  <c:v>91462.85821461862</c:v>
                </c:pt>
                <c:pt idx="43">
                  <c:v>3390.3742040397337</c:v>
                </c:pt>
                <c:pt idx="44">
                  <c:v>29904.928028262533</c:v>
                </c:pt>
                <c:pt idx="45">
                  <c:v>95098.41105990199</c:v>
                </c:pt>
                <c:pt idx="46">
                  <c:v>51144.80016701497</c:v>
                </c:pt>
                <c:pt idx="47">
                  <c:v>1390.5802838052218</c:v>
                </c:pt>
                <c:pt idx="48">
                  <c:v>79430.19961178878</c:v>
                </c:pt>
                <c:pt idx="49">
                  <c:v>32942.49654217022</c:v>
                </c:pt>
                <c:pt idx="50">
                  <c:v>65621.36722176101</c:v>
                </c:pt>
                <c:pt idx="51">
                  <c:v>92609.53353084037</c:v>
                </c:pt>
                <c:pt idx="52">
                  <c:v>111121.55133783266</c:v>
                </c:pt>
                <c:pt idx="53">
                  <c:v>87927.32965090602</c:v>
                </c:pt>
                <c:pt idx="54">
                  <c:v>51235.669285419826</c:v>
                </c:pt>
                <c:pt idx="55">
                  <c:v>101595.92188079511</c:v>
                </c:pt>
                <c:pt idx="56">
                  <c:v>34558.312526872265</c:v>
                </c:pt>
                <c:pt idx="57">
                  <c:v>1962.6055465168427</c:v>
                </c:pt>
                <c:pt idx="58">
                  <c:v>1706.4113242495046</c:v>
                </c:pt>
                <c:pt idx="59">
                  <c:v>0.3425148791112998</c:v>
                </c:pt>
                <c:pt idx="60">
                  <c:v>28158.335636776952</c:v>
                </c:pt>
                <c:pt idx="61">
                  <c:v>47477.99382939043</c:v>
                </c:pt>
                <c:pt idx="62">
                  <c:v>64814.73084057093</c:v>
                </c:pt>
                <c:pt idx="63">
                  <c:v>2490.5845749436653</c:v>
                </c:pt>
                <c:pt idx="64">
                  <c:v>82793.23892353507</c:v>
                </c:pt>
                <c:pt idx="65">
                  <c:v>75499.85001529612</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8337.036693138145</c:v>
                </c:pt>
                <c:pt idx="1">
                  <c:v>13682.123110293276</c:v>
                </c:pt>
                <c:pt idx="2">
                  <c:v>38391.489606433555</c:v>
                </c:pt>
                <c:pt idx="3">
                  <c:v>118441.68773423189</c:v>
                </c:pt>
                <c:pt idx="4">
                  <c:v>12097.077740867813</c:v>
                </c:pt>
                <c:pt idx="5">
                  <c:v>114625.65974232987</c:v>
                </c:pt>
                <c:pt idx="6">
                  <c:v>10484.459309286194</c:v>
                </c:pt>
                <c:pt idx="7">
                  <c:v>214914.03242966317</c:v>
                </c:pt>
                <c:pt idx="8">
                  <c:v>84683.81259676241</c:v>
                </c:pt>
                <c:pt idx="9">
                  <c:v>120882.54928225615</c:v>
                </c:pt>
                <c:pt idx="10">
                  <c:v>173207.2512333057</c:v>
                </c:pt>
                <c:pt idx="11">
                  <c:v>75076.23485896249</c:v>
                </c:pt>
                <c:pt idx="12">
                  <c:v>233394.55150357806</c:v>
                </c:pt>
                <c:pt idx="13">
                  <c:v>32955.417537483736</c:v>
                </c:pt>
                <c:pt idx="14">
                  <c:v>10853.347661719368</c:v>
                </c:pt>
                <c:pt idx="15">
                  <c:v>44788.22803537675</c:v>
                </c:pt>
                <c:pt idx="16">
                  <c:v>171382.87370867058</c:v>
                </c:pt>
                <c:pt idx="17">
                  <c:v>89275.4133098171</c:v>
                </c:pt>
                <c:pt idx="18">
                  <c:v>91083.0817819012</c:v>
                </c:pt>
                <c:pt idx="19">
                  <c:v>164747.76538091223</c:v>
                </c:pt>
                <c:pt idx="20">
                  <c:v>113942.39710144125</c:v>
                </c:pt>
                <c:pt idx="21">
                  <c:v>91240.7015523911</c:v>
                </c:pt>
                <c:pt idx="22">
                  <c:v>58977.68130202014</c:v>
                </c:pt>
                <c:pt idx="23">
                  <c:v>11872.148509305554</c:v>
                </c:pt>
                <c:pt idx="24">
                  <c:v>159925.1664519774</c:v>
                </c:pt>
                <c:pt idx="25">
                  <c:v>77286.69499293106</c:v>
                </c:pt>
                <c:pt idx="26">
                  <c:v>117820.69447799183</c:v>
                </c:pt>
                <c:pt idx="27">
                  <c:v>10815.468627930239</c:v>
                </c:pt>
                <c:pt idx="28">
                  <c:v>93216.80389051349</c:v>
                </c:pt>
                <c:pt idx="29">
                  <c:v>173143.26185366797</c:v>
                </c:pt>
                <c:pt idx="30">
                  <c:v>63903.482138608684</c:v>
                </c:pt>
                <c:pt idx="31">
                  <c:v>200704.02787061862</c:v>
                </c:pt>
                <c:pt idx="32">
                  <c:v>186163.26641958917</c:v>
                </c:pt>
                <c:pt idx="33">
                  <c:v>223223.3466474701</c:v>
                </c:pt>
                <c:pt idx="34">
                  <c:v>116809.69785444213</c:v>
                </c:pt>
                <c:pt idx="35">
                  <c:v>200868.80591630845</c:v>
                </c:pt>
                <c:pt idx="36">
                  <c:v>74157.2137139838</c:v>
                </c:pt>
                <c:pt idx="37">
                  <c:v>6689.896971987362</c:v>
                </c:pt>
                <c:pt idx="38">
                  <c:v>15162.148212498187</c:v>
                </c:pt>
                <c:pt idx="39">
                  <c:v>38071.33284684712</c:v>
                </c:pt>
                <c:pt idx="40">
                  <c:v>119070.2402127021</c:v>
                </c:pt>
                <c:pt idx="41">
                  <c:v>116011.41708182797</c:v>
                </c:pt>
                <c:pt idx="42">
                  <c:v>188252.88013203203</c:v>
                </c:pt>
                <c:pt idx="43">
                  <c:v>158464.62807637293</c:v>
                </c:pt>
                <c:pt idx="44">
                  <c:v>37045.799943540034</c:v>
                </c:pt>
                <c:pt idx="45">
                  <c:v>221367.89951940413</c:v>
                </c:pt>
                <c:pt idx="46">
                  <c:v>217185.12572987116</c:v>
                </c:pt>
                <c:pt idx="47">
                  <c:v>16337.54901458214</c:v>
                </c:pt>
                <c:pt idx="48">
                  <c:v>6781.036754943756</c:v>
                </c:pt>
                <c:pt idx="49">
                  <c:v>9346.227370203285</c:v>
                </c:pt>
                <c:pt idx="50">
                  <c:v>175488.05728777376</c:v>
                </c:pt>
                <c:pt idx="51">
                  <c:v>38094.12330982573</c:v>
                </c:pt>
                <c:pt idx="52">
                  <c:v>3394.670793092646</c:v>
                </c:pt>
                <c:pt idx="53">
                  <c:v>262018.48497493673</c:v>
                </c:pt>
                <c:pt idx="54">
                  <c:v>170416.11554717537</c:v>
                </c:pt>
                <c:pt idx="55">
                  <c:v>103044.68760794465</c:v>
                </c:pt>
                <c:pt idx="56">
                  <c:v>68007.79805914327</c:v>
                </c:pt>
                <c:pt idx="57">
                  <c:v>287619.95941206435</c:v>
                </c:pt>
                <c:pt idx="58">
                  <c:v>45555.592299375</c:v>
                </c:pt>
                <c:pt idx="59">
                  <c:v>260408.6920635029</c:v>
                </c:pt>
                <c:pt idx="60">
                  <c:v>276555.41818502295</c:v>
                </c:pt>
                <c:pt idx="61">
                  <c:v>233463.3538893106</c:v>
                </c:pt>
                <c:pt idx="62">
                  <c:v>325126.21755692794</c:v>
                </c:pt>
                <c:pt idx="63">
                  <c:v>143484.2835722728</c:v>
                </c:pt>
                <c:pt idx="64">
                  <c:v>250413.0748242511</c:v>
                </c:pt>
                <c:pt idx="65">
                  <c:v>74039.25695002163</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18018.04130546013</c:v>
                </c:pt>
                <c:pt idx="1">
                  <c:v>15170.202282706356</c:v>
                </c:pt>
                <c:pt idx="2">
                  <c:v>150195.36441247747</c:v>
                </c:pt>
                <c:pt idx="3">
                  <c:v>86969.01086026918</c:v>
                </c:pt>
                <c:pt idx="4">
                  <c:v>17137.723883948584</c:v>
                </c:pt>
                <c:pt idx="5">
                  <c:v>170462.0151136723</c:v>
                </c:pt>
                <c:pt idx="6">
                  <c:v>65193.96602835068</c:v>
                </c:pt>
                <c:pt idx="7">
                  <c:v>125037.14091085989</c:v>
                </c:pt>
                <c:pt idx="8">
                  <c:v>18407.163217837966</c:v>
                </c:pt>
                <c:pt idx="9">
                  <c:v>181433.40594375323</c:v>
                </c:pt>
                <c:pt idx="10">
                  <c:v>210245.45104808206</c:v>
                </c:pt>
                <c:pt idx="11">
                  <c:v>72551.737048192</c:v>
                </c:pt>
                <c:pt idx="12">
                  <c:v>18724.834107039052</c:v>
                </c:pt>
                <c:pt idx="13">
                  <c:v>190214.34521071578</c:v>
                </c:pt>
                <c:pt idx="14">
                  <c:v>111868.5609617398</c:v>
                </c:pt>
                <c:pt idx="15">
                  <c:v>18345.2637180486</c:v>
                </c:pt>
                <c:pt idx="16">
                  <c:v>198059.9324922027</c:v>
                </c:pt>
                <c:pt idx="17">
                  <c:v>17720.410447563136</c:v>
                </c:pt>
                <c:pt idx="18">
                  <c:v>80272.65271039189</c:v>
                </c:pt>
                <c:pt idx="19">
                  <c:v>161167.26514160697</c:v>
                </c:pt>
                <c:pt idx="20">
                  <c:v>33992.699453958296</c:v>
                </c:pt>
                <c:pt idx="21">
                  <c:v>141046.75055004985</c:v>
                </c:pt>
                <c:pt idx="22">
                  <c:v>156907.50758338074</c:v>
                </c:pt>
                <c:pt idx="23">
                  <c:v>81619.91336352973</c:v>
                </c:pt>
                <c:pt idx="24">
                  <c:v>25887.417376998008</c:v>
                </c:pt>
                <c:pt idx="25">
                  <c:v>19788.80509091</c:v>
                </c:pt>
                <c:pt idx="26">
                  <c:v>19916.404522361365</c:v>
                </c:pt>
                <c:pt idx="27">
                  <c:v>123776.36287969479</c:v>
                </c:pt>
                <c:pt idx="28">
                  <c:v>28678.520263432983</c:v>
                </c:pt>
                <c:pt idx="29">
                  <c:v>220555.45005329157</c:v>
                </c:pt>
                <c:pt idx="30">
                  <c:v>153410.94646606714</c:v>
                </c:pt>
                <c:pt idx="31">
                  <c:v>106251.21107349468</c:v>
                </c:pt>
                <c:pt idx="32">
                  <c:v>57100.4190992528</c:v>
                </c:pt>
                <c:pt idx="33">
                  <c:v>24007.659817251908</c:v>
                </c:pt>
                <c:pt idx="34">
                  <c:v>112583.04730380522</c:v>
                </c:pt>
                <c:pt idx="35">
                  <c:v>234382.54191394296</c:v>
                </c:pt>
                <c:pt idx="36">
                  <c:v>271744.4444371324</c:v>
                </c:pt>
                <c:pt idx="37">
                  <c:v>117487.70744714428</c:v>
                </c:pt>
                <c:pt idx="38">
                  <c:v>319264.92768178653</c:v>
                </c:pt>
                <c:pt idx="39">
                  <c:v>234186.81335041983</c:v>
                </c:pt>
                <c:pt idx="40">
                  <c:v>110820.1010097584</c:v>
                </c:pt>
                <c:pt idx="41">
                  <c:v>127644.42802567259</c:v>
                </c:pt>
                <c:pt idx="42">
                  <c:v>51398.67652924224</c:v>
                </c:pt>
                <c:pt idx="43">
                  <c:v>81356.64052673844</c:v>
                </c:pt>
                <c:pt idx="44">
                  <c:v>245509.33004953072</c:v>
                </c:pt>
                <c:pt idx="45">
                  <c:v>61347.386411158914</c:v>
                </c:pt>
                <c:pt idx="46">
                  <c:v>22638.174251007942</c:v>
                </c:pt>
                <c:pt idx="47">
                  <c:v>23177.707141420164</c:v>
                </c:pt>
                <c:pt idx="48">
                  <c:v>67215.96357623077</c:v>
                </c:pt>
                <c:pt idx="49">
                  <c:v>279771.8152071517</c:v>
                </c:pt>
                <c:pt idx="50">
                  <c:v>60888.5654879081</c:v>
                </c:pt>
                <c:pt idx="51">
                  <c:v>25404.448889278145</c:v>
                </c:pt>
                <c:pt idx="52">
                  <c:v>21075.704409566188</c:v>
                </c:pt>
                <c:pt idx="53">
                  <c:v>104031.97183462369</c:v>
                </c:pt>
                <c:pt idx="54">
                  <c:v>33106.03283302878</c:v>
                </c:pt>
                <c:pt idx="55">
                  <c:v>21629.56359419748</c:v>
                </c:pt>
                <c:pt idx="56">
                  <c:v>27595.16141886284</c:v>
                </c:pt>
                <c:pt idx="57">
                  <c:v>159125.77399936173</c:v>
                </c:pt>
                <c:pt idx="58">
                  <c:v>154517.17661565397</c:v>
                </c:pt>
                <c:pt idx="59">
                  <c:v>100134.38982330775</c:v>
                </c:pt>
                <c:pt idx="60">
                  <c:v>24070.208025410488</c:v>
                </c:pt>
                <c:pt idx="61">
                  <c:v>144881.55725695618</c:v>
                </c:pt>
                <c:pt idx="62">
                  <c:v>58386.76455016553</c:v>
                </c:pt>
                <c:pt idx="63">
                  <c:v>137137.5329354272</c:v>
                </c:pt>
                <c:pt idx="64">
                  <c:v>137736.2559648138</c:v>
                </c:pt>
                <c:pt idx="65">
                  <c:v>155431.1715771743</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343742.31667903916</c:v>
                </c:pt>
                <c:pt idx="1">
                  <c:v>312604.4225537564</c:v>
                </c:pt>
                <c:pt idx="2">
                  <c:v>349021.6446341891</c:v>
                </c:pt>
                <c:pt idx="3">
                  <c:v>364314.01622689626</c:v>
                </c:pt>
                <c:pt idx="4">
                  <c:v>339038.92566507775</c:v>
                </c:pt>
                <c:pt idx="5">
                  <c:v>390517.4188787694</c:v>
                </c:pt>
                <c:pt idx="6">
                  <c:v>287367.0268800631</c:v>
                </c:pt>
                <c:pt idx="7">
                  <c:v>413842.04195764684</c:v>
                </c:pt>
                <c:pt idx="8">
                  <c:v>332320.8652908683</c:v>
                </c:pt>
                <c:pt idx="9">
                  <c:v>317901.67000353365</c:v>
                </c:pt>
                <c:pt idx="10">
                  <c:v>389450.78460548626</c:v>
                </c:pt>
                <c:pt idx="11">
                  <c:v>274364.5410649753</c:v>
                </c:pt>
                <c:pt idx="12">
                  <c:v>376628.0210569902</c:v>
                </c:pt>
                <c:pt idx="13">
                  <c:v>301674.66137537407</c:v>
                </c:pt>
                <c:pt idx="14">
                  <c:v>470383.0340427177</c:v>
                </c:pt>
                <c:pt idx="15">
                  <c:v>368231.08847964276</c:v>
                </c:pt>
                <c:pt idx="16">
                  <c:v>462368.3426386124</c:v>
                </c:pt>
                <c:pt idx="17">
                  <c:v>306202.04275943304</c:v>
                </c:pt>
                <c:pt idx="18">
                  <c:v>306316.99841735134</c:v>
                </c:pt>
                <c:pt idx="19">
                  <c:v>441070.7166605904</c:v>
                </c:pt>
                <c:pt idx="20">
                  <c:v>325346.16552959435</c:v>
                </c:pt>
                <c:pt idx="21">
                  <c:v>351713.0315049883</c:v>
                </c:pt>
                <c:pt idx="22">
                  <c:v>444456.44489375805</c:v>
                </c:pt>
                <c:pt idx="23">
                  <c:v>339626.42925402056</c:v>
                </c:pt>
                <c:pt idx="24">
                  <c:v>463781.7789190047</c:v>
                </c:pt>
                <c:pt idx="25">
                  <c:v>400413.7675087423</c:v>
                </c:pt>
                <c:pt idx="26">
                  <c:v>417380.47898646095</c:v>
                </c:pt>
                <c:pt idx="27">
                  <c:v>316121.563270519</c:v>
                </c:pt>
                <c:pt idx="28">
                  <c:v>513801.9768842153</c:v>
                </c:pt>
                <c:pt idx="29">
                  <c:v>410506.68807247176</c:v>
                </c:pt>
                <c:pt idx="30">
                  <c:v>368981.1562864234</c:v>
                </c:pt>
                <c:pt idx="31">
                  <c:v>420442.99671782274</c:v>
                </c:pt>
                <c:pt idx="32">
                  <c:v>375213.1662375109</c:v>
                </c:pt>
                <c:pt idx="33">
                  <c:v>444516.74993878393</c:v>
                </c:pt>
                <c:pt idx="34">
                  <c:v>437808.2468197882</c:v>
                </c:pt>
                <c:pt idx="35">
                  <c:v>357067.8337336327</c:v>
                </c:pt>
                <c:pt idx="36">
                  <c:v>610936.8805188019</c:v>
                </c:pt>
                <c:pt idx="37">
                  <c:v>392048.3116026985</c:v>
                </c:pt>
                <c:pt idx="38">
                  <c:v>419152.6008509892</c:v>
                </c:pt>
                <c:pt idx="39">
                  <c:v>327764.3677466651</c:v>
                </c:pt>
                <c:pt idx="40">
                  <c:v>490702.8364649878</c:v>
                </c:pt>
                <c:pt idx="41">
                  <c:v>372848.1673027864</c:v>
                </c:pt>
                <c:pt idx="42">
                  <c:v>500382.7975889044</c:v>
                </c:pt>
                <c:pt idx="43">
                  <c:v>407139.7233396311</c:v>
                </c:pt>
                <c:pt idx="44">
                  <c:v>378681.5181019008</c:v>
                </c:pt>
                <c:pt idx="45">
                  <c:v>525363.4238905439</c:v>
                </c:pt>
                <c:pt idx="46">
                  <c:v>426156.3482669203</c:v>
                </c:pt>
                <c:pt idx="47">
                  <c:v>440558.24243111385</c:v>
                </c:pt>
                <c:pt idx="48">
                  <c:v>407240.2715162816</c:v>
                </c:pt>
                <c:pt idx="49">
                  <c:v>382566.1729718665</c:v>
                </c:pt>
                <c:pt idx="50">
                  <c:v>437557.5112989741</c:v>
                </c:pt>
                <c:pt idx="51">
                  <c:v>501892.38956593536</c:v>
                </c:pt>
                <c:pt idx="52">
                  <c:v>426353.76552727725</c:v>
                </c:pt>
                <c:pt idx="53">
                  <c:v>428441.28114594315</c:v>
                </c:pt>
                <c:pt idx="54">
                  <c:v>524998.6459608164</c:v>
                </c:pt>
                <c:pt idx="55">
                  <c:v>426191.0730828565</c:v>
                </c:pt>
                <c:pt idx="56">
                  <c:v>569659.6819136752</c:v>
                </c:pt>
                <c:pt idx="57">
                  <c:v>427562.5433864218</c:v>
                </c:pt>
                <c:pt idx="58">
                  <c:v>444895.45745764393</c:v>
                </c:pt>
                <c:pt idx="59">
                  <c:v>579286.7721286083</c:v>
                </c:pt>
                <c:pt idx="60">
                  <c:v>487877.8870098745</c:v>
                </c:pt>
                <c:pt idx="61">
                  <c:v>436227.20472999563</c:v>
                </c:pt>
                <c:pt idx="62">
                  <c:v>540639.390109081</c:v>
                </c:pt>
                <c:pt idx="63">
                  <c:v>501363.1626516478</c:v>
                </c:pt>
                <c:pt idx="64">
                  <c:v>414130.7013513887</c:v>
                </c:pt>
                <c:pt idx="65">
                  <c:v>438582.31666749745</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33517.39844473807</c:v>
                </c:pt>
                <c:pt idx="1">
                  <c:v>116653.2498472971</c:v>
                </c:pt>
                <c:pt idx="2">
                  <c:v>123308.1762825216</c:v>
                </c:pt>
                <c:pt idx="3">
                  <c:v>45992.18336301098</c:v>
                </c:pt>
                <c:pt idx="4">
                  <c:v>16863.084714653363</c:v>
                </c:pt>
                <c:pt idx="5">
                  <c:v>107726.16934303372</c:v>
                </c:pt>
                <c:pt idx="6">
                  <c:v>126852.27567519018</c:v>
                </c:pt>
                <c:pt idx="7">
                  <c:v>153974.27694377158</c:v>
                </c:pt>
                <c:pt idx="8">
                  <c:v>181862.83122898173</c:v>
                </c:pt>
                <c:pt idx="9">
                  <c:v>105176.74310769844</c:v>
                </c:pt>
                <c:pt idx="10">
                  <c:v>93362.3055162299</c:v>
                </c:pt>
                <c:pt idx="11">
                  <c:v>73337.96081849899</c:v>
                </c:pt>
                <c:pt idx="12">
                  <c:v>207605.5098381359</c:v>
                </c:pt>
                <c:pt idx="13">
                  <c:v>192910.26781978176</c:v>
                </c:pt>
                <c:pt idx="14">
                  <c:v>260548.09033897158</c:v>
                </c:pt>
                <c:pt idx="15">
                  <c:v>71109.24501962672</c:v>
                </c:pt>
                <c:pt idx="16">
                  <c:v>135913.93641406676</c:v>
                </c:pt>
                <c:pt idx="17">
                  <c:v>131356.03304645244</c:v>
                </c:pt>
                <c:pt idx="18">
                  <c:v>111683.88515485467</c:v>
                </c:pt>
                <c:pt idx="19">
                  <c:v>153159.94748757294</c:v>
                </c:pt>
                <c:pt idx="20">
                  <c:v>177570.2707171099</c:v>
                </c:pt>
                <c:pt idx="21">
                  <c:v>241625.82436770818</c:v>
                </c:pt>
                <c:pt idx="22">
                  <c:v>186757.57424338392</c:v>
                </c:pt>
                <c:pt idx="23">
                  <c:v>134606.21902452622</c:v>
                </c:pt>
                <c:pt idx="24">
                  <c:v>216166.51533763763</c:v>
                </c:pt>
                <c:pt idx="25">
                  <c:v>191219.92473072518</c:v>
                </c:pt>
                <c:pt idx="26">
                  <c:v>160365.63227959702</c:v>
                </c:pt>
                <c:pt idx="27">
                  <c:v>111629.38340414444</c:v>
                </c:pt>
                <c:pt idx="28">
                  <c:v>193378.47579250147</c:v>
                </c:pt>
                <c:pt idx="29">
                  <c:v>200419.20773556273</c:v>
                </c:pt>
                <c:pt idx="30">
                  <c:v>192469.3666630233</c:v>
                </c:pt>
                <c:pt idx="31">
                  <c:v>147121.10236579235</c:v>
                </c:pt>
                <c:pt idx="32">
                  <c:v>112969.96864462047</c:v>
                </c:pt>
                <c:pt idx="33">
                  <c:v>48917.21369899353</c:v>
                </c:pt>
                <c:pt idx="34">
                  <c:v>62413.64366817136</c:v>
                </c:pt>
                <c:pt idx="35">
                  <c:v>52802.53990359991</c:v>
                </c:pt>
                <c:pt idx="36">
                  <c:v>45704.582572576124</c:v>
                </c:pt>
                <c:pt idx="37">
                  <c:v>20521.62991702465</c:v>
                </c:pt>
                <c:pt idx="38">
                  <c:v>89606.08237873192</c:v>
                </c:pt>
                <c:pt idx="39">
                  <c:v>32350.39047300306</c:v>
                </c:pt>
                <c:pt idx="40">
                  <c:v>39607.119562242144</c:v>
                </c:pt>
                <c:pt idx="41">
                  <c:v>147664.2732332809</c:v>
                </c:pt>
                <c:pt idx="42">
                  <c:v>193293.79341391005</c:v>
                </c:pt>
                <c:pt idx="43">
                  <c:v>87781.71519122955</c:v>
                </c:pt>
                <c:pt idx="44">
                  <c:v>72744.93436718677</c:v>
                </c:pt>
                <c:pt idx="45">
                  <c:v>128014.09945291029</c:v>
                </c:pt>
                <c:pt idx="46">
                  <c:v>73459.95872370736</c:v>
                </c:pt>
                <c:pt idx="47">
                  <c:v>142004.71607101525</c:v>
                </c:pt>
                <c:pt idx="48">
                  <c:v>106497.84997093567</c:v>
                </c:pt>
                <c:pt idx="49">
                  <c:v>99762.29183175966</c:v>
                </c:pt>
                <c:pt idx="50">
                  <c:v>80500.63876057415</c:v>
                </c:pt>
                <c:pt idx="51">
                  <c:v>124866.62266269508</c:v>
                </c:pt>
                <c:pt idx="52">
                  <c:v>173628.41719213937</c:v>
                </c:pt>
                <c:pt idx="53">
                  <c:v>130994.88416956512</c:v>
                </c:pt>
                <c:pt idx="54">
                  <c:v>138121.2996045974</c:v>
                </c:pt>
                <c:pt idx="55">
                  <c:v>108933.0817140958</c:v>
                </c:pt>
                <c:pt idx="56">
                  <c:v>209337.89964490864</c:v>
                </c:pt>
                <c:pt idx="57">
                  <c:v>154240.55689563949</c:v>
                </c:pt>
                <c:pt idx="58">
                  <c:v>214199.85010707044</c:v>
                </c:pt>
                <c:pt idx="59">
                  <c:v>302890.9786632599</c:v>
                </c:pt>
                <c:pt idx="60">
                  <c:v>231491.88792075668</c:v>
                </c:pt>
                <c:pt idx="61">
                  <c:v>127791.98528464802</c:v>
                </c:pt>
                <c:pt idx="62">
                  <c:v>149187.59828579973</c:v>
                </c:pt>
                <c:pt idx="63">
                  <c:v>171751.82030073606</c:v>
                </c:pt>
                <c:pt idx="64">
                  <c:v>128744.66424659656</c:v>
                </c:pt>
                <c:pt idx="65">
                  <c:v>67123.30927505507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20347.134508499807</c:v>
                </c:pt>
                <c:pt idx="1">
                  <c:v>12337.414370029514</c:v>
                </c:pt>
                <c:pt idx="2">
                  <c:v>15799.824620293752</c:v>
                </c:pt>
                <c:pt idx="3">
                  <c:v>10077.055001539178</c:v>
                </c:pt>
                <c:pt idx="4">
                  <c:v>25258.986219380637</c:v>
                </c:pt>
                <c:pt idx="5">
                  <c:v>11164.316636559548</c:v>
                </c:pt>
                <c:pt idx="6">
                  <c:v>19366.473990713817</c:v>
                </c:pt>
                <c:pt idx="7">
                  <c:v>14135.2013002294</c:v>
                </c:pt>
                <c:pt idx="8">
                  <c:v>628.8615622566064</c:v>
                </c:pt>
                <c:pt idx="9">
                  <c:v>10270.223661258693</c:v>
                </c:pt>
                <c:pt idx="10">
                  <c:v>5087.343804801072</c:v>
                </c:pt>
                <c:pt idx="11">
                  <c:v>3074.8291785621323</c:v>
                </c:pt>
                <c:pt idx="12">
                  <c:v>15403.002023606892</c:v>
                </c:pt>
                <c:pt idx="13">
                  <c:v>13337.756533245698</c:v>
                </c:pt>
                <c:pt idx="14">
                  <c:v>23911.748458008704</c:v>
                </c:pt>
                <c:pt idx="15">
                  <c:v>27035.09616390293</c:v>
                </c:pt>
                <c:pt idx="16">
                  <c:v>19445.23945810068</c:v>
                </c:pt>
                <c:pt idx="17">
                  <c:v>25552.89955626153</c:v>
                </c:pt>
                <c:pt idx="18">
                  <c:v>28825.559060357027</c:v>
                </c:pt>
                <c:pt idx="19">
                  <c:v>27161.15498378154</c:v>
                </c:pt>
                <c:pt idx="20">
                  <c:v>20019.334389060943</c:v>
                </c:pt>
                <c:pt idx="21">
                  <c:v>22617.531642142876</c:v>
                </c:pt>
                <c:pt idx="22">
                  <c:v>41166.91158907984</c:v>
                </c:pt>
                <c:pt idx="23">
                  <c:v>37847.0648094174</c:v>
                </c:pt>
                <c:pt idx="24">
                  <c:v>1973.443288580715</c:v>
                </c:pt>
                <c:pt idx="25">
                  <c:v>22487.34032318708</c:v>
                </c:pt>
                <c:pt idx="26">
                  <c:v>10889.4369882954</c:v>
                </c:pt>
                <c:pt idx="27">
                  <c:v>331.684721374417</c:v>
                </c:pt>
                <c:pt idx="28">
                  <c:v>27626.40015119355</c:v>
                </c:pt>
                <c:pt idx="29">
                  <c:v>16642.718211839572</c:v>
                </c:pt>
                <c:pt idx="30">
                  <c:v>7733.343247829944</c:v>
                </c:pt>
                <c:pt idx="31">
                  <c:v>23335.27316354674</c:v>
                </c:pt>
                <c:pt idx="32">
                  <c:v>12489.93266587682</c:v>
                </c:pt>
                <c:pt idx="33">
                  <c:v>401.5098035595622</c:v>
                </c:pt>
                <c:pt idx="34">
                  <c:v>46954.379243253796</c:v>
                </c:pt>
                <c:pt idx="35">
                  <c:v>14981.946540315057</c:v>
                </c:pt>
                <c:pt idx="36">
                  <c:v>42021.368497081225</c:v>
                </c:pt>
                <c:pt idx="37">
                  <c:v>10239.44316357063</c:v>
                </c:pt>
                <c:pt idx="38">
                  <c:v>6317.621881864763</c:v>
                </c:pt>
                <c:pt idx="39">
                  <c:v>2709.5515049504756</c:v>
                </c:pt>
                <c:pt idx="40">
                  <c:v>7489.145456242916</c:v>
                </c:pt>
                <c:pt idx="41">
                  <c:v>5.3467203230146945</c:v>
                </c:pt>
                <c:pt idx="42">
                  <c:v>430.2267356582133</c:v>
                </c:pt>
                <c:pt idx="43">
                  <c:v>41962.427174571494</c:v>
                </c:pt>
                <c:pt idx="44">
                  <c:v>2567.844986756936</c:v>
                </c:pt>
                <c:pt idx="45">
                  <c:v>28570.031456466393</c:v>
                </c:pt>
                <c:pt idx="46">
                  <c:v>14611.423922886652</c:v>
                </c:pt>
                <c:pt idx="47">
                  <c:v>5458.266918750625</c:v>
                </c:pt>
                <c:pt idx="48">
                  <c:v>9780.289787549887</c:v>
                </c:pt>
                <c:pt idx="49">
                  <c:v>5256.894986394167</c:v>
                </c:pt>
                <c:pt idx="50">
                  <c:v>13468.492750367483</c:v>
                </c:pt>
                <c:pt idx="51">
                  <c:v>431.6373401590518</c:v>
                </c:pt>
                <c:pt idx="52">
                  <c:v>11846.359551494494</c:v>
                </c:pt>
                <c:pt idx="53">
                  <c:v>6163.681553940513</c:v>
                </c:pt>
                <c:pt idx="54">
                  <c:v>22104.93862885803</c:v>
                </c:pt>
                <c:pt idx="55">
                  <c:v>247.13361970220478</c:v>
                </c:pt>
                <c:pt idx="56">
                  <c:v>17978.52199515122</c:v>
                </c:pt>
                <c:pt idx="57">
                  <c:v>107.51427943224428</c:v>
                </c:pt>
                <c:pt idx="58">
                  <c:v>7527.235978296706</c:v>
                </c:pt>
                <c:pt idx="59">
                  <c:v>25855.622394808124</c:v>
                </c:pt>
                <c:pt idx="60">
                  <c:v>12245.100639780609</c:v>
                </c:pt>
                <c:pt idx="61">
                  <c:v>17750.294419778915</c:v>
                </c:pt>
                <c:pt idx="62">
                  <c:v>6775.309571856538</c:v>
                </c:pt>
                <c:pt idx="63">
                  <c:v>11397.049629305546</c:v>
                </c:pt>
                <c:pt idx="64">
                  <c:v>936.3686896260248</c:v>
                </c:pt>
                <c:pt idx="65">
                  <c:v>22851.59420236069</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250.73578032520012</c:v>
                </c:pt>
                <c:pt idx="1">
                  <c:v>15536.60924139425</c:v>
                </c:pt>
                <c:pt idx="2">
                  <c:v>3176.692091700109</c:v>
                </c:pt>
                <c:pt idx="3">
                  <c:v>494.6020410964663</c:v>
                </c:pt>
                <c:pt idx="4">
                  <c:v>3964.865247789594</c:v>
                </c:pt>
                <c:pt idx="5">
                  <c:v>11602.144449442041</c:v>
                </c:pt>
                <c:pt idx="6">
                  <c:v>10326.97398485868</c:v>
                </c:pt>
                <c:pt idx="7">
                  <c:v>22415.154158323887</c:v>
                </c:pt>
                <c:pt idx="8">
                  <c:v>1018.6911236856074</c:v>
                </c:pt>
                <c:pt idx="9">
                  <c:v>484.151647549122</c:v>
                </c:pt>
                <c:pt idx="10">
                  <c:v>6057.854637979956</c:v>
                </c:pt>
                <c:pt idx="11">
                  <c:v>3428.257112381539</c:v>
                </c:pt>
                <c:pt idx="12">
                  <c:v>14036.621679357038</c:v>
                </c:pt>
                <c:pt idx="13">
                  <c:v>1029.50938776761</c:v>
                </c:pt>
                <c:pt idx="14">
                  <c:v>880.4180509116815</c:v>
                </c:pt>
                <c:pt idx="15">
                  <c:v>382.419921196141</c:v>
                </c:pt>
                <c:pt idx="16">
                  <c:v>7695.042628988852</c:v>
                </c:pt>
                <c:pt idx="17">
                  <c:v>148.25429041803648</c:v>
                </c:pt>
                <c:pt idx="18">
                  <c:v>10436.754861557169</c:v>
                </c:pt>
                <c:pt idx="19">
                  <c:v>819.002433048342</c:v>
                </c:pt>
                <c:pt idx="20">
                  <c:v>1943.2634529021564</c:v>
                </c:pt>
                <c:pt idx="21">
                  <c:v>17451.730938096385</c:v>
                </c:pt>
                <c:pt idx="22">
                  <c:v>14868.92380153478</c:v>
                </c:pt>
                <c:pt idx="23">
                  <c:v>617.8997927560628</c:v>
                </c:pt>
                <c:pt idx="24">
                  <c:v>579.5993547336983</c:v>
                </c:pt>
                <c:pt idx="25">
                  <c:v>14104.54075231393</c:v>
                </c:pt>
                <c:pt idx="26">
                  <c:v>2816.896958552419</c:v>
                </c:pt>
                <c:pt idx="27">
                  <c:v>7533.836719527421</c:v>
                </c:pt>
                <c:pt idx="28">
                  <c:v>12406.169980808607</c:v>
                </c:pt>
                <c:pt idx="29">
                  <c:v>6517.687679738503</c:v>
                </c:pt>
                <c:pt idx="30">
                  <c:v>5372.525458682267</c:v>
                </c:pt>
                <c:pt idx="31">
                  <c:v>92.19233914579057</c:v>
                </c:pt>
                <c:pt idx="32">
                  <c:v>212.72252783525758</c:v>
                </c:pt>
                <c:pt idx="33">
                  <c:v>554.7086905624873</c:v>
                </c:pt>
                <c:pt idx="34">
                  <c:v>540.2056558995166</c:v>
                </c:pt>
                <c:pt idx="35">
                  <c:v>15228.579514841751</c:v>
                </c:pt>
                <c:pt idx="36">
                  <c:v>10844.57839878727</c:v>
                </c:pt>
                <c:pt idx="37">
                  <c:v>192.78754504107854</c:v>
                </c:pt>
                <c:pt idx="38">
                  <c:v>136.88570162805652</c:v>
                </c:pt>
                <c:pt idx="39">
                  <c:v>9726.440071323692</c:v>
                </c:pt>
                <c:pt idx="40">
                  <c:v>1032.6114649661029</c:v>
                </c:pt>
                <c:pt idx="41">
                  <c:v>15.518315970556262</c:v>
                </c:pt>
                <c:pt idx="42">
                  <c:v>17666.10712606169</c:v>
                </c:pt>
                <c:pt idx="43">
                  <c:v>2781.0956093047266</c:v>
                </c:pt>
                <c:pt idx="44">
                  <c:v>138.29921651128774</c:v>
                </c:pt>
                <c:pt idx="45">
                  <c:v>5662.534957144941</c:v>
                </c:pt>
                <c:pt idx="46">
                  <c:v>553.708080878693</c:v>
                </c:pt>
                <c:pt idx="47">
                  <c:v>247.67079834826367</c:v>
                </c:pt>
                <c:pt idx="48">
                  <c:v>673.5074923192249</c:v>
                </c:pt>
                <c:pt idx="49">
                  <c:v>3044.1652566297807</c:v>
                </c:pt>
                <c:pt idx="50">
                  <c:v>3289.711137577935</c:v>
                </c:pt>
                <c:pt idx="51">
                  <c:v>15055.1933358297</c:v>
                </c:pt>
                <c:pt idx="52">
                  <c:v>8793.573383955174</c:v>
                </c:pt>
                <c:pt idx="53">
                  <c:v>741.2739573886959</c:v>
                </c:pt>
                <c:pt idx="54">
                  <c:v>157.20002489778693</c:v>
                </c:pt>
                <c:pt idx="55">
                  <c:v>12674.035068185018</c:v>
                </c:pt>
                <c:pt idx="56">
                  <c:v>6328.003672732661</c:v>
                </c:pt>
                <c:pt idx="57">
                  <c:v>1168.8380932362413</c:v>
                </c:pt>
                <c:pt idx="58">
                  <c:v>374.56662597626183</c:v>
                </c:pt>
                <c:pt idx="59">
                  <c:v>12973.627352450576</c:v>
                </c:pt>
                <c:pt idx="60">
                  <c:v>5013.561458918544</c:v>
                </c:pt>
                <c:pt idx="61">
                  <c:v>14362.318961448591</c:v>
                </c:pt>
                <c:pt idx="62">
                  <c:v>22600.840110224948</c:v>
                </c:pt>
                <c:pt idx="63">
                  <c:v>1061.539541690017</c:v>
                </c:pt>
                <c:pt idx="64">
                  <c:v>166.1129688185896</c:v>
                </c:pt>
                <c:pt idx="65">
                  <c:v>12436.436613174646</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27294.172712011605</c:v>
                </c:pt>
                <c:pt idx="1">
                  <c:v>-17987.097258668477</c:v>
                </c:pt>
                <c:pt idx="2">
                  <c:v>-15081.466521695427</c:v>
                </c:pt>
                <c:pt idx="3">
                  <c:v>10015.705518016646</c:v>
                </c:pt>
                <c:pt idx="4">
                  <c:v>-914.597761532498</c:v>
                </c:pt>
                <c:pt idx="5">
                  <c:v>-29442.973236229325</c:v>
                </c:pt>
                <c:pt idx="6">
                  <c:v>16701.23013479675</c:v>
                </c:pt>
                <c:pt idx="7">
                  <c:v>-31475.054817411154</c:v>
                </c:pt>
                <c:pt idx="8">
                  <c:v>15770.286449259998</c:v>
                </c:pt>
                <c:pt idx="9">
                  <c:v>19854.445608853704</c:v>
                </c:pt>
                <c:pt idx="10">
                  <c:v>-51108.22346117032</c:v>
                </c:pt>
                <c:pt idx="11">
                  <c:v>869.7564891609338</c:v>
                </c:pt>
                <c:pt idx="12">
                  <c:v>-3346.1949989542372</c:v>
                </c:pt>
                <c:pt idx="13">
                  <c:v>21008.885832969558</c:v>
                </c:pt>
                <c:pt idx="14">
                  <c:v>-24618.021158788863</c:v>
                </c:pt>
                <c:pt idx="15">
                  <c:v>5603.6840140463655</c:v>
                </c:pt>
                <c:pt idx="16">
                  <c:v>-34167.94795631116</c:v>
                </c:pt>
                <c:pt idx="17">
                  <c:v>7112.078039249911</c:v>
                </c:pt>
                <c:pt idx="18">
                  <c:v>28267.533672742386</c:v>
                </c:pt>
                <c:pt idx="19">
                  <c:v>-20038.870606727476</c:v>
                </c:pt>
                <c:pt idx="20">
                  <c:v>4054.0814455875066</c:v>
                </c:pt>
                <c:pt idx="21">
                  <c:v>29369.99926345416</c:v>
                </c:pt>
                <c:pt idx="22">
                  <c:v>-3300.0744473518325</c:v>
                </c:pt>
                <c:pt idx="23">
                  <c:v>6196.213900036729</c:v>
                </c:pt>
                <c:pt idx="24">
                  <c:v>-15082.689293041609</c:v>
                </c:pt>
                <c:pt idx="25">
                  <c:v>-30624.357086701555</c:v>
                </c:pt>
                <c:pt idx="26">
                  <c:v>-14395.189378422598</c:v>
                </c:pt>
                <c:pt idx="27">
                  <c:v>9359.112067181943</c:v>
                </c:pt>
                <c:pt idx="28">
                  <c:v>-3464.3431454898155</c:v>
                </c:pt>
                <c:pt idx="29">
                  <c:v>34770.3690209145</c:v>
                </c:pt>
                <c:pt idx="30">
                  <c:v>27837.441572433636</c:v>
                </c:pt>
                <c:pt idx="31">
                  <c:v>42927.09676212446</c:v>
                </c:pt>
                <c:pt idx="32">
                  <c:v>-21385.889014603767</c:v>
                </c:pt>
                <c:pt idx="33">
                  <c:v>20517.20071816179</c:v>
                </c:pt>
                <c:pt idx="34">
                  <c:v>19857.047163777424</c:v>
                </c:pt>
                <c:pt idx="35">
                  <c:v>46015.62401138999</c:v>
                </c:pt>
                <c:pt idx="36">
                  <c:v>-11800.705103024651</c:v>
                </c:pt>
                <c:pt idx="37">
                  <c:v>-5094.26517224145</c:v>
                </c:pt>
                <c:pt idx="38">
                  <c:v>-27833.428405019295</c:v>
                </c:pt>
                <c:pt idx="39">
                  <c:v>-18056.06161702196</c:v>
                </c:pt>
                <c:pt idx="40">
                  <c:v>-24933.58680171222</c:v>
                </c:pt>
                <c:pt idx="41">
                  <c:v>7669.691738355448</c:v>
                </c:pt>
                <c:pt idx="42">
                  <c:v>-22961.079716732052</c:v>
                </c:pt>
                <c:pt idx="43">
                  <c:v>-33037.68621955486</c:v>
                </c:pt>
                <c:pt idx="44">
                  <c:v>-10273.731551188612</c:v>
                </c:pt>
                <c:pt idx="45">
                  <c:v>-28915.447246152566</c:v>
                </c:pt>
                <c:pt idx="46">
                  <c:v>-48605.37287036746</c:v>
                </c:pt>
                <c:pt idx="47">
                  <c:v>-24005.5405325196</c:v>
                </c:pt>
                <c:pt idx="48">
                  <c:v>-38570.47287694154</c:v>
                </c:pt>
                <c:pt idx="49">
                  <c:v>-27798.396242924216</c:v>
                </c:pt>
                <c:pt idx="50">
                  <c:v>2738.1189682311942</c:v>
                </c:pt>
                <c:pt idx="51">
                  <c:v>25721.43889788695</c:v>
                </c:pt>
                <c:pt idx="52">
                  <c:v>-52946.617961814234</c:v>
                </c:pt>
                <c:pt idx="53">
                  <c:v>7862.873956919133</c:v>
                </c:pt>
                <c:pt idx="54">
                  <c:v>22429.019085822874</c:v>
                </c:pt>
                <c:pt idx="55">
                  <c:v>1889.1921992845125</c:v>
                </c:pt>
                <c:pt idx="56">
                  <c:v>7332.624609458668</c:v>
                </c:pt>
                <c:pt idx="57">
                  <c:v>-17805.309221976353</c:v>
                </c:pt>
                <c:pt idx="58">
                  <c:v>14613.253692603023</c:v>
                </c:pt>
                <c:pt idx="59">
                  <c:v>-19084.04092843191</c:v>
                </c:pt>
                <c:pt idx="60">
                  <c:v>-22978.3014450127</c:v>
                </c:pt>
                <c:pt idx="61">
                  <c:v>-45177.849120409686</c:v>
                </c:pt>
                <c:pt idx="62">
                  <c:v>-12976.183665661763</c:v>
                </c:pt>
                <c:pt idx="63">
                  <c:v>25983.257157090786</c:v>
                </c:pt>
                <c:pt idx="64">
                  <c:v>-28555.849072961493</c:v>
                </c:pt>
                <c:pt idx="65">
                  <c:v>-14269.736610446153</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20650.38707830394</c:v>
                </c:pt>
                <c:pt idx="1">
                  <c:v>12756.668759473005</c:v>
                </c:pt>
                <c:pt idx="2">
                  <c:v>19964.184115275788</c:v>
                </c:pt>
                <c:pt idx="3">
                  <c:v>17286.77913657853</c:v>
                </c:pt>
                <c:pt idx="4">
                  <c:v>15756.96810781856</c:v>
                </c:pt>
                <c:pt idx="5">
                  <c:v>10561.239392527517</c:v>
                </c:pt>
                <c:pt idx="6">
                  <c:v>1153.6741461645397</c:v>
                </c:pt>
                <c:pt idx="7">
                  <c:v>6489.5981349647745</c:v>
                </c:pt>
                <c:pt idx="8">
                  <c:v>7072.730269880463</c:v>
                </c:pt>
                <c:pt idx="9">
                  <c:v>12487.94435156847</c:v>
                </c:pt>
                <c:pt idx="10">
                  <c:v>9725.970282511973</c:v>
                </c:pt>
                <c:pt idx="11">
                  <c:v>10267.253933789496</c:v>
                </c:pt>
                <c:pt idx="12">
                  <c:v>12583.921573600948</c:v>
                </c:pt>
                <c:pt idx="13">
                  <c:v>16983.49161170107</c:v>
                </c:pt>
                <c:pt idx="14">
                  <c:v>21685.165036555714</c:v>
                </c:pt>
                <c:pt idx="15">
                  <c:v>12944.941541508048</c:v>
                </c:pt>
                <c:pt idx="16">
                  <c:v>13438.719188201489</c:v>
                </c:pt>
                <c:pt idx="17">
                  <c:v>12726.427121197288</c:v>
                </c:pt>
                <c:pt idx="18">
                  <c:v>15781.523029445365</c:v>
                </c:pt>
                <c:pt idx="19">
                  <c:v>24088.192527696592</c:v>
                </c:pt>
                <c:pt idx="20">
                  <c:v>17712.011004000808</c:v>
                </c:pt>
                <c:pt idx="21">
                  <c:v>16944.344418365836</c:v>
                </c:pt>
                <c:pt idx="22">
                  <c:v>26790.035401568428</c:v>
                </c:pt>
                <c:pt idx="23">
                  <c:v>8826.469193535835</c:v>
                </c:pt>
                <c:pt idx="24">
                  <c:v>27005.176373812625</c:v>
                </c:pt>
                <c:pt idx="25">
                  <c:v>19522.340685786017</c:v>
                </c:pt>
                <c:pt idx="26">
                  <c:v>21113.621229444994</c:v>
                </c:pt>
                <c:pt idx="27">
                  <c:v>10636.579351764374</c:v>
                </c:pt>
                <c:pt idx="28">
                  <c:v>16348.441929611248</c:v>
                </c:pt>
                <c:pt idx="29">
                  <c:v>20654.69539165214</c:v>
                </c:pt>
                <c:pt idx="30">
                  <c:v>11339.106459040926</c:v>
                </c:pt>
                <c:pt idx="31">
                  <c:v>16384.562898910637</c:v>
                </c:pt>
                <c:pt idx="32">
                  <c:v>7670.404599113709</c:v>
                </c:pt>
                <c:pt idx="33">
                  <c:v>15866.510537602304</c:v>
                </c:pt>
                <c:pt idx="34">
                  <c:v>15091.91071877224</c:v>
                </c:pt>
                <c:pt idx="35">
                  <c:v>14252.382565459191</c:v>
                </c:pt>
                <c:pt idx="36">
                  <c:v>13465.697930189614</c:v>
                </c:pt>
                <c:pt idx="37">
                  <c:v>13530.893296798595</c:v>
                </c:pt>
                <c:pt idx="38">
                  <c:v>11849.182085660734</c:v>
                </c:pt>
                <c:pt idx="39">
                  <c:v>18251.67868170587</c:v>
                </c:pt>
                <c:pt idx="40">
                  <c:v>19783.024649172105</c:v>
                </c:pt>
                <c:pt idx="41">
                  <c:v>24850.965224488882</c:v>
                </c:pt>
                <c:pt idx="42">
                  <c:v>23179.39787616504</c:v>
                </c:pt>
                <c:pt idx="43">
                  <c:v>12053.43461807437</c:v>
                </c:pt>
                <c:pt idx="44">
                  <c:v>12448.408655257363</c:v>
                </c:pt>
                <c:pt idx="45">
                  <c:v>13315.990088916735</c:v>
                </c:pt>
                <c:pt idx="46">
                  <c:v>12756.216413485792</c:v>
                </c:pt>
                <c:pt idx="47">
                  <c:v>14123.581425529694</c:v>
                </c:pt>
                <c:pt idx="48">
                  <c:v>26699.130472631856</c:v>
                </c:pt>
                <c:pt idx="49">
                  <c:v>19799.811221256427</c:v>
                </c:pt>
                <c:pt idx="50">
                  <c:v>7381.051987370825</c:v>
                </c:pt>
                <c:pt idx="51">
                  <c:v>23347.594728466906</c:v>
                </c:pt>
                <c:pt idx="52">
                  <c:v>22693.025893932474</c:v>
                </c:pt>
                <c:pt idx="53">
                  <c:v>20152.978166115536</c:v>
                </c:pt>
                <c:pt idx="54">
                  <c:v>11958.664209118902</c:v>
                </c:pt>
                <c:pt idx="55">
                  <c:v>15600.399806478981</c:v>
                </c:pt>
                <c:pt idx="56">
                  <c:v>28292.617052739097</c:v>
                </c:pt>
                <c:pt idx="57">
                  <c:v>19520.713859659307</c:v>
                </c:pt>
                <c:pt idx="58">
                  <c:v>21148.952510350675</c:v>
                </c:pt>
                <c:pt idx="59">
                  <c:v>37853.85175702357</c:v>
                </c:pt>
                <c:pt idx="60">
                  <c:v>21892.587357332748</c:v>
                </c:pt>
                <c:pt idx="61">
                  <c:v>30392.048462377414</c:v>
                </c:pt>
                <c:pt idx="62">
                  <c:v>19880.412689675</c:v>
                </c:pt>
                <c:pt idx="63">
                  <c:v>14833.402361825045</c:v>
                </c:pt>
                <c:pt idx="64">
                  <c:v>30153.019890821786</c:v>
                </c:pt>
                <c:pt idx="65">
                  <c:v>9428.115683082373</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106848.33719801102</c:v>
                </c:pt>
                <c:pt idx="1">
                  <c:v>90537.11131690186</c:v>
                </c:pt>
                <c:pt idx="2">
                  <c:v>111422.05775040419</c:v>
                </c:pt>
                <c:pt idx="3">
                  <c:v>110706.3389482627</c:v>
                </c:pt>
                <c:pt idx="4">
                  <c:v>113539.91478284818</c:v>
                </c:pt>
                <c:pt idx="5">
                  <c:v>127312.68344721537</c:v>
                </c:pt>
                <c:pt idx="6">
                  <c:v>82980.27715129923</c:v>
                </c:pt>
                <c:pt idx="7">
                  <c:v>188282.72078537018</c:v>
                </c:pt>
                <c:pt idx="8">
                  <c:v>128249.14675434932</c:v>
                </c:pt>
                <c:pt idx="9">
                  <c:v>124986.7208733244</c:v>
                </c:pt>
                <c:pt idx="10">
                  <c:v>130144.46028478541</c:v>
                </c:pt>
                <c:pt idx="11">
                  <c:v>123460.63416116739</c:v>
                </c:pt>
                <c:pt idx="12">
                  <c:v>180600.87897221287</c:v>
                </c:pt>
                <c:pt idx="13">
                  <c:v>167166.38758558178</c:v>
                </c:pt>
                <c:pt idx="14">
                  <c:v>140358.51348461</c:v>
                </c:pt>
                <c:pt idx="15">
                  <c:v>142467.9286098248</c:v>
                </c:pt>
                <c:pt idx="16">
                  <c:v>142602.5333695955</c:v>
                </c:pt>
                <c:pt idx="17">
                  <c:v>122701.8911229484</c:v>
                </c:pt>
                <c:pt idx="18">
                  <c:v>127747.23738684882</c:v>
                </c:pt>
                <c:pt idx="19">
                  <c:v>138701.07199997685</c:v>
                </c:pt>
                <c:pt idx="20">
                  <c:v>69156.24538124944</c:v>
                </c:pt>
                <c:pt idx="21">
                  <c:v>147801.42434343378</c:v>
                </c:pt>
                <c:pt idx="22">
                  <c:v>191897.66520862657</c:v>
                </c:pt>
                <c:pt idx="23">
                  <c:v>130567.43660611963</c:v>
                </c:pt>
                <c:pt idx="24">
                  <c:v>86709.56652019115</c:v>
                </c:pt>
                <c:pt idx="25">
                  <c:v>100193.91363461282</c:v>
                </c:pt>
                <c:pt idx="26">
                  <c:v>131077.48554777147</c:v>
                </c:pt>
                <c:pt idx="27">
                  <c:v>104073.79159968186</c:v>
                </c:pt>
                <c:pt idx="28">
                  <c:v>111841.38133435803</c:v>
                </c:pt>
                <c:pt idx="29">
                  <c:v>93075.92143880032</c:v>
                </c:pt>
                <c:pt idx="30">
                  <c:v>100807.25446951404</c:v>
                </c:pt>
                <c:pt idx="31">
                  <c:v>118877.5627045791</c:v>
                </c:pt>
                <c:pt idx="32">
                  <c:v>112248.65201044007</c:v>
                </c:pt>
                <c:pt idx="33">
                  <c:v>95768.08095012273</c:v>
                </c:pt>
                <c:pt idx="34">
                  <c:v>62243.869250512</c:v>
                </c:pt>
                <c:pt idx="35">
                  <c:v>82104.3551816954</c:v>
                </c:pt>
                <c:pt idx="36">
                  <c:v>97205.4672939628</c:v>
                </c:pt>
                <c:pt idx="37">
                  <c:v>58514.100133461114</c:v>
                </c:pt>
                <c:pt idx="38">
                  <c:v>31193.240705263102</c:v>
                </c:pt>
                <c:pt idx="39">
                  <c:v>97170.5439582964</c:v>
                </c:pt>
                <c:pt idx="40">
                  <c:v>127415.38758241468</c:v>
                </c:pt>
                <c:pt idx="41">
                  <c:v>106198.66636566355</c:v>
                </c:pt>
                <c:pt idx="42">
                  <c:v>153206.31828959048</c:v>
                </c:pt>
                <c:pt idx="43">
                  <c:v>121924.25577281824</c:v>
                </c:pt>
                <c:pt idx="44">
                  <c:v>110212.96155326146</c:v>
                </c:pt>
                <c:pt idx="45">
                  <c:v>121588.96804097688</c:v>
                </c:pt>
                <c:pt idx="46">
                  <c:v>81131.30650994276</c:v>
                </c:pt>
                <c:pt idx="47">
                  <c:v>118333.80304727741</c:v>
                </c:pt>
                <c:pt idx="48">
                  <c:v>130308.26634286196</c:v>
                </c:pt>
                <c:pt idx="49">
                  <c:v>77218.23981093934</c:v>
                </c:pt>
                <c:pt idx="50">
                  <c:v>77592.62124098776</c:v>
                </c:pt>
                <c:pt idx="51">
                  <c:v>85953.98263713814</c:v>
                </c:pt>
                <c:pt idx="52">
                  <c:v>74756.25517266226</c:v>
                </c:pt>
                <c:pt idx="53">
                  <c:v>91643.50643049524</c:v>
                </c:pt>
                <c:pt idx="54">
                  <c:v>102826.4147698613</c:v>
                </c:pt>
                <c:pt idx="55">
                  <c:v>62932.78047679843</c:v>
                </c:pt>
                <c:pt idx="56">
                  <c:v>61653.80398892517</c:v>
                </c:pt>
                <c:pt idx="57">
                  <c:v>57252.283158090984</c:v>
                </c:pt>
                <c:pt idx="58">
                  <c:v>53571.78938412229</c:v>
                </c:pt>
                <c:pt idx="59">
                  <c:v>125520.67433650613</c:v>
                </c:pt>
                <c:pt idx="60">
                  <c:v>96081.60468901228</c:v>
                </c:pt>
                <c:pt idx="61">
                  <c:v>59204.73657689724</c:v>
                </c:pt>
                <c:pt idx="62">
                  <c:v>101395.54198022996</c:v>
                </c:pt>
                <c:pt idx="63">
                  <c:v>68747.66962287192</c:v>
                </c:pt>
                <c:pt idx="64">
                  <c:v>77160.12443381186</c:v>
                </c:pt>
                <c:pt idx="65">
                  <c:v>84978.66918990941</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20068.388723275268</c:v>
                </c:pt>
                <c:pt idx="1">
                  <c:v>33861.62186285497</c:v>
                </c:pt>
                <c:pt idx="2">
                  <c:v>21884.18660286022</c:v>
                </c:pt>
                <c:pt idx="3">
                  <c:v>8805.453749641372</c:v>
                </c:pt>
                <c:pt idx="4">
                  <c:v>24324.793108044058</c:v>
                </c:pt>
                <c:pt idx="5">
                  <c:v>14854.686420506434</c:v>
                </c:pt>
                <c:pt idx="6">
                  <c:v>19751.169509082247</c:v>
                </c:pt>
                <c:pt idx="7">
                  <c:v>18496.382785465266</c:v>
                </c:pt>
                <c:pt idx="8">
                  <c:v>24940.648651457883</c:v>
                </c:pt>
                <c:pt idx="9">
                  <c:v>15617.058655384644</c:v>
                </c:pt>
                <c:pt idx="10">
                  <c:v>13297.495633397903</c:v>
                </c:pt>
                <c:pt idx="11">
                  <c:v>16272.398076705198</c:v>
                </c:pt>
                <c:pt idx="12">
                  <c:v>31462.516673356462</c:v>
                </c:pt>
                <c:pt idx="13">
                  <c:v>23329.87233725119</c:v>
                </c:pt>
                <c:pt idx="14">
                  <c:v>27962.73750697081</c:v>
                </c:pt>
                <c:pt idx="15">
                  <c:v>18180.01674024562</c:v>
                </c:pt>
                <c:pt idx="16">
                  <c:v>14164.78022089978</c:v>
                </c:pt>
                <c:pt idx="17">
                  <c:v>11937.738274241523</c:v>
                </c:pt>
                <c:pt idx="18">
                  <c:v>14260.286990009623</c:v>
                </c:pt>
                <c:pt idx="19">
                  <c:v>27667.797601825612</c:v>
                </c:pt>
                <c:pt idx="20">
                  <c:v>28498.750226524342</c:v>
                </c:pt>
                <c:pt idx="21">
                  <c:v>17443.909178088896</c:v>
                </c:pt>
                <c:pt idx="22">
                  <c:v>25954.939957675626</c:v>
                </c:pt>
                <c:pt idx="23">
                  <c:v>18247.93501038964</c:v>
                </c:pt>
                <c:pt idx="24">
                  <c:v>30225.44174421234</c:v>
                </c:pt>
                <c:pt idx="25">
                  <c:v>18127.457748242534</c:v>
                </c:pt>
                <c:pt idx="26">
                  <c:v>13847.110215898174</c:v>
                </c:pt>
                <c:pt idx="27">
                  <c:v>20583.45894338543</c:v>
                </c:pt>
                <c:pt idx="28">
                  <c:v>26777.113805168654</c:v>
                </c:pt>
                <c:pt idx="29">
                  <c:v>15365.355793876934</c:v>
                </c:pt>
                <c:pt idx="30">
                  <c:v>19881.581360382523</c:v>
                </c:pt>
                <c:pt idx="31">
                  <c:v>18820.026656194008</c:v>
                </c:pt>
                <c:pt idx="32">
                  <c:v>22427.070297028655</c:v>
                </c:pt>
                <c:pt idx="33">
                  <c:v>29310.692166165787</c:v>
                </c:pt>
                <c:pt idx="34">
                  <c:v>30118.277986267563</c:v>
                </c:pt>
                <c:pt idx="35">
                  <c:v>26133.408852702705</c:v>
                </c:pt>
                <c:pt idx="36">
                  <c:v>9853.164984251362</c:v>
                </c:pt>
                <c:pt idx="37">
                  <c:v>12967.736553008916</c:v>
                </c:pt>
                <c:pt idx="38">
                  <c:v>20395.310597102172</c:v>
                </c:pt>
                <c:pt idx="39">
                  <c:v>22255.31419857153</c:v>
                </c:pt>
                <c:pt idx="40">
                  <c:v>21070.71892401491</c:v>
                </c:pt>
                <c:pt idx="41">
                  <c:v>17442.8216436476</c:v>
                </c:pt>
                <c:pt idx="42">
                  <c:v>28381.965886753376</c:v>
                </c:pt>
                <c:pt idx="43">
                  <c:v>16101.999459625704</c:v>
                </c:pt>
                <c:pt idx="44">
                  <c:v>20942.46498022863</c:v>
                </c:pt>
                <c:pt idx="45">
                  <c:v>36105.41764730606</c:v>
                </c:pt>
                <c:pt idx="46">
                  <c:v>23711.319614847424</c:v>
                </c:pt>
                <c:pt idx="47">
                  <c:v>16220.544624135435</c:v>
                </c:pt>
                <c:pt idx="48">
                  <c:v>20057.361075820627</c:v>
                </c:pt>
                <c:pt idx="49">
                  <c:v>22535.980810963225</c:v>
                </c:pt>
                <c:pt idx="50">
                  <c:v>19102.58239895513</c:v>
                </c:pt>
                <c:pt idx="51">
                  <c:v>24993.522904957943</c:v>
                </c:pt>
                <c:pt idx="52">
                  <c:v>16432.407601792984</c:v>
                </c:pt>
                <c:pt idx="53">
                  <c:v>4407.8800507480755</c:v>
                </c:pt>
                <c:pt idx="54">
                  <c:v>17638.062349716365</c:v>
                </c:pt>
                <c:pt idx="55">
                  <c:v>21009.22048216991</c:v>
                </c:pt>
                <c:pt idx="56">
                  <c:v>25405.74137600029</c:v>
                </c:pt>
                <c:pt idx="57">
                  <c:v>15547.109212954729</c:v>
                </c:pt>
                <c:pt idx="58">
                  <c:v>12489.23663473036</c:v>
                </c:pt>
                <c:pt idx="59">
                  <c:v>22766.553481473016</c:v>
                </c:pt>
                <c:pt idx="60">
                  <c:v>27209.994759526624</c:v>
                </c:pt>
                <c:pt idx="61">
                  <c:v>13737.647332705552</c:v>
                </c:pt>
                <c:pt idx="62">
                  <c:v>22395.143934443346</c:v>
                </c:pt>
                <c:pt idx="63">
                  <c:v>7710.421661892565</c:v>
                </c:pt>
                <c:pt idx="64">
                  <c:v>12497.367152549463</c:v>
                </c:pt>
                <c:pt idx="65">
                  <c:v>13304.274934005545</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9820.109964830359</c:v>
                </c:pt>
                <c:pt idx="1">
                  <c:v>8270.272731872687</c:v>
                </c:pt>
                <c:pt idx="2">
                  <c:v>10783.717103900974</c:v>
                </c:pt>
                <c:pt idx="3">
                  <c:v>4623.409912879766</c:v>
                </c:pt>
                <c:pt idx="4">
                  <c:v>2932.2055300752763</c:v>
                </c:pt>
                <c:pt idx="5">
                  <c:v>5183.904068005205</c:v>
                </c:pt>
                <c:pt idx="6">
                  <c:v>2947.8401067202562</c:v>
                </c:pt>
                <c:pt idx="7">
                  <c:v>12177.615664154227</c:v>
                </c:pt>
                <c:pt idx="8">
                  <c:v>2553.887277729177</c:v>
                </c:pt>
                <c:pt idx="9">
                  <c:v>584.3227706951143</c:v>
                </c:pt>
                <c:pt idx="10">
                  <c:v>2673.7729485954474</c:v>
                </c:pt>
                <c:pt idx="11">
                  <c:v>2144.8425975436726</c:v>
                </c:pt>
                <c:pt idx="12">
                  <c:v>4205.769465599959</c:v>
                </c:pt>
                <c:pt idx="13">
                  <c:v>8782.832483318292</c:v>
                </c:pt>
                <c:pt idx="14">
                  <c:v>5924.738648386407</c:v>
                </c:pt>
                <c:pt idx="15">
                  <c:v>12391.643524397106</c:v>
                </c:pt>
                <c:pt idx="16">
                  <c:v>671.4570686134324</c:v>
                </c:pt>
                <c:pt idx="17">
                  <c:v>8600.29367592925</c:v>
                </c:pt>
                <c:pt idx="18">
                  <c:v>3763.750047148187</c:v>
                </c:pt>
                <c:pt idx="19">
                  <c:v>14054.236010777575</c:v>
                </c:pt>
                <c:pt idx="20">
                  <c:v>11281.505147596676</c:v>
                </c:pt>
                <c:pt idx="21">
                  <c:v>8203.458949697473</c:v>
                </c:pt>
                <c:pt idx="22">
                  <c:v>14815.81795189594</c:v>
                </c:pt>
                <c:pt idx="23">
                  <c:v>3419.8675866384538</c:v>
                </c:pt>
                <c:pt idx="24">
                  <c:v>15573.247266305243</c:v>
                </c:pt>
                <c:pt idx="25">
                  <c:v>14146.471394621285</c:v>
                </c:pt>
                <c:pt idx="26">
                  <c:v>11640.305454464376</c:v>
                </c:pt>
                <c:pt idx="27">
                  <c:v>886.3162872561064</c:v>
                </c:pt>
                <c:pt idx="28">
                  <c:v>7235.633671896611</c:v>
                </c:pt>
                <c:pt idx="29">
                  <c:v>6225.071702881192</c:v>
                </c:pt>
                <c:pt idx="30">
                  <c:v>10742.42954528017</c:v>
                </c:pt>
                <c:pt idx="31">
                  <c:v>7069.143295379829</c:v>
                </c:pt>
                <c:pt idx="32">
                  <c:v>5423.264836283607</c:v>
                </c:pt>
                <c:pt idx="33">
                  <c:v>7945.254894777347</c:v>
                </c:pt>
                <c:pt idx="34">
                  <c:v>11674.370580963225</c:v>
                </c:pt>
                <c:pt idx="35">
                  <c:v>6827.458351758868</c:v>
                </c:pt>
                <c:pt idx="36">
                  <c:v>10616.697192872203</c:v>
                </c:pt>
                <c:pt idx="37">
                  <c:v>7671.418176832798</c:v>
                </c:pt>
                <c:pt idx="38">
                  <c:v>6007.428037374684</c:v>
                </c:pt>
                <c:pt idx="39">
                  <c:v>8426.985369809852</c:v>
                </c:pt>
                <c:pt idx="40">
                  <c:v>1058.9162009092984</c:v>
                </c:pt>
                <c:pt idx="41">
                  <c:v>11934.03633608394</c:v>
                </c:pt>
                <c:pt idx="42">
                  <c:v>15015.220552982046</c:v>
                </c:pt>
                <c:pt idx="43">
                  <c:v>6039.540686894192</c:v>
                </c:pt>
                <c:pt idx="44">
                  <c:v>12229.237233495922</c:v>
                </c:pt>
                <c:pt idx="45">
                  <c:v>13085.727918602672</c:v>
                </c:pt>
                <c:pt idx="46">
                  <c:v>1991.281900177994</c:v>
                </c:pt>
                <c:pt idx="47">
                  <c:v>9426.130276799711</c:v>
                </c:pt>
                <c:pt idx="48">
                  <c:v>7010.9512233598025</c:v>
                </c:pt>
                <c:pt idx="49">
                  <c:v>4192.748464751625</c:v>
                </c:pt>
                <c:pt idx="50">
                  <c:v>15655.033138346947</c:v>
                </c:pt>
                <c:pt idx="51">
                  <c:v>3842.436505598693</c:v>
                </c:pt>
                <c:pt idx="52">
                  <c:v>10255.707821671405</c:v>
                </c:pt>
                <c:pt idx="53">
                  <c:v>12075.956986175781</c:v>
                </c:pt>
                <c:pt idx="54">
                  <c:v>13242.473897513808</c:v>
                </c:pt>
                <c:pt idx="55">
                  <c:v>3699.106400797984</c:v>
                </c:pt>
                <c:pt idx="56">
                  <c:v>14689.547372556315</c:v>
                </c:pt>
                <c:pt idx="57">
                  <c:v>1034.0412822482003</c:v>
                </c:pt>
                <c:pt idx="58">
                  <c:v>2566.76917316505</c:v>
                </c:pt>
                <c:pt idx="59">
                  <c:v>21996.30547146788</c:v>
                </c:pt>
                <c:pt idx="60">
                  <c:v>8670.644903052294</c:v>
                </c:pt>
                <c:pt idx="61">
                  <c:v>6153.958803535854</c:v>
                </c:pt>
                <c:pt idx="62">
                  <c:v>13267.072898218947</c:v>
                </c:pt>
                <c:pt idx="63">
                  <c:v>10074.791051749911</c:v>
                </c:pt>
                <c:pt idx="64">
                  <c:v>6322.036410779805</c:v>
                </c:pt>
                <c:pt idx="65">
                  <c:v>10059.069621397528</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-9589.424217155241</c:v>
                </c:pt>
                <c:pt idx="1">
                  <c:v>-4055.546503051124</c:v>
                </c:pt>
                <c:pt idx="2">
                  <c:v>-5499.733837131354</c:v>
                </c:pt>
                <c:pt idx="3">
                  <c:v>-7629.314615927773</c:v>
                </c:pt>
                <c:pt idx="4">
                  <c:v>-9416.462340318662</c:v>
                </c:pt>
                <c:pt idx="5">
                  <c:v>-4835.3236125791655</c:v>
                </c:pt>
                <c:pt idx="6">
                  <c:v>-4845.943490028506</c:v>
                </c:pt>
                <c:pt idx="7">
                  <c:v>-5119.180955679077</c:v>
                </c:pt>
                <c:pt idx="8">
                  <c:v>-7836.079999536935</c:v>
                </c:pt>
                <c:pt idx="9">
                  <c:v>-5994.767286596267</c:v>
                </c:pt>
                <c:pt idx="10">
                  <c:v>-7409.369740754106</c:v>
                </c:pt>
                <c:pt idx="11">
                  <c:v>-3062.2444946397554</c:v>
                </c:pt>
                <c:pt idx="12">
                  <c:v>-9861.591582990925</c:v>
                </c:pt>
                <c:pt idx="13">
                  <c:v>-6730.278604164404</c:v>
                </c:pt>
                <c:pt idx="14">
                  <c:v>-7436.817534838159</c:v>
                </c:pt>
                <c:pt idx="15">
                  <c:v>-6805.010762464197</c:v>
                </c:pt>
                <c:pt idx="16">
                  <c:v>-7843.380838662816</c:v>
                </c:pt>
                <c:pt idx="17">
                  <c:v>-5116.693582484762</c:v>
                </c:pt>
                <c:pt idx="18">
                  <c:v>-4870.3622937703085</c:v>
                </c:pt>
                <c:pt idx="19">
                  <c:v>-6208.86984234502</c:v>
                </c:pt>
                <c:pt idx="20">
                  <c:v>-1836.9449179523779</c:v>
                </c:pt>
                <c:pt idx="21">
                  <c:v>-6157.2556743391315</c:v>
                </c:pt>
                <c:pt idx="22">
                  <c:v>-6116.834891353299</c:v>
                </c:pt>
                <c:pt idx="23">
                  <c:v>-1077.8906178875673</c:v>
                </c:pt>
                <c:pt idx="24">
                  <c:v>-6426.887791429445</c:v>
                </c:pt>
                <c:pt idx="25">
                  <c:v>-3918.3820855287577</c:v>
                </c:pt>
                <c:pt idx="26">
                  <c:v>-9413.897465578828</c:v>
                </c:pt>
                <c:pt idx="27">
                  <c:v>-1460.110732381377</c:v>
                </c:pt>
                <c:pt idx="28">
                  <c:v>-4698.27446554939</c:v>
                </c:pt>
                <c:pt idx="29">
                  <c:v>-9923.25772870301</c:v>
                </c:pt>
                <c:pt idx="30">
                  <c:v>-5077.183959289849</c:v>
                </c:pt>
                <c:pt idx="31">
                  <c:v>-8905.97059084012</c:v>
                </c:pt>
                <c:pt idx="32">
                  <c:v>-6509.9978366249625</c:v>
                </c:pt>
                <c:pt idx="33">
                  <c:v>-9200.81052422676</c:v>
                </c:pt>
                <c:pt idx="34">
                  <c:v>-9712.184888985339</c:v>
                </c:pt>
                <c:pt idx="35">
                  <c:v>-7321.59280378622</c:v>
                </c:pt>
                <c:pt idx="36">
                  <c:v>-8024.0546000967715</c:v>
                </c:pt>
                <c:pt idx="37">
                  <c:v>-4152.312009843813</c:v>
                </c:pt>
                <c:pt idx="38">
                  <c:v>-3533.281645075507</c:v>
                </c:pt>
                <c:pt idx="39">
                  <c:v>-4648.16739144361</c:v>
                </c:pt>
                <c:pt idx="40">
                  <c:v>-8308.890330051461</c:v>
                </c:pt>
                <c:pt idx="41">
                  <c:v>-9615.455661842594</c:v>
                </c:pt>
                <c:pt idx="42">
                  <c:v>-13936.980241894267</c:v>
                </c:pt>
                <c:pt idx="43">
                  <c:v>-9918.445755303188</c:v>
                </c:pt>
                <c:pt idx="44">
                  <c:v>-7600.793484891355</c:v>
                </c:pt>
                <c:pt idx="45">
                  <c:v>-8758.887339496949</c:v>
                </c:pt>
                <c:pt idx="46">
                  <c:v>-7545.341621375758</c:v>
                </c:pt>
                <c:pt idx="47">
                  <c:v>-7006.973514769954</c:v>
                </c:pt>
                <c:pt idx="48">
                  <c:v>-5692.311796087182</c:v>
                </c:pt>
                <c:pt idx="49">
                  <c:v>-8372.406748853065</c:v>
                </c:pt>
                <c:pt idx="50">
                  <c:v>-11301.7379213835</c:v>
                </c:pt>
                <c:pt idx="51">
                  <c:v>-13904.863855287944</c:v>
                </c:pt>
                <c:pt idx="52">
                  <c:v>-2826.604559934304</c:v>
                </c:pt>
                <c:pt idx="53">
                  <c:v>-2335.172692188511</c:v>
                </c:pt>
                <c:pt idx="54">
                  <c:v>-12377.322352823383</c:v>
                </c:pt>
                <c:pt idx="55">
                  <c:v>-5273.986289672005</c:v>
                </c:pt>
                <c:pt idx="56">
                  <c:v>-3905.8889860070344</c:v>
                </c:pt>
                <c:pt idx="57">
                  <c:v>-8911.527050490982</c:v>
                </c:pt>
                <c:pt idx="58">
                  <c:v>-8264.69400205886</c:v>
                </c:pt>
                <c:pt idx="59">
                  <c:v>-15591.445737012687</c:v>
                </c:pt>
                <c:pt idx="60">
                  <c:v>-11598.903134753966</c:v>
                </c:pt>
                <c:pt idx="61">
                  <c:v>-9261.425289477405</c:v>
                </c:pt>
                <c:pt idx="62">
                  <c:v>-8368.067549681098</c:v>
                </c:pt>
                <c:pt idx="63">
                  <c:v>-13318.163685568215</c:v>
                </c:pt>
                <c:pt idx="64">
                  <c:v>-3466.3768357498006</c:v>
                </c:pt>
                <c:pt idx="65">
                  <c:v>-9111.847607880361</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3412.060729285607</c:v>
                </c:pt>
                <c:pt idx="1">
                  <c:v>4122.898944767975</c:v>
                </c:pt>
                <c:pt idx="2">
                  <c:v>6482.370211049978</c:v>
                </c:pt>
                <c:pt idx="3">
                  <c:v>7855.083246493049</c:v>
                </c:pt>
                <c:pt idx="4">
                  <c:v>4157.224233244231</c:v>
                </c:pt>
                <c:pt idx="5">
                  <c:v>6658.85223466622</c:v>
                </c:pt>
                <c:pt idx="6">
                  <c:v>1957.1800205292511</c:v>
                </c:pt>
                <c:pt idx="7">
                  <c:v>5583.814286748034</c:v>
                </c:pt>
                <c:pt idx="8">
                  <c:v>3272.4682926035644</c:v>
                </c:pt>
                <c:pt idx="9">
                  <c:v>5063.137014657532</c:v>
                </c:pt>
                <c:pt idx="10">
                  <c:v>8101.780179242835</c:v>
                </c:pt>
                <c:pt idx="11">
                  <c:v>5606.031484600179</c:v>
                </c:pt>
                <c:pt idx="12">
                  <c:v>7226.888571378367</c:v>
                </c:pt>
                <c:pt idx="13">
                  <c:v>4329.043755064122</c:v>
                </c:pt>
                <c:pt idx="14">
                  <c:v>6915.280320765724</c:v>
                </c:pt>
                <c:pt idx="15">
                  <c:v>5549.419074683434</c:v>
                </c:pt>
                <c:pt idx="16">
                  <c:v>6046.479370485503</c:v>
                </c:pt>
                <c:pt idx="17">
                  <c:v>3166.580386043545</c:v>
                </c:pt>
                <c:pt idx="18">
                  <c:v>3228.147635506575</c:v>
                </c:pt>
                <c:pt idx="19">
                  <c:v>1876.3002031883311</c:v>
                </c:pt>
                <c:pt idx="20">
                  <c:v>3314.4162804350412</c:v>
                </c:pt>
                <c:pt idx="21">
                  <c:v>5951.122891909454</c:v>
                </c:pt>
                <c:pt idx="22">
                  <c:v>11051.721631130587</c:v>
                </c:pt>
                <c:pt idx="23">
                  <c:v>4112.9484561871695</c:v>
                </c:pt>
                <c:pt idx="24">
                  <c:v>2458.8081325428234</c:v>
                </c:pt>
                <c:pt idx="25">
                  <c:v>3343.9074580299775</c:v>
                </c:pt>
                <c:pt idx="26">
                  <c:v>10732.898147936132</c:v>
                </c:pt>
                <c:pt idx="27">
                  <c:v>3843.7243306707264</c:v>
                </c:pt>
                <c:pt idx="28">
                  <c:v>4803.681393126238</c:v>
                </c:pt>
                <c:pt idx="29">
                  <c:v>7805.555896526602</c:v>
                </c:pt>
                <c:pt idx="30">
                  <c:v>6034.570127172153</c:v>
                </c:pt>
                <c:pt idx="31">
                  <c:v>4222.252708344811</c:v>
                </c:pt>
                <c:pt idx="32">
                  <c:v>6030.164348495218</c:v>
                </c:pt>
                <c:pt idx="33">
                  <c:v>6946.669113119591</c:v>
                </c:pt>
                <c:pt idx="34">
                  <c:v>4964.845230818273</c:v>
                </c:pt>
                <c:pt idx="35">
                  <c:v>5986.136216644437</c:v>
                </c:pt>
                <c:pt idx="36">
                  <c:v>10088.10916829024</c:v>
                </c:pt>
                <c:pt idx="37">
                  <c:v>2436.122957902537</c:v>
                </c:pt>
                <c:pt idx="38">
                  <c:v>9719.539765287353</c:v>
                </c:pt>
                <c:pt idx="39">
                  <c:v>3667.779988599291</c:v>
                </c:pt>
                <c:pt idx="40">
                  <c:v>7035.798502512757</c:v>
                </c:pt>
                <c:pt idx="41">
                  <c:v>7822.016898258333</c:v>
                </c:pt>
                <c:pt idx="42">
                  <c:v>5817.682412717083</c:v>
                </c:pt>
                <c:pt idx="43">
                  <c:v>8946.62947896683</c:v>
                </c:pt>
                <c:pt idx="44">
                  <c:v>12056.913170954133</c:v>
                </c:pt>
                <c:pt idx="45">
                  <c:v>7998.117460394074</c:v>
                </c:pt>
                <c:pt idx="46">
                  <c:v>4002.6699645378003</c:v>
                </c:pt>
                <c:pt idx="47">
                  <c:v>8967.04219709035</c:v>
                </c:pt>
                <c:pt idx="48">
                  <c:v>4741.330857693546</c:v>
                </c:pt>
                <c:pt idx="49">
                  <c:v>7643.833441548958</c:v>
                </c:pt>
                <c:pt idx="50">
                  <c:v>7587.946651199892</c:v>
                </c:pt>
                <c:pt idx="51">
                  <c:v>8636.870320094833</c:v>
                </c:pt>
                <c:pt idx="52">
                  <c:v>7960.284326765818</c:v>
                </c:pt>
                <c:pt idx="53">
                  <c:v>8664.718319017955</c:v>
                </c:pt>
                <c:pt idx="54">
                  <c:v>6779.995384018746</c:v>
                </c:pt>
                <c:pt idx="55">
                  <c:v>6922.60764198352</c:v>
                </c:pt>
                <c:pt idx="56">
                  <c:v>5868.472385019677</c:v>
                </c:pt>
                <c:pt idx="57">
                  <c:v>6373.139925135983</c:v>
                </c:pt>
                <c:pt idx="58">
                  <c:v>8664.028024079103</c:v>
                </c:pt>
                <c:pt idx="59">
                  <c:v>14123.147435508547</c:v>
                </c:pt>
                <c:pt idx="60">
                  <c:v>12370.610880438928</c:v>
                </c:pt>
                <c:pt idx="61">
                  <c:v>6473.219069756139</c:v>
                </c:pt>
                <c:pt idx="62">
                  <c:v>6729.16740892105</c:v>
                </c:pt>
                <c:pt idx="63">
                  <c:v>2595.525180776564</c:v>
                </c:pt>
                <c:pt idx="64">
                  <c:v>5182.293659695444</c:v>
                </c:pt>
                <c:pt idx="65">
                  <c:v>6671.594332196296</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3368.4305595493984</c:v>
                </c:pt>
                <c:pt idx="1">
                  <c:v>1351.7325751323322</c:v>
                </c:pt>
                <c:pt idx="2">
                  <c:v>1879.8131585342524</c:v>
                </c:pt>
                <c:pt idx="3">
                  <c:v>1464.2240960564106</c:v>
                </c:pt>
                <c:pt idx="4">
                  <c:v>1362.4949608706856</c:v>
                </c:pt>
                <c:pt idx="5">
                  <c:v>2244.4849976620044</c:v>
                </c:pt>
                <c:pt idx="6">
                  <c:v>1101.7642581077619</c:v>
                </c:pt>
                <c:pt idx="7">
                  <c:v>1941.1683886812698</c:v>
                </c:pt>
                <c:pt idx="8">
                  <c:v>2159.8631584660243</c:v>
                </c:pt>
                <c:pt idx="9">
                  <c:v>1821.0346658034246</c:v>
                </c:pt>
                <c:pt idx="10">
                  <c:v>3131.834597582698</c:v>
                </c:pt>
                <c:pt idx="11">
                  <c:v>1972.6574057288294</c:v>
                </c:pt>
                <c:pt idx="12">
                  <c:v>1156.8943678441135</c:v>
                </c:pt>
                <c:pt idx="13">
                  <c:v>2956.777625048313</c:v>
                </c:pt>
                <c:pt idx="14">
                  <c:v>2110.736422239025</c:v>
                </c:pt>
                <c:pt idx="15">
                  <c:v>2308.864168122694</c:v>
                </c:pt>
                <c:pt idx="16">
                  <c:v>1490.7977508672436</c:v>
                </c:pt>
                <c:pt idx="17">
                  <c:v>1394.5338364753702</c:v>
                </c:pt>
                <c:pt idx="18">
                  <c:v>418.1413055350832</c:v>
                </c:pt>
                <c:pt idx="19">
                  <c:v>670.3647123667879</c:v>
                </c:pt>
                <c:pt idx="20">
                  <c:v>2800.5047337157557</c:v>
                </c:pt>
                <c:pt idx="21">
                  <c:v>4101.664625341264</c:v>
                </c:pt>
                <c:pt idx="22">
                  <c:v>2898.365002697744</c:v>
                </c:pt>
                <c:pt idx="23">
                  <c:v>1830.7650723056263</c:v>
                </c:pt>
                <c:pt idx="24">
                  <c:v>3633.860147830066</c:v>
                </c:pt>
                <c:pt idx="25">
                  <c:v>943.1139250147386</c:v>
                </c:pt>
                <c:pt idx="26">
                  <c:v>1710.7773549039787</c:v>
                </c:pt>
                <c:pt idx="27">
                  <c:v>2131.4170983654794</c:v>
                </c:pt>
                <c:pt idx="28">
                  <c:v>2539.3706763185637</c:v>
                </c:pt>
                <c:pt idx="29">
                  <c:v>1546.3143181269243</c:v>
                </c:pt>
                <c:pt idx="30">
                  <c:v>2785.010453719809</c:v>
                </c:pt>
                <c:pt idx="31">
                  <c:v>1928.7972365106968</c:v>
                </c:pt>
                <c:pt idx="32">
                  <c:v>1061.0786354939362</c:v>
                </c:pt>
                <c:pt idx="33">
                  <c:v>2089.098486798509</c:v>
                </c:pt>
                <c:pt idx="34">
                  <c:v>2546.6897417880864</c:v>
                </c:pt>
                <c:pt idx="35">
                  <c:v>1515.858204989501</c:v>
                </c:pt>
                <c:pt idx="36">
                  <c:v>3521.672951965937</c:v>
                </c:pt>
                <c:pt idx="37">
                  <c:v>2560.0493607606636</c:v>
                </c:pt>
                <c:pt idx="38">
                  <c:v>4431.239235298574</c:v>
                </c:pt>
                <c:pt idx="39">
                  <c:v>1834.9866153915907</c:v>
                </c:pt>
                <c:pt idx="40">
                  <c:v>3911.769403206025</c:v>
                </c:pt>
                <c:pt idx="41">
                  <c:v>1893.4014265078488</c:v>
                </c:pt>
                <c:pt idx="42">
                  <c:v>1257.559070891852</c:v>
                </c:pt>
                <c:pt idx="43">
                  <c:v>3421.5779917861582</c:v>
                </c:pt>
                <c:pt idx="44">
                  <c:v>1381.4203764060596</c:v>
                </c:pt>
                <c:pt idx="45">
                  <c:v>1672.1517431238892</c:v>
                </c:pt>
                <c:pt idx="46">
                  <c:v>1238.9915912215965</c:v>
                </c:pt>
                <c:pt idx="47">
                  <c:v>927.5832813365143</c:v>
                </c:pt>
                <c:pt idx="48">
                  <c:v>2441.8414307257735</c:v>
                </c:pt>
                <c:pt idx="49">
                  <c:v>2280.120139856387</c:v>
                </c:pt>
                <c:pt idx="50">
                  <c:v>1882.544259345475</c:v>
                </c:pt>
                <c:pt idx="51">
                  <c:v>1004.7014090245228</c:v>
                </c:pt>
                <c:pt idx="52">
                  <c:v>1063.6969936776486</c:v>
                </c:pt>
                <c:pt idx="53">
                  <c:v>3475.960404622409</c:v>
                </c:pt>
                <c:pt idx="54">
                  <c:v>2735.4951244427357</c:v>
                </c:pt>
                <c:pt idx="55">
                  <c:v>2723.3661002045515</c:v>
                </c:pt>
                <c:pt idx="56">
                  <c:v>3073.4787613577823</c:v>
                </c:pt>
                <c:pt idx="57">
                  <c:v>2816.8534773027327</c:v>
                </c:pt>
                <c:pt idx="58">
                  <c:v>4116.000446354281</c:v>
                </c:pt>
                <c:pt idx="59">
                  <c:v>4261.877477980937</c:v>
                </c:pt>
                <c:pt idx="60">
                  <c:v>2319.7903713705173</c:v>
                </c:pt>
                <c:pt idx="61">
                  <c:v>1545.716258083402</c:v>
                </c:pt>
                <c:pt idx="62">
                  <c:v>2239.2977739778357</c:v>
                </c:pt>
                <c:pt idx="63">
                  <c:v>1038.825114029199</c:v>
                </c:pt>
                <c:pt idx="64">
                  <c:v>898.480968225556</c:v>
                </c:pt>
                <c:pt idx="65">
                  <c:v>804.9535223475509</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945640.9735531614</c:v>
                </c:pt>
                <c:pt idx="1">
                  <c:v>1058663.3855867705</c:v>
                </c:pt>
                <c:pt idx="2">
                  <c:v>1433261.7881735696</c:v>
                </c:pt>
                <c:pt idx="3">
                  <c:v>1277875.2522861913</c:v>
                </c:pt>
                <c:pt idx="4">
                  <c:v>1034742.881875356</c:v>
                </c:pt>
                <c:pt idx="5">
                  <c:v>879207.7432523726</c:v>
                </c:pt>
                <c:pt idx="6">
                  <c:v>416143.53515739704</c:v>
                </c:pt>
                <c:pt idx="7">
                  <c:v>287757.7760637254</c:v>
                </c:pt>
                <c:pt idx="8">
                  <c:v>138362.40083266652</c:v>
                </c:pt>
                <c:pt idx="9">
                  <c:v>198842.9225474248</c:v>
                </c:pt>
                <c:pt idx="10">
                  <c:v>475960.67557781603</c:v>
                </c:pt>
                <c:pt idx="11">
                  <c:v>593853.9706725134</c:v>
                </c:pt>
                <c:pt idx="12">
                  <c:v>1027556.0461192491</c:v>
                </c:pt>
                <c:pt idx="13">
                  <c:v>1073700.7075630685</c:v>
                </c:pt>
                <c:pt idx="14">
                  <c:v>1570581.1407711739</c:v>
                </c:pt>
                <c:pt idx="15">
                  <c:v>1226110.9534239012</c:v>
                </c:pt>
                <c:pt idx="16">
                  <c:v>1377265.1018150393</c:v>
                </c:pt>
                <c:pt idx="17">
                  <c:v>741148.713816217</c:v>
                </c:pt>
                <c:pt idx="18">
                  <c:v>511764.0236361513</c:v>
                </c:pt>
                <c:pt idx="19">
                  <c:v>311296.2674832449</c:v>
                </c:pt>
                <c:pt idx="20">
                  <c:v>144949.86624847603</c:v>
                </c:pt>
                <c:pt idx="21">
                  <c:v>231099.23385791533</c:v>
                </c:pt>
                <c:pt idx="22">
                  <c:v>517616.87506640865</c:v>
                </c:pt>
                <c:pt idx="23">
                  <c:v>638775.361963471</c:v>
                </c:pt>
                <c:pt idx="24">
                  <c:v>1271941.8797088175</c:v>
                </c:pt>
                <c:pt idx="25">
                  <c:v>1174016.3147428164</c:v>
                </c:pt>
                <c:pt idx="26">
                  <c:v>1314494.7342784137</c:v>
                </c:pt>
                <c:pt idx="27">
                  <c:v>1186951.6953377724</c:v>
                </c:pt>
                <c:pt idx="28">
                  <c:v>1337306.274282057</c:v>
                </c:pt>
                <c:pt idx="29">
                  <c:v>810394.031648445</c:v>
                </c:pt>
                <c:pt idx="30">
                  <c:v>519488.53448948765</c:v>
                </c:pt>
                <c:pt idx="31">
                  <c:v>388961.9312311715</c:v>
                </c:pt>
                <c:pt idx="32">
                  <c:v>184069.05056786496</c:v>
                </c:pt>
                <c:pt idx="33">
                  <c:v>301587.34140955645</c:v>
                </c:pt>
                <c:pt idx="34">
                  <c:v>490705.7783777126</c:v>
                </c:pt>
                <c:pt idx="35">
                  <c:v>747537.2124857161</c:v>
                </c:pt>
                <c:pt idx="36">
                  <c:v>1384858.5924792415</c:v>
                </c:pt>
                <c:pt idx="37">
                  <c:v>1198861.599940648</c:v>
                </c:pt>
                <c:pt idx="38">
                  <c:v>1404922.3142878704</c:v>
                </c:pt>
                <c:pt idx="39">
                  <c:v>1173499.43881908</c:v>
                </c:pt>
                <c:pt idx="40">
                  <c:v>1341704.7526343472</c:v>
                </c:pt>
                <c:pt idx="41">
                  <c:v>797481.0515295562</c:v>
                </c:pt>
                <c:pt idx="42">
                  <c:v>635499.7962691892</c:v>
                </c:pt>
                <c:pt idx="43">
                  <c:v>287482.71475525474</c:v>
                </c:pt>
                <c:pt idx="44">
                  <c:v>166871.7295325124</c:v>
                </c:pt>
                <c:pt idx="45">
                  <c:v>302642.9339043407</c:v>
                </c:pt>
                <c:pt idx="46">
                  <c:v>460754.4745130704</c:v>
                </c:pt>
                <c:pt idx="47">
                  <c:v>641288.8495689697</c:v>
                </c:pt>
                <c:pt idx="48">
                  <c:v>1298008.1914056125</c:v>
                </c:pt>
                <c:pt idx="49">
                  <c:v>1202825.0649964148</c:v>
                </c:pt>
                <c:pt idx="50">
                  <c:v>1272507.1233220578</c:v>
                </c:pt>
                <c:pt idx="51">
                  <c:v>1480384.3157693034</c:v>
                </c:pt>
                <c:pt idx="52">
                  <c:v>1104105.606256194</c:v>
                </c:pt>
                <c:pt idx="53">
                  <c:v>819884.5316898071</c:v>
                </c:pt>
                <c:pt idx="54">
                  <c:v>608286.1135748841</c:v>
                </c:pt>
                <c:pt idx="55">
                  <c:v>248658.26018454114</c:v>
                </c:pt>
                <c:pt idx="56">
                  <c:v>185879.5843938823</c:v>
                </c:pt>
                <c:pt idx="57">
                  <c:v>229643.33636163847</c:v>
                </c:pt>
                <c:pt idx="58">
                  <c:v>420760.16239738534</c:v>
                </c:pt>
                <c:pt idx="59">
                  <c:v>969222.2560382764</c:v>
                </c:pt>
                <c:pt idx="60">
                  <c:v>1298141.9531063528</c:v>
                </c:pt>
                <c:pt idx="61">
                  <c:v>1270535.9306117562</c:v>
                </c:pt>
                <c:pt idx="62">
                  <c:v>1759929.0753480368</c:v>
                </c:pt>
                <c:pt idx="63">
                  <c:v>1280675.9394968145</c:v>
                </c:pt>
                <c:pt idx="64">
                  <c:v>1088225.8951034006</c:v>
                </c:pt>
                <c:pt idx="65">
                  <c:v>704399.1643687941</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Brand_TV</c:v>
                </c:pt>
                <c:pt idx="7">
                  <c:v>Brand_Digital_P...</c:v>
                </c:pt>
                <c:pt idx="8">
                  <c:v>Region_Digital_...</c:v>
                </c:pt>
                <c:pt idx="9">
                  <c:v>Brand_Digital_D...</c:v>
                </c:pt>
                <c:pt idx="10">
                  <c:v>Brand_Digital_V...</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54.39574657735853</c:v>
                </c:pt>
                <c:pt idx="2">
                  <c:v>69.46221540157718</c:v>
                </c:pt>
                <c:pt idx="3">
                  <c:v>77.97010434916871</c:v>
                </c:pt>
                <c:pt idx="4">
                  <c:v>86.36607646903664</c:v>
                </c:pt>
                <c:pt idx="5">
                  <c:v>89.18942177445585</c:v>
                </c:pt>
                <c:pt idx="6">
                  <c:v>91.3791914333781</c:v>
                </c:pt>
                <c:pt idx="7">
                  <c:v>92.99375179844466</c:v>
                </c:pt>
                <c:pt idx="8">
                  <c:v>94.6004305573163</c:v>
                </c:pt>
                <c:pt idx="9">
                  <c:v>96.13343438230909</c:v>
                </c:pt>
                <c:pt idx="10">
                  <c:v>97.39356309485616</c:v>
                </c:pt>
                <c:pt idx="11">
                  <c:v>98.40519179275559</c:v>
                </c:pt>
                <c:pt idx="12">
                  <c:v>98.88748301732525</c:v>
                </c:pt>
                <c:pt idx="13">
                  <c:v>99.27707454995765</c:v>
                </c:pt>
                <c:pt idx="14">
                  <c:v>99.61757359071495</c:v>
                </c:pt>
                <c:pt idx="15">
                  <c:v>99.80248433716011</c:v>
                </c:pt>
                <c:pt idx="16">
                  <c:v>99.97130723462564</c:v>
                </c:pt>
                <c:pt idx="17">
                  <c:v>100.11518099287935</c:v>
                </c:pt>
                <c:pt idx="18">
                  <c:v>100.2151228274053</c:v>
                </c:pt>
                <c:pt idx="19">
                  <c:v>100.1512102514626</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FFA52F"/>
              </a:solidFill>
            </c:spPr>
          </c:dPt>
          <c:dPt>
            <c:idx val="7"/>
            <c:spPr>
              <a:solidFill>
                <a:srgbClr val="00ACC6"/>
              </a:solidFill>
            </c:spPr>
          </c:dPt>
          <c:dPt>
            <c:idx val="8"/>
            <c:spPr>
              <a:solidFill>
                <a:srgbClr val="95B577"/>
              </a:solidFill>
            </c:spPr>
          </c:dPt>
          <c:dPt>
            <c:idx val="9"/>
            <c:spPr>
              <a:solidFill>
                <a:srgbClr val="8C3BFF"/>
              </a:solidFill>
            </c:spPr>
          </c:dPt>
          <c:dPt>
            <c:idx val="10"/>
            <c:spPr>
              <a:solidFill>
                <a:srgbClr val="FF7ED1"/>
              </a:solidFill>
            </c:spPr>
          </c:dPt>
          <c:dPt>
            <c:idx val="11"/>
            <c:spPr>
              <a:solidFill>
                <a:srgbClr val="97FF00"/>
              </a:solidFill>
            </c:spPr>
          </c:dPt>
          <c:dPt>
            <c:idx val="12"/>
            <c:spPr>
              <a:solidFill>
                <a:srgbClr val="BCB6FF"/>
              </a:solidFill>
            </c:spPr>
          </c:dPt>
          <c:dPt>
            <c:idx val="13"/>
            <c:spPr>
              <a:solidFill>
                <a:srgbClr val="BF03B8"/>
              </a:solidFill>
            </c:spPr>
          </c:dPt>
          <c:dPt>
            <c:idx val="14"/>
            <c:spPr>
              <a:solidFill>
                <a:srgbClr val="0000DD"/>
              </a:solidFill>
            </c:spPr>
          </c:dPt>
          <c:dPt>
            <c:idx val="15"/>
            <c:spPr>
              <a:solidFill>
                <a:srgbClr val="645474"/>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54.4%</a:t>
                    </a:r>
                  </a:p>
                </c:rich>
              </c:tx>
              <c:dLblPos val="inEnd"/>
              <c:showLegendKey val="0"/>
              <c:showVal val="1"/>
              <c:showCatName val="0"/>
              <c:showSerName val="0"/>
              <c:showPercent val="0"/>
              <c:showBubbleSize val="0"/>
            </c:dLbl>
            <c:dLbl>
              <c:idx val="1"/>
              <c:tx>
                <c:rich>
                  <a:bodyPr/>
                  <a:lstStyle/>
                  <a:p>
                    <a:r>
                      <a:t>15.07%</a:t>
                    </a:r>
                  </a:p>
                </c:rich>
              </c:tx>
              <c:dLblPos val="inEnd"/>
              <c:showLegendKey val="0"/>
              <c:showVal val="1"/>
              <c:showCatName val="0"/>
              <c:showSerName val="0"/>
              <c:showPercent val="0"/>
              <c:showBubbleSize val="0"/>
            </c:dLbl>
            <c:dLbl>
              <c:idx val="2"/>
              <c:tx>
                <c:rich>
                  <a:bodyPr/>
                  <a:lstStyle/>
                  <a:p>
                    <a:r>
                      <a:t>8.51%</a:t>
                    </a:r>
                  </a:p>
                </c:rich>
              </c:tx>
              <c:dLblPos val="inEnd"/>
              <c:showLegendKey val="0"/>
              <c:showVal val="1"/>
              <c:showCatName val="0"/>
              <c:showSerName val="0"/>
              <c:showPercent val="0"/>
              <c:showBubbleSize val="0"/>
            </c:dLbl>
            <c:dLbl>
              <c:idx val="3"/>
              <c:tx>
                <c:rich>
                  <a:bodyPr/>
                  <a:lstStyle/>
                  <a:p>
                    <a:r>
                      <a:t>8.4%</a:t>
                    </a:r>
                  </a:p>
                </c:rich>
              </c:tx>
              <c:dLblPos val="inEnd"/>
              <c:showLegendKey val="0"/>
              <c:showVal val="1"/>
              <c:showCatName val="0"/>
              <c:showSerName val="0"/>
              <c:showPercent val="0"/>
              <c:showBubbleSize val="0"/>
            </c:dLbl>
            <c:dLbl>
              <c:idx val="4"/>
              <c:tx>
                <c:rich>
                  <a:bodyPr/>
                  <a:lstStyle/>
                  <a:p>
                    <a:r>
                      <a:t>2.82%</a:t>
                    </a:r>
                  </a:p>
                </c:rich>
              </c:tx>
              <c:dLblPos val="inEnd"/>
              <c:showLegendKey val="0"/>
              <c:showVal val="1"/>
              <c:showCatName val="0"/>
              <c:showSerName val="0"/>
              <c:showPercent val="0"/>
              <c:showBubbleSize val="0"/>
            </c:dLbl>
            <c:dLbl>
              <c:idx val="5"/>
              <c:tx>
                <c:rich>
                  <a:bodyPr/>
                  <a:lstStyle/>
                  <a:p>
                    <a:r>
                      <a:t>2.19%</a:t>
                    </a:r>
                  </a:p>
                </c:rich>
              </c:tx>
              <c:dLblPos val="inEnd"/>
              <c:showLegendKey val="0"/>
              <c:showVal val="1"/>
              <c:showCatName val="0"/>
              <c:showSerName val="0"/>
              <c:showPercent val="0"/>
              <c:showBubbleSize val="0"/>
            </c:dLbl>
            <c:dLbl>
              <c:idx val="6"/>
              <c:tx>
                <c:rich>
                  <a:bodyPr/>
                  <a:lstStyle/>
                  <a:p>
                    <a:r>
                      <a:t>1.61%</a:t>
                    </a:r>
                  </a:p>
                </c:rich>
              </c:tx>
              <c:dLblPos val="inEnd"/>
              <c:showLegendKey val="0"/>
              <c:showVal val="1"/>
              <c:showCatName val="0"/>
              <c:showSerName val="0"/>
              <c:showPercent val="0"/>
              <c:showBubbleSize val="0"/>
            </c:dLbl>
            <c:dLbl>
              <c:idx val="7"/>
              <c:tx>
                <c:rich>
                  <a:bodyPr/>
                  <a:lstStyle/>
                  <a:p>
                    <a:r>
                      <a:t>1.61%</a:t>
                    </a:r>
                  </a:p>
                </c:rich>
              </c:tx>
              <c:dLblPos val="inEnd"/>
              <c:showLegendKey val="0"/>
              <c:showVal val="1"/>
              <c:showCatName val="0"/>
              <c:showSerName val="0"/>
              <c:showPercent val="0"/>
              <c:showBubbleSize val="0"/>
            </c:dLbl>
            <c:dLbl>
              <c:idx val="8"/>
              <c:tx>
                <c:rich>
                  <a:bodyPr/>
                  <a:lstStyle/>
                  <a:p>
                    <a:r>
                      <a:t>1.53%</a:t>
                    </a:r>
                  </a:p>
                </c:rich>
              </c:tx>
              <c:dLblPos val="inEnd"/>
              <c:showLegendKey val="0"/>
              <c:showVal val="1"/>
              <c:showCatName val="0"/>
              <c:showSerName val="0"/>
              <c:showPercent val="0"/>
              <c:showBubbleSize val="0"/>
            </c:dLbl>
            <c:dLbl>
              <c:idx val="9"/>
              <c:tx>
                <c:rich>
                  <a:bodyPr/>
                  <a:lstStyle/>
                  <a:p>
                    <a:r>
                      <a:t>1.26%</a:t>
                    </a:r>
                  </a:p>
                </c:rich>
              </c:tx>
              <c:dLblPos val="inEnd"/>
              <c:showLegendKey val="0"/>
              <c:showVal val="1"/>
              <c:showCatName val="0"/>
              <c:showSerName val="0"/>
              <c:showPercent val="0"/>
              <c:showBubbleSize val="0"/>
            </c:dLbl>
            <c:dLbl>
              <c:idx val="10"/>
              <c:tx>
                <c:rich>
                  <a:bodyPr/>
                  <a:lstStyle/>
                  <a:p>
                    <a:r>
                      <a:t>1.01%</a:t>
                    </a:r>
                  </a:p>
                </c:rich>
              </c:tx>
              <c:dLblPos val="inEnd"/>
              <c:showLegendKey val="0"/>
              <c:showVal val="1"/>
              <c:showCatName val="0"/>
              <c:showSerName val="0"/>
              <c:showPercent val="0"/>
              <c:showBubbleSize val="0"/>
            </c:dLbl>
            <c:dLbl>
              <c:idx val="11"/>
              <c:tx>
                <c:rich>
                  <a:bodyPr/>
                  <a:lstStyle/>
                  <a:p>
                    <a:r>
                      <a:t>0.48%</a:t>
                    </a:r>
                  </a:p>
                </c:rich>
              </c:tx>
              <c:dLblPos val="inEnd"/>
              <c:showLegendKey val="0"/>
              <c:showVal val="1"/>
              <c:showCatName val="0"/>
              <c:showSerName val="0"/>
              <c:showPercent val="0"/>
              <c:showBubbleSize val="0"/>
            </c:dLbl>
            <c:dLbl>
              <c:idx val="12"/>
              <c:tx>
                <c:rich>
                  <a:bodyPr/>
                  <a:lstStyle/>
                  <a:p>
                    <a:r>
                      <a:t>0.39%</a:t>
                    </a:r>
                  </a:p>
                </c:rich>
              </c:tx>
              <c:dLblPos val="inEnd"/>
              <c:showLegendKey val="0"/>
              <c:showVal val="1"/>
              <c:showCatName val="0"/>
              <c:showSerName val="0"/>
              <c:showPercent val="0"/>
              <c:showBubbleSize val="0"/>
            </c:dLbl>
            <c:dLbl>
              <c:idx val="13"/>
              <c:tx>
                <c:rich>
                  <a:bodyPr/>
                  <a:lstStyle/>
                  <a:p>
                    <a:r>
                      <a:t>0.34%</a:t>
                    </a:r>
                  </a:p>
                </c:rich>
              </c:tx>
              <c:dLblPos val="inEnd"/>
              <c:showLegendKey val="0"/>
              <c:showVal val="1"/>
              <c:showCatName val="0"/>
              <c:showSerName val="0"/>
              <c:showPercent val="0"/>
              <c:showBubbleSize val="0"/>
            </c:dLbl>
            <c:dLbl>
              <c:idx val="14"/>
              <c:tx>
                <c:rich>
                  <a:bodyPr/>
                  <a:lstStyle/>
                  <a:p>
                    <a:r>
                      <a:t>0.18%</a:t>
                    </a:r>
                  </a:p>
                </c:rich>
              </c:tx>
              <c:dLblPos val="inEnd"/>
              <c:showLegendKey val="0"/>
              <c:showVal val="1"/>
              <c:showCatName val="0"/>
              <c:showSerName val="0"/>
              <c:showPercent val="0"/>
              <c:showBubbleSize val="0"/>
            </c:dLbl>
            <c:dLbl>
              <c:idx val="15"/>
              <c:tx>
                <c:rich>
                  <a:bodyPr/>
                  <a:lstStyle/>
                  <a:p>
                    <a:r>
                      <a:t>0.17%</a:t>
                    </a:r>
                  </a:p>
                </c:rich>
              </c:tx>
              <c:dLblPos val="inEnd"/>
              <c:showLegendKey val="0"/>
              <c:showVal val="1"/>
              <c:showCatName val="0"/>
              <c:showSerName val="0"/>
              <c:showPercent val="0"/>
              <c:showBubbleSize val="0"/>
            </c:dLbl>
            <c:dLbl>
              <c:idx val="16"/>
              <c:tx>
                <c:rich>
                  <a:bodyPr/>
                  <a:lstStyle/>
                  <a:p>
                    <a:r>
                      <a:t>0.14%</a:t>
                    </a:r>
                  </a:p>
                </c:rich>
              </c:tx>
              <c:dLblPos val="inEnd"/>
              <c:showLegendKey val="0"/>
              <c:showVal val="1"/>
              <c:showCatName val="0"/>
              <c:showSerName val="0"/>
              <c:showPercent val="0"/>
              <c:showBubbleSize val="0"/>
            </c:dLbl>
            <c:dLbl>
              <c:idx val="17"/>
              <c:tx>
                <c:rich>
                  <a:bodyPr/>
                  <a:lstStyle/>
                  <a:p>
                    <a:r>
                      <a:t>0.1%</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-0.11%</a:t>
                    </a:r>
                  </a:p>
                </c:rich>
              </c:tx>
              <c:dLblPos val="inEnd"/>
              <c:showLegendKey val="0"/>
              <c:showVal val="1"/>
              <c:showCatName val="0"/>
              <c:showSerName val="0"/>
              <c:showPercent val="0"/>
              <c:showBubbleSize val="0"/>
            </c:dLbl>
            <c:dLbl>
              <c:idx val="20"/>
              <c:tx>
                <c:rich>
                  <a:bodyPr/>
                  <a:lstStyle/>
                  <a:p>
                    <a:r>
                      <a:t>-0.15%</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Brand_TV</c:v>
                </c:pt>
                <c:pt idx="7">
                  <c:v>Brand_Digital_P...</c:v>
                </c:pt>
                <c:pt idx="8">
                  <c:v>Region_Digital_...</c:v>
                </c:pt>
                <c:pt idx="9">
                  <c:v>Brand_Digital_D...</c:v>
                </c:pt>
                <c:pt idx="10">
                  <c:v>Brand_Digital_V...</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Sheet1!$C$2:$C$22</c:f>
              <c:numCache>
                <c:formatCode>General</c:formatCode>
                <c:ptCount val="21"/>
                <c:pt idx="0">
                  <c:v>54.39574657735853</c:v>
                </c:pt>
                <c:pt idx="1">
                  <c:v>15.066468824218655</c:v>
                </c:pt>
                <c:pt idx="2">
                  <c:v>8.507888947591525</c:v>
                </c:pt>
                <c:pt idx="3">
                  <c:v>8.395972119867928</c:v>
                </c:pt>
                <c:pt idx="4">
                  <c:v>2.82334530541921</c:v>
                </c:pt>
                <c:pt idx="5">
                  <c:v>2.189769658922242</c:v>
                </c:pt>
                <c:pt idx="6">
                  <c:v>1.6145603650665616</c:v>
                </c:pt>
                <c:pt idx="7">
                  <c:v>1.6066787588716436</c:v>
                </c:pt>
                <c:pt idx="8">
                  <c:v>1.5330038249927946</c:v>
                </c:pt>
                <c:pt idx="9">
                  <c:v>1.260128712547075</c:v>
                </c:pt>
                <c:pt idx="10">
                  <c:v>1.011628697899413</c:v>
                </c:pt>
                <c:pt idx="11">
                  <c:v>0.4822912245696806</c:v>
                </c:pt>
                <c:pt idx="12">
                  <c:v>0.38959153263239227</c:v>
                </c:pt>
                <c:pt idx="13">
                  <c:v>0.3404990407573084</c:v>
                </c:pt>
                <c:pt idx="14">
                  <c:v>0.18491074644515088</c:v>
                </c:pt>
                <c:pt idx="15">
                  <c:v>0.16882289746552634</c:v>
                </c:pt>
                <c:pt idx="16">
                  <c:v>0.14387375825372595</c:v>
                </c:pt>
                <c:pt idx="17">
                  <c:v>0.09994183452594795</c:v>
                </c:pt>
                <c:pt idx="18">
                  <c:v>0.04880587048090183</c:v>
                </c:pt>
                <c:pt idx="19">
                  <c:v>0.11271844642362007</c:v>
                </c:pt>
                <c:pt idx="20">
                  <c:v>0.15121025146258218</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775465.0</c:v>
                </c:pt>
                <c:pt idx="1">
                  <c:v>756023.0</c:v>
                </c:pt>
                <c:pt idx="2">
                  <c:v>849446.0</c:v>
                </c:pt>
                <c:pt idx="3">
                  <c:v>890561.0</c:v>
                </c:pt>
                <c:pt idx="4">
                  <c:v>756393.0</c:v>
                </c:pt>
                <c:pt idx="5">
                  <c:v>951521.0</c:v>
                </c:pt>
                <c:pt idx="6">
                  <c:v>693528.0</c:v>
                </c:pt>
                <c:pt idx="7">
                  <c:v>1000433.0</c:v>
                </c:pt>
                <c:pt idx="8">
                  <c:v>845923.0</c:v>
                </c:pt>
                <c:pt idx="9">
                  <c:v>929300.0</c:v>
                </c:pt>
                <c:pt idx="10">
                  <c:v>1096015.0</c:v>
                </c:pt>
                <c:pt idx="11">
                  <c:v>708208.0</c:v>
                </c:pt>
                <c:pt idx="12">
                  <c:v>973153.0</c:v>
                </c:pt>
                <c:pt idx="13">
                  <c:v>696099.0</c:v>
                </c:pt>
                <c:pt idx="14">
                  <c:v>1052738.0</c:v>
                </c:pt>
                <c:pt idx="15">
                  <c:v>846964.0</c:v>
                </c:pt>
                <c:pt idx="16">
                  <c:v>1123500.0</c:v>
                </c:pt>
                <c:pt idx="17">
                  <c:v>744281.0</c:v>
                </c:pt>
                <c:pt idx="18">
                  <c:v>933329.0</c:v>
                </c:pt>
                <c:pt idx="19">
                  <c:v>1060918.0</c:v>
                </c:pt>
                <c:pt idx="20">
                  <c:v>863867.0</c:v>
                </c:pt>
                <c:pt idx="21">
                  <c:v>1136117.0</c:v>
                </c:pt>
                <c:pt idx="22">
                  <c:v>1382845.0</c:v>
                </c:pt>
                <c:pt idx="23">
                  <c:v>871409.0</c:v>
                </c:pt>
                <c:pt idx="24">
                  <c:v>1040931.0</c:v>
                </c:pt>
                <c:pt idx="25">
                  <c:v>1015205.0</c:v>
                </c:pt>
                <c:pt idx="26">
                  <c:v>958902.0</c:v>
                </c:pt>
                <c:pt idx="27">
                  <c:v>777677.0</c:v>
                </c:pt>
                <c:pt idx="28">
                  <c:v>982890.0</c:v>
                </c:pt>
                <c:pt idx="29">
                  <c:v>1097205.0</c:v>
                </c:pt>
                <c:pt idx="30">
                  <c:v>1002741.0</c:v>
                </c:pt>
                <c:pt idx="31">
                  <c:v>1409176.0</c:v>
                </c:pt>
                <c:pt idx="32">
                  <c:v>1152016.0</c:v>
                </c:pt>
                <c:pt idx="33">
                  <c:v>1340501.0</c:v>
                </c:pt>
                <c:pt idx="34">
                  <c:v>1306479.0</c:v>
                </c:pt>
                <c:pt idx="35">
                  <c:v>1040916.0</c:v>
                </c:pt>
                <c:pt idx="36">
                  <c:v>1245773.0</c:v>
                </c:pt>
                <c:pt idx="37">
                  <c:v>944105.0</c:v>
                </c:pt>
                <c:pt idx="38">
                  <c:v>1063031.0</c:v>
                </c:pt>
                <c:pt idx="39">
                  <c:v>824469.0</c:v>
                </c:pt>
                <c:pt idx="40">
                  <c:v>1026432.0</c:v>
                </c:pt>
                <c:pt idx="41">
                  <c:v>903720.0</c:v>
                </c:pt>
                <c:pt idx="42">
                  <c:v>1311627.0</c:v>
                </c:pt>
                <c:pt idx="43">
                  <c:v>1271948.0</c:v>
                </c:pt>
                <c:pt idx="44">
                  <c:v>1035418.0</c:v>
                </c:pt>
                <c:pt idx="45">
                  <c:v>1322069.0</c:v>
                </c:pt>
                <c:pt idx="46">
                  <c:v>1070925.0</c:v>
                </c:pt>
                <c:pt idx="47">
                  <c:v>799002.0</c:v>
                </c:pt>
                <c:pt idx="48">
                  <c:v>1052971.0</c:v>
                </c:pt>
                <c:pt idx="49">
                  <c:v>833396.0</c:v>
                </c:pt>
                <c:pt idx="50">
                  <c:v>878259.0</c:v>
                </c:pt>
                <c:pt idx="51">
                  <c:v>937141.0</c:v>
                </c:pt>
                <c:pt idx="52">
                  <c:v>943712.0</c:v>
                </c:pt>
                <c:pt idx="53">
                  <c:v>1086730.0</c:v>
                </c:pt>
                <c:pt idx="54">
                  <c:v>1164408.0</c:v>
                </c:pt>
                <c:pt idx="55">
                  <c:v>974049.0</c:v>
                </c:pt>
                <c:pt idx="56">
                  <c:v>1136163.0</c:v>
                </c:pt>
                <c:pt idx="57">
                  <c:v>935649.0</c:v>
                </c:pt>
                <c:pt idx="58">
                  <c:v>974392.0</c:v>
                </c:pt>
                <c:pt idx="59">
                  <c:v>1030530.0</c:v>
                </c:pt>
                <c:pt idx="60">
                  <c:v>245486.0</c:v>
                </c:pt>
                <c:pt idx="61">
                  <c:v>1219997.0</c:v>
                </c:pt>
                <c:pt idx="62">
                  <c:v>1129647.0</c:v>
                </c:pt>
                <c:pt idx="63">
                  <c:v>1340660.0</c:v>
                </c:pt>
                <c:pt idx="64">
                  <c:v>926857.0</c:v>
                </c:pt>
                <c:pt idx="65">
                  <c:v>791226.0</c:v>
                </c:pt>
                <c:pt idx="66">
                  <c:v>731749.0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737668.1319873681</c:v>
                </c:pt>
                <c:pt idx="1">
                  <c:v>743061.4742779315</c:v>
                </c:pt>
                <c:pt idx="2">
                  <c:v>874395.0771343079</c:v>
                </c:pt>
                <c:pt idx="3">
                  <c:v>853567.71376357</c:v>
                </c:pt>
                <c:pt idx="4">
                  <c:v>732648.768970576</c:v>
                </c:pt>
                <c:pt idx="5">
                  <c:v>938490.168269946</c:v>
                </c:pt>
                <c:pt idx="6">
                  <c:v>698347.3387794364</c:v>
                </c:pt>
                <c:pt idx="7">
                  <c:v>971249.3665959728</c:v>
                </c:pt>
                <c:pt idx="8">
                  <c:v>851561.5619106143</c:v>
                </c:pt>
                <c:pt idx="9">
                  <c:v>941897.6516620447</c:v>
                </c:pt>
                <c:pt idx="10">
                  <c:v>1113626.6141831605</c:v>
                </c:pt>
                <c:pt idx="11">
                  <c:v>734590.7803682452</c:v>
                </c:pt>
                <c:pt idx="12">
                  <c:v>936884.1561132544</c:v>
                </c:pt>
                <c:pt idx="13">
                  <c:v>710199.5440566282</c:v>
                </c:pt>
                <c:pt idx="14">
                  <c:v>1028556.5790588037</c:v>
                </c:pt>
                <c:pt idx="15">
                  <c:v>828091.7507660717</c:v>
                </c:pt>
                <c:pt idx="16">
                  <c:v>1083798.970978043</c:v>
                </c:pt>
                <c:pt idx="17">
                  <c:v>776836.5657949459</c:v>
                </c:pt>
                <c:pt idx="18">
                  <c:v>975873.681579702</c:v>
                </c:pt>
                <c:pt idx="19">
                  <c:v>1061324.796520184</c:v>
                </c:pt>
                <c:pt idx="20">
                  <c:v>888151.063028331</c:v>
                </c:pt>
                <c:pt idx="21">
                  <c:v>1149184.3513957313</c:v>
                </c:pt>
                <c:pt idx="22">
                  <c:v>1363058.8743128437</c:v>
                </c:pt>
                <c:pt idx="23">
                  <c:v>881741.742668216</c:v>
                </c:pt>
                <c:pt idx="24">
                  <c:v>1034766.2346866027</c:v>
                </c:pt>
                <c:pt idx="25">
                  <c:v>986013.3069233468</c:v>
                </c:pt>
                <c:pt idx="26">
                  <c:v>909728.8181157664</c:v>
                </c:pt>
                <c:pt idx="27">
                  <c:v>810156.2278120897</c:v>
                </c:pt>
                <c:pt idx="28">
                  <c:v>961554.8509340842</c:v>
                </c:pt>
                <c:pt idx="29">
                  <c:v>1062507.4608073402</c:v>
                </c:pt>
                <c:pt idx="30">
                  <c:v>1017523.1266515327</c:v>
                </c:pt>
                <c:pt idx="31">
                  <c:v>1466507.4842473292</c:v>
                </c:pt>
                <c:pt idx="32">
                  <c:v>1160089.7428835598</c:v>
                </c:pt>
                <c:pt idx="33">
                  <c:v>1361282.932769894</c:v>
                </c:pt>
                <c:pt idx="34">
                  <c:v>1255879.8538686985</c:v>
                </c:pt>
                <c:pt idx="35">
                  <c:v>1067198.567112317</c:v>
                </c:pt>
                <c:pt idx="36">
                  <c:v>1126817.6074944232</c:v>
                </c:pt>
                <c:pt idx="37">
                  <c:v>949612.7749989999</c:v>
                </c:pt>
                <c:pt idx="38">
                  <c:v>1054154.6440475204</c:v>
                </c:pt>
                <c:pt idx="39">
                  <c:v>857709.3560073869</c:v>
                </c:pt>
                <c:pt idx="40">
                  <c:v>1026546.7488786387</c:v>
                </c:pt>
                <c:pt idx="41">
                  <c:v>942078.9771175957</c:v>
                </c:pt>
                <c:pt idx="42">
                  <c:v>1301853.2294921638</c:v>
                </c:pt>
                <c:pt idx="43">
                  <c:v>1260865.0401789695</c:v>
                </c:pt>
                <c:pt idx="44">
                  <c:v>1047172.7483283202</c:v>
                </c:pt>
                <c:pt idx="45">
                  <c:v>1308935.9946207115</c:v>
                </c:pt>
                <c:pt idx="46">
                  <c:v>1049047.0095824269</c:v>
                </c:pt>
                <c:pt idx="47">
                  <c:v>799931.5608783264</c:v>
                </c:pt>
                <c:pt idx="48">
                  <c:v>1141038.4007827104</c:v>
                </c:pt>
                <c:pt idx="49">
                  <c:v>854965.379988014</c:v>
                </c:pt>
                <c:pt idx="50">
                  <c:v>861621.0501984414</c:v>
                </c:pt>
                <c:pt idx="51">
                  <c:v>961320.6062634516</c:v>
                </c:pt>
                <c:pt idx="52">
                  <c:v>944913.7945292077</c:v>
                </c:pt>
                <c:pt idx="53">
                  <c:v>1075751.7264052816</c:v>
                </c:pt>
                <c:pt idx="54">
                  <c:v>1189602.993732729</c:v>
                </c:pt>
                <c:pt idx="55">
                  <c:v>988184.0455270997</c:v>
                </c:pt>
                <c:pt idx="56">
                  <c:v>1144855.0282102637</c:v>
                </c:pt>
                <c:pt idx="57">
                  <c:v>966415.6416693063</c:v>
                </c:pt>
                <c:pt idx="58">
                  <c:v>992041.3109596792</c:v>
                </c:pt>
                <c:pt idx="59">
                  <c:v>1045828.5322916905</c:v>
                </c:pt>
                <c:pt idx="60">
                  <c:v>241090.7161525211</c:v>
                </c:pt>
                <c:pt idx="61">
                  <c:v>1180789.6034997292</c:v>
                </c:pt>
                <c:pt idx="62">
                  <c:v>1149581.235398631</c:v>
                </c:pt>
                <c:pt idx="63">
                  <c:v>1323963.7096958992</c:v>
                </c:pt>
                <c:pt idx="64">
                  <c:v>907644.7330058146</c:v>
                </c:pt>
                <c:pt idx="65">
                  <c:v>838511.8863950048</c:v>
                </c:pt>
                <c:pt idx="66">
                  <c:v>749031.6313240478</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759809.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135059459.82</c:v>
                </c:pt>
                <c:pt idx="1">
                  <c:v>118238049.36</c:v>
                </c:pt>
                <c:pt idx="2">
                  <c:v>126219054.4</c:v>
                </c:pt>
                <c:pt idx="3">
                  <c:v>128033840.55</c:v>
                </c:pt>
                <c:pt idx="4">
                  <c:v>110336339.4</c:v>
                </c:pt>
                <c:pt idx="5">
                  <c:v>153877507.64</c:v>
                </c:pt>
                <c:pt idx="6">
                  <c:v>125415666.97999999</c:v>
                </c:pt>
                <c:pt idx="7">
                  <c:v>197950999.81</c:v>
                </c:pt>
                <c:pt idx="8">
                  <c:v>181226218.4</c:v>
                </c:pt>
                <c:pt idx="9">
                  <c:v>202586570.4</c:v>
                </c:pt>
                <c:pt idx="10">
                  <c:v>232286829.19</c:v>
                </c:pt>
                <c:pt idx="11">
                  <c:v>138919804.56</c:v>
                </c:pt>
                <c:pt idx="12">
                  <c:v>173078822.9</c:v>
                </c:pt>
                <c:pt idx="13">
                  <c:v>112337624.0</c:v>
                </c:pt>
                <c:pt idx="14">
                  <c:v>152056442.56</c:v>
                </c:pt>
                <c:pt idx="15">
                  <c:v>117681615.0</c:v>
                </c:pt>
                <c:pt idx="16">
                  <c:v>164635161.19</c:v>
                </c:pt>
                <c:pt idx="17">
                  <c:v>121669078.91</c:v>
                </c:pt>
                <c:pt idx="18">
                  <c:v>167470837.55</c:v>
                </c:pt>
                <c:pt idx="19">
                  <c:v>211635024.7</c:v>
                </c:pt>
                <c:pt idx="20">
                  <c:v>185134302.98</c:v>
                </c:pt>
                <c:pt idx="21">
                  <c:v>251564989.64</c:v>
                </c:pt>
                <c:pt idx="22">
                  <c:v>298005795.95</c:v>
                </c:pt>
                <c:pt idx="23">
                  <c:v>173134557.42000002</c:v>
                </c:pt>
                <c:pt idx="24">
                  <c:v>182035242.09</c:v>
                </c:pt>
                <c:pt idx="25">
                  <c:v>157477053.54000002</c:v>
                </c:pt>
                <c:pt idx="26">
                  <c:v>143029203.51</c:v>
                </c:pt>
                <c:pt idx="27">
                  <c:v>108033801.3</c:v>
                </c:pt>
                <c:pt idx="28">
                  <c:v>147447735.7</c:v>
                </c:pt>
                <c:pt idx="29">
                  <c:v>175620107.17</c:v>
                </c:pt>
                <c:pt idx="30">
                  <c:v>180684579.19</c:v>
                </c:pt>
                <c:pt idx="31">
                  <c:v>282272031.98</c:v>
                </c:pt>
                <c:pt idx="32">
                  <c:v>248179179.36</c:v>
                </c:pt>
                <c:pt idx="33">
                  <c:v>289297546.4</c:v>
                </c:pt>
                <c:pt idx="34">
                  <c:v>279907771.33</c:v>
                </c:pt>
                <c:pt idx="35">
                  <c:v>205482956.24</c:v>
                </c:pt>
                <c:pt idx="36">
                  <c:v>220977778.72</c:v>
                </c:pt>
                <c:pt idx="37">
                  <c:v>148686380.17</c:v>
                </c:pt>
                <c:pt idx="38">
                  <c:v>157729127.87</c:v>
                </c:pt>
                <c:pt idx="39">
                  <c:v>116227353.32</c:v>
                </c:pt>
                <c:pt idx="40">
                  <c:v>154529551.14</c:v>
                </c:pt>
                <c:pt idx="41">
                  <c:v>148233506.97</c:v>
                </c:pt>
                <c:pt idx="42">
                  <c:v>243507128.46</c:v>
                </c:pt>
                <c:pt idx="43">
                  <c:v>252258649.74</c:v>
                </c:pt>
                <c:pt idx="44">
                  <c:v>225335235.71</c:v>
                </c:pt>
                <c:pt idx="45">
                  <c:v>291992241.65</c:v>
                </c:pt>
                <c:pt idx="46">
                  <c:v>227583924.1</c:v>
                </c:pt>
                <c:pt idx="47">
                  <c:v>163637501.18</c:v>
                </c:pt>
                <c:pt idx="48">
                  <c:v>184507550.29000002</c:v>
                </c:pt>
                <c:pt idx="49">
                  <c:v>133624000.52000001</c:v>
                </c:pt>
                <c:pt idx="50">
                  <c:v>122719803.49999999</c:v>
                </c:pt>
                <c:pt idx="51">
                  <c:v>131335362.4</c:v>
                </c:pt>
                <c:pt idx="52">
                  <c:v>142520775.57</c:v>
                </c:pt>
                <c:pt idx="53">
                  <c:v>176540055.67000002</c:v>
                </c:pt>
                <c:pt idx="54">
                  <c:v>213194625.06</c:v>
                </c:pt>
                <c:pt idx="55">
                  <c:v>197972464.44</c:v>
                </c:pt>
                <c:pt idx="56">
                  <c:v>248915353.21</c:v>
                </c:pt>
                <c:pt idx="57">
                  <c:v>205582740.63</c:v>
                </c:pt>
                <c:pt idx="58">
                  <c:v>206733433.14000002</c:v>
                </c:pt>
                <c:pt idx="59">
                  <c:v>202604845.47</c:v>
                </c:pt>
                <c:pt idx="60">
                  <c:v>44899389.4</c:v>
                </c:pt>
                <c:pt idx="61">
                  <c:v>209804458.22</c:v>
                </c:pt>
                <c:pt idx="62">
                  <c:v>171178007.3</c:v>
                </c:pt>
                <c:pt idx="63">
                  <c:v>192633485.29</c:v>
                </c:pt>
                <c:pt idx="64">
                  <c:v>137488916.41</c:v>
                </c:pt>
                <c:pt idx="65">
                  <c:v>114439506.96</c:v>
                </c:pt>
                <c:pt idx="66">
                  <c:v>118405930.41999999</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128649413.57745712</c:v>
                </c:pt>
                <c:pt idx="1">
                  <c:v>116411572.01094046</c:v>
                </c:pt>
                <c:pt idx="2">
                  <c:v>129854324.3067483</c:v>
                </c:pt>
                <c:pt idx="3">
                  <c:v>122831929.37158898</c:v>
                </c:pt>
                <c:pt idx="4">
                  <c:v>106858739.59798579</c:v>
                </c:pt>
                <c:pt idx="5">
                  <c:v>151893175.6552865</c:v>
                </c:pt>
                <c:pt idx="6">
                  <c:v>126197444.74729508</c:v>
                </c:pt>
                <c:pt idx="7">
                  <c:v>192188075.07278988</c:v>
                </c:pt>
                <c:pt idx="8">
                  <c:v>182552561.8208105</c:v>
                </c:pt>
                <c:pt idx="9">
                  <c:v>205164333.66629314</c:v>
                </c:pt>
                <c:pt idx="10">
                  <c:v>235983346.28802094</c:v>
                </c:pt>
                <c:pt idx="11">
                  <c:v>144221226.62304628</c:v>
                </c:pt>
                <c:pt idx="12">
                  <c:v>166614613.50472286</c:v>
                </c:pt>
                <c:pt idx="13">
                  <c:v>114421507.83394888</c:v>
                </c:pt>
                <c:pt idx="14">
                  <c:v>148317511.38100654</c:v>
                </c:pt>
                <c:pt idx="15">
                  <c:v>115010898.40616444</c:v>
                </c:pt>
                <c:pt idx="16">
                  <c:v>158879107.1543783</c:v>
                </c:pt>
                <c:pt idx="17">
                  <c:v>126964320.22289287</c:v>
                </c:pt>
                <c:pt idx="18">
                  <c:v>175038067.72904462</c:v>
                </c:pt>
                <c:pt idx="19">
                  <c:v>211864617.95508218</c:v>
                </c:pt>
                <c:pt idx="20">
                  <c:v>190595956.56269193</c:v>
                </c:pt>
                <c:pt idx="21">
                  <c:v>254328945.01010108</c:v>
                </c:pt>
                <c:pt idx="22">
                  <c:v>293811688.8449335</c:v>
                </c:pt>
                <c:pt idx="23">
                  <c:v>175220288.05756912</c:v>
                </c:pt>
                <c:pt idx="24">
                  <c:v>180492315.44250607</c:v>
                </c:pt>
                <c:pt idx="25">
                  <c:v>153054895.42504978</c:v>
                </c:pt>
                <c:pt idx="26">
                  <c:v>135792572.47509423</c:v>
                </c:pt>
                <c:pt idx="27">
                  <c:v>112593655.35888477</c:v>
                </c:pt>
                <c:pt idx="28">
                  <c:v>144268730.96809024</c:v>
                </c:pt>
                <c:pt idx="29">
                  <c:v>170036005.8622944</c:v>
                </c:pt>
                <c:pt idx="30">
                  <c:v>182982566.67835525</c:v>
                </c:pt>
                <c:pt idx="31">
                  <c:v>294137916.29597914</c:v>
                </c:pt>
                <c:pt idx="32">
                  <c:v>249898277.18395007</c:v>
                </c:pt>
                <c:pt idx="33">
                  <c:v>293729131.06497717</c:v>
                </c:pt>
                <c:pt idx="34">
                  <c:v>269098269.52789104</c:v>
                </c:pt>
                <c:pt idx="35">
                  <c:v>210886634.11742702</c:v>
                </c:pt>
                <c:pt idx="36">
                  <c:v>199944606.20118758</c:v>
                </c:pt>
                <c:pt idx="37">
                  <c:v>149697932.2128321</c:v>
                </c:pt>
                <c:pt idx="38">
                  <c:v>156532693.11426377</c:v>
                </c:pt>
                <c:pt idx="39">
                  <c:v>121058960.71246874</c:v>
                </c:pt>
                <c:pt idx="40">
                  <c:v>154621216.39181125</c:v>
                </c:pt>
                <c:pt idx="41">
                  <c:v>154536850.56031582</c:v>
                </c:pt>
                <c:pt idx="42">
                  <c:v>242443134.26108274</c:v>
                </c:pt>
                <c:pt idx="43">
                  <c:v>250455689.8449594</c:v>
                </c:pt>
                <c:pt idx="44">
                  <c:v>227971660.1710027</c:v>
                </c:pt>
                <c:pt idx="45">
                  <c:v>288925070.11208457</c:v>
                </c:pt>
                <c:pt idx="46">
                  <c:v>222715689.83293223</c:v>
                </c:pt>
                <c:pt idx="47">
                  <c:v>163823958.00977796</c:v>
                </c:pt>
                <c:pt idx="48">
                  <c:v>200110670.6061225</c:v>
                </c:pt>
                <c:pt idx="49">
                  <c:v>137126931.6582135</c:v>
                </c:pt>
                <c:pt idx="50">
                  <c:v>120242251.67359172</c:v>
                </c:pt>
                <c:pt idx="51">
                  <c:v>134826645.3499481</c:v>
                </c:pt>
                <c:pt idx="52">
                  <c:v>142587839.5327424</c:v>
                </c:pt>
                <c:pt idx="53">
                  <c:v>175278203.3294067</c:v>
                </c:pt>
                <c:pt idx="54">
                  <c:v>217991087.55000165</c:v>
                </c:pt>
                <c:pt idx="55">
                  <c:v>200518819.56688315</c:v>
                </c:pt>
                <c:pt idx="56">
                  <c:v>250729945.61782926</c:v>
                </c:pt>
                <c:pt idx="57">
                  <c:v>212387454.21936953</c:v>
                </c:pt>
                <c:pt idx="58">
                  <c:v>210585962.99432465</c:v>
                </c:pt>
                <c:pt idx="59">
                  <c:v>205657747.08880717</c:v>
                </c:pt>
                <c:pt idx="60">
                  <c:v>44095491.98429611</c:v>
                </c:pt>
                <c:pt idx="61">
                  <c:v>203040697.61256966</c:v>
                </c:pt>
                <c:pt idx="62">
                  <c:v>174193261.08540753</c:v>
                </c:pt>
                <c:pt idx="63">
                  <c:v>190597899.0195377</c:v>
                </c:pt>
                <c:pt idx="64">
                  <c:v>134639486.0323845</c:v>
                </c:pt>
                <c:pt idx="65">
                  <c:v>121258251.5923433</c:v>
                </c:pt>
                <c:pt idx="66">
                  <c:v>121313480.06365272</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357606955.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Cairo: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423397.93132522167</c:v>
                </c:pt>
                <c:pt idx="1">
                  <c:v>423397.93132522167</c:v>
                </c:pt>
                <c:pt idx="2">
                  <c:v>529247.414156527</c:v>
                </c:pt>
                <c:pt idx="3">
                  <c:v>423397.93132522167</c:v>
                </c:pt>
                <c:pt idx="4">
                  <c:v>423397.93132522167</c:v>
                </c:pt>
                <c:pt idx="5">
                  <c:v>529247.414156527</c:v>
                </c:pt>
                <c:pt idx="6">
                  <c:v>423397.93132522167</c:v>
                </c:pt>
                <c:pt idx="7">
                  <c:v>529247.414156527</c:v>
                </c:pt>
                <c:pt idx="8">
                  <c:v>423397.93132522167</c:v>
                </c:pt>
                <c:pt idx="9">
                  <c:v>423397.93132522167</c:v>
                </c:pt>
                <c:pt idx="10">
                  <c:v>529247.414156527</c:v>
                </c:pt>
                <c:pt idx="11">
                  <c:v>423397.93132522167</c:v>
                </c:pt>
                <c:pt idx="12">
                  <c:v>423397.93132522167</c:v>
                </c:pt>
                <c:pt idx="13">
                  <c:v>423397.93132522167</c:v>
                </c:pt>
                <c:pt idx="14">
                  <c:v>529247.414156527</c:v>
                </c:pt>
                <c:pt idx="15">
                  <c:v>423397.93132522167</c:v>
                </c:pt>
                <c:pt idx="16">
                  <c:v>529247.414156527</c:v>
                </c:pt>
                <c:pt idx="17">
                  <c:v>423397.93132522167</c:v>
                </c:pt>
                <c:pt idx="18">
                  <c:v>423397.93132522167</c:v>
                </c:pt>
                <c:pt idx="19">
                  <c:v>529247.414156527</c:v>
                </c:pt>
                <c:pt idx="20">
                  <c:v>423397.93132522167</c:v>
                </c:pt>
                <c:pt idx="21">
                  <c:v>423397.93132522167</c:v>
                </c:pt>
                <c:pt idx="22">
                  <c:v>529247.414156527</c:v>
                </c:pt>
                <c:pt idx="23">
                  <c:v>423397.93132522167</c:v>
                </c:pt>
                <c:pt idx="24">
                  <c:v>529247.414156527</c:v>
                </c:pt>
                <c:pt idx="25">
                  <c:v>423397.93132522167</c:v>
                </c:pt>
                <c:pt idx="26">
                  <c:v>423397.93132522167</c:v>
                </c:pt>
                <c:pt idx="27">
                  <c:v>423397.93132522167</c:v>
                </c:pt>
                <c:pt idx="28">
                  <c:v>529247.414156527</c:v>
                </c:pt>
                <c:pt idx="29">
                  <c:v>423397.93132522167</c:v>
                </c:pt>
                <c:pt idx="30">
                  <c:v>423397.93132522167</c:v>
                </c:pt>
                <c:pt idx="31">
                  <c:v>529247.414156527</c:v>
                </c:pt>
                <c:pt idx="32">
                  <c:v>423397.93132522167</c:v>
                </c:pt>
                <c:pt idx="33">
                  <c:v>529247.414156527</c:v>
                </c:pt>
                <c:pt idx="34">
                  <c:v>423397.93132522167</c:v>
                </c:pt>
                <c:pt idx="35">
                  <c:v>423397.93132522167</c:v>
                </c:pt>
                <c:pt idx="36">
                  <c:v>529247.414156527</c:v>
                </c:pt>
                <c:pt idx="37">
                  <c:v>423397.93132522167</c:v>
                </c:pt>
                <c:pt idx="38">
                  <c:v>423397.93132522167</c:v>
                </c:pt>
                <c:pt idx="39">
                  <c:v>423397.93132522167</c:v>
                </c:pt>
                <c:pt idx="40">
                  <c:v>529247.414156527</c:v>
                </c:pt>
                <c:pt idx="41">
                  <c:v>423397.93132522167</c:v>
                </c:pt>
                <c:pt idx="42">
                  <c:v>529247.414156527</c:v>
                </c:pt>
                <c:pt idx="43">
                  <c:v>423397.93132522167</c:v>
                </c:pt>
                <c:pt idx="44">
                  <c:v>423397.93132522167</c:v>
                </c:pt>
                <c:pt idx="45">
                  <c:v>529247.414156527</c:v>
                </c:pt>
                <c:pt idx="46">
                  <c:v>423397.93132522167</c:v>
                </c:pt>
                <c:pt idx="47">
                  <c:v>423397.93132522167</c:v>
                </c:pt>
                <c:pt idx="48">
                  <c:v>529247.414156527</c:v>
                </c:pt>
                <c:pt idx="49">
                  <c:v>423397.93132522167</c:v>
                </c:pt>
                <c:pt idx="50">
                  <c:v>423397.93132522167</c:v>
                </c:pt>
                <c:pt idx="51">
                  <c:v>529247.414156527</c:v>
                </c:pt>
                <c:pt idx="52">
                  <c:v>423397.93132522167</c:v>
                </c:pt>
                <c:pt idx="53">
                  <c:v>423397.93132522167</c:v>
                </c:pt>
                <c:pt idx="54">
                  <c:v>529247.414156527</c:v>
                </c:pt>
                <c:pt idx="55">
                  <c:v>423397.93132522167</c:v>
                </c:pt>
                <c:pt idx="56">
                  <c:v>529247.414156527</c:v>
                </c:pt>
                <c:pt idx="57">
                  <c:v>423397.93132522167</c:v>
                </c:pt>
                <c:pt idx="58">
                  <c:v>423397.93132522167</c:v>
                </c:pt>
                <c:pt idx="59">
                  <c:v>529247.414156527</c:v>
                </c:pt>
                <c:pt idx="60">
                  <c:v>423397.93132522167</c:v>
                </c:pt>
                <c:pt idx="61">
                  <c:v>423397.93132522167</c:v>
                </c:pt>
                <c:pt idx="62">
                  <c:v>529247.414156527</c:v>
                </c:pt>
                <c:pt idx="63">
                  <c:v>423397.93132522167</c:v>
                </c:pt>
                <c:pt idx="64">
                  <c:v>423397.93132522167</c:v>
                </c:pt>
                <c:pt idx="65">
                  <c:v>423397.93132522167</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28383.264143425837</c:v>
                </c:pt>
                <c:pt idx="1">
                  <c:v>18348.814674050318</c:v>
                </c:pt>
                <c:pt idx="2">
                  <c:v>418.2674677587006</c:v>
                </c:pt>
                <c:pt idx="3">
                  <c:v>32553.65592621587</c:v>
                </c:pt>
                <c:pt idx="4">
                  <c:v>7195.736863544166</c:v>
                </c:pt>
                <c:pt idx="5">
                  <c:v>76.54056974156065</c:v>
                </c:pt>
                <c:pt idx="6">
                  <c:v>25207.150475652066</c:v>
                </c:pt>
                <c:pt idx="7">
                  <c:v>4013.4643788921285</c:v>
                </c:pt>
                <c:pt idx="8">
                  <c:v>2867.761608613314</c:v>
                </c:pt>
                <c:pt idx="9">
                  <c:v>8059.547799447764</c:v>
                </c:pt>
                <c:pt idx="10">
                  <c:v>16356.854875663466</c:v>
                </c:pt>
                <c:pt idx="11">
                  <c:v>10188.781042687158</c:v>
                </c:pt>
                <c:pt idx="12">
                  <c:v>37011.16581628607</c:v>
                </c:pt>
                <c:pt idx="13">
                  <c:v>2785.8499174749445</c:v>
                </c:pt>
                <c:pt idx="14">
                  <c:v>13490.943269856549</c:v>
                </c:pt>
                <c:pt idx="15">
                  <c:v>13483.976702816304</c:v>
                </c:pt>
                <c:pt idx="16">
                  <c:v>35004.25611290979</c:v>
                </c:pt>
                <c:pt idx="17">
                  <c:v>493.41617830149426</c:v>
                </c:pt>
                <c:pt idx="18">
                  <c:v>9.406149114164016</c:v>
                </c:pt>
                <c:pt idx="19">
                  <c:v>14857.38547002262</c:v>
                </c:pt>
                <c:pt idx="20">
                  <c:v>10124.764675933704</c:v>
                </c:pt>
                <c:pt idx="21">
                  <c:v>27983.947064542524</c:v>
                </c:pt>
                <c:pt idx="22">
                  <c:v>29137.452656249952</c:v>
                </c:pt>
                <c:pt idx="23">
                  <c:v>27726.728608143178</c:v>
                </c:pt>
                <c:pt idx="24">
                  <c:v>9502.0977044598</c:v>
                </c:pt>
                <c:pt idx="25">
                  <c:v>776.4650537078373</c:v>
                </c:pt>
                <c:pt idx="26">
                  <c:v>7408.002213151508</c:v>
                </c:pt>
                <c:pt idx="27">
                  <c:v>301.6416777654393</c:v>
                </c:pt>
                <c:pt idx="28">
                  <c:v>5313.195124541937</c:v>
                </c:pt>
                <c:pt idx="29">
                  <c:v>17284.637903752817</c:v>
                </c:pt>
                <c:pt idx="30">
                  <c:v>21945.01753324562</c:v>
                </c:pt>
                <c:pt idx="31">
                  <c:v>20932.414208726015</c:v>
                </c:pt>
                <c:pt idx="32">
                  <c:v>14562.960893498126</c:v>
                </c:pt>
                <c:pt idx="33">
                  <c:v>11379.289355717474</c:v>
                </c:pt>
                <c:pt idx="34">
                  <c:v>540.0758706672544</c:v>
                </c:pt>
                <c:pt idx="35">
                  <c:v>18727.84992362767</c:v>
                </c:pt>
                <c:pt idx="36">
                  <c:v>45356.65840424442</c:v>
                </c:pt>
                <c:pt idx="37">
                  <c:v>32162.75926357318</c:v>
                </c:pt>
                <c:pt idx="38">
                  <c:v>43682.12297453382</c:v>
                </c:pt>
                <c:pt idx="39">
                  <c:v>27888.169087352544</c:v>
                </c:pt>
                <c:pt idx="40">
                  <c:v>21507.5360240716</c:v>
                </c:pt>
                <c:pt idx="41">
                  <c:v>6876.680219718558</c:v>
                </c:pt>
                <c:pt idx="42">
                  <c:v>35410.37318360992</c:v>
                </c:pt>
                <c:pt idx="43">
                  <c:v>22310.54058427391</c:v>
                </c:pt>
                <c:pt idx="44">
                  <c:v>560.1370257806069</c:v>
                </c:pt>
                <c:pt idx="45">
                  <c:v>6886.252560166236</c:v>
                </c:pt>
                <c:pt idx="46">
                  <c:v>17878.073669437494</c:v>
                </c:pt>
                <c:pt idx="47">
                  <c:v>1035.2452716368584</c:v>
                </c:pt>
                <c:pt idx="48">
                  <c:v>18058.626375866705</c:v>
                </c:pt>
                <c:pt idx="49">
                  <c:v>15668.078938139679</c:v>
                </c:pt>
                <c:pt idx="50">
                  <c:v>14687.361352666414</c:v>
                </c:pt>
                <c:pt idx="51">
                  <c:v>26751.244172093513</c:v>
                </c:pt>
                <c:pt idx="52">
                  <c:v>34057.408980584856</c:v>
                </c:pt>
                <c:pt idx="53">
                  <c:v>18891.106585886173</c:v>
                </c:pt>
                <c:pt idx="54">
                  <c:v>265.7590054090846</c:v>
                </c:pt>
                <c:pt idx="55">
                  <c:v>13025.331364402991</c:v>
                </c:pt>
                <c:pt idx="56">
                  <c:v>28239.323775252073</c:v>
                </c:pt>
                <c:pt idx="57">
                  <c:v>38949.55535608705</c:v>
                </c:pt>
                <c:pt idx="58">
                  <c:v>34460.13934932654</c:v>
                </c:pt>
                <c:pt idx="59">
                  <c:v>19100.835427443737</c:v>
                </c:pt>
                <c:pt idx="60">
                  <c:v>38035.33852826568</c:v>
                </c:pt>
                <c:pt idx="61">
                  <c:v>3052.091900081791</c:v>
                </c:pt>
                <c:pt idx="62">
                  <c:v>321.283162827025</c:v>
                </c:pt>
                <c:pt idx="63">
                  <c:v>36215.99225883646</c:v>
                </c:pt>
                <c:pt idx="64">
                  <c:v>10631.550938066324</c:v>
                </c:pt>
                <c:pt idx="65">
                  <c:v>364.9973657535735</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71281.5351773295</c:v>
                </c:pt>
                <c:pt idx="1">
                  <c:v>73380.515719061</c:v>
                </c:pt>
                <c:pt idx="2">
                  <c:v>65668.7002220011</c:v>
                </c:pt>
                <c:pt idx="3">
                  <c:v>169279.60639127545</c:v>
                </c:pt>
                <c:pt idx="4">
                  <c:v>91405.0687862857</c:v>
                </c:pt>
                <c:pt idx="5">
                  <c:v>44843.73443224637</c:v>
                </c:pt>
                <c:pt idx="6">
                  <c:v>16080.91897195561</c:v>
                </c:pt>
                <c:pt idx="7">
                  <c:v>9062.702414125337</c:v>
                </c:pt>
                <c:pt idx="8">
                  <c:v>9133.134507650264</c:v>
                </c:pt>
                <c:pt idx="9">
                  <c:v>99074.89109099211</c:v>
                </c:pt>
                <c:pt idx="10">
                  <c:v>138041.6998452332</c:v>
                </c:pt>
                <c:pt idx="11">
                  <c:v>45804.93721659072</c:v>
                </c:pt>
                <c:pt idx="12">
                  <c:v>30166.09123149755</c:v>
                </c:pt>
                <c:pt idx="13">
                  <c:v>8874.961697109935</c:v>
                </c:pt>
                <c:pt idx="14">
                  <c:v>99037.09548450797</c:v>
                </c:pt>
                <c:pt idx="15">
                  <c:v>122744.1334174024</c:v>
                </c:pt>
                <c:pt idx="16">
                  <c:v>80752.09850012745</c:v>
                </c:pt>
                <c:pt idx="17">
                  <c:v>119399.33078467939</c:v>
                </c:pt>
                <c:pt idx="18">
                  <c:v>232943.01962837914</c:v>
                </c:pt>
                <c:pt idx="19">
                  <c:v>113308.86731070605</c:v>
                </c:pt>
                <c:pt idx="20">
                  <c:v>114990.516036833</c:v>
                </c:pt>
                <c:pt idx="21">
                  <c:v>161058.64993306744</c:v>
                </c:pt>
                <c:pt idx="22">
                  <c:v>246908.95025424016</c:v>
                </c:pt>
                <c:pt idx="23">
                  <c:v>76310.74029991032</c:v>
                </c:pt>
                <c:pt idx="24">
                  <c:v>113644.45989444408</c:v>
                </c:pt>
                <c:pt idx="25">
                  <c:v>213710.98919369135</c:v>
                </c:pt>
                <c:pt idx="26">
                  <c:v>210766.1941532274</c:v>
                </c:pt>
                <c:pt idx="27">
                  <c:v>134723.58695836813</c:v>
                </c:pt>
                <c:pt idx="28">
                  <c:v>108856.67712779238</c:v>
                </c:pt>
                <c:pt idx="29">
                  <c:v>189203.949879613</c:v>
                </c:pt>
                <c:pt idx="30">
                  <c:v>184779.17584335088</c:v>
                </c:pt>
                <c:pt idx="31">
                  <c:v>386033.1652762074</c:v>
                </c:pt>
                <c:pt idx="32">
                  <c:v>284255.75871580874</c:v>
                </c:pt>
                <c:pt idx="33">
                  <c:v>315319.02593583846</c:v>
                </c:pt>
                <c:pt idx="34">
                  <c:v>384332.2615207328</c:v>
                </c:pt>
                <c:pt idx="35">
                  <c:v>168496.0036936617</c:v>
                </c:pt>
                <c:pt idx="36">
                  <c:v>97202.68034079167</c:v>
                </c:pt>
                <c:pt idx="37">
                  <c:v>246192.63728765727</c:v>
                </c:pt>
                <c:pt idx="38">
                  <c:v>232689.99015436176</c:v>
                </c:pt>
                <c:pt idx="39">
                  <c:v>100984.53934359924</c:v>
                </c:pt>
                <c:pt idx="40">
                  <c:v>174592.16400510268</c:v>
                </c:pt>
                <c:pt idx="41">
                  <c:v>176963.61104560614</c:v>
                </c:pt>
                <c:pt idx="42">
                  <c:v>233518.56918031216</c:v>
                </c:pt>
                <c:pt idx="43">
                  <c:v>367891.0341098242</c:v>
                </c:pt>
                <c:pt idx="44">
                  <c:v>208577.9321598919</c:v>
                </c:pt>
                <c:pt idx="45">
                  <c:v>209177.01929987568</c:v>
                </c:pt>
                <c:pt idx="46">
                  <c:v>201340.20882567856</c:v>
                </c:pt>
                <c:pt idx="47">
                  <c:v>102181.47100693859</c:v>
                </c:pt>
                <c:pt idx="48">
                  <c:v>267924.33523423236</c:v>
                </c:pt>
                <c:pt idx="49">
                  <c:v>109802.09689467515</c:v>
                </c:pt>
                <c:pt idx="50">
                  <c:v>121769.09739120558</c:v>
                </c:pt>
                <c:pt idx="51">
                  <c:v>104616.71295237563</c:v>
                </c:pt>
                <c:pt idx="52">
                  <c:v>193878.59824354877</c:v>
                </c:pt>
                <c:pt idx="53">
                  <c:v>229379.60171858425</c:v>
                </c:pt>
                <c:pt idx="54">
                  <c:v>239132.5623476634</c:v>
                </c:pt>
                <c:pt idx="55">
                  <c:v>184568.4155558011</c:v>
                </c:pt>
                <c:pt idx="56">
                  <c:v>112866.9177455602</c:v>
                </c:pt>
                <c:pt idx="57">
                  <c:v>33721.04552883392</c:v>
                </c:pt>
                <c:pt idx="58">
                  <c:v>32617.7329257984</c:v>
                </c:pt>
                <c:pt idx="59">
                  <c:v>138268.1358018026</c:v>
                </c:pt>
                <c:pt idx="60">
                  <c:v>205578.37913598842</c:v>
                </c:pt>
                <c:pt idx="61">
                  <c:v>264857.7158021222</c:v>
                </c:pt>
                <c:pt idx="62">
                  <c:v>326813.1200505706</c:v>
                </c:pt>
                <c:pt idx="63">
                  <c:v>92204.53267406288</c:v>
                </c:pt>
                <c:pt idx="64">
                  <c:v>46494.54411280753</c:v>
                </c:pt>
                <c:pt idx="65">
                  <c:v>22192.229700993634</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25382.563943929075</c:v>
                </c:pt>
                <c:pt idx="1">
                  <c:v>18152.82122730274</c:v>
                </c:pt>
                <c:pt idx="2">
                  <c:v>27246.328353790504</c:v>
                </c:pt>
                <c:pt idx="3">
                  <c:v>30911.72778189109</c:v>
                </c:pt>
                <c:pt idx="4">
                  <c:v>49917.538856155734</c:v>
                </c:pt>
                <c:pt idx="5">
                  <c:v>9014.89793184073</c:v>
                </c:pt>
                <c:pt idx="6">
                  <c:v>383.7352907437892</c:v>
                </c:pt>
                <c:pt idx="7">
                  <c:v>29764.80209080418</c:v>
                </c:pt>
                <c:pt idx="8">
                  <c:v>34561.619348707216</c:v>
                </c:pt>
                <c:pt idx="9">
                  <c:v>36165.3895830647</c:v>
                </c:pt>
                <c:pt idx="10">
                  <c:v>1269.4961661598597</c:v>
                </c:pt>
                <c:pt idx="11">
                  <c:v>14215.501193356098</c:v>
                </c:pt>
                <c:pt idx="12">
                  <c:v>27674.027129919978</c:v>
                </c:pt>
                <c:pt idx="13">
                  <c:v>15687.604435471561</c:v>
                </c:pt>
                <c:pt idx="14">
                  <c:v>47752.35806835664</c:v>
                </c:pt>
                <c:pt idx="15">
                  <c:v>60213.57240913599</c:v>
                </c:pt>
                <c:pt idx="16">
                  <c:v>45897.79220744806</c:v>
                </c:pt>
                <c:pt idx="17">
                  <c:v>31300.63361329061</c:v>
                </c:pt>
                <c:pt idx="18">
                  <c:v>10462.973431846582</c:v>
                </c:pt>
                <c:pt idx="19">
                  <c:v>4472.4177692542635</c:v>
                </c:pt>
                <c:pt idx="20">
                  <c:v>15484.440291927727</c:v>
                </c:pt>
                <c:pt idx="21">
                  <c:v>50191.490875926946</c:v>
                </c:pt>
                <c:pt idx="22">
                  <c:v>3208.869029624873</c:v>
                </c:pt>
                <c:pt idx="23">
                  <c:v>30185.690662937857</c:v>
                </c:pt>
                <c:pt idx="24">
                  <c:v>35166.97753441049</c:v>
                </c:pt>
                <c:pt idx="25">
                  <c:v>48085.82605885127</c:v>
                </c:pt>
                <c:pt idx="26">
                  <c:v>24002.63889612403</c:v>
                </c:pt>
                <c:pt idx="27">
                  <c:v>30103.630410198515</c:v>
                </c:pt>
                <c:pt idx="28">
                  <c:v>20689.215491308736</c:v>
                </c:pt>
                <c:pt idx="29">
                  <c:v>1873.9682715877389</c:v>
                </c:pt>
                <c:pt idx="30">
                  <c:v>6786.945950408227</c:v>
                </c:pt>
                <c:pt idx="31">
                  <c:v>19958.296319006273</c:v>
                </c:pt>
                <c:pt idx="32">
                  <c:v>12893.20977704732</c:v>
                </c:pt>
                <c:pt idx="33">
                  <c:v>52385.62787473465</c:v>
                </c:pt>
                <c:pt idx="34">
                  <c:v>16557.74023942272</c:v>
                </c:pt>
                <c:pt idx="35">
                  <c:v>30220.7649827848</c:v>
                </c:pt>
                <c:pt idx="36">
                  <c:v>39423.787136069506</c:v>
                </c:pt>
                <c:pt idx="37">
                  <c:v>36907.538005545844</c:v>
                </c:pt>
                <c:pt idx="38">
                  <c:v>41235.16933921423</c:v>
                </c:pt>
                <c:pt idx="39">
                  <c:v>42008.51482617919</c:v>
                </c:pt>
                <c:pt idx="40">
                  <c:v>23242.760322210008</c:v>
                </c:pt>
                <c:pt idx="41">
                  <c:v>10491.442893980855</c:v>
                </c:pt>
                <c:pt idx="42">
                  <c:v>43958.26535341094</c:v>
                </c:pt>
                <c:pt idx="43">
                  <c:v>30734.51715001555</c:v>
                </c:pt>
                <c:pt idx="44">
                  <c:v>14007.95658826249</c:v>
                </c:pt>
                <c:pt idx="45">
                  <c:v>52629.95468106459</c:v>
                </c:pt>
                <c:pt idx="46">
                  <c:v>25960.068280759093</c:v>
                </c:pt>
                <c:pt idx="47">
                  <c:v>828.381741117179</c:v>
                </c:pt>
                <c:pt idx="48">
                  <c:v>22133.97770015615</c:v>
                </c:pt>
                <c:pt idx="49">
                  <c:v>34590.861629063205</c:v>
                </c:pt>
                <c:pt idx="50">
                  <c:v>15554.63501243708</c:v>
                </c:pt>
                <c:pt idx="51">
                  <c:v>67377.51979350418</c:v>
                </c:pt>
                <c:pt idx="52">
                  <c:v>27237.71565065176</c:v>
                </c:pt>
                <c:pt idx="53">
                  <c:v>22276.03182465187</c:v>
                </c:pt>
                <c:pt idx="54">
                  <c:v>25660.06977472489</c:v>
                </c:pt>
                <c:pt idx="55">
                  <c:v>40.68783218537809</c:v>
                </c:pt>
                <c:pt idx="56">
                  <c:v>1159.0477659972812</c:v>
                </c:pt>
                <c:pt idx="57">
                  <c:v>11520.557038531995</c:v>
                </c:pt>
                <c:pt idx="58">
                  <c:v>49913.450173470905</c:v>
                </c:pt>
                <c:pt idx="59">
                  <c:v>58517.705560937946</c:v>
                </c:pt>
                <c:pt idx="60">
                  <c:v>57819.34780229826</c:v>
                </c:pt>
                <c:pt idx="61">
                  <c:v>38588.10444959273</c:v>
                </c:pt>
                <c:pt idx="62">
                  <c:v>18391.09136931551</c:v>
                </c:pt>
                <c:pt idx="63">
                  <c:v>53309.068093222726</c:v>
                </c:pt>
                <c:pt idx="64">
                  <c:v>18574.192725831097</c:v>
                </c:pt>
                <c:pt idx="65">
                  <c:v>1263.1728012470628</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7434.2279837309925</c:v>
                </c:pt>
                <c:pt idx="1">
                  <c:v>17898.74559357571</c:v>
                </c:pt>
                <c:pt idx="2">
                  <c:v>10690.696964916222</c:v>
                </c:pt>
                <c:pt idx="3">
                  <c:v>6785.146801246842</c:v>
                </c:pt>
                <c:pt idx="4">
                  <c:v>125.9709220262822</c:v>
                </c:pt>
                <c:pt idx="5">
                  <c:v>12004.25449055993</c:v>
                </c:pt>
                <c:pt idx="6">
                  <c:v>4984.495267486501</c:v>
                </c:pt>
                <c:pt idx="7">
                  <c:v>147.85851689102645</c:v>
                </c:pt>
                <c:pt idx="8">
                  <c:v>21411.500754015284</c:v>
                </c:pt>
                <c:pt idx="9">
                  <c:v>482.10332826308706</c:v>
                </c:pt>
                <c:pt idx="10">
                  <c:v>9096.276249011313</c:v>
                </c:pt>
                <c:pt idx="11">
                  <c:v>6917.267359699144</c:v>
                </c:pt>
                <c:pt idx="12">
                  <c:v>21415.913751075648</c:v>
                </c:pt>
                <c:pt idx="13">
                  <c:v>368.33357716916953</c:v>
                </c:pt>
                <c:pt idx="14">
                  <c:v>2140.5639087225422</c:v>
                </c:pt>
                <c:pt idx="15">
                  <c:v>12821.6473978399</c:v>
                </c:pt>
                <c:pt idx="16">
                  <c:v>30411.465707758318</c:v>
                </c:pt>
                <c:pt idx="17">
                  <c:v>15170.029880332233</c:v>
                </c:pt>
                <c:pt idx="18">
                  <c:v>14433.658204607607</c:v>
                </c:pt>
                <c:pt idx="19">
                  <c:v>2051.078336771164</c:v>
                </c:pt>
                <c:pt idx="20">
                  <c:v>11754.17553496726</c:v>
                </c:pt>
                <c:pt idx="21">
                  <c:v>5390.859986171935</c:v>
                </c:pt>
                <c:pt idx="22">
                  <c:v>16633.387671884306</c:v>
                </c:pt>
                <c:pt idx="23">
                  <c:v>200.24914171746875</c:v>
                </c:pt>
                <c:pt idx="24">
                  <c:v>178.61628602964004</c:v>
                </c:pt>
                <c:pt idx="25">
                  <c:v>702.1462900013842</c:v>
                </c:pt>
                <c:pt idx="26">
                  <c:v>11687.453146534972</c:v>
                </c:pt>
                <c:pt idx="27">
                  <c:v>6638.635884058203</c:v>
                </c:pt>
                <c:pt idx="28">
                  <c:v>443.4847399243396</c:v>
                </c:pt>
                <c:pt idx="29">
                  <c:v>26421.187592723512</c:v>
                </c:pt>
                <c:pt idx="30">
                  <c:v>15980.338789141912</c:v>
                </c:pt>
                <c:pt idx="31">
                  <c:v>14040.111621856076</c:v>
                </c:pt>
                <c:pt idx="32">
                  <c:v>2390.7725453117428</c:v>
                </c:pt>
                <c:pt idx="33">
                  <c:v>2449.862015805432</c:v>
                </c:pt>
                <c:pt idx="34">
                  <c:v>111.84302662957693</c:v>
                </c:pt>
                <c:pt idx="35">
                  <c:v>22206.60796923704</c:v>
                </c:pt>
                <c:pt idx="36">
                  <c:v>18541.0268842689</c:v>
                </c:pt>
                <c:pt idx="37">
                  <c:v>9629.84330806488</c:v>
                </c:pt>
                <c:pt idx="38">
                  <c:v>10639.508798527713</c:v>
                </c:pt>
                <c:pt idx="39">
                  <c:v>12913.052992312498</c:v>
                </c:pt>
                <c:pt idx="40">
                  <c:v>117.18518463313644</c:v>
                </c:pt>
                <c:pt idx="41">
                  <c:v>269.9090400118095</c:v>
                </c:pt>
                <c:pt idx="42">
                  <c:v>9105.632074802292</c:v>
                </c:pt>
                <c:pt idx="43">
                  <c:v>19505.723817954236</c:v>
                </c:pt>
                <c:pt idx="44">
                  <c:v>92.33841366486637</c:v>
                </c:pt>
                <c:pt idx="45">
                  <c:v>24704.505606440638</c:v>
                </c:pt>
                <c:pt idx="46">
                  <c:v>5479.137224583748</c:v>
                </c:pt>
                <c:pt idx="47">
                  <c:v>14007.034251874871</c:v>
                </c:pt>
                <c:pt idx="48">
                  <c:v>13617.400408718884</c:v>
                </c:pt>
                <c:pt idx="49">
                  <c:v>4926.875237042489</c:v>
                </c:pt>
                <c:pt idx="50">
                  <c:v>167.52382303385508</c:v>
                </c:pt>
                <c:pt idx="51">
                  <c:v>7570.467058978923</c:v>
                </c:pt>
                <c:pt idx="52">
                  <c:v>22740.230921651982</c:v>
                </c:pt>
                <c:pt idx="53">
                  <c:v>108.89645033508877</c:v>
                </c:pt>
                <c:pt idx="54">
                  <c:v>10803.548952860316</c:v>
                </c:pt>
                <c:pt idx="55">
                  <c:v>14152.805193755607</c:v>
                </c:pt>
                <c:pt idx="56">
                  <c:v>8937.124704697195</c:v>
                </c:pt>
                <c:pt idx="57">
                  <c:v>68.14551744589146</c:v>
                </c:pt>
                <c:pt idx="58">
                  <c:v>313.40058227059484</c:v>
                </c:pt>
                <c:pt idx="59">
                  <c:v>14202.256943097118</c:v>
                </c:pt>
                <c:pt idx="60">
                  <c:v>24302.16132815446</c:v>
                </c:pt>
                <c:pt idx="61">
                  <c:v>22548.708580286624</c:v>
                </c:pt>
                <c:pt idx="62">
                  <c:v>29240.46878551143</c:v>
                </c:pt>
                <c:pt idx="63">
                  <c:v>8846.856392646792</c:v>
                </c:pt>
                <c:pt idx="64">
                  <c:v>7529.045386817349</c:v>
                </c:pt>
                <c:pt idx="65">
                  <c:v>18900.05329402233</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854.8545462371158</c:v>
                </c:pt>
                <c:pt idx="1">
                  <c:v>12011.60527291513</c:v>
                </c:pt>
                <c:pt idx="2">
                  <c:v>7067.041623963277</c:v>
                </c:pt>
                <c:pt idx="3">
                  <c:v>22.680546286203793</c:v>
                </c:pt>
                <c:pt idx="4">
                  <c:v>22846.272317935684</c:v>
                </c:pt>
                <c:pt idx="5">
                  <c:v>16178.492340058627</c:v>
                </c:pt>
                <c:pt idx="6">
                  <c:v>6747.280576614035</c:v>
                </c:pt>
                <c:pt idx="7">
                  <c:v>593.8506213464754</c:v>
                </c:pt>
                <c:pt idx="8">
                  <c:v>35444.89107041448</c:v>
                </c:pt>
                <c:pt idx="9">
                  <c:v>17604.91243312251</c:v>
                </c:pt>
                <c:pt idx="10">
                  <c:v>14045.577845569558</c:v>
                </c:pt>
                <c:pt idx="11">
                  <c:v>104.01393930054263</c:v>
                </c:pt>
                <c:pt idx="12">
                  <c:v>19412.091279249875</c:v>
                </c:pt>
                <c:pt idx="13">
                  <c:v>7803.971178334534</c:v>
                </c:pt>
                <c:pt idx="14">
                  <c:v>34556.50614341048</c:v>
                </c:pt>
                <c:pt idx="15">
                  <c:v>21963.19137086879</c:v>
                </c:pt>
                <c:pt idx="16">
                  <c:v>36274.11246155614</c:v>
                </c:pt>
                <c:pt idx="17">
                  <c:v>594.118352361531</c:v>
                </c:pt>
                <c:pt idx="18">
                  <c:v>17829.823995831277</c:v>
                </c:pt>
                <c:pt idx="19">
                  <c:v>19913.89526376901</c:v>
                </c:pt>
                <c:pt idx="20">
                  <c:v>623.9262281148989</c:v>
                </c:pt>
                <c:pt idx="21">
                  <c:v>14744.381053072644</c:v>
                </c:pt>
                <c:pt idx="22">
                  <c:v>16563.367473480117</c:v>
                </c:pt>
                <c:pt idx="23">
                  <c:v>3909.8372713092103</c:v>
                </c:pt>
                <c:pt idx="24">
                  <c:v>10556.207239628491</c:v>
                </c:pt>
                <c:pt idx="25">
                  <c:v>65.69663102601797</c:v>
                </c:pt>
                <c:pt idx="26">
                  <c:v>293.0531391423309</c:v>
                </c:pt>
                <c:pt idx="27">
                  <c:v>14799.253414148312</c:v>
                </c:pt>
                <c:pt idx="28">
                  <c:v>15309.400977576926</c:v>
                </c:pt>
                <c:pt idx="29">
                  <c:v>2894.477565079654</c:v>
                </c:pt>
                <c:pt idx="30">
                  <c:v>7412.205845125934</c:v>
                </c:pt>
                <c:pt idx="31">
                  <c:v>21949.01016722474</c:v>
                </c:pt>
                <c:pt idx="32">
                  <c:v>18385.008490018266</c:v>
                </c:pt>
                <c:pt idx="33">
                  <c:v>10498.082063238044</c:v>
                </c:pt>
                <c:pt idx="34">
                  <c:v>9744.341555501784</c:v>
                </c:pt>
                <c:pt idx="35">
                  <c:v>17275.069908763675</c:v>
                </c:pt>
                <c:pt idx="36">
                  <c:v>18952.53116693264</c:v>
                </c:pt>
                <c:pt idx="37">
                  <c:v>50.58965519607161</c:v>
                </c:pt>
                <c:pt idx="38">
                  <c:v>37150.87027634788</c:v>
                </c:pt>
                <c:pt idx="39">
                  <c:v>9603.336764377535</c:v>
                </c:pt>
                <c:pt idx="40">
                  <c:v>20400.59593322261</c:v>
                </c:pt>
                <c:pt idx="41">
                  <c:v>14708.545102835727</c:v>
                </c:pt>
                <c:pt idx="42">
                  <c:v>30414.578777207764</c:v>
                </c:pt>
                <c:pt idx="43">
                  <c:v>1695.024678004365</c:v>
                </c:pt>
                <c:pt idx="44">
                  <c:v>9240.633648040715</c:v>
                </c:pt>
                <c:pt idx="45">
                  <c:v>21854.554454937825</c:v>
                </c:pt>
                <c:pt idx="46">
                  <c:v>16221.316470860666</c:v>
                </c:pt>
                <c:pt idx="47">
                  <c:v>553.5949045603498</c:v>
                </c:pt>
                <c:pt idx="48">
                  <c:v>29115.33739308054</c:v>
                </c:pt>
                <c:pt idx="49">
                  <c:v>9554.392209605308</c:v>
                </c:pt>
                <c:pt idx="50">
                  <c:v>21087.789719864246</c:v>
                </c:pt>
                <c:pt idx="51">
                  <c:v>26981.693531977813</c:v>
                </c:pt>
                <c:pt idx="52">
                  <c:v>39563.357500003134</c:v>
                </c:pt>
                <c:pt idx="53">
                  <c:v>30704.966465457273</c:v>
                </c:pt>
                <c:pt idx="54">
                  <c:v>17144.84200103221</c:v>
                </c:pt>
                <c:pt idx="55">
                  <c:v>26578.143535874904</c:v>
                </c:pt>
                <c:pt idx="56">
                  <c:v>12990.403540202562</c:v>
                </c:pt>
                <c:pt idx="57">
                  <c:v>554.9104480746247</c:v>
                </c:pt>
                <c:pt idx="58">
                  <c:v>678.9303574974601</c:v>
                </c:pt>
                <c:pt idx="59">
                  <c:v>0.08651879940166073</c:v>
                </c:pt>
                <c:pt idx="60">
                  <c:v>9292.076169324951</c:v>
                </c:pt>
                <c:pt idx="61">
                  <c:v>19149.78001848804</c:v>
                </c:pt>
                <c:pt idx="62">
                  <c:v>24344.307984853636</c:v>
                </c:pt>
                <c:pt idx="63">
                  <c:v>723.0754110420069</c:v>
                </c:pt>
                <c:pt idx="64">
                  <c:v>28498.664610464788</c:v>
                </c:pt>
                <c:pt idx="65">
                  <c:v>24283.446513480478</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2707.5824662955874</c:v>
                </c:pt>
                <c:pt idx="1">
                  <c:v>4093.2214042386754</c:v>
                </c:pt>
                <c:pt idx="2">
                  <c:v>12374.98512828835</c:v>
                </c:pt>
                <c:pt idx="3">
                  <c:v>34763.4756452723</c:v>
                </c:pt>
                <c:pt idx="4">
                  <c:v>4061.366444063581</c:v>
                </c:pt>
                <c:pt idx="5">
                  <c:v>35885.02069357656</c:v>
                </c:pt>
                <c:pt idx="6">
                  <c:v>3413.006915951859</c:v>
                </c:pt>
                <c:pt idx="7">
                  <c:v>64554.16020944555</c:v>
                </c:pt>
                <c:pt idx="8">
                  <c:v>28848.193963892005</c:v>
                </c:pt>
                <c:pt idx="9">
                  <c:v>34518.89912786912</c:v>
                </c:pt>
                <c:pt idx="10">
                  <c:v>51984.969702616334</c:v>
                </c:pt>
                <c:pt idx="11">
                  <c:v>23692.495192794053</c:v>
                </c:pt>
                <c:pt idx="12">
                  <c:v>85127.68745849805</c:v>
                </c:pt>
                <c:pt idx="13">
                  <c:v>7453.44284250559</c:v>
                </c:pt>
                <c:pt idx="14">
                  <c:v>3359.981925366319</c:v>
                </c:pt>
                <c:pt idx="15">
                  <c:v>13729.605740259765</c:v>
                </c:pt>
                <c:pt idx="16">
                  <c:v>58290.91231789678</c:v>
                </c:pt>
                <c:pt idx="17">
                  <c:v>24458.251392352453</c:v>
                </c:pt>
                <c:pt idx="18">
                  <c:v>32699.96159338792</c:v>
                </c:pt>
                <c:pt idx="19">
                  <c:v>38542.029394831145</c:v>
                </c:pt>
                <c:pt idx="20">
                  <c:v>24689.718539407913</c:v>
                </c:pt>
                <c:pt idx="21">
                  <c:v>30464.21711424587</c:v>
                </c:pt>
                <c:pt idx="22">
                  <c:v>20820.474857300196</c:v>
                </c:pt>
                <c:pt idx="23">
                  <c:v>3620.4928831671136</c:v>
                </c:pt>
                <c:pt idx="24">
                  <c:v>47805.26111112625</c:v>
                </c:pt>
                <c:pt idx="25">
                  <c:v>32776.42824208517</c:v>
                </c:pt>
                <c:pt idx="26">
                  <c:v>37417.52045915694</c:v>
                </c:pt>
                <c:pt idx="27">
                  <c:v>3398.8048388858733</c:v>
                </c:pt>
                <c:pt idx="28">
                  <c:v>30604.415354229484</c:v>
                </c:pt>
                <c:pt idx="29">
                  <c:v>69287.99232238342</c:v>
                </c:pt>
                <c:pt idx="30">
                  <c:v>17289.21786251615</c:v>
                </c:pt>
                <c:pt idx="31">
                  <c:v>53695.28198542928</c:v>
                </c:pt>
                <c:pt idx="32">
                  <c:v>61286.37534235013</c:v>
                </c:pt>
                <c:pt idx="33">
                  <c:v>61985.116901425085</c:v>
                </c:pt>
                <c:pt idx="34">
                  <c:v>44877.42494609667</c:v>
                </c:pt>
                <c:pt idx="35">
                  <c:v>61951.30649145892</c:v>
                </c:pt>
                <c:pt idx="36">
                  <c:v>20018.194537744155</c:v>
                </c:pt>
                <c:pt idx="37">
                  <c:v>2172.2601951775814</c:v>
                </c:pt>
                <c:pt idx="38">
                  <c:v>4915.767954434868</c:v>
                </c:pt>
                <c:pt idx="39">
                  <c:v>17753.542163166618</c:v>
                </c:pt>
                <c:pt idx="40">
                  <c:v>34632.611357180256</c:v>
                </c:pt>
                <c:pt idx="41">
                  <c:v>38376.6584935091</c:v>
                </c:pt>
                <c:pt idx="42">
                  <c:v>62511.83896277429</c:v>
                </c:pt>
                <c:pt idx="43">
                  <c:v>54626.20190913878</c:v>
                </c:pt>
                <c:pt idx="44">
                  <c:v>12976.236978540772</c:v>
                </c:pt>
                <c:pt idx="45">
                  <c:v>60805.174290882474</c:v>
                </c:pt>
                <c:pt idx="46">
                  <c:v>66336.13062765331</c:v>
                </c:pt>
                <c:pt idx="47">
                  <c:v>4323.698397756141</c:v>
                </c:pt>
                <c:pt idx="48">
                  <c:v>2345.1393229648193</c:v>
                </c:pt>
                <c:pt idx="49">
                  <c:v>2776.772111707714</c:v>
                </c:pt>
                <c:pt idx="50">
                  <c:v>56264.616806543185</c:v>
                </c:pt>
                <c:pt idx="51">
                  <c:v>10739.564086485741</c:v>
                </c:pt>
                <c:pt idx="52">
                  <c:v>1199.2656161857258</c:v>
                </c:pt>
                <c:pt idx="53">
                  <c:v>93239.43851939456</c:v>
                </c:pt>
                <c:pt idx="54">
                  <c:v>50742.566084016784</c:v>
                </c:pt>
                <c:pt idx="55">
                  <c:v>31237.597331052475</c:v>
                </c:pt>
                <c:pt idx="56">
                  <c:v>29869.796411810006</c:v>
                </c:pt>
                <c:pt idx="57">
                  <c:v>85444.78031990257</c:v>
                </c:pt>
                <c:pt idx="58">
                  <c:v>18209.83105827296</c:v>
                </c:pt>
                <c:pt idx="59">
                  <c:v>72117.49863924898</c:v>
                </c:pt>
                <c:pt idx="60">
                  <c:v>88412.41013442044</c:v>
                </c:pt>
                <c:pt idx="61">
                  <c:v>96497.31326552256</c:v>
                </c:pt>
                <c:pt idx="62">
                  <c:v>118178.19001430186</c:v>
                </c:pt>
                <c:pt idx="63">
                  <c:v>45857.41287124027</c:v>
                </c:pt>
                <c:pt idx="64">
                  <c:v>87578.07024115005</c:v>
                </c:pt>
                <c:pt idx="65">
                  <c:v>21938.00494446136</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5877.30788885593</c:v>
                </c:pt>
                <c:pt idx="1">
                  <c:v>4704.925596657822</c:v>
                </c:pt>
                <c:pt idx="2">
                  <c:v>46358.55277608525</c:v>
                </c:pt>
                <c:pt idx="3">
                  <c:v>23238.803484952852</c:v>
                </c:pt>
                <c:pt idx="4">
                  <c:v>5960.19179078856</c:v>
                </c:pt>
                <c:pt idx="5">
                  <c:v>62783.556572147616</c:v>
                </c:pt>
                <c:pt idx="6">
                  <c:v>19966.676063644707</c:v>
                </c:pt>
                <c:pt idx="7">
                  <c:v>38995.497181863306</c:v>
                </c:pt>
                <c:pt idx="8">
                  <c:v>6200.364993257754</c:v>
                </c:pt>
                <c:pt idx="9">
                  <c:v>57781.69550215338</c:v>
                </c:pt>
                <c:pt idx="10">
                  <c:v>66935.87476612683</c:v>
                </c:pt>
                <c:pt idx="11">
                  <c:v>18389.493352147972</c:v>
                </c:pt>
                <c:pt idx="12">
                  <c:v>6853.330896051779</c:v>
                </c:pt>
                <c:pt idx="13">
                  <c:v>47260.26014906222</c:v>
                </c:pt>
                <c:pt idx="14">
                  <c:v>37351.55851162931</c:v>
                </c:pt>
                <c:pt idx="15">
                  <c:v>6029.860150801252</c:v>
                </c:pt>
                <c:pt idx="16">
                  <c:v>65390.04439809321</c:v>
                </c:pt>
                <c:pt idx="17">
                  <c:v>5127.15794176344</c:v>
                </c:pt>
                <c:pt idx="18">
                  <c:v>25945.17537414899</c:v>
                </c:pt>
                <c:pt idx="19">
                  <c:v>36340.207997388214</c:v>
                </c:pt>
                <c:pt idx="20">
                  <c:v>7671.814056233379</c:v>
                </c:pt>
                <c:pt idx="21">
                  <c:v>47539.71988880343</c:v>
                </c:pt>
                <c:pt idx="22">
                  <c:v>57262.47144294864</c:v>
                </c:pt>
                <c:pt idx="23">
                  <c:v>27843.549756227796</c:v>
                </c:pt>
                <c:pt idx="24">
                  <c:v>7765.095953091991</c:v>
                </c:pt>
                <c:pt idx="25">
                  <c:v>8044.20145884618</c:v>
                </c:pt>
                <c:pt idx="26">
                  <c:v>6814.801552975787</c:v>
                </c:pt>
                <c:pt idx="27">
                  <c:v>38997.42886351563</c:v>
                </c:pt>
                <c:pt idx="28">
                  <c:v>8415.77735120379</c:v>
                </c:pt>
                <c:pt idx="29">
                  <c:v>83012.51406847952</c:v>
                </c:pt>
                <c:pt idx="30">
                  <c:v>53342.942495395764</c:v>
                </c:pt>
                <c:pt idx="31">
                  <c:v>30911.882760763143</c:v>
                </c:pt>
                <c:pt idx="32">
                  <c:v>17269.92379857159</c:v>
                </c:pt>
                <c:pt idx="33">
                  <c:v>6892.891842640348</c:v>
                </c:pt>
                <c:pt idx="34">
                  <c:v>42824.99529576159</c:v>
                </c:pt>
                <c:pt idx="35">
                  <c:v>75725.02845702578</c:v>
                </c:pt>
                <c:pt idx="36">
                  <c:v>75515.1187481684</c:v>
                </c:pt>
                <c:pt idx="37">
                  <c:v>47130.540739517164</c:v>
                </c:pt>
                <c:pt idx="38">
                  <c:v>107309.31064999563</c:v>
                </c:pt>
                <c:pt idx="39">
                  <c:v>89888.06304782716</c:v>
                </c:pt>
                <c:pt idx="40">
                  <c:v>31744.04102955475</c:v>
                </c:pt>
                <c:pt idx="41">
                  <c:v>41778.909650092275</c:v>
                </c:pt>
                <c:pt idx="42">
                  <c:v>16871.700466438782</c:v>
                </c:pt>
                <c:pt idx="43">
                  <c:v>32272.850150425777</c:v>
                </c:pt>
                <c:pt idx="44">
                  <c:v>73315.82067766858</c:v>
                </c:pt>
                <c:pt idx="45">
                  <c:v>15242.35896789543</c:v>
                </c:pt>
                <c:pt idx="46">
                  <c:v>6881.348162102777</c:v>
                </c:pt>
                <c:pt idx="47">
                  <c:v>6051.859787256319</c:v>
                </c:pt>
                <c:pt idx="48">
                  <c:v>26338.84044373436</c:v>
                </c:pt>
                <c:pt idx="49">
                  <c:v>85470.47424193536</c:v>
                </c:pt>
                <c:pt idx="50">
                  <c:v>20719.39388542188</c:v>
                </c:pt>
                <c:pt idx="51">
                  <c:v>7292.070449371633</c:v>
                </c:pt>
                <c:pt idx="52">
                  <c:v>7489.67394862709</c:v>
                </c:pt>
                <c:pt idx="53">
                  <c:v>36804.56973934613</c:v>
                </c:pt>
                <c:pt idx="54">
                  <c:v>10380.818050540725</c:v>
                </c:pt>
                <c:pt idx="55">
                  <c:v>6072.627373338142</c:v>
                </c:pt>
                <c:pt idx="56">
                  <c:v>8875.69476163156</c:v>
                </c:pt>
                <c:pt idx="57">
                  <c:v>51647.17030496932</c:v>
                </c:pt>
                <c:pt idx="58">
                  <c:v>54811.34150553855</c:v>
                </c:pt>
                <c:pt idx="59">
                  <c:v>27154.77751673517</c:v>
                </c:pt>
                <c:pt idx="60">
                  <c:v>7732.334475333306</c:v>
                </c:pt>
                <c:pt idx="61">
                  <c:v>59506.884366475526</c:v>
                </c:pt>
                <c:pt idx="62">
                  <c:v>20697.684777834642</c:v>
                </c:pt>
                <c:pt idx="63">
                  <c:v>38398.299873507756</c:v>
                </c:pt>
                <c:pt idx="64">
                  <c:v>47020.81221332418</c:v>
                </c:pt>
                <c:pt idx="65">
                  <c:v>50339.469017994146</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11478.237905891312</c:v>
                </c:pt>
                <c:pt idx="1">
                  <c:v>35196.297587477544</c:v>
                </c:pt>
                <c:pt idx="2">
                  <c:v>40869.360449050255</c:v>
                </c:pt>
                <c:pt idx="3">
                  <c:v>13338.70534862193</c:v>
                </c:pt>
                <c:pt idx="4">
                  <c:v>5714.552812700025</c:v>
                </c:pt>
                <c:pt idx="5">
                  <c:v>38829.03629392168</c:v>
                </c:pt>
                <c:pt idx="6">
                  <c:v>38675.79253395588</c:v>
                </c:pt>
                <c:pt idx="7">
                  <c:v>40372.694067642165</c:v>
                </c:pt>
                <c:pt idx="8">
                  <c:v>60632.105499923215</c:v>
                </c:pt>
                <c:pt idx="9">
                  <c:v>35649.7981871312</c:v>
                </c:pt>
                <c:pt idx="10">
                  <c:v>28232.319142231565</c:v>
                </c:pt>
                <c:pt idx="11">
                  <c:v>22953.102556593647</c:v>
                </c:pt>
                <c:pt idx="12">
                  <c:v>74917.70356612134</c:v>
                </c:pt>
                <c:pt idx="13">
                  <c:v>46694.436576371416</c:v>
                </c:pt>
                <c:pt idx="14">
                  <c:v>91163.64915302469</c:v>
                </c:pt>
                <c:pt idx="15">
                  <c:v>23663.049384966245</c:v>
                </c:pt>
                <c:pt idx="16">
                  <c:v>47650.76191095027</c:v>
                </c:pt>
                <c:pt idx="17">
                  <c:v>37364.95721176268</c:v>
                </c:pt>
                <c:pt idx="18">
                  <c:v>35874.62323813399</c:v>
                </c:pt>
                <c:pt idx="19">
                  <c:v>36129.200985342904</c:v>
                </c:pt>
                <c:pt idx="20">
                  <c:v>48321.91107354275</c:v>
                </c:pt>
                <c:pt idx="21">
                  <c:v>79625.74572624183</c:v>
                </c:pt>
                <c:pt idx="22">
                  <c:v>67737.81133593636</c:v>
                </c:pt>
                <c:pt idx="23">
                  <c:v>42980.06609644761</c:v>
                </c:pt>
                <c:pt idx="24">
                  <c:v>64385.23805991543</c:v>
                </c:pt>
                <c:pt idx="25">
                  <c:v>77980.80993606475</c:v>
                </c:pt>
                <c:pt idx="26">
                  <c:v>53681.664484438705</c:v>
                </c:pt>
                <c:pt idx="27">
                  <c:v>38668.88141110406</c:v>
                </c:pt>
                <c:pt idx="28">
                  <c:v>57629.22388650371</c:v>
                </c:pt>
                <c:pt idx="29">
                  <c:v>77576.11038076162</c:v>
                </c:pt>
                <c:pt idx="30">
                  <c:v>61809.47495383964</c:v>
                </c:pt>
                <c:pt idx="31">
                  <c:v>44384.02791129798</c:v>
                </c:pt>
                <c:pt idx="32">
                  <c:v>35310.20852214923</c:v>
                </c:pt>
                <c:pt idx="33">
                  <c:v>13905.539695163501</c:v>
                </c:pt>
                <c:pt idx="34">
                  <c:v>22393.87802435685</c:v>
                </c:pt>
                <c:pt idx="35">
                  <c:v>16502.67049025162</c:v>
                </c:pt>
                <c:pt idx="36">
                  <c:v>12928.711082380312</c:v>
                </c:pt>
                <c:pt idx="37">
                  <c:v>7144.403475613555</c:v>
                </c:pt>
                <c:pt idx="38">
                  <c:v>31767.12164575611</c:v>
                </c:pt>
                <c:pt idx="39">
                  <c:v>12140.289964770527</c:v>
                </c:pt>
                <c:pt idx="40">
                  <c:v>11929.83373693937</c:v>
                </c:pt>
                <c:pt idx="41">
                  <c:v>45804.5162831137</c:v>
                </c:pt>
                <c:pt idx="42">
                  <c:v>63444.66836914543</c:v>
                </c:pt>
                <c:pt idx="43">
                  <c:v>36482.17219760071</c:v>
                </c:pt>
                <c:pt idx="44">
                  <c:v>21754.79852515505</c:v>
                </c:pt>
                <c:pt idx="45">
                  <c:v>35223.77600088987</c:v>
                </c:pt>
                <c:pt idx="46">
                  <c:v>22511.455771385776</c:v>
                </c:pt>
                <c:pt idx="47">
                  <c:v>36683.95125036849</c:v>
                </c:pt>
                <c:pt idx="48">
                  <c:v>39541.026377474984</c:v>
                </c:pt>
                <c:pt idx="49">
                  <c:v>30412.229503113325</c:v>
                </c:pt>
                <c:pt idx="50">
                  <c:v>26885.441397102222</c:v>
                </c:pt>
                <c:pt idx="51">
                  <c:v>36040.78955161333</c:v>
                </c:pt>
                <c:pt idx="52">
                  <c:v>61958.94695505447</c:v>
                </c:pt>
                <c:pt idx="53">
                  <c:v>47180.46657129747</c:v>
                </c:pt>
                <c:pt idx="54">
                  <c:v>41205.52659561152</c:v>
                </c:pt>
                <c:pt idx="55">
                  <c:v>31505.786120231856</c:v>
                </c:pt>
                <c:pt idx="56">
                  <c:v>68713.93560583759</c:v>
                </c:pt>
                <c:pt idx="57">
                  <c:v>42923.20065815728</c:v>
                </c:pt>
                <c:pt idx="58">
                  <c:v>79169.34971276406</c:v>
                </c:pt>
                <c:pt idx="59">
                  <c:v>84191.02396891023</c:v>
                </c:pt>
                <c:pt idx="60">
                  <c:v>73494.29501062473</c:v>
                </c:pt>
                <c:pt idx="61">
                  <c:v>52545.27284845606</c:v>
                </c:pt>
                <c:pt idx="62">
                  <c:v>52033.73884733718</c:v>
                </c:pt>
                <c:pt idx="63">
                  <c:v>50904.267038346865</c:v>
                </c:pt>
                <c:pt idx="64">
                  <c:v>43680.254768788865</c:v>
                </c:pt>
                <c:pt idx="65">
                  <c:v>21296.81349146667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7215.495307277222</c:v>
                </c:pt>
                <c:pt idx="1">
                  <c:v>4112.050114370627</c:v>
                </c:pt>
                <c:pt idx="2">
                  <c:v>3789.778367084228</c:v>
                </c:pt>
                <c:pt idx="3">
                  <c:v>3070.312426786186</c:v>
                </c:pt>
                <c:pt idx="4">
                  <c:v>8717.454270483906</c:v>
                </c:pt>
                <c:pt idx="5">
                  <c:v>3559.5930124605015</c:v>
                </c:pt>
                <c:pt idx="6">
                  <c:v>5750.320405563878</c:v>
                </c:pt>
                <c:pt idx="7">
                  <c:v>4595.410715461716</c:v>
                </c:pt>
                <c:pt idx="8">
                  <c:v>218.0255792377326</c:v>
                </c:pt>
                <c:pt idx="9">
                  <c:v>2703.8233136570625</c:v>
                </c:pt>
                <c:pt idx="10">
                  <c:v>1600.0381746940375</c:v>
                </c:pt>
                <c:pt idx="11">
                  <c:v>853.7221273479339</c:v>
                </c:pt>
                <c:pt idx="12">
                  <c:v>5726.815143996957</c:v>
                </c:pt>
                <c:pt idx="13">
                  <c:v>4149.838286683609</c:v>
                </c:pt>
                <c:pt idx="14">
                  <c:v>8829.833213149328</c:v>
                </c:pt>
                <c:pt idx="15">
                  <c:v>8712.437885611433</c:v>
                </c:pt>
                <c:pt idx="16">
                  <c:v>7658.219324260101</c:v>
                </c:pt>
                <c:pt idx="17">
                  <c:v>7279.6810755560855</c:v>
                </c:pt>
                <c:pt idx="18">
                  <c:v>8221.550908048463</c:v>
                </c:pt>
                <c:pt idx="19">
                  <c:v>6099.627835159194</c:v>
                </c:pt>
                <c:pt idx="20">
                  <c:v>5650.5599941003375</c:v>
                </c:pt>
                <c:pt idx="21">
                  <c:v>7748.943119252603</c:v>
                </c:pt>
                <c:pt idx="22">
                  <c:v>14726.848705439856</c:v>
                </c:pt>
                <c:pt idx="23">
                  <c:v>12084.990000457292</c:v>
                </c:pt>
                <c:pt idx="24">
                  <c:v>591.7497606655335</c:v>
                </c:pt>
                <c:pt idx="25">
                  <c:v>9218.330277596635</c:v>
                </c:pt>
                <c:pt idx="26">
                  <c:v>3073.591031530057</c:v>
                </c:pt>
                <c:pt idx="27">
                  <c:v>122.93495736629063</c:v>
                </c:pt>
                <c:pt idx="28">
                  <c:v>8001.269527814256</c:v>
                </c:pt>
                <c:pt idx="29">
                  <c:v>6468.3737614285</c:v>
                </c:pt>
                <c:pt idx="30">
                  <c:v>2714.254018050982</c:v>
                </c:pt>
                <c:pt idx="31">
                  <c:v>8383.302225931966</c:v>
                </c:pt>
                <c:pt idx="32">
                  <c:v>3603.302452535163</c:v>
                </c:pt>
                <c:pt idx="33">
                  <c:v>119.07308086911873</c:v>
                </c:pt>
                <c:pt idx="34">
                  <c:v>17353.88054596813</c:v>
                </c:pt>
                <c:pt idx="35">
                  <c:v>4236.0151508104955</c:v>
                </c:pt>
                <c:pt idx="36">
                  <c:v>12225.968907717901</c:v>
                </c:pt>
                <c:pt idx="37">
                  <c:v>4630.6137753855055</c:v>
                </c:pt>
                <c:pt idx="38">
                  <c:v>1411.866161059165</c:v>
                </c:pt>
                <c:pt idx="39">
                  <c:v>1297.0009758014571</c:v>
                </c:pt>
                <c:pt idx="40">
                  <c:v>2201.696613250027</c:v>
                </c:pt>
                <c:pt idx="41">
                  <c:v>1.1065339133515826</c:v>
                </c:pt>
                <c:pt idx="42">
                  <c:v>137.83570104364492</c:v>
                </c:pt>
                <c:pt idx="43">
                  <c:v>16856.476342836846</c:v>
                </c:pt>
                <c:pt idx="44">
                  <c:v>876.0715109300984</c:v>
                </c:pt>
                <c:pt idx="45">
                  <c:v>8181.932541280436</c:v>
                </c:pt>
                <c:pt idx="46">
                  <c:v>4346.772587675451</c:v>
                </c:pt>
                <c:pt idx="47">
                  <c:v>1411.4026881920015</c:v>
                </c:pt>
                <c:pt idx="48">
                  <c:v>3580.422750633053</c:v>
                </c:pt>
                <c:pt idx="49">
                  <c:v>1431.5627451224339</c:v>
                </c:pt>
                <c:pt idx="50">
                  <c:v>4729.301974097843</c:v>
                </c:pt>
                <c:pt idx="51">
                  <c:v>119.25956151506519</c:v>
                </c:pt>
                <c:pt idx="52">
                  <c:v>4203.40409978403</c:v>
                </c:pt>
                <c:pt idx="53">
                  <c:v>2250.541754472389</c:v>
                </c:pt>
                <c:pt idx="54">
                  <c:v>6807.698508261975</c:v>
                </c:pt>
                <c:pt idx="55">
                  <c:v>57.548205138140766</c:v>
                </c:pt>
                <c:pt idx="56">
                  <c:v>4811.1454221077465</c:v>
                </c:pt>
                <c:pt idx="57">
                  <c:v>35.22422632945379</c:v>
                </c:pt>
                <c:pt idx="58">
                  <c:v>2564.460890067494</c:v>
                </c:pt>
                <c:pt idx="59">
                  <c:v>7464.725839815046</c:v>
                </c:pt>
                <c:pt idx="60">
                  <c:v>4097.511883826079</c:v>
                </c:pt>
                <c:pt idx="61">
                  <c:v>7360.21991787405</c:v>
                </c:pt>
                <c:pt idx="62">
                  <c:v>2369.2424726327945</c:v>
                </c:pt>
                <c:pt idx="63">
                  <c:v>3147.616456382509</c:v>
                </c:pt>
                <c:pt idx="64">
                  <c:v>321.39752163868997</c:v>
                </c:pt>
                <c:pt idx="65">
                  <c:v>6592.515518930068</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81.0531647906644</c:v>
                </c:pt>
                <c:pt idx="1">
                  <c:v>4670.128040599339</c:v>
                </c:pt>
                <c:pt idx="2">
                  <c:v>1181.422353449239</c:v>
                </c:pt>
                <c:pt idx="3">
                  <c:v>128.8475327183373</c:v>
                </c:pt>
                <c:pt idx="4">
                  <c:v>1626.6477344477444</c:v>
                </c:pt>
                <c:pt idx="5">
                  <c:v>3783.2896192349663</c:v>
                </c:pt>
                <c:pt idx="6">
                  <c:v>3271.6157270018266</c:v>
                </c:pt>
                <c:pt idx="7">
                  <c:v>6857.994257249704</c:v>
                </c:pt>
                <c:pt idx="8">
                  <c:v>300.5082641838338</c:v>
                </c:pt>
                <c:pt idx="9">
                  <c:v>165.45009355978942</c:v>
                </c:pt>
                <c:pt idx="10">
                  <c:v>1690.8411488652728</c:v>
                </c:pt>
                <c:pt idx="11">
                  <c:v>901.9067206255409</c:v>
                </c:pt>
                <c:pt idx="12">
                  <c:v>5171.994591319038</c:v>
                </c:pt>
                <c:pt idx="13">
                  <c:v>249.9579833588122</c:v>
                </c:pt>
                <c:pt idx="14">
                  <c:v>272.4915019657499</c:v>
                </c:pt>
                <c:pt idx="15">
                  <c:v>120.43981609793425</c:v>
                </c:pt>
                <c:pt idx="16">
                  <c:v>2474.376331337546</c:v>
                </c:pt>
                <c:pt idx="17">
                  <c:v>46.08555620157401</c:v>
                </c:pt>
                <c:pt idx="18">
                  <c:v>3186.6892076020554</c:v>
                </c:pt>
                <c:pt idx="19">
                  <c:v>191.0331828271124</c:v>
                </c:pt>
                <c:pt idx="20">
                  <c:v>691.6510295344874</c:v>
                </c:pt>
                <c:pt idx="21">
                  <c:v>5871.226410079398</c:v>
                </c:pt>
                <c:pt idx="22">
                  <c:v>5472.360619193054</c:v>
                </c:pt>
                <c:pt idx="23">
                  <c:v>166.4944943767646</c:v>
                </c:pt>
                <c:pt idx="24">
                  <c:v>171.15523057572648</c:v>
                </c:pt>
                <c:pt idx="25">
                  <c:v>6041.960917886259</c:v>
                </c:pt>
                <c:pt idx="26">
                  <c:v>953.8180528411386</c:v>
                </c:pt>
                <c:pt idx="27">
                  <c:v>2797.6165970265847</c:v>
                </c:pt>
                <c:pt idx="28">
                  <c:v>3574.2224968348883</c:v>
                </c:pt>
                <c:pt idx="29">
                  <c:v>2276.243865271966</c:v>
                </c:pt>
                <c:pt idx="30">
                  <c:v>2040.228110561869</c:v>
                </c:pt>
                <c:pt idx="31">
                  <c:v>21.109699393086956</c:v>
                </c:pt>
                <c:pt idx="32">
                  <c:v>82.86218346758122</c:v>
                </c:pt>
                <c:pt idx="33">
                  <c:v>168.90533817210084</c:v>
                </c:pt>
                <c:pt idx="34">
                  <c:v>202.53950916583833</c:v>
                </c:pt>
                <c:pt idx="35">
                  <c:v>4938.737099057584</c:v>
                </c:pt>
                <c:pt idx="36">
                  <c:v>2793.976689742794</c:v>
                </c:pt>
                <c:pt idx="37">
                  <c:v>71.74774161302838</c:v>
                </c:pt>
                <c:pt idx="38">
                  <c:v>39.5582617862029</c:v>
                </c:pt>
                <c:pt idx="39">
                  <c:v>3843.948890912461</c:v>
                </c:pt>
                <c:pt idx="40">
                  <c:v>298.42112559128356</c:v>
                </c:pt>
                <c:pt idx="41">
                  <c:v>3.8194749656084515</c:v>
                </c:pt>
                <c:pt idx="42">
                  <c:v>5804.971588051891</c:v>
                </c:pt>
                <c:pt idx="43">
                  <c:v>1330.9965755816634</c:v>
                </c:pt>
                <c:pt idx="44">
                  <c:v>38.717014614247745</c:v>
                </c:pt>
                <c:pt idx="45">
                  <c:v>1755.2351476066106</c:v>
                </c:pt>
                <c:pt idx="46">
                  <c:v>170.1760139783513</c:v>
                </c:pt>
                <c:pt idx="47">
                  <c:v>74.2812898101332</c:v>
                </c:pt>
                <c:pt idx="48">
                  <c:v>241.44225723271916</c:v>
                </c:pt>
                <c:pt idx="49">
                  <c:v>988.5045188042454</c:v>
                </c:pt>
                <c:pt idx="50">
                  <c:v>1143.7713969875142</c:v>
                </c:pt>
                <c:pt idx="51">
                  <c:v>4066.9089960718193</c:v>
                </c:pt>
                <c:pt idx="52">
                  <c:v>3019.911107472314</c:v>
                </c:pt>
                <c:pt idx="53">
                  <c:v>263.0157431585245</c:v>
                </c:pt>
                <c:pt idx="54">
                  <c:v>52.19560847313893</c:v>
                </c:pt>
                <c:pt idx="55">
                  <c:v>3509.234041812622</c:v>
                </c:pt>
                <c:pt idx="56">
                  <c:v>2463.913245101663</c:v>
                </c:pt>
                <c:pt idx="57">
                  <c:v>293.9537189086489</c:v>
                </c:pt>
                <c:pt idx="58">
                  <c:v>135.47369410131662</c:v>
                </c:pt>
                <c:pt idx="59">
                  <c:v>3374.5046217508548</c:v>
                </c:pt>
                <c:pt idx="60">
                  <c:v>1776.9177973193491</c:v>
                </c:pt>
                <c:pt idx="61">
                  <c:v>5909.519591959752</c:v>
                </c:pt>
                <c:pt idx="62">
                  <c:v>7993.663528561747</c:v>
                </c:pt>
                <c:pt idx="63">
                  <c:v>295.38479077661947</c:v>
                </c:pt>
                <c:pt idx="64">
                  <c:v>52.81090090838861</c:v>
                </c:pt>
                <c:pt idx="65">
                  <c:v>4567.360744711363</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-1225.969806299462</c:v>
                </c:pt>
                <c:pt idx="1">
                  <c:v>-1406.6027197646426</c:v>
                </c:pt>
                <c:pt idx="2">
                  <c:v>3584.0531663077572</c:v>
                </c:pt>
                <c:pt idx="3">
                  <c:v>1430.1214974713203</c:v>
                </c:pt>
                <c:pt idx="4">
                  <c:v>1430.0809628208622</c:v>
                </c:pt>
                <c:pt idx="5">
                  <c:v>-8470.068112359939</c:v>
                </c:pt>
                <c:pt idx="6">
                  <c:v>2261.7865481642248</c:v>
                </c:pt>
                <c:pt idx="7">
                  <c:v>-4506.3229362135335</c:v>
                </c:pt>
                <c:pt idx="8">
                  <c:v>886.1726533282135</c:v>
                </c:pt>
                <c:pt idx="9">
                  <c:v>-3295.1428808860246</c:v>
                </c:pt>
                <c:pt idx="10">
                  <c:v>-7627.894087038844</c:v>
                </c:pt>
                <c:pt idx="11">
                  <c:v>-2673.4508878085708</c:v>
                </c:pt>
                <c:pt idx="12">
                  <c:v>5066.552205035731</c:v>
                </c:pt>
                <c:pt idx="13">
                  <c:v>-3966.4832184001407</c:v>
                </c:pt>
                <c:pt idx="14">
                  <c:v>2337.9705699564197</c:v>
                </c:pt>
                <c:pt idx="15">
                  <c:v>1763.581356570091</c:v>
                </c:pt>
                <c:pt idx="16">
                  <c:v>2425.188148321916</c:v>
                </c:pt>
                <c:pt idx="17">
                  <c:v>-11838.91808879723</c:v>
                </c:pt>
                <c:pt idx="18">
                  <c:v>-426.63849912144497</c:v>
                </c:pt>
                <c:pt idx="19">
                  <c:v>666.7918160389153</c:v>
                </c:pt>
                <c:pt idx="20">
                  <c:v>-434.99445237379314</c:v>
                </c:pt>
                <c:pt idx="21">
                  <c:v>15403.963845951108</c:v>
                </c:pt>
                <c:pt idx="22">
                  <c:v>-16365.159549160791</c:v>
                </c:pt>
                <c:pt idx="23">
                  <c:v>-3906.3858445896794</c:v>
                </c:pt>
                <c:pt idx="24">
                  <c:v>-9356.558457618185</c:v>
                </c:pt>
                <c:pt idx="25">
                  <c:v>-6550.704632716131</c:v>
                </c:pt>
                <c:pt idx="26">
                  <c:v>-14207.414059535142</c:v>
                </c:pt>
                <c:pt idx="27">
                  <c:v>933.248485094435</c:v>
                </c:pt>
                <c:pt idx="28">
                  <c:v>-213.04581909245007</c:v>
                </c:pt>
                <c:pt idx="29">
                  <c:v>-12306.471515786445</c:v>
                </c:pt>
                <c:pt idx="30">
                  <c:v>2078.145502736057</c:v>
                </c:pt>
                <c:pt idx="31">
                  <c:v>2696.689381278313</c:v>
                </c:pt>
                <c:pt idx="32">
                  <c:v>-7348.297466489825</c:v>
                </c:pt>
                <c:pt idx="33">
                  <c:v>2523.276729446731</c:v>
                </c:pt>
                <c:pt idx="34">
                  <c:v>1903.626937978659</c:v>
                </c:pt>
                <c:pt idx="35">
                  <c:v>7712.326115544037</c:v>
                </c:pt>
                <c:pt idx="36">
                  <c:v>-10756.041129509797</c:v>
                </c:pt>
                <c:pt idx="37">
                  <c:v>-1828.5682921871248</c:v>
                </c:pt>
                <c:pt idx="38">
                  <c:v>-3818.3274105328173</c:v>
                </c:pt>
                <c:pt idx="39">
                  <c:v>3764.749787719228</c:v>
                </c:pt>
                <c:pt idx="40">
                  <c:v>-7189.558487884872</c:v>
                </c:pt>
                <c:pt idx="41">
                  <c:v>9132.98271243802</c:v>
                </c:pt>
                <c:pt idx="42">
                  <c:v>-4567.332633247142</c:v>
                </c:pt>
                <c:pt idx="43">
                  <c:v>-21075.158393809284</c:v>
                </c:pt>
                <c:pt idx="44">
                  <c:v>-1402.8888958667767</c:v>
                </c:pt>
                <c:pt idx="45">
                  <c:v>-7105.613190617982</c:v>
                </c:pt>
                <c:pt idx="46">
                  <c:v>-3213.687078122916</c:v>
                </c:pt>
                <c:pt idx="47">
                  <c:v>-136.764503456149</c:v>
                </c:pt>
                <c:pt idx="48">
                  <c:v>-16346.104553185289</c:v>
                </c:pt>
                <c:pt idx="49">
                  <c:v>-14434.440914066585</c:v>
                </c:pt>
                <c:pt idx="50">
                  <c:v>16013.653360817383</c:v>
                </c:pt>
                <c:pt idx="51">
                  <c:v>-6867.610778889903</c:v>
                </c:pt>
                <c:pt idx="52">
                  <c:v>-14486.393581802757</c:v>
                </c:pt>
                <c:pt idx="53">
                  <c:v>-3140.006413157016</c:v>
                </c:pt>
                <c:pt idx="54">
                  <c:v>4823.437932026618</c:v>
                </c:pt>
                <c:pt idx="55">
                  <c:v>10049.14970723313</c:v>
                </c:pt>
                <c:pt idx="56">
                  <c:v>2312.161907091445</c:v>
                </c:pt>
                <c:pt idx="57">
                  <c:v>6981.8240717380795</c:v>
                </c:pt>
                <c:pt idx="58">
                  <c:v>14069.372774753854</c:v>
                </c:pt>
                <c:pt idx="59">
                  <c:v>3162.6505379497544</c:v>
                </c:pt>
                <c:pt idx="60">
                  <c:v>9965.236735924325</c:v>
                </c:pt>
                <c:pt idx="61">
                  <c:v>-6142.566502863655</c:v>
                </c:pt>
                <c:pt idx="62">
                  <c:v>17794.127047680475</c:v>
                </c:pt>
                <c:pt idx="63">
                  <c:v>11132.084819136831</c:v>
                </c:pt>
                <c:pt idx="64">
                  <c:v>-10679.59688172451</c:v>
                </c:pt>
                <c:pt idx="65">
                  <c:v>11.283772071081671</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2045.2244325578376</c:v>
                </c:pt>
                <c:pt idx="1">
                  <c:v>1761.212876581501</c:v>
                </c:pt>
                <c:pt idx="2">
                  <c:v>4896.79071608895</c:v>
                </c:pt>
                <c:pt idx="3">
                  <c:v>521.9681034690669</c:v>
                </c:pt>
                <c:pt idx="4">
                  <c:v>4110.484834408334</c:v>
                </c:pt>
                <c:pt idx="5">
                  <c:v>6421.128783701232</c:v>
                </c:pt>
                <c:pt idx="6">
                  <c:v>502.9711372006352</c:v>
                </c:pt>
                <c:pt idx="7">
                  <c:v>2972.2339652909545</c:v>
                </c:pt>
                <c:pt idx="8">
                  <c:v>391.892657614376</c:v>
                </c:pt>
                <c:pt idx="9">
                  <c:v>2088.0706560372137</c:v>
                </c:pt>
                <c:pt idx="10">
                  <c:v>79.44457136540994</c:v>
                </c:pt>
                <c:pt idx="11">
                  <c:v>168.4607287728383</c:v>
                </c:pt>
                <c:pt idx="12">
                  <c:v>2407.034008321999</c:v>
                </c:pt>
                <c:pt idx="13">
                  <c:v>5217.510535213416</c:v>
                </c:pt>
                <c:pt idx="14">
                  <c:v>1882.00906349548</c:v>
                </c:pt>
                <c:pt idx="15">
                  <c:v>238.8312912905415</c:v>
                </c:pt>
                <c:pt idx="16">
                  <c:v>3215.7772699409616</c:v>
                </c:pt>
                <c:pt idx="17">
                  <c:v>5005.358500046572</c:v>
                </c:pt>
                <c:pt idx="18">
                  <c:v>7661.871072200824</c:v>
                </c:pt>
                <c:pt idx="19">
                  <c:v>6668.506151757315</c:v>
                </c:pt>
                <c:pt idx="20">
                  <c:v>5642.5869260158115</c:v>
                </c:pt>
                <c:pt idx="21">
                  <c:v>4823.259580169776</c:v>
                </c:pt>
                <c:pt idx="22">
                  <c:v>3319.2300917332022</c:v>
                </c:pt>
                <c:pt idx="23">
                  <c:v>333.89674759220685</c:v>
                </c:pt>
                <c:pt idx="24">
                  <c:v>1108.41735403146</c:v>
                </c:pt>
                <c:pt idx="25">
                  <c:v>3447.2034785064616</c:v>
                </c:pt>
                <c:pt idx="26">
                  <c:v>6911.407454196345</c:v>
                </c:pt>
                <c:pt idx="27">
                  <c:v>3108.3166091426788</c:v>
                </c:pt>
                <c:pt idx="28">
                  <c:v>2138.8046601460014</c:v>
                </c:pt>
                <c:pt idx="29">
                  <c:v>2841.549091828031</c:v>
                </c:pt>
                <c:pt idx="30">
                  <c:v>2896.894146113603</c:v>
                </c:pt>
                <c:pt idx="31">
                  <c:v>6442.477606567562</c:v>
                </c:pt>
                <c:pt idx="32">
                  <c:v>1865.2923009742628</c:v>
                </c:pt>
                <c:pt idx="33">
                  <c:v>2036.9875526437372</c:v>
                </c:pt>
                <c:pt idx="34">
                  <c:v>2440.192232423695</c:v>
                </c:pt>
                <c:pt idx="35">
                  <c:v>2343.475066870766</c:v>
                </c:pt>
                <c:pt idx="36">
                  <c:v>209.71280077025918</c:v>
                </c:pt>
                <c:pt idx="37">
                  <c:v>3051.2050418983135</c:v>
                </c:pt>
                <c:pt idx="38">
                  <c:v>394.55337427826066</c:v>
                </c:pt>
                <c:pt idx="39">
                  <c:v>2404.0580405402166</c:v>
                </c:pt>
                <c:pt idx="40">
                  <c:v>2570.381672260132</c:v>
                </c:pt>
                <c:pt idx="41">
                  <c:v>4884.962970470858</c:v>
                </c:pt>
                <c:pt idx="42">
                  <c:v>26.45499459932168</c:v>
                </c:pt>
                <c:pt idx="43">
                  <c:v>1171.080113959115</c:v>
                </c:pt>
                <c:pt idx="44">
                  <c:v>667.133107520434</c:v>
                </c:pt>
                <c:pt idx="45">
                  <c:v>42.87623515128932</c:v>
                </c:pt>
                <c:pt idx="46">
                  <c:v>7148.368577763531</c:v>
                </c:pt>
                <c:pt idx="47">
                  <c:v>6941.559448485854</c:v>
                </c:pt>
                <c:pt idx="48">
                  <c:v>2422.2220561030636</c:v>
                </c:pt>
                <c:pt idx="49">
                  <c:v>760.3813661603596</c:v>
                </c:pt>
                <c:pt idx="50">
                  <c:v>2962.2536659940006</c:v>
                </c:pt>
                <c:pt idx="51">
                  <c:v>2097.0249110383397</c:v>
                </c:pt>
                <c:pt idx="52">
                  <c:v>7792.176030405893</c:v>
                </c:pt>
                <c:pt idx="53">
                  <c:v>8377.022756609462</c:v>
                </c:pt>
                <c:pt idx="54">
                  <c:v>5759.688300929116</c:v>
                </c:pt>
                <c:pt idx="55">
                  <c:v>2494.1658201873124</c:v>
                </c:pt>
                <c:pt idx="56">
                  <c:v>12288.363704346946</c:v>
                </c:pt>
                <c:pt idx="57">
                  <c:v>5970.811363616151</c:v>
                </c:pt>
                <c:pt idx="58">
                  <c:v>8825.225489740187</c:v>
                </c:pt>
                <c:pt idx="59">
                  <c:v>11829.315470977925</c:v>
                </c:pt>
                <c:pt idx="60">
                  <c:v>5305.0338997450735</c:v>
                </c:pt>
                <c:pt idx="61">
                  <c:v>2817.7076952958214</c:v>
                </c:pt>
                <c:pt idx="62">
                  <c:v>3140.0019820034086</c:v>
                </c:pt>
                <c:pt idx="63">
                  <c:v>736.9093470995036</c:v>
                </c:pt>
                <c:pt idx="64">
                  <c:v>8515.333543480734</c:v>
                </c:pt>
                <c:pt idx="65">
                  <c:v>741.5535115525406</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12204.719480279306</c:v>
                </c:pt>
                <c:pt idx="1">
                  <c:v>12441.531793061238</c:v>
                </c:pt>
                <c:pt idx="2">
                  <c:v>19021.300181783106</c:v>
                </c:pt>
                <c:pt idx="3">
                  <c:v>11972.106653604356</c:v>
                </c:pt>
                <c:pt idx="4">
                  <c:v>9566.374891387768</c:v>
                </c:pt>
                <c:pt idx="5">
                  <c:v>40012.81791698049</c:v>
                </c:pt>
                <c:pt idx="6">
                  <c:v>16545.813130906878</c:v>
                </c:pt>
                <c:pt idx="7">
                  <c:v>25332.706208977885</c:v>
                </c:pt>
                <c:pt idx="8">
                  <c:v>23384.44009504329</c:v>
                </c:pt>
                <c:pt idx="9">
                  <c:v>10234.773697010209</c:v>
                </c:pt>
                <c:pt idx="10">
                  <c:v>6783.714498940244</c:v>
                </c:pt>
                <c:pt idx="11">
                  <c:v>14110.975667088489</c:v>
                </c:pt>
                <c:pt idx="12">
                  <c:v>20376.363171132747</c:v>
                </c:pt>
                <c:pt idx="13">
                  <c:v>34045.469777237195</c:v>
                </c:pt>
                <c:pt idx="14">
                  <c:v>21350.18521681454</c:v>
                </c:pt>
                <c:pt idx="15">
                  <c:v>9883.041373940845</c:v>
                </c:pt>
                <c:pt idx="16">
                  <c:v>5889.457786808643</c:v>
                </c:pt>
                <c:pt idx="17">
                  <c:v>3647.698104598785</c:v>
                </c:pt>
                <c:pt idx="18">
                  <c:v>3871.778983945371</c:v>
                </c:pt>
                <c:pt idx="19">
                  <c:v>20091.796796887673</c:v>
                </c:pt>
                <c:pt idx="20">
                  <c:v>8255.497734423352</c:v>
                </c:pt>
                <c:pt idx="21">
                  <c:v>18023.243219229644</c:v>
                </c:pt>
                <c:pt idx="22">
                  <c:v>60050.6495968059</c:v>
                </c:pt>
                <c:pt idx="23">
                  <c:v>52143.12796770244</c:v>
                </c:pt>
                <c:pt idx="24">
                  <c:v>27601.755121080943</c:v>
                </c:pt>
                <c:pt idx="25">
                  <c:v>30199.146818756028</c:v>
                </c:pt>
                <c:pt idx="26">
                  <c:v>19302.599678614082</c:v>
                </c:pt>
                <c:pt idx="27">
                  <c:v>20921.818983858193</c:v>
                </c:pt>
                <c:pt idx="28">
                  <c:v>18616.271055130666</c:v>
                </c:pt>
                <c:pt idx="29">
                  <c:v>18601.41331215354</c:v>
                </c:pt>
                <c:pt idx="30">
                  <c:v>22435.653023453182</c:v>
                </c:pt>
                <c:pt idx="31">
                  <c:v>51839.77858662804</c:v>
                </c:pt>
                <c:pt idx="32">
                  <c:v>31099.719402094226</c:v>
                </c:pt>
                <c:pt idx="33">
                  <c:v>35162.0590619843</c:v>
                </c:pt>
                <c:pt idx="34">
                  <c:v>11913.466023749603</c:v>
                </c:pt>
                <c:pt idx="35">
                  <c:v>7243.386467208751</c:v>
                </c:pt>
                <c:pt idx="36">
                  <c:v>8420.649526602308</c:v>
                </c:pt>
                <c:pt idx="37">
                  <c:v>3931.8001395041742</c:v>
                </c:pt>
                <c:pt idx="38">
                  <c:v>1800.8721069671724</c:v>
                </c:pt>
                <c:pt idx="39">
                  <c:v>19010.040684622647</c:v>
                </c:pt>
                <c:pt idx="40">
                  <c:v>38331.78620633746</c:v>
                </c:pt>
                <c:pt idx="41">
                  <c:v>27926.536746339498</c:v>
                </c:pt>
                <c:pt idx="42">
                  <c:v>22097.52683643312</c:v>
                </c:pt>
                <c:pt idx="43">
                  <c:v>16372.458261200576</c:v>
                </c:pt>
                <c:pt idx="44">
                  <c:v>32445.773475203696</c:v>
                </c:pt>
                <c:pt idx="45">
                  <c:v>20972.00530521217</c:v>
                </c:pt>
                <c:pt idx="46">
                  <c:v>8191.020301987408</c:v>
                </c:pt>
                <c:pt idx="47">
                  <c:v>4691.473406934084</c:v>
                </c:pt>
                <c:pt idx="48">
                  <c:v>3522.395652860583</c:v>
                </c:pt>
                <c:pt idx="49">
                  <c:v>15977.02518339598</c:v>
                </c:pt>
                <c:pt idx="50">
                  <c:v>13695.151904835857</c:v>
                </c:pt>
                <c:pt idx="51">
                  <c:v>8006.950692576758</c:v>
                </c:pt>
                <c:pt idx="52">
                  <c:v>3723.779160323782</c:v>
                </c:pt>
                <c:pt idx="53">
                  <c:v>3597.07187522259</c:v>
                </c:pt>
                <c:pt idx="54">
                  <c:v>10399.978661327566</c:v>
                </c:pt>
                <c:pt idx="55">
                  <c:v>14250.682482077387</c:v>
                </c:pt>
                <c:pt idx="56">
                  <c:v>10847.18776876726</c:v>
                </c:pt>
                <c:pt idx="57">
                  <c:v>19831.775845234733</c:v>
                </c:pt>
                <c:pt idx="58">
                  <c:v>27211.151286696517</c:v>
                </c:pt>
                <c:pt idx="59">
                  <c:v>29069.258548415222</c:v>
                </c:pt>
                <c:pt idx="60">
                  <c:v>25085.397061347976</c:v>
                </c:pt>
                <c:pt idx="61">
                  <c:v>11279.400588988872</c:v>
                </c:pt>
                <c:pt idx="62">
                  <c:v>21371.224238996983</c:v>
                </c:pt>
                <c:pt idx="63">
                  <c:v>12417.121335944768</c:v>
                </c:pt>
                <c:pt idx="64">
                  <c:v>8672.398797498616</c:v>
                </c:pt>
                <c:pt idx="65">
                  <c:v>4560.234279676454</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643.495456083519</c:v>
                </c:pt>
                <c:pt idx="1">
                  <c:v>3218.2509622121174</c:v>
                </c:pt>
                <c:pt idx="2">
                  <c:v>935.8689429136921</c:v>
                </c:pt>
                <c:pt idx="3">
                  <c:v>518.9005200047026</c:v>
                </c:pt>
                <c:pt idx="4">
                  <c:v>356.6012230993716</c:v>
                </c:pt>
                <c:pt idx="5">
                  <c:v>458.28123303510046</c:v>
                </c:pt>
                <c:pt idx="6">
                  <c:v>1506.8741417364886</c:v>
                </c:pt>
                <c:pt idx="7">
                  <c:v>1952.2243160760709</c:v>
                </c:pt>
                <c:pt idx="8">
                  <c:v>375.0355324486104</c:v>
                </c:pt>
                <c:pt idx="9">
                  <c:v>43.46197062195956</c:v>
                </c:pt>
                <c:pt idx="10">
                  <c:v>5196.046251670121</c:v>
                </c:pt>
                <c:pt idx="11">
                  <c:v>4249.322183085496</c:v>
                </c:pt>
                <c:pt idx="12">
                  <c:v>5593.918558078115</c:v>
                </c:pt>
                <c:pt idx="13">
                  <c:v>6327.340956208702</c:v>
                </c:pt>
                <c:pt idx="14">
                  <c:v>3544.2431674967593</c:v>
                </c:pt>
                <c:pt idx="15">
                  <c:v>5202.309180667972</c:v>
                </c:pt>
                <c:pt idx="16">
                  <c:v>365.1438409020745</c:v>
                </c:pt>
                <c:pt idx="17">
                  <c:v>607.8596002406543</c:v>
                </c:pt>
                <c:pt idx="18">
                  <c:v>3783.8679489978595</c:v>
                </c:pt>
                <c:pt idx="19">
                  <c:v>2656.773915660973</c:v>
                </c:pt>
                <c:pt idx="20">
                  <c:v>6891.84338699446</c:v>
                </c:pt>
                <c:pt idx="21">
                  <c:v>2752.8309472484234</c:v>
                </c:pt>
                <c:pt idx="22">
                  <c:v>6451.299406842127</c:v>
                </c:pt>
                <c:pt idx="23">
                  <c:v>2591.8181749616865</c:v>
                </c:pt>
                <c:pt idx="24">
                  <c:v>2711.6861779313035</c:v>
                </c:pt>
                <c:pt idx="25">
                  <c:v>106.65234759000548</c:v>
                </c:pt>
                <c:pt idx="26">
                  <c:v>3133.272566267713</c:v>
                </c:pt>
                <c:pt idx="27">
                  <c:v>1413.5904743427338</c:v>
                </c:pt>
                <c:pt idx="28">
                  <c:v>6197.306495271447</c:v>
                </c:pt>
                <c:pt idx="29">
                  <c:v>2289.689630980215</c:v>
                </c:pt>
                <c:pt idx="30">
                  <c:v>6970.194337267623</c:v>
                </c:pt>
                <c:pt idx="31">
                  <c:v>2164.6983817637806</c:v>
                </c:pt>
                <c:pt idx="32">
                  <c:v>2057.781841808362</c:v>
                </c:pt>
                <c:pt idx="33">
                  <c:v>9762.119836126267</c:v>
                </c:pt>
                <c:pt idx="34">
                  <c:v>2353.8214633800267</c:v>
                </c:pt>
                <c:pt idx="35">
                  <c:v>3782.5089557938527</c:v>
                </c:pt>
                <c:pt idx="36">
                  <c:v>7723.0969506717365</c:v>
                </c:pt>
                <c:pt idx="37">
                  <c:v>3808.9402793744157</c:v>
                </c:pt>
                <c:pt idx="38">
                  <c:v>5829.789693617209</c:v>
                </c:pt>
                <c:pt idx="39">
                  <c:v>6075.373929930431</c:v>
                </c:pt>
                <c:pt idx="40">
                  <c:v>3836.8982699905673</c:v>
                </c:pt>
                <c:pt idx="41">
                  <c:v>1773.8209151524359</c:v>
                </c:pt>
                <c:pt idx="42">
                  <c:v>7254.664488541178</c:v>
                </c:pt>
                <c:pt idx="43">
                  <c:v>3502.120153605317</c:v>
                </c:pt>
                <c:pt idx="44">
                  <c:v>8661.39760603851</c:v>
                </c:pt>
                <c:pt idx="45">
                  <c:v>4096.282690740533</c:v>
                </c:pt>
                <c:pt idx="46">
                  <c:v>2005.193899258759</c:v>
                </c:pt>
                <c:pt idx="47">
                  <c:v>1732.2748283161982</c:v>
                </c:pt>
                <c:pt idx="48">
                  <c:v>4755.426743055801</c:v>
                </c:pt>
                <c:pt idx="49">
                  <c:v>3190.8139781330283</c:v>
                </c:pt>
                <c:pt idx="50">
                  <c:v>447.66829967368835</c:v>
                </c:pt>
                <c:pt idx="51">
                  <c:v>3814.675045815835</c:v>
                </c:pt>
                <c:pt idx="52">
                  <c:v>5169.162510831073</c:v>
                </c:pt>
                <c:pt idx="53">
                  <c:v>3507.837729376951</c:v>
                </c:pt>
                <c:pt idx="54">
                  <c:v>6278.201143658461</c:v>
                </c:pt>
                <c:pt idx="55">
                  <c:v>4382.4204563135245</c:v>
                </c:pt>
                <c:pt idx="56">
                  <c:v>5934.991379766551</c:v>
                </c:pt>
                <c:pt idx="57">
                  <c:v>293.2175940687937</c:v>
                </c:pt>
                <c:pt idx="58">
                  <c:v>1014.3969018501235</c:v>
                </c:pt>
                <c:pt idx="59">
                  <c:v>4591.3512284095095</c:v>
                </c:pt>
                <c:pt idx="60">
                  <c:v>5169.821135581061</c:v>
                </c:pt>
                <c:pt idx="61">
                  <c:v>1668.0709479016307</c:v>
                </c:pt>
                <c:pt idx="62">
                  <c:v>6176.27096479977</c:v>
                </c:pt>
                <c:pt idx="63">
                  <c:v>2772.7728550124607</c:v>
                </c:pt>
                <c:pt idx="64">
                  <c:v>28.229085450794315</c:v>
                </c:pt>
                <c:pt idx="65">
                  <c:v>1564.8057745308402</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242.03796648684065</c:v>
                </c:pt>
                <c:pt idx="1">
                  <c:v>1587.7600174527608</c:v>
                </c:pt>
                <c:pt idx="2">
                  <c:v>3194.8126358475424</c:v>
                </c:pt>
                <c:pt idx="3">
                  <c:v>327.316275242699</c:v>
                </c:pt>
                <c:pt idx="4">
                  <c:v>2811.8225076359113</c:v>
                </c:pt>
                <c:pt idx="5">
                  <c:v>2904.891158174136</c:v>
                </c:pt>
                <c:pt idx="6">
                  <c:v>2078.624511216931</c:v>
                </c:pt>
                <c:pt idx="7">
                  <c:v>1083.1479201056836</c:v>
                </c:pt>
                <c:pt idx="8">
                  <c:v>2075.369707514698</c:v>
                </c:pt>
                <c:pt idx="9">
                  <c:v>30.52912980283825</c:v>
                </c:pt>
                <c:pt idx="10">
                  <c:v>2090.176223146767</c:v>
                </c:pt>
                <c:pt idx="11">
                  <c:v>1610.002953068645</c:v>
                </c:pt>
                <c:pt idx="12">
                  <c:v>2038.8557766137574</c:v>
                </c:pt>
                <c:pt idx="13">
                  <c:v>1465.7335091868572</c:v>
                </c:pt>
                <c:pt idx="14">
                  <c:v>2028.8911790503928</c:v>
                </c:pt>
                <c:pt idx="15">
                  <c:v>1551.7143194262576</c:v>
                </c:pt>
                <c:pt idx="16">
                  <c:v>107.226449819261</c:v>
                </c:pt>
                <c:pt idx="17">
                  <c:v>1471.0230402235961</c:v>
                </c:pt>
                <c:pt idx="18">
                  <c:v>1159.9992170254684</c:v>
                </c:pt>
                <c:pt idx="19">
                  <c:v>135.6763611753038</c:v>
                </c:pt>
                <c:pt idx="20">
                  <c:v>372.3086233006545</c:v>
                </c:pt>
                <c:pt idx="21">
                  <c:v>2299.159823811494</c:v>
                </c:pt>
                <c:pt idx="22">
                  <c:v>3410.900171624083</c:v>
                </c:pt>
                <c:pt idx="23">
                  <c:v>428.137734901493</c:v>
                </c:pt>
                <c:pt idx="24">
                  <c:v>2595.455044292994</c:v>
                </c:pt>
                <c:pt idx="25">
                  <c:v>4076.9610279666276</c:v>
                </c:pt>
                <c:pt idx="26">
                  <c:v>3737.5598413025346</c:v>
                </c:pt>
                <c:pt idx="27">
                  <c:v>134.35208085571915</c:v>
                </c:pt>
                <c:pt idx="28">
                  <c:v>2593.157575838599</c:v>
                </c:pt>
                <c:pt idx="29">
                  <c:v>53.362584088494096</c:v>
                </c:pt>
                <c:pt idx="30">
                  <c:v>142.8248339337773</c:v>
                </c:pt>
                <c:pt idx="31">
                  <c:v>112.57798283828258</c:v>
                </c:pt>
                <c:pt idx="32">
                  <c:v>2694.305762434987</c:v>
                </c:pt>
                <c:pt idx="33">
                  <c:v>1632.737783230534</c:v>
                </c:pt>
                <c:pt idx="34">
                  <c:v>262.4964067903254</c:v>
                </c:pt>
                <c:pt idx="35">
                  <c:v>321.665888246125</c:v>
                </c:pt>
                <c:pt idx="36">
                  <c:v>3836.230599765414</c:v>
                </c:pt>
                <c:pt idx="37">
                  <c:v>1962.4475761831222</c:v>
                </c:pt>
                <c:pt idx="38">
                  <c:v>302.0102205393411</c:v>
                </c:pt>
                <c:pt idx="39">
                  <c:v>8.000773304442451e-06</c:v>
                </c:pt>
                <c:pt idx="40">
                  <c:v>288.24679185423145</c:v>
                </c:pt>
                <c:pt idx="41">
                  <c:v>2385.570203050564</c:v>
                </c:pt>
                <c:pt idx="42">
                  <c:v>2133.437689165651</c:v>
                </c:pt>
                <c:pt idx="43">
                  <c:v>182.06250638063807</c:v>
                </c:pt>
                <c:pt idx="44">
                  <c:v>2529.3430802892062</c:v>
                </c:pt>
                <c:pt idx="45">
                  <c:v>3410.894929679915</c:v>
                </c:pt>
                <c:pt idx="46">
                  <c:v>289.51471503215805</c:v>
                </c:pt>
                <c:pt idx="47">
                  <c:v>52.91695197352158</c:v>
                </c:pt>
                <c:pt idx="48">
                  <c:v>512.0416711280131</c:v>
                </c:pt>
                <c:pt idx="49">
                  <c:v>2984.5589686720264</c:v>
                </c:pt>
                <c:pt idx="50">
                  <c:v>4365.874899998703</c:v>
                </c:pt>
                <c:pt idx="51">
                  <c:v>3334.9054069524964</c:v>
                </c:pt>
                <c:pt idx="52">
                  <c:v>103.5361063941813</c:v>
                </c:pt>
                <c:pt idx="53">
                  <c:v>8.585666216150211e-10</c:v>
                </c:pt>
                <c:pt idx="54">
                  <c:v>167.29816399471176</c:v>
                </c:pt>
                <c:pt idx="55">
                  <c:v>953.5644584317791</c:v>
                </c:pt>
                <c:pt idx="56">
                  <c:v>5128.967943111685</c:v>
                </c:pt>
                <c:pt idx="57">
                  <c:v>357.6345258670369</c:v>
                </c:pt>
                <c:pt idx="58">
                  <c:v>2235.437847971457</c:v>
                </c:pt>
                <c:pt idx="59">
                  <c:v>5524.565407544766</c:v>
                </c:pt>
                <c:pt idx="60">
                  <c:v>1834.6164872778738</c:v>
                </c:pt>
                <c:pt idx="61">
                  <c:v>289.8982755377409</c:v>
                </c:pt>
                <c:pt idx="62">
                  <c:v>128.20209423661603</c:v>
                </c:pt>
                <c:pt idx="63">
                  <c:v>1551.0968117629138</c:v>
                </c:pt>
                <c:pt idx="64">
                  <c:v>162.2781819653258</c:v>
                </c:pt>
                <c:pt idx="65">
                  <c:v>2534.0127690717036</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-2171.925359547433</c:v>
                </c:pt>
                <c:pt idx="1">
                  <c:v>-67.6024650775769</c:v>
                </c:pt>
                <c:pt idx="2">
                  <c:v>-63.98606894787875</c:v>
                </c:pt>
                <c:pt idx="3">
                  <c:v>-449.52086869504177</c:v>
                </c:pt>
                <c:pt idx="4">
                  <c:v>-1615.2996359801837</c:v>
                </c:pt>
                <c:pt idx="5">
                  <c:v>-65.37447814004297</c:v>
                </c:pt>
                <c:pt idx="6">
                  <c:v>-1816.8490535965047</c:v>
                </c:pt>
                <c:pt idx="7">
                  <c:v>-2142.5022205721716</c:v>
                </c:pt>
                <c:pt idx="8">
                  <c:v>-511.724338673234</c:v>
                </c:pt>
                <c:pt idx="9">
                  <c:v>-559.3134528307892</c:v>
                </c:pt>
                <c:pt idx="10">
                  <c:v>-29.322118739831406</c:v>
                </c:pt>
                <c:pt idx="11">
                  <c:v>-479.1794611446304</c:v>
                </c:pt>
                <c:pt idx="12">
                  <c:v>-995.2591344211431</c:v>
                </c:pt>
                <c:pt idx="13">
                  <c:v>-2820.3106546114695</c:v>
                </c:pt>
                <c:pt idx="14">
                  <c:v>-1196.2650598612972</c:v>
                </c:pt>
                <c:pt idx="15">
                  <c:v>-384.35291250113875</c:v>
                </c:pt>
                <c:pt idx="16">
                  <c:v>-1600.480710754558</c:v>
                </c:pt>
                <c:pt idx="17">
                  <c:v>-971.1002208545306</c:v>
                </c:pt>
                <c:pt idx="18">
                  <c:v>-956.6770957359013</c:v>
                </c:pt>
                <c:pt idx="19">
                  <c:v>-3128.324453246937</c:v>
                </c:pt>
                <c:pt idx="20">
                  <c:v>-1155.7358108129947</c:v>
                </c:pt>
                <c:pt idx="21">
                  <c:v>-1178.340644542206</c:v>
                </c:pt>
                <c:pt idx="22">
                  <c:v>-750.8056196432871</c:v>
                </c:pt>
                <c:pt idx="23">
                  <c:v>-622.6028618967135</c:v>
                </c:pt>
                <c:pt idx="24">
                  <c:v>-881.0662918265695</c:v>
                </c:pt>
                <c:pt idx="25">
                  <c:v>-65.10846008170931</c:v>
                </c:pt>
                <c:pt idx="26">
                  <c:v>-3446.4963079437603</c:v>
                </c:pt>
                <c:pt idx="27">
                  <c:v>-183.19384145910618</c:v>
                </c:pt>
                <c:pt idx="28">
                  <c:v>-157.23039176755915</c:v>
                </c:pt>
                <c:pt idx="29">
                  <c:v>-0.08012978707728709</c:v>
                </c:pt>
                <c:pt idx="30">
                  <c:v>-73.83680026803287</c:v>
                </c:pt>
                <c:pt idx="31">
                  <c:v>-2598.8815490609036</c:v>
                </c:pt>
                <c:pt idx="32">
                  <c:v>-410.8860511084187</c:v>
                </c:pt>
                <c:pt idx="33">
                  <c:v>-2483.4270908234234</c:v>
                </c:pt>
                <c:pt idx="34">
                  <c:v>-1235.4804077427264</c:v>
                </c:pt>
                <c:pt idx="35">
                  <c:v>-1312.2025850215289</c:v>
                </c:pt>
                <c:pt idx="36">
                  <c:v>-44.8252626861248</c:v>
                </c:pt>
                <c:pt idx="37">
                  <c:v>-11.329679586408698</c:v>
                </c:pt>
                <c:pt idx="38">
                  <c:v>-53.51916562239188</c:v>
                </c:pt>
                <c:pt idx="39">
                  <c:v>-121.44922878948063</c:v>
                </c:pt>
                <c:pt idx="40">
                  <c:v>-1495.3092448248592</c:v>
                </c:pt>
                <c:pt idx="41">
                  <c:v>-612.5297231099667</c:v>
                </c:pt>
                <c:pt idx="42">
                  <c:v>-2447.0119223447277</c:v>
                </c:pt>
                <c:pt idx="43">
                  <c:v>-1623.6654668682577</c:v>
                </c:pt>
                <c:pt idx="44">
                  <c:v>-3201.916134732137</c:v>
                </c:pt>
                <c:pt idx="45">
                  <c:v>-916.7890945856572</c:v>
                </c:pt>
                <c:pt idx="46">
                  <c:v>-1825.5809926386592</c:v>
                </c:pt>
                <c:pt idx="47">
                  <c:v>-1081.7523065823334</c:v>
                </c:pt>
                <c:pt idx="48">
                  <c:v>-433.7027771475889</c:v>
                </c:pt>
                <c:pt idx="49">
                  <c:v>-1071.9751772843708</c:v>
                </c:pt>
                <c:pt idx="50">
                  <c:v>-3106.66000553894</c:v>
                </c:pt>
                <c:pt idx="51">
                  <c:v>-194.53848253687522</c:v>
                </c:pt>
                <c:pt idx="52">
                  <c:v>-1592.6668214663855</c:v>
                </c:pt>
                <c:pt idx="53">
                  <c:v>-130.7289679227214</c:v>
                </c:pt>
                <c:pt idx="54">
                  <c:v>-3015.9439237202632</c:v>
                </c:pt>
                <c:pt idx="55">
                  <c:v>-1184.9562931663704</c:v>
                </c:pt>
                <c:pt idx="56">
                  <c:v>-2479.439376598113</c:v>
                </c:pt>
                <c:pt idx="57">
                  <c:v>-901.1963838037066</c:v>
                </c:pt>
                <c:pt idx="58">
                  <c:v>-1180.9963932323128</c:v>
                </c:pt>
                <c:pt idx="59">
                  <c:v>-1154.5143826326887</c:v>
                </c:pt>
                <c:pt idx="60">
                  <c:v>-3201.2124671923375</c:v>
                </c:pt>
                <c:pt idx="61">
                  <c:v>-1929.005134901076</c:v>
                </c:pt>
                <c:pt idx="62">
                  <c:v>-3286.1776103710786</c:v>
                </c:pt>
                <c:pt idx="63">
                  <c:v>-2336.8889145540643</c:v>
                </c:pt>
                <c:pt idx="64">
                  <c:v>-1057.7494809685631</c:v>
                </c:pt>
                <c:pt idx="65">
                  <c:v>-1747.0955212606111</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199.96091074461032</c:v>
                </c:pt>
                <c:pt idx="1">
                  <c:v>173.33437024347526</c:v>
                </c:pt>
                <c:pt idx="2">
                  <c:v>452.93439041310796</c:v>
                </c:pt>
                <c:pt idx="3">
                  <c:v>1223.0577269697922</c:v>
                </c:pt>
                <c:pt idx="4">
                  <c:v>1522.1936437052877</c:v>
                </c:pt>
                <c:pt idx="5">
                  <c:v>2408.3704506006516</c:v>
                </c:pt>
                <c:pt idx="6">
                  <c:v>1291.1313182053918</c:v>
                </c:pt>
                <c:pt idx="7">
                  <c:v>3289.4087639553823</c:v>
                </c:pt>
                <c:pt idx="8">
                  <c:v>747.3014802966779</c:v>
                </c:pt>
                <c:pt idx="9">
                  <c:v>2013.4973869099222</c:v>
                </c:pt>
                <c:pt idx="10">
                  <c:v>1320.3766335659705</c:v>
                </c:pt>
                <c:pt idx="11">
                  <c:v>2260.5352170501856</c:v>
                </c:pt>
                <c:pt idx="12">
                  <c:v>1347.022086288904</c:v>
                </c:pt>
                <c:pt idx="13">
                  <c:v>234.6800358383323</c:v>
                </c:pt>
                <c:pt idx="14">
                  <c:v>1484.3376111933567</c:v>
                </c:pt>
                <c:pt idx="15">
                  <c:v>1634.7597991210673</c:v>
                </c:pt>
                <c:pt idx="16">
                  <c:v>2008.6016280656474</c:v>
                </c:pt>
                <c:pt idx="17">
                  <c:v>1206.7512032777927</c:v>
                </c:pt>
                <c:pt idx="18">
                  <c:v>406.2670154348434</c:v>
                </c:pt>
                <c:pt idx="19">
                  <c:v>488.5272981518817</c:v>
                </c:pt>
                <c:pt idx="20">
                  <c:v>210.701865291513</c:v>
                </c:pt>
                <c:pt idx="21">
                  <c:v>67.12656038002055</c:v>
                </c:pt>
                <c:pt idx="22">
                  <c:v>3326.7352303165776</c:v>
                </c:pt>
                <c:pt idx="23">
                  <c:v>1945.6241135080886</c:v>
                </c:pt>
                <c:pt idx="24">
                  <c:v>1752.7329508487462</c:v>
                </c:pt>
                <c:pt idx="25">
                  <c:v>1286.4091060343185</c:v>
                </c:pt>
                <c:pt idx="26">
                  <c:v>2543.2719112086284</c:v>
                </c:pt>
                <c:pt idx="27">
                  <c:v>1318.5587570931489</c:v>
                </c:pt>
                <c:pt idx="28">
                  <c:v>676.4423637049019</c:v>
                </c:pt>
                <c:pt idx="29">
                  <c:v>71.36376077273147</c:v>
                </c:pt>
                <c:pt idx="30">
                  <c:v>118.21022036667655</c:v>
                </c:pt>
                <c:pt idx="31">
                  <c:v>378.14764370899854</c:v>
                </c:pt>
                <c:pt idx="32">
                  <c:v>2545.8912741647227</c:v>
                </c:pt>
                <c:pt idx="33">
                  <c:v>1866.3206550430327</c:v>
                </c:pt>
                <c:pt idx="34">
                  <c:v>239.79032066741615</c:v>
                </c:pt>
                <c:pt idx="35">
                  <c:v>270.9078763266476</c:v>
                </c:pt>
                <c:pt idx="36">
                  <c:v>1439.9170404518036</c:v>
                </c:pt>
                <c:pt idx="37">
                  <c:v>352.77396851035013</c:v>
                </c:pt>
                <c:pt idx="38">
                  <c:v>596.162540681506</c:v>
                </c:pt>
                <c:pt idx="39">
                  <c:v>1293.3712358871885</c:v>
                </c:pt>
                <c:pt idx="40">
                  <c:v>1932.2854464779157</c:v>
                </c:pt>
                <c:pt idx="41">
                  <c:v>729.2639386000214</c:v>
                </c:pt>
                <c:pt idx="42">
                  <c:v>235.37569305715462</c:v>
                </c:pt>
                <c:pt idx="43">
                  <c:v>2382.4884582836303</c:v>
                </c:pt>
                <c:pt idx="44">
                  <c:v>2725.771211946793</c:v>
                </c:pt>
                <c:pt idx="45">
                  <c:v>2190.06351242684</c:v>
                </c:pt>
                <c:pt idx="46">
                  <c:v>271.9642292391262</c:v>
                </c:pt>
                <c:pt idx="47">
                  <c:v>590.8898446626914</c:v>
                </c:pt>
                <c:pt idx="48">
                  <c:v>2630.6465019090856</c:v>
                </c:pt>
                <c:pt idx="49">
                  <c:v>4129.458287446364</c:v>
                </c:pt>
                <c:pt idx="50">
                  <c:v>3702.415966532514</c:v>
                </c:pt>
                <c:pt idx="51">
                  <c:v>3059.455404495475</c:v>
                </c:pt>
                <c:pt idx="52">
                  <c:v>1285.03183682774</c:v>
                </c:pt>
                <c:pt idx="53">
                  <c:v>1376.5414015125457</c:v>
                </c:pt>
                <c:pt idx="54">
                  <c:v>768.1203484872325</c:v>
                </c:pt>
                <c:pt idx="55">
                  <c:v>243.47396380484736</c:v>
                </c:pt>
                <c:pt idx="56">
                  <c:v>707.8211810850511</c:v>
                </c:pt>
                <c:pt idx="57">
                  <c:v>368.376050236121</c:v>
                </c:pt>
                <c:pt idx="58">
                  <c:v>2444.13717354318</c:v>
                </c:pt>
                <c:pt idx="59">
                  <c:v>1407.7436969413038</c:v>
                </c:pt>
                <c:pt idx="60">
                  <c:v>3021.092130250274</c:v>
                </c:pt>
                <c:pt idx="61">
                  <c:v>589.6636855614196</c:v>
                </c:pt>
                <c:pt idx="62">
                  <c:v>3848.422829310812</c:v>
                </c:pt>
                <c:pt idx="63">
                  <c:v>560.8069110392006</c:v>
                </c:pt>
                <c:pt idx="64">
                  <c:v>606.6051422493713</c:v>
                </c:pt>
                <c:pt idx="65">
                  <c:v>1736.2794844097903</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779.7081753710123</c:v>
                </c:pt>
                <c:pt idx="1">
                  <c:v>811.7415289189921</c:v>
                </c:pt>
                <c:pt idx="2">
                  <c:v>104.7868945066873</c:v>
                </c:pt>
                <c:pt idx="3">
                  <c:v>65.32357051116294</c:v>
                </c:pt>
                <c:pt idx="4">
                  <c:v>67.87235454598431</c:v>
                </c:pt>
                <c:pt idx="5">
                  <c:v>63.6695374626066</c:v>
                </c:pt>
                <c:pt idx="6">
                  <c:v>58.15518422215131</c:v>
                </c:pt>
                <c:pt idx="7">
                  <c:v>77.34871365865405</c:v>
                </c:pt>
                <c:pt idx="8">
                  <c:v>214.748534996737</c:v>
                </c:pt>
                <c:pt idx="9">
                  <c:v>396.36631938574806</c:v>
                </c:pt>
                <c:pt idx="10">
                  <c:v>197.53277565014338</c:v>
                </c:pt>
                <c:pt idx="11">
                  <c:v>245.54624111720085</c:v>
                </c:pt>
                <c:pt idx="12">
                  <c:v>66.98523041010515</c:v>
                </c:pt>
                <c:pt idx="13">
                  <c:v>704.2588231576887</c:v>
                </c:pt>
                <c:pt idx="14">
                  <c:v>364.8207485704117</c:v>
                </c:pt>
                <c:pt idx="15">
                  <c:v>683.8167147260117</c:v>
                </c:pt>
                <c:pt idx="16">
                  <c:v>602.761428166943</c:v>
                </c:pt>
                <c:pt idx="17">
                  <c:v>61.43984294472189</c:v>
                </c:pt>
                <c:pt idx="18">
                  <c:v>53.06377939906233</c:v>
                </c:pt>
                <c:pt idx="19">
                  <c:v>263.85228017686796</c:v>
                </c:pt>
                <c:pt idx="20">
                  <c:v>316.84511251529784</c:v>
                </c:pt>
                <c:pt idx="21">
                  <c:v>783.5705019995461</c:v>
                </c:pt>
                <c:pt idx="22">
                  <c:v>524.9885457764515</c:v>
                </c:pt>
                <c:pt idx="23">
                  <c:v>85.31368040119351</c:v>
                </c:pt>
                <c:pt idx="24">
                  <c:v>97.55710747241973</c:v>
                </c:pt>
                <c:pt idx="25">
                  <c:v>76.79871720295118</c:v>
                </c:pt>
                <c:pt idx="26">
                  <c:v>80.77248932689423</c:v>
                </c:pt>
                <c:pt idx="27">
                  <c:v>783.8679297667584</c:v>
                </c:pt>
                <c:pt idx="28">
                  <c:v>242.77213669378563</c:v>
                </c:pt>
                <c:pt idx="29">
                  <c:v>77.95666966309383</c:v>
                </c:pt>
                <c:pt idx="30">
                  <c:v>773.4605182255831</c:v>
                </c:pt>
                <c:pt idx="31">
                  <c:v>189.30073290584602</c:v>
                </c:pt>
                <c:pt idx="32">
                  <c:v>63.07897216912362</c:v>
                </c:pt>
                <c:pt idx="33">
                  <c:v>559.407058519544</c:v>
                </c:pt>
                <c:pt idx="34">
                  <c:v>992.3190437788558</c:v>
                </c:pt>
                <c:pt idx="35">
                  <c:v>71.04543842247674</c:v>
                </c:pt>
                <c:pt idx="36">
                  <c:v>1118.1385551970543</c:v>
                </c:pt>
                <c:pt idx="37">
                  <c:v>110.07007712523162</c:v>
                </c:pt>
                <c:pt idx="38">
                  <c:v>922.570745294707</c:v>
                </c:pt>
                <c:pt idx="39">
                  <c:v>956.889832323632</c:v>
                </c:pt>
                <c:pt idx="40">
                  <c:v>270.61605091772196</c:v>
                </c:pt>
                <c:pt idx="41">
                  <c:v>75.76272590072223</c:v>
                </c:pt>
                <c:pt idx="42">
                  <c:v>94.07990068493305</c:v>
                </c:pt>
                <c:pt idx="43">
                  <c:v>82.87036027643143</c:v>
                </c:pt>
                <c:pt idx="44">
                  <c:v>726.0595879668613</c:v>
                </c:pt>
                <c:pt idx="45">
                  <c:v>780.3290487766137</c:v>
                </c:pt>
                <c:pt idx="46">
                  <c:v>95.07113560787968</c:v>
                </c:pt>
                <c:pt idx="47">
                  <c:v>421.24094746252024</c:v>
                </c:pt>
                <c:pt idx="48">
                  <c:v>940.8694982906102</c:v>
                </c:pt>
                <c:pt idx="49">
                  <c:v>514.8485626605698</c:v>
                </c:pt>
                <c:pt idx="50">
                  <c:v>92.93761559842049</c:v>
                </c:pt>
                <c:pt idx="51">
                  <c:v>102.95653110331348</c:v>
                </c:pt>
                <c:pt idx="52">
                  <c:v>646.486641458168</c:v>
                </c:pt>
                <c:pt idx="53">
                  <c:v>1444.8038524293333</c:v>
                </c:pt>
                <c:pt idx="54">
                  <c:v>972.6148099002824</c:v>
                </c:pt>
                <c:pt idx="55">
                  <c:v>87.7047874616767</c:v>
                </c:pt>
                <c:pt idx="56">
                  <c:v>101.9503758101533</c:v>
                </c:pt>
                <c:pt idx="57">
                  <c:v>73.05427926464498</c:v>
                </c:pt>
                <c:pt idx="58">
                  <c:v>458.7863774869701</c:v>
                </c:pt>
                <c:pt idx="59">
                  <c:v>177.71886015713315</c:v>
                </c:pt>
                <c:pt idx="60">
                  <c:v>596.3125897641503</c:v>
                </c:pt>
                <c:pt idx="61">
                  <c:v>493.38163900607566</c:v>
                </c:pt>
                <c:pt idx="62">
                  <c:v>95.5377012997569</c:v>
                </c:pt>
                <c:pt idx="63">
                  <c:v>561.5607252938742</c:v>
                </c:pt>
                <c:pt idx="64">
                  <c:v>544.1478520265116</c:v>
                </c:pt>
                <c:pt idx="65">
                  <c:v>427.80920096862343</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54921.24770894728</c:v>
                </c:pt>
                <c:pt idx="1">
                  <c:v>30423.685720394067</c:v>
                </c:pt>
                <c:pt idx="2">
                  <c:v>10100.557253933406</c:v>
                </c:pt>
                <c:pt idx="3">
                  <c:v>9389.043017779057</c:v>
                </c:pt>
                <c:pt idx="4">
                  <c:v>8670.174649030141</c:v>
                </c:pt>
                <c:pt idx="5">
                  <c:v>40921.26694848369</c:v>
                </c:pt>
                <c:pt idx="6">
                  <c:v>56198.151587572625</c:v>
                </c:pt>
                <c:pt idx="7">
                  <c:v>111524.76276503343</c:v>
                </c:pt>
                <c:pt idx="8">
                  <c:v>117902.07235021105</c:v>
                </c:pt>
                <c:pt idx="9">
                  <c:v>135865.5495506277</c:v>
                </c:pt>
                <c:pt idx="10">
                  <c:v>149752.48121053053</c:v>
                </c:pt>
                <c:pt idx="11">
                  <c:v>79088.28043440716</c:v>
                </c:pt>
                <c:pt idx="12">
                  <c:v>69950.9267583086</c:v>
                </c:pt>
                <c:pt idx="13">
                  <c:v>28846.090980190776</c:v>
                </c:pt>
                <c:pt idx="14">
                  <c:v>11962.232714891516</c:v>
                </c:pt>
                <c:pt idx="15">
                  <c:v>8580.431921897725</c:v>
                </c:pt>
                <c:pt idx="16">
                  <c:v>16141.75604825425</c:v>
                </c:pt>
                <c:pt idx="17">
                  <c:v>36464.3498115841</c:v>
                </c:pt>
                <c:pt idx="18">
                  <c:v>78736.08649689621</c:v>
                </c:pt>
                <c:pt idx="19">
                  <c:v>122060.35948583581</c:v>
                </c:pt>
                <c:pt idx="20">
                  <c:v>123314.05947476112</c:v>
                </c:pt>
                <c:pt idx="21">
                  <c:v>164264.16718861027</c:v>
                </c:pt>
                <c:pt idx="22">
                  <c:v>184257.51701228542</c:v>
                </c:pt>
                <c:pt idx="23">
                  <c:v>95409.43510221381</c:v>
                </c:pt>
                <c:pt idx="24">
                  <c:v>74176.53801976389</c:v>
                </c:pt>
                <c:pt idx="25">
                  <c:v>32531.721257924124</c:v>
                </c:pt>
                <c:pt idx="26">
                  <c:v>7832.0563413693435</c:v>
                </c:pt>
                <c:pt idx="27">
                  <c:v>8744.93117810669</c:v>
                </c:pt>
                <c:pt idx="28">
                  <c:v>14925.582402847469</c:v>
                </c:pt>
                <c:pt idx="29">
                  <c:v>48554.618449006084</c:v>
                </c:pt>
                <c:pt idx="30">
                  <c:v>92438.55907123983</c:v>
                </c:pt>
                <c:pt idx="31">
                  <c:v>170615.92996888058</c:v>
                </c:pt>
                <c:pt idx="32">
                  <c:v>160281.25124215503</c:v>
                </c:pt>
                <c:pt idx="33">
                  <c:v>194743.43543889583</c:v>
                </c:pt>
                <c:pt idx="34">
                  <c:v>165220.64828320057</c:v>
                </c:pt>
                <c:pt idx="35">
                  <c:v>113820.50996361696</c:v>
                </c:pt>
                <c:pt idx="36">
                  <c:v>89930.44022887218</c:v>
                </c:pt>
                <c:pt idx="37">
                  <c:v>30732.493214937494</c:v>
                </c:pt>
                <c:pt idx="38">
                  <c:v>9153.16418831094</c:v>
                </c:pt>
                <c:pt idx="39">
                  <c:v>666.8403989650833</c:v>
                </c:pt>
                <c:pt idx="40">
                  <c:v>15411.43356898072</c:v>
                </c:pt>
                <c:pt idx="41">
                  <c:v>43897.43474008813</c:v>
                </c:pt>
                <c:pt idx="42">
                  <c:v>121504.48723472384</c:v>
                </c:pt>
                <c:pt idx="43">
                  <c:v>150982.38451015562</c:v>
                </c:pt>
                <c:pt idx="44">
                  <c:v>144513.12189670737</c:v>
                </c:pt>
                <c:pt idx="45">
                  <c:v>188416.911503725</c:v>
                </c:pt>
                <c:pt idx="46">
                  <c:v>139023.43876823268</c:v>
                </c:pt>
                <c:pt idx="47">
                  <c:v>86031.30973801888</c:v>
                </c:pt>
                <c:pt idx="48">
                  <c:v>89080.57569000438</c:v>
                </c:pt>
                <c:pt idx="49">
                  <c:v>28253.38713549934</c:v>
                </c:pt>
                <c:pt idx="50">
                  <c:v>7651.512581204751</c:v>
                </c:pt>
                <c:pt idx="51">
                  <c:v>1690.0458308976104</c:v>
                </c:pt>
                <c:pt idx="52">
                  <c:v>16937.79691563081</c:v>
                </c:pt>
                <c:pt idx="53">
                  <c:v>49112.29718691837</c:v>
                </c:pt>
                <c:pt idx="54">
                  <c:v>100756.93572080012</c:v>
                </c:pt>
                <c:pt idx="55">
                  <c:v>116213.9639952275</c:v>
                </c:pt>
                <c:pt idx="56">
                  <c:v>159423.3857137389</c:v>
                </c:pt>
                <c:pt idx="57">
                  <c:v>137993.03403401672</c:v>
                </c:pt>
                <c:pt idx="58">
                  <c:v>129467.89356212833</c:v>
                </c:pt>
                <c:pt idx="59">
                  <c:v>133850.50104922854</c:v>
                </c:pt>
                <c:pt idx="60">
                  <c:v>77105.13058378489</c:v>
                </c:pt>
                <c:pt idx="61">
                  <c:v>38044.340955524334</c:v>
                </c:pt>
                <c:pt idx="62">
                  <c:v>9906.047770398585</c:v>
                </c:pt>
                <c:pt idx="63">
                  <c:v>1608.0412668806352</c:v>
                </c:pt>
                <c:pt idx="64">
                  <c:v>14408.290072160336</c:v>
                </c:pt>
                <c:pt idx="65">
                  <c:v>34421.17416787075</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Brand_Digital_I...</c:v>
                </c:pt>
                <c:pt idx="2">
                  <c:v>Distribution</c:v>
                </c:pt>
                <c:pt idx="3">
                  <c:v>Seasonality</c:v>
                </c:pt>
                <c:pt idx="4">
                  <c:v>E-com</c:v>
                </c:pt>
                <c:pt idx="5">
                  <c:v>Brand_OOH</c:v>
                </c:pt>
                <c:pt idx="6">
                  <c:v>Brand_TV</c:v>
                </c:pt>
                <c:pt idx="7">
                  <c:v>Brand_Digital_P...</c:v>
                </c:pt>
                <c:pt idx="8">
                  <c:v>Brand_Digital_D...</c:v>
                </c:pt>
                <c:pt idx="9">
                  <c:v>Brand_Digital_V...</c:v>
                </c:pt>
                <c:pt idx="10">
                  <c:v>Region_Digital_...</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45.214299102219044</c:v>
                </c:pt>
                <c:pt idx="2">
                  <c:v>59.467991084994146</c:v>
                </c:pt>
                <c:pt idx="3">
                  <c:v>70.66401706309617</c:v>
                </c:pt>
                <c:pt idx="4">
                  <c:v>78.48526406914154</c:v>
                </c:pt>
                <c:pt idx="5">
                  <c:v>83.23820850551812</c:v>
                </c:pt>
                <c:pt idx="6">
                  <c:v>86.8987536266589</c:v>
                </c:pt>
                <c:pt idx="7">
                  <c:v>89.66364485569946</c:v>
                </c:pt>
                <c:pt idx="8">
                  <c:v>92.37151316492513</c:v>
                </c:pt>
                <c:pt idx="9">
                  <c:v>94.48436458797384</c:v>
                </c:pt>
                <c:pt idx="10">
                  <c:v>96.21680556677684</c:v>
                </c:pt>
                <c:pt idx="11">
                  <c:v>97.50740190984786</c:v>
                </c:pt>
                <c:pt idx="12">
                  <c:v>98.29408463553537</c:v>
                </c:pt>
                <c:pt idx="13">
                  <c:v>98.87097688165454</c:v>
                </c:pt>
                <c:pt idx="14">
                  <c:v>99.22060179563545</c:v>
                </c:pt>
                <c:pt idx="15">
                  <c:v>99.52731063809038</c:v>
                </c:pt>
                <c:pt idx="16">
                  <c:v>99.73418646368977</c:v>
                </c:pt>
                <c:pt idx="17">
                  <c:v>99.91248983985123</c:v>
                </c:pt>
                <c:pt idx="18">
                  <c:v>100.07007698718301</c:v>
                </c:pt>
                <c:pt idx="19">
                  <c:v>100.11532924358937</c:v>
                </c:pt>
                <c:pt idx="20">
                  <c:v>99.99999999999997</c:v>
                </c:pt>
              </c:numCache>
            </c:numRef>
          </c:val>
        </c:ser>
        <c:ser>
          <c:idx val="1"/>
          <c:order val="1"/>
          <c:tx>
            <c:strRef>
              <c:f>Sheet1!$C$1</c:f>
              <c:strCache>
                <c:ptCount val="1"/>
                <c:pt idx="0">
                  <c:v>value</c:v>
                </c:pt>
              </c:strCache>
            </c:strRef>
          </c:tx>
          <c:dPt>
            <c:idx val="0"/>
            <c:spPr>
              <a:solidFill>
                <a:srgbClr val="D60000"/>
              </a:solidFill>
            </c:spPr>
          </c:dPt>
          <c:dPt>
            <c:idx val="1"/>
            <c:spPr>
              <a:solidFill>
                <a:srgbClr val="018700"/>
              </a:solidFill>
            </c:spPr>
          </c:dPt>
          <c:dPt>
            <c:idx val="2"/>
            <c:spPr>
              <a:solidFill>
                <a:srgbClr val="573B00"/>
              </a:solidFill>
            </c:spPr>
          </c:dPt>
          <c:dPt>
            <c:idx val="3"/>
            <c:spPr>
              <a:solidFill>
                <a:srgbClr val="FDF490"/>
              </a:solidFill>
            </c:spPr>
          </c:dPt>
          <c:dPt>
            <c:idx val="4"/>
            <c:spPr>
              <a:solidFill>
                <a:srgbClr val="005659"/>
              </a:solidFill>
            </c:spPr>
          </c:dPt>
          <c:dPt>
            <c:idx val="5"/>
            <c:spPr>
              <a:solidFill>
                <a:srgbClr val="6B004F"/>
              </a:solidFill>
            </c:spPr>
          </c:dPt>
          <c:dPt>
            <c:idx val="6"/>
            <c:spPr>
              <a:solidFill>
                <a:srgbClr val="FFA52F"/>
              </a:solidFill>
            </c:spPr>
          </c:dPt>
          <c:dPt>
            <c:idx val="7"/>
            <c:spPr>
              <a:solidFill>
                <a:srgbClr val="00ACC6"/>
              </a:solidFill>
            </c:spPr>
          </c:dPt>
          <c:dPt>
            <c:idx val="8"/>
            <c:spPr>
              <a:solidFill>
                <a:srgbClr val="8C3BFF"/>
              </a:solidFill>
            </c:spPr>
          </c:dPt>
          <c:dPt>
            <c:idx val="9"/>
            <c:spPr>
              <a:solidFill>
                <a:srgbClr val="FF7ED1"/>
              </a:solidFill>
            </c:spPr>
          </c:dPt>
          <c:dPt>
            <c:idx val="10"/>
            <c:spPr>
              <a:solidFill>
                <a:srgbClr val="95B577"/>
              </a:solidFill>
            </c:spPr>
          </c:dPt>
          <c:dPt>
            <c:idx val="11"/>
            <c:spPr>
              <a:solidFill>
                <a:srgbClr val="97FF00"/>
              </a:solidFill>
            </c:spPr>
          </c:dPt>
          <c:dPt>
            <c:idx val="12"/>
            <c:spPr>
              <a:solidFill>
                <a:srgbClr val="BCB6FF"/>
              </a:solidFill>
            </c:spPr>
          </c:dPt>
          <c:dPt>
            <c:idx val="13"/>
            <c:spPr>
              <a:solidFill>
                <a:srgbClr val="BF03B8"/>
              </a:solidFill>
            </c:spPr>
          </c:dPt>
          <c:dPt>
            <c:idx val="14"/>
            <c:spPr>
              <a:solidFill>
                <a:srgbClr val="0000DD"/>
              </a:solidFill>
            </c:spPr>
          </c:dPt>
          <c:dPt>
            <c:idx val="15"/>
            <c:spPr>
              <a:solidFill>
                <a:srgbClr val="645474"/>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45.21%</a:t>
                    </a:r>
                  </a:p>
                </c:rich>
              </c:tx>
              <c:dLblPos val="inEnd"/>
              <c:showLegendKey val="0"/>
              <c:showVal val="1"/>
              <c:showCatName val="0"/>
              <c:showSerName val="0"/>
              <c:showPercent val="0"/>
              <c:showBubbleSize val="0"/>
            </c:dLbl>
            <c:dLbl>
              <c:idx val="1"/>
              <c:tx>
                <c:rich>
                  <a:bodyPr/>
                  <a:lstStyle/>
                  <a:p>
                    <a:r>
                      <a:t>14.25%</a:t>
                    </a:r>
                  </a:p>
                </c:rich>
              </c:tx>
              <c:dLblPos val="inEnd"/>
              <c:showLegendKey val="0"/>
              <c:showVal val="1"/>
              <c:showCatName val="0"/>
              <c:showSerName val="0"/>
              <c:showPercent val="0"/>
              <c:showBubbleSize val="0"/>
            </c:dLbl>
            <c:dLbl>
              <c:idx val="2"/>
              <c:tx>
                <c:rich>
                  <a:bodyPr/>
                  <a:lstStyle/>
                  <a:p>
                    <a:r>
                      <a:t>11.2%</a:t>
                    </a:r>
                  </a:p>
                </c:rich>
              </c:tx>
              <c:dLblPos val="inEnd"/>
              <c:showLegendKey val="0"/>
              <c:showVal val="1"/>
              <c:showCatName val="0"/>
              <c:showSerName val="0"/>
              <c:showPercent val="0"/>
              <c:showBubbleSize val="0"/>
            </c:dLbl>
            <c:dLbl>
              <c:idx val="3"/>
              <c:tx>
                <c:rich>
                  <a:bodyPr/>
                  <a:lstStyle/>
                  <a:p>
                    <a:r>
                      <a:t>7.82%</a:t>
                    </a:r>
                  </a:p>
                </c:rich>
              </c:tx>
              <c:dLblPos val="inEnd"/>
              <c:showLegendKey val="0"/>
              <c:showVal val="1"/>
              <c:showCatName val="0"/>
              <c:showSerName val="0"/>
              <c:showPercent val="0"/>
              <c:showBubbleSize val="0"/>
            </c:dLbl>
            <c:dLbl>
              <c:idx val="4"/>
              <c:tx>
                <c:rich>
                  <a:bodyPr/>
                  <a:lstStyle/>
                  <a:p>
                    <a:r>
                      <a:t>4.75%</a:t>
                    </a:r>
                  </a:p>
                </c:rich>
              </c:tx>
              <c:dLblPos val="inEnd"/>
              <c:showLegendKey val="0"/>
              <c:showVal val="1"/>
              <c:showCatName val="0"/>
              <c:showSerName val="0"/>
              <c:showPercent val="0"/>
              <c:showBubbleSize val="0"/>
            </c:dLbl>
            <c:dLbl>
              <c:idx val="5"/>
              <c:tx>
                <c:rich>
                  <a:bodyPr/>
                  <a:lstStyle/>
                  <a:p>
                    <a:r>
                      <a:t>3.66%</a:t>
                    </a:r>
                  </a:p>
                </c:rich>
              </c:tx>
              <c:dLblPos val="inEnd"/>
              <c:showLegendKey val="0"/>
              <c:showVal val="1"/>
              <c:showCatName val="0"/>
              <c:showSerName val="0"/>
              <c:showPercent val="0"/>
              <c:showBubbleSize val="0"/>
            </c:dLbl>
            <c:dLbl>
              <c:idx val="6"/>
              <c:tx>
                <c:rich>
                  <a:bodyPr/>
                  <a:lstStyle/>
                  <a:p>
                    <a:r>
                      <a:t>2.76%</a:t>
                    </a:r>
                  </a:p>
                </c:rich>
              </c:tx>
              <c:dLblPos val="inEnd"/>
              <c:showLegendKey val="0"/>
              <c:showVal val="1"/>
              <c:showCatName val="0"/>
              <c:showSerName val="0"/>
              <c:showPercent val="0"/>
              <c:showBubbleSize val="0"/>
            </c:dLbl>
            <c:dLbl>
              <c:idx val="7"/>
              <c:tx>
                <c:rich>
                  <a:bodyPr/>
                  <a:lstStyle/>
                  <a:p>
                    <a:r>
                      <a:t>2.71%</a:t>
                    </a:r>
                  </a:p>
                </c:rich>
              </c:tx>
              <c:dLblPos val="inEnd"/>
              <c:showLegendKey val="0"/>
              <c:showVal val="1"/>
              <c:showCatName val="0"/>
              <c:showSerName val="0"/>
              <c:showPercent val="0"/>
              <c:showBubbleSize val="0"/>
            </c:dLbl>
            <c:dLbl>
              <c:idx val="8"/>
              <c:tx>
                <c:rich>
                  <a:bodyPr/>
                  <a:lstStyle/>
                  <a:p>
                    <a:r>
                      <a:t>2.11%</a:t>
                    </a:r>
                  </a:p>
                </c:rich>
              </c:tx>
              <c:dLblPos val="inEnd"/>
              <c:showLegendKey val="0"/>
              <c:showVal val="1"/>
              <c:showCatName val="0"/>
              <c:showSerName val="0"/>
              <c:showPercent val="0"/>
              <c:showBubbleSize val="0"/>
            </c:dLbl>
            <c:dLbl>
              <c:idx val="9"/>
              <c:tx>
                <c:rich>
                  <a:bodyPr/>
                  <a:lstStyle/>
                  <a:p>
                    <a:r>
                      <a:t>1.73%</a:t>
                    </a:r>
                  </a:p>
                </c:rich>
              </c:tx>
              <c:dLblPos val="inEnd"/>
              <c:showLegendKey val="0"/>
              <c:showVal val="1"/>
              <c:showCatName val="0"/>
              <c:showSerName val="0"/>
              <c:showPercent val="0"/>
              <c:showBubbleSize val="0"/>
            </c:dLbl>
            <c:dLbl>
              <c:idx val="10"/>
              <c:tx>
                <c:rich>
                  <a:bodyPr/>
                  <a:lstStyle/>
                  <a:p>
                    <a:r>
                      <a:t>1.29%</a:t>
                    </a:r>
                  </a:p>
                </c:rich>
              </c:tx>
              <c:dLblPos val="inEnd"/>
              <c:showLegendKey val="0"/>
              <c:showVal val="1"/>
              <c:showCatName val="0"/>
              <c:showSerName val="0"/>
              <c:showPercent val="0"/>
              <c:showBubbleSize val="0"/>
            </c:dLbl>
            <c:dLbl>
              <c:idx val="11"/>
              <c:tx>
                <c:rich>
                  <a:bodyPr/>
                  <a:lstStyle/>
                  <a:p>
                    <a:r>
                      <a:t>0.79%</a:t>
                    </a:r>
                  </a:p>
                </c:rich>
              </c:tx>
              <c:dLblPos val="inEnd"/>
              <c:showLegendKey val="0"/>
              <c:showVal val="1"/>
              <c:showCatName val="0"/>
              <c:showSerName val="0"/>
              <c:showPercent val="0"/>
              <c:showBubbleSize val="0"/>
            </c:dLbl>
            <c:dLbl>
              <c:idx val="12"/>
              <c:tx>
                <c:rich>
                  <a:bodyPr/>
                  <a:lstStyle/>
                  <a:p>
                    <a:r>
                      <a:t>0.58%</a:t>
                    </a:r>
                  </a:p>
                </c:rich>
              </c:tx>
              <c:dLblPos val="inEnd"/>
              <c:showLegendKey val="0"/>
              <c:showVal val="1"/>
              <c:showCatName val="0"/>
              <c:showSerName val="0"/>
              <c:showPercent val="0"/>
              <c:showBubbleSize val="0"/>
            </c:dLbl>
            <c:dLbl>
              <c:idx val="13"/>
              <c:tx>
                <c:rich>
                  <a:bodyPr/>
                  <a:lstStyle/>
                  <a:p>
                    <a:r>
                      <a:t>0.35%</a:t>
                    </a:r>
                  </a:p>
                </c:rich>
              </c:tx>
              <c:dLblPos val="inEnd"/>
              <c:showLegendKey val="0"/>
              <c:showVal val="1"/>
              <c:showCatName val="0"/>
              <c:showSerName val="0"/>
              <c:showPercent val="0"/>
              <c:showBubbleSize val="0"/>
            </c:dLbl>
            <c:dLbl>
              <c:idx val="14"/>
              <c:tx>
                <c:rich>
                  <a:bodyPr/>
                  <a:lstStyle/>
                  <a:p>
                    <a:r>
                      <a:t>0.31%</a:t>
                    </a:r>
                  </a:p>
                </c:rich>
              </c:tx>
              <c:dLblPos val="inEnd"/>
              <c:showLegendKey val="0"/>
              <c:showVal val="1"/>
              <c:showCatName val="0"/>
              <c:showSerName val="0"/>
              <c:showPercent val="0"/>
              <c:showBubbleSize val="0"/>
            </c:dLbl>
            <c:dLbl>
              <c:idx val="15"/>
              <c:tx>
                <c:rich>
                  <a:bodyPr/>
                  <a:lstStyle/>
                  <a:p>
                    <a:r>
                      <a:t>0.21%</a:t>
                    </a:r>
                  </a:p>
                </c:rich>
              </c:tx>
              <c:dLblPos val="inEnd"/>
              <c:showLegendKey val="0"/>
              <c:showVal val="1"/>
              <c:showCatName val="0"/>
              <c:showSerName val="0"/>
              <c:showPercent val="0"/>
              <c:showBubbleSize val="0"/>
            </c:dLbl>
            <c:dLbl>
              <c:idx val="16"/>
              <c:tx>
                <c:rich>
                  <a:bodyPr/>
                  <a:lstStyle/>
                  <a:p>
                    <a:r>
                      <a:t>0.18%</a:t>
                    </a:r>
                  </a:p>
                </c:rich>
              </c:tx>
              <c:dLblPos val="inEnd"/>
              <c:showLegendKey val="0"/>
              <c:showVal val="1"/>
              <c:showCatName val="0"/>
              <c:showSerName val="0"/>
              <c:showPercent val="0"/>
              <c:showBubbleSize val="0"/>
            </c:dLbl>
            <c:dLbl>
              <c:idx val="17"/>
              <c:tx>
                <c:rich>
                  <a:bodyPr/>
                  <a:lstStyle/>
                  <a:p>
                    <a:r>
                      <a:t>0.16%</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0.02%</a:t>
                    </a:r>
                  </a:p>
                </c:rich>
              </c:tx>
              <c:dLblPos val="inEnd"/>
              <c:showLegendKey val="0"/>
              <c:showVal val="1"/>
              <c:showCatName val="0"/>
              <c:showSerName val="0"/>
              <c:showPercent val="0"/>
              <c:showBubbleSize val="0"/>
            </c:dLbl>
            <c:dLbl>
              <c:idx val="20"/>
              <c:tx>
                <c:rich>
                  <a:bodyPr/>
                  <a:lstStyle/>
                  <a:p>
                    <a:r>
                      <a:t>-0.13%</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Brand_Digital_I...</c:v>
                </c:pt>
                <c:pt idx="2">
                  <c:v>Distribution</c:v>
                </c:pt>
                <c:pt idx="3">
                  <c:v>Seasonality</c:v>
                </c:pt>
                <c:pt idx="4">
                  <c:v>E-com</c:v>
                </c:pt>
                <c:pt idx="5">
                  <c:v>Brand_OOH</c:v>
                </c:pt>
                <c:pt idx="6">
                  <c:v>Brand_TV</c:v>
                </c:pt>
                <c:pt idx="7">
                  <c:v>Brand_Digital_P...</c:v>
                </c:pt>
                <c:pt idx="8">
                  <c:v>Brand_Digital_D...</c:v>
                </c:pt>
                <c:pt idx="9">
                  <c:v>Brand_Digital_V...</c:v>
                </c:pt>
                <c:pt idx="10">
                  <c:v>Region_Digital_...</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Sheet1!$C$2:$C$22</c:f>
              <c:numCache>
                <c:formatCode>General</c:formatCode>
                <c:ptCount val="21"/>
                <c:pt idx="0">
                  <c:v>45.214299102219044</c:v>
                </c:pt>
                <c:pt idx="1">
                  <c:v>14.253691982775111</c:v>
                </c:pt>
                <c:pt idx="2">
                  <c:v>11.196025978102021</c:v>
                </c:pt>
                <c:pt idx="3">
                  <c:v>7.821247006045355</c:v>
                </c:pt>
                <c:pt idx="4">
                  <c:v>4.7529444363765965</c:v>
                </c:pt>
                <c:pt idx="5">
                  <c:v>3.6605451211407845</c:v>
                </c:pt>
                <c:pt idx="6">
                  <c:v>2.7648912290405687</c:v>
                </c:pt>
                <c:pt idx="7">
                  <c:v>2.7078683092256677</c:v>
                </c:pt>
                <c:pt idx="8">
                  <c:v>2.1128514230487143</c:v>
                </c:pt>
                <c:pt idx="9">
                  <c:v>1.732440978803006</c:v>
                </c:pt>
                <c:pt idx="10">
                  <c:v>1.2905963430710101</c:v>
                </c:pt>
                <c:pt idx="11">
                  <c:v>0.7866827256875298</c:v>
                </c:pt>
                <c:pt idx="12">
                  <c:v>0.5768922461191743</c:v>
                </c:pt>
                <c:pt idx="13">
                  <c:v>0.3496249139808847</c:v>
                </c:pt>
                <c:pt idx="14">
                  <c:v>0.3067088424549431</c:v>
                </c:pt>
                <c:pt idx="15">
                  <c:v>0.2068758255993849</c:v>
                </c:pt>
                <c:pt idx="16">
                  <c:v>0.1783033761614662</c:v>
                </c:pt>
                <c:pt idx="17">
                  <c:v>0.15758714733176607</c:v>
                </c:pt>
                <c:pt idx="18">
                  <c:v>0.04525225640635858</c:v>
                </c:pt>
                <c:pt idx="19">
                  <c:v>0.017228867912226272</c:v>
                </c:pt>
                <c:pt idx="20">
                  <c:v>0.1325581115016198</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1641900.0</c:v>
                </c:pt>
                <c:pt idx="1">
                  <c:v>1590068.0</c:v>
                </c:pt>
                <c:pt idx="2">
                  <c:v>2107811.0</c:v>
                </c:pt>
                <c:pt idx="3">
                  <c:v>1878851.0</c:v>
                </c:pt>
                <c:pt idx="4">
                  <c:v>1699877.0</c:v>
                </c:pt>
                <c:pt idx="5">
                  <c:v>1799350.0</c:v>
                </c:pt>
                <c:pt idx="6">
                  <c:v>1329192.0</c:v>
                </c:pt>
                <c:pt idx="7">
                  <c:v>1593876.0</c:v>
                </c:pt>
                <c:pt idx="8">
                  <c:v>1220114.0</c:v>
                </c:pt>
                <c:pt idx="9">
                  <c:v>1264856.0</c:v>
                </c:pt>
                <c:pt idx="10">
                  <c:v>1531948.0</c:v>
                </c:pt>
                <c:pt idx="11">
                  <c:v>1309483.0</c:v>
                </c:pt>
                <c:pt idx="12">
                  <c:v>1590364.0</c:v>
                </c:pt>
                <c:pt idx="13">
                  <c:v>1712267.0</c:v>
                </c:pt>
                <c:pt idx="14">
                  <c:v>2120574.0</c:v>
                </c:pt>
                <c:pt idx="15">
                  <c:v>1739485.0</c:v>
                </c:pt>
                <c:pt idx="16">
                  <c:v>1988869.0</c:v>
                </c:pt>
                <c:pt idx="17">
                  <c:v>1680556.0</c:v>
                </c:pt>
                <c:pt idx="18">
                  <c:v>1604966.0</c:v>
                </c:pt>
                <c:pt idx="19">
                  <c:v>1756501.0</c:v>
                </c:pt>
                <c:pt idx="20">
                  <c:v>1269947.0</c:v>
                </c:pt>
                <c:pt idx="21">
                  <c:v>1341904.0</c:v>
                </c:pt>
                <c:pt idx="22">
                  <c:v>1684857.0</c:v>
                </c:pt>
                <c:pt idx="23">
                  <c:v>1305254.0</c:v>
                </c:pt>
                <c:pt idx="24">
                  <c:v>2123917.0</c:v>
                </c:pt>
                <c:pt idx="25">
                  <c:v>1678522.0</c:v>
                </c:pt>
                <c:pt idx="26">
                  <c:v>1720314.0</c:v>
                </c:pt>
                <c:pt idx="27">
                  <c:v>1790346.0</c:v>
                </c:pt>
                <c:pt idx="28">
                  <c:v>2246425.0</c:v>
                </c:pt>
                <c:pt idx="29">
                  <c:v>1701745.0</c:v>
                </c:pt>
                <c:pt idx="30">
                  <c:v>1491041.0</c:v>
                </c:pt>
                <c:pt idx="31">
                  <c:v>1954319.0</c:v>
                </c:pt>
                <c:pt idx="32">
                  <c:v>1380173.0</c:v>
                </c:pt>
                <c:pt idx="33">
                  <c:v>1816476.0</c:v>
                </c:pt>
                <c:pt idx="34">
                  <c:v>1412219.0</c:v>
                </c:pt>
                <c:pt idx="35">
                  <c:v>1372860.0</c:v>
                </c:pt>
                <c:pt idx="36">
                  <c:v>2157110.0</c:v>
                </c:pt>
                <c:pt idx="37">
                  <c:v>1685232.0</c:v>
                </c:pt>
                <c:pt idx="38">
                  <c:v>2027719.0</c:v>
                </c:pt>
                <c:pt idx="39">
                  <c:v>1719727.0</c:v>
                </c:pt>
                <c:pt idx="40">
                  <c:v>2078425.0</c:v>
                </c:pt>
                <c:pt idx="41">
                  <c:v>1708246.0</c:v>
                </c:pt>
                <c:pt idx="42">
                  <c:v>1988202.0</c:v>
                </c:pt>
                <c:pt idx="43">
                  <c:v>1484746.0</c:v>
                </c:pt>
                <c:pt idx="44">
                  <c:v>1292383.0</c:v>
                </c:pt>
                <c:pt idx="45">
                  <c:v>1720393.0</c:v>
                </c:pt>
                <c:pt idx="46">
                  <c:v>1464081.0</c:v>
                </c:pt>
                <c:pt idx="47">
                  <c:v>1466940.0</c:v>
                </c:pt>
                <c:pt idx="48">
                  <c:v>2167846.0</c:v>
                </c:pt>
                <c:pt idx="49">
                  <c:v>1841088.0</c:v>
                </c:pt>
                <c:pt idx="50">
                  <c:v>1847963.0</c:v>
                </c:pt>
                <c:pt idx="51">
                  <c:v>2255864.0</c:v>
                </c:pt>
                <c:pt idx="52">
                  <c:v>1781689.0</c:v>
                </c:pt>
                <c:pt idx="53">
                  <c:v>1710141.0</c:v>
                </c:pt>
                <c:pt idx="54">
                  <c:v>1956228.0</c:v>
                </c:pt>
                <c:pt idx="55">
                  <c:v>1393567.0</c:v>
                </c:pt>
                <c:pt idx="56">
                  <c:v>1480986.0</c:v>
                </c:pt>
                <c:pt idx="57">
                  <c:v>1319010.0</c:v>
                </c:pt>
                <c:pt idx="58">
                  <c:v>1214453.0</c:v>
                </c:pt>
                <c:pt idx="59">
                  <c:v>1537162.0</c:v>
                </c:pt>
                <c:pt idx="60">
                  <c:v>403366.0</c:v>
                </c:pt>
                <c:pt idx="61">
                  <c:v>1847202.0</c:v>
                </c:pt>
                <c:pt idx="62">
                  <c:v>1750435.0</c:v>
                </c:pt>
                <c:pt idx="63">
                  <c:v>2301675.0</c:v>
                </c:pt>
                <c:pt idx="64">
                  <c:v>1781563.0</c:v>
                </c:pt>
                <c:pt idx="65">
                  <c:v>1833876.0</c:v>
                </c:pt>
                <c:pt idx="66">
                  <c:v>1615004.0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1574504.2663389395</c:v>
                </c:pt>
                <c:pt idx="1">
                  <c:v>1605741.8402674221</c:v>
                </c:pt>
                <c:pt idx="2">
                  <c:v>2094351.7057591616</c:v>
                </c:pt>
                <c:pt idx="3">
                  <c:v>1838865.926262633</c:v>
                </c:pt>
                <c:pt idx="4">
                  <c:v>1703505.3354536607</c:v>
                </c:pt>
                <c:pt idx="5">
                  <c:v>1852948.6812668773</c:v>
                </c:pt>
                <c:pt idx="6">
                  <c:v>1339585.8068203155</c:v>
                </c:pt>
                <c:pt idx="7">
                  <c:v>1615026.379286297</c:v>
                </c:pt>
                <c:pt idx="8">
                  <c:v>1188455.3297860944</c:v>
                </c:pt>
                <c:pt idx="9">
                  <c:v>1279960.2090383882</c:v>
                </c:pt>
                <c:pt idx="10">
                  <c:v>1581321.8488609656</c:v>
                </c:pt>
                <c:pt idx="11">
                  <c:v>1324179.4938943482</c:v>
                </c:pt>
                <c:pt idx="12">
                  <c:v>1643614.1318214373</c:v>
                </c:pt>
                <c:pt idx="13">
                  <c:v>1637914.0975982808</c:v>
                </c:pt>
                <c:pt idx="14">
                  <c:v>2175675.2980638864</c:v>
                </c:pt>
                <c:pt idx="15">
                  <c:v>1776510.5701372125</c:v>
                </c:pt>
                <c:pt idx="16">
                  <c:v>2179150.1922586616</c:v>
                </c:pt>
                <c:pt idx="17">
                  <c:v>1628405.5209598788</c:v>
                </c:pt>
                <c:pt idx="18">
                  <c:v>1590791.3532393056</c:v>
                </c:pt>
                <c:pt idx="19">
                  <c:v>1700052.4065873707</c:v>
                </c:pt>
                <c:pt idx="20">
                  <c:v>1267067.7099730412</c:v>
                </c:pt>
                <c:pt idx="21">
                  <c:v>1278037.6423054761</c:v>
                </c:pt>
                <c:pt idx="22">
                  <c:v>1706334.1293423423</c:v>
                </c:pt>
                <c:pt idx="23">
                  <c:v>1346987.2097046708</c:v>
                </c:pt>
                <c:pt idx="24">
                  <c:v>2046973.5702080482</c:v>
                </c:pt>
                <c:pt idx="25">
                  <c:v>1738835.7342646488</c:v>
                </c:pt>
                <c:pt idx="26">
                  <c:v>1806752.378318042</c:v>
                </c:pt>
                <c:pt idx="27">
                  <c:v>1745653.6751385299</c:v>
                </c:pt>
                <c:pt idx="28">
                  <c:v>2289011.460005995</c:v>
                </c:pt>
                <c:pt idx="29">
                  <c:v>1776073.0893012662</c:v>
                </c:pt>
                <c:pt idx="30">
                  <c:v>1520517.5302839335</c:v>
                </c:pt>
                <c:pt idx="31">
                  <c:v>1923663.5333988902</c:v>
                </c:pt>
                <c:pt idx="32">
                  <c:v>1360950.564158942</c:v>
                </c:pt>
                <c:pt idx="33">
                  <c:v>1704343.9675060543</c:v>
                </c:pt>
                <c:pt idx="34">
                  <c:v>1426966.8948513018</c:v>
                </c:pt>
                <c:pt idx="35">
                  <c:v>1489918.679712762</c:v>
                </c:pt>
                <c:pt idx="36">
                  <c:v>2144778.624299677</c:v>
                </c:pt>
                <c:pt idx="37">
                  <c:v>1736232.3071395056</c:v>
                </c:pt>
                <c:pt idx="38">
                  <c:v>2017156.8906387235</c:v>
                </c:pt>
                <c:pt idx="39">
                  <c:v>1703942.4822007562</c:v>
                </c:pt>
                <c:pt idx="40">
                  <c:v>2085309.926543786</c:v>
                </c:pt>
                <c:pt idx="41">
                  <c:v>1737788.2290079216</c:v>
                </c:pt>
                <c:pt idx="42">
                  <c:v>1940279.1080732387</c:v>
                </c:pt>
                <c:pt idx="43">
                  <c:v>1456756.1158937756</c:v>
                </c:pt>
                <c:pt idx="44">
                  <c:v>1303206.846985768</c:v>
                </c:pt>
                <c:pt idx="45">
                  <c:v>1721214.9932361837</c:v>
                </c:pt>
                <c:pt idx="46">
                  <c:v>1381889.4564507676</c:v>
                </c:pt>
                <c:pt idx="47">
                  <c:v>1399587.8511409713</c:v>
                </c:pt>
                <c:pt idx="48">
                  <c:v>2080935.5598691516</c:v>
                </c:pt>
                <c:pt idx="49">
                  <c:v>1735631.0764584462</c:v>
                </c:pt>
                <c:pt idx="50">
                  <c:v>1808460.7078000798</c:v>
                </c:pt>
                <c:pt idx="51">
                  <c:v>2272527.070977517</c:v>
                </c:pt>
                <c:pt idx="52">
                  <c:v>1821121.6605566929</c:v>
                </c:pt>
                <c:pt idx="53">
                  <c:v>1656440.8494850444</c:v>
                </c:pt>
                <c:pt idx="54">
                  <c:v>1919473.9886786332</c:v>
                </c:pt>
                <c:pt idx="55">
                  <c:v>1386268.946322161</c:v>
                </c:pt>
                <c:pt idx="56">
                  <c:v>1567300.0323641845</c:v>
                </c:pt>
                <c:pt idx="57">
                  <c:v>1298078.4321900008</c:v>
                </c:pt>
                <c:pt idx="58">
                  <c:v>1308397.0375710214</c:v>
                </c:pt>
                <c:pt idx="59">
                  <c:v>1569326.1921646048</c:v>
                </c:pt>
                <c:pt idx="60">
                  <c:v>401691.1194890934</c:v>
                </c:pt>
                <c:pt idx="61">
                  <c:v>1907963.512335069</c:v>
                </c:pt>
                <c:pt idx="62">
                  <c:v>1811103.1629315394</c:v>
                </c:pt>
                <c:pt idx="63">
                  <c:v>2379047.841256597</c:v>
                </c:pt>
                <c:pt idx="64">
                  <c:v>1789679.8140215403</c:v>
                </c:pt>
                <c:pt idx="65">
                  <c:v>1816861.4914339131</c:v>
                </c:pt>
                <c:pt idx="66">
                  <c:v>1568040.0809408084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854857.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369737856.56</c:v>
                </c:pt>
                <c:pt idx="1">
                  <c:v>388914718.51</c:v>
                </c:pt>
                <c:pt idx="2">
                  <c:v>542160554.8100001</c:v>
                </c:pt>
                <c:pt idx="3">
                  <c:v>487770728.34</c:v>
                </c:pt>
                <c:pt idx="4">
                  <c:v>428972159.77</c:v>
                </c:pt>
                <c:pt idx="5">
                  <c:v>420181744.23</c:v>
                </c:pt>
                <c:pt idx="6">
                  <c:v>283355619.15999997</c:v>
                </c:pt>
                <c:pt idx="7">
                  <c:v>309233946.25</c:v>
                </c:pt>
                <c:pt idx="8">
                  <c:v>230966104.98</c:v>
                </c:pt>
                <c:pt idx="9">
                  <c:v>229906367.44</c:v>
                </c:pt>
                <c:pt idx="10">
                  <c:v>291445922.84</c:v>
                </c:pt>
                <c:pt idx="11">
                  <c:v>275108633.84000003</c:v>
                </c:pt>
                <c:pt idx="12">
                  <c:v>358225957.61</c:v>
                </c:pt>
                <c:pt idx="13">
                  <c:v>416064040.84000003</c:v>
                </c:pt>
                <c:pt idx="14">
                  <c:v>536437184.52</c:v>
                </c:pt>
                <c:pt idx="15">
                  <c:v>450004858.56</c:v>
                </c:pt>
                <c:pt idx="16">
                  <c:v>499030194.53</c:v>
                </c:pt>
                <c:pt idx="17">
                  <c:v>393031153.55</c:v>
                </c:pt>
                <c:pt idx="18">
                  <c:v>337115102.3</c:v>
                </c:pt>
                <c:pt idx="19">
                  <c:v>343638581.14</c:v>
                </c:pt>
                <c:pt idx="20">
                  <c:v>230512429.07</c:v>
                </c:pt>
                <c:pt idx="21">
                  <c:v>246481740.23000002</c:v>
                </c:pt>
                <c:pt idx="22">
                  <c:v>321200823.42</c:v>
                </c:pt>
                <c:pt idx="23">
                  <c:v>279228754.36</c:v>
                </c:pt>
                <c:pt idx="24">
                  <c:v>486251285.59000003</c:v>
                </c:pt>
                <c:pt idx="25">
                  <c:v>420705369.76</c:v>
                </c:pt>
                <c:pt idx="26">
                  <c:v>441929483.08</c:v>
                </c:pt>
                <c:pt idx="27">
                  <c:v>455492178.82</c:v>
                </c:pt>
                <c:pt idx="28">
                  <c:v>561213764.76</c:v>
                </c:pt>
                <c:pt idx="29">
                  <c:v>387202417.52</c:v>
                </c:pt>
                <c:pt idx="30">
                  <c:v>318280962.37</c:v>
                </c:pt>
                <c:pt idx="31">
                  <c:v>380264333.5</c:v>
                </c:pt>
                <c:pt idx="32">
                  <c:v>247029977.37</c:v>
                </c:pt>
                <c:pt idx="33">
                  <c:v>326472030.4</c:v>
                </c:pt>
                <c:pt idx="34">
                  <c:v>269333344.20000005</c:v>
                </c:pt>
                <c:pt idx="35">
                  <c:v>290363525.39</c:v>
                </c:pt>
                <c:pt idx="36">
                  <c:v>493922111.96999997</c:v>
                </c:pt>
                <c:pt idx="37">
                  <c:v>420602577.65000004</c:v>
                </c:pt>
                <c:pt idx="38">
                  <c:v>519721728.60999995</c:v>
                </c:pt>
                <c:pt idx="39">
                  <c:v>443502509.17</c:v>
                </c:pt>
                <c:pt idx="40">
                  <c:v>520182849.05</c:v>
                </c:pt>
                <c:pt idx="41">
                  <c:v>390841527.53</c:v>
                </c:pt>
                <c:pt idx="42">
                  <c:v>424428141.52</c:v>
                </c:pt>
                <c:pt idx="43">
                  <c:v>285213679.56</c:v>
                </c:pt>
                <c:pt idx="44">
                  <c:v>236537290.77</c:v>
                </c:pt>
                <c:pt idx="45">
                  <c:v>309970618.16999996</c:v>
                </c:pt>
                <c:pt idx="46">
                  <c:v>277920292.89</c:v>
                </c:pt>
                <c:pt idx="47">
                  <c:v>309861965.25</c:v>
                </c:pt>
                <c:pt idx="48">
                  <c:v>497211312.58000004</c:v>
                </c:pt>
                <c:pt idx="49">
                  <c:v>452242129.18</c:v>
                </c:pt>
                <c:pt idx="50">
                  <c:v>472727436.26</c:v>
                </c:pt>
                <c:pt idx="51">
                  <c:v>585735292.86</c:v>
                </c:pt>
                <c:pt idx="52">
                  <c:v>439776096.96</c:v>
                </c:pt>
                <c:pt idx="53">
                  <c:v>398487668.98</c:v>
                </c:pt>
                <c:pt idx="54">
                  <c:v>408195059.23999995</c:v>
                </c:pt>
                <c:pt idx="55">
                  <c:v>265424184.48</c:v>
                </c:pt>
                <c:pt idx="56">
                  <c:v>269830440.05</c:v>
                </c:pt>
                <c:pt idx="57">
                  <c:v>237676445.17000002</c:v>
                </c:pt>
                <c:pt idx="58">
                  <c:v>233088449.07</c:v>
                </c:pt>
                <c:pt idx="59">
                  <c:v>321019908.46999997</c:v>
                </c:pt>
                <c:pt idx="60">
                  <c:v>91818202.58</c:v>
                </c:pt>
                <c:pt idx="61">
                  <c:v>432289467.96</c:v>
                </c:pt>
                <c:pt idx="62">
                  <c:v>437626086.9</c:v>
                </c:pt>
                <c:pt idx="63">
                  <c:v>589659290.06</c:v>
                </c:pt>
                <c:pt idx="64">
                  <c:v>457643510.13</c:v>
                </c:pt>
                <c:pt idx="65">
                  <c:v>461163868.75</c:v>
                </c:pt>
                <c:pt idx="66">
                  <c:v>371938303.29</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355157267.7877962</c:v>
                </c:pt>
                <c:pt idx="1">
                  <c:v>392818225.8794521</c:v>
                </c:pt>
                <c:pt idx="2">
                  <c:v>538544866.295084</c:v>
                </c:pt>
                <c:pt idx="3">
                  <c:v>477630549.1671194</c:v>
                </c:pt>
                <c:pt idx="4">
                  <c:v>429991673.12763304</c:v>
                </c:pt>
                <c:pt idx="5">
                  <c:v>432138130.7141504</c:v>
                </c:pt>
                <c:pt idx="6">
                  <c:v>286714960.3173286</c:v>
                </c:pt>
                <c:pt idx="7">
                  <c:v>313994588.64506626</c:v>
                </c:pt>
                <c:pt idx="8">
                  <c:v>224761906.79827744</c:v>
                </c:pt>
                <c:pt idx="9">
                  <c:v>232572853.54005224</c:v>
                </c:pt>
                <c:pt idx="10">
                  <c:v>300656761.6957554</c:v>
                </c:pt>
                <c:pt idx="11">
                  <c:v>278292820.13562965</c:v>
                </c:pt>
                <c:pt idx="12">
                  <c:v>370618559.6638351</c:v>
                </c:pt>
                <c:pt idx="13">
                  <c:v>398014734.741317</c:v>
                </c:pt>
                <c:pt idx="14">
                  <c:v>550734035.9080724</c:v>
                </c:pt>
                <c:pt idx="15">
                  <c:v>459751315.39137876</c:v>
                </c:pt>
                <c:pt idx="16">
                  <c:v>546404293.9719856</c:v>
                </c:pt>
                <c:pt idx="17">
                  <c:v>381390769.8072419</c:v>
                </c:pt>
                <c:pt idx="18">
                  <c:v>334007381.1411731</c:v>
                </c:pt>
                <c:pt idx="19">
                  <c:v>332447081.1246631</c:v>
                </c:pt>
                <c:pt idx="20">
                  <c:v>230255641.95500726</c:v>
                </c:pt>
                <c:pt idx="21">
                  <c:v>234630870.8325458</c:v>
                </c:pt>
                <c:pt idx="22">
                  <c:v>325721239.51598954</c:v>
                </c:pt>
                <c:pt idx="23">
                  <c:v>288243449.59156054</c:v>
                </c:pt>
                <c:pt idx="24">
                  <c:v>468162059.5252118</c:v>
                </c:pt>
                <c:pt idx="25">
                  <c:v>435698533.99558026</c:v>
                </c:pt>
                <c:pt idx="26">
                  <c:v>464452132.95437294</c:v>
                </c:pt>
                <c:pt idx="27">
                  <c:v>444082144.11197466</c:v>
                </c:pt>
                <c:pt idx="28">
                  <c:v>571797206.0589639</c:v>
                </c:pt>
                <c:pt idx="29">
                  <c:v>404102072.2060508</c:v>
                </c:pt>
                <c:pt idx="30">
                  <c:v>324121626.2751048</c:v>
                </c:pt>
                <c:pt idx="31">
                  <c:v>374300296.87746036</c:v>
                </c:pt>
                <c:pt idx="32">
                  <c:v>243577302.52661705</c:v>
                </c:pt>
                <c:pt idx="33">
                  <c:v>306924743.52156574</c:v>
                </c:pt>
                <c:pt idx="34">
                  <c:v>272484301.64550006</c:v>
                </c:pt>
                <c:pt idx="35">
                  <c:v>315095803.9722519</c:v>
                </c:pt>
                <c:pt idx="36">
                  <c:v>490769312.91873163</c:v>
                </c:pt>
                <c:pt idx="37">
                  <c:v>433538361.92711115</c:v>
                </c:pt>
                <c:pt idx="38">
                  <c:v>517032354.1868876</c:v>
                </c:pt>
                <c:pt idx="39">
                  <c:v>440211451.1128852</c:v>
                </c:pt>
                <c:pt idx="40">
                  <c:v>522640361.8745344</c:v>
                </c:pt>
                <c:pt idx="41">
                  <c:v>397965415.18420017</c:v>
                </c:pt>
                <c:pt idx="42">
                  <c:v>415003437.29606533</c:v>
                </c:pt>
                <c:pt idx="43">
                  <c:v>280062260.29939556</c:v>
                </c:pt>
                <c:pt idx="44">
                  <c:v>238499348.22436434</c:v>
                </c:pt>
                <c:pt idx="45">
                  <c:v>310151122.236042</c:v>
                </c:pt>
                <c:pt idx="46">
                  <c:v>261629287.0845243</c:v>
                </c:pt>
                <c:pt idx="47">
                  <c:v>295358365.3830598</c:v>
                </c:pt>
                <c:pt idx="48">
                  <c:v>476974860.09249306</c:v>
                </c:pt>
                <c:pt idx="49">
                  <c:v>425905976.7640157</c:v>
                </c:pt>
                <c:pt idx="50">
                  <c:v>462554530.1153922</c:v>
                </c:pt>
                <c:pt idx="51">
                  <c:v>590120321.8623416</c:v>
                </c:pt>
                <c:pt idx="52">
                  <c:v>449645922.3642463</c:v>
                </c:pt>
                <c:pt idx="53">
                  <c:v>385656640.3276998</c:v>
                </c:pt>
                <c:pt idx="54">
                  <c:v>400660027.2743366</c:v>
                </c:pt>
                <c:pt idx="55">
                  <c:v>264208832.89748907</c:v>
                </c:pt>
                <c:pt idx="56">
                  <c:v>285617217.819422</c:v>
                </c:pt>
                <c:pt idx="57">
                  <c:v>234221384.75842917</c:v>
                </c:pt>
                <c:pt idx="58">
                  <c:v>250646592.02193373</c:v>
                </c:pt>
                <c:pt idx="59">
                  <c:v>327537256.3897004</c:v>
                </c:pt>
                <c:pt idx="60">
                  <c:v>91436949.52930233</c:v>
                </c:pt>
                <c:pt idx="61">
                  <c:v>446580681.24519324</c:v>
                </c:pt>
                <c:pt idx="62">
                  <c:v>453304506.34533304</c:v>
                </c:pt>
                <c:pt idx="63">
                  <c:v>609337876.4569093</c:v>
                </c:pt>
                <c:pt idx="64">
                  <c:v>459296079.97438055</c:v>
                </c:pt>
                <c:pt idx="65">
                  <c:v>456865777.40582484</c:v>
                </c:pt>
                <c:pt idx="66">
                  <c:v>361122830.2367934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731205452.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Moscow: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962252.7748182719</c:v>
                </c:pt>
                <c:pt idx="1">
                  <c:v>962252.7748182719</c:v>
                </c:pt>
                <c:pt idx="2">
                  <c:v>1202815.9685228397</c:v>
                </c:pt>
                <c:pt idx="3">
                  <c:v>962252.7748182719</c:v>
                </c:pt>
                <c:pt idx="4">
                  <c:v>962252.7748182719</c:v>
                </c:pt>
                <c:pt idx="5">
                  <c:v>1202815.9685228397</c:v>
                </c:pt>
                <c:pt idx="6">
                  <c:v>962252.7748182719</c:v>
                </c:pt>
                <c:pt idx="7">
                  <c:v>1202815.9685228397</c:v>
                </c:pt>
                <c:pt idx="8">
                  <c:v>962252.7748182719</c:v>
                </c:pt>
                <c:pt idx="9">
                  <c:v>962252.7748182719</c:v>
                </c:pt>
                <c:pt idx="10">
                  <c:v>1202815.9685228397</c:v>
                </c:pt>
                <c:pt idx="11">
                  <c:v>962252.7748182719</c:v>
                </c:pt>
                <c:pt idx="12">
                  <c:v>962252.7748182719</c:v>
                </c:pt>
                <c:pt idx="13">
                  <c:v>962252.7748182719</c:v>
                </c:pt>
                <c:pt idx="14">
                  <c:v>1202815.9685228397</c:v>
                </c:pt>
                <c:pt idx="15">
                  <c:v>962252.7748182719</c:v>
                </c:pt>
                <c:pt idx="16">
                  <c:v>1202815.9685228397</c:v>
                </c:pt>
                <c:pt idx="17">
                  <c:v>962252.7748182719</c:v>
                </c:pt>
                <c:pt idx="18">
                  <c:v>962252.7748182719</c:v>
                </c:pt>
                <c:pt idx="19">
                  <c:v>1202815.9685228397</c:v>
                </c:pt>
                <c:pt idx="20">
                  <c:v>962252.7748182719</c:v>
                </c:pt>
                <c:pt idx="21">
                  <c:v>962252.7748182719</c:v>
                </c:pt>
                <c:pt idx="22">
                  <c:v>1202815.9685228397</c:v>
                </c:pt>
                <c:pt idx="23">
                  <c:v>962252.7748182719</c:v>
                </c:pt>
                <c:pt idx="24">
                  <c:v>1202815.9685228397</c:v>
                </c:pt>
                <c:pt idx="25">
                  <c:v>962252.7748182719</c:v>
                </c:pt>
                <c:pt idx="26">
                  <c:v>962252.7748182719</c:v>
                </c:pt>
                <c:pt idx="27">
                  <c:v>962252.7748182719</c:v>
                </c:pt>
                <c:pt idx="28">
                  <c:v>1202815.9685228397</c:v>
                </c:pt>
                <c:pt idx="29">
                  <c:v>962252.7748182719</c:v>
                </c:pt>
                <c:pt idx="30">
                  <c:v>962252.7748182719</c:v>
                </c:pt>
                <c:pt idx="31">
                  <c:v>1202815.9685228397</c:v>
                </c:pt>
                <c:pt idx="32">
                  <c:v>962252.7748182719</c:v>
                </c:pt>
                <c:pt idx="33">
                  <c:v>1202815.9685228397</c:v>
                </c:pt>
                <c:pt idx="34">
                  <c:v>962252.7748182719</c:v>
                </c:pt>
                <c:pt idx="35">
                  <c:v>962252.7748182719</c:v>
                </c:pt>
                <c:pt idx="36">
                  <c:v>1202815.9685228397</c:v>
                </c:pt>
                <c:pt idx="37">
                  <c:v>962252.7748182719</c:v>
                </c:pt>
                <c:pt idx="38">
                  <c:v>962252.7748182719</c:v>
                </c:pt>
                <c:pt idx="39">
                  <c:v>962252.7748182719</c:v>
                </c:pt>
                <c:pt idx="40">
                  <c:v>1202815.9685228397</c:v>
                </c:pt>
                <c:pt idx="41">
                  <c:v>962252.7748182719</c:v>
                </c:pt>
                <c:pt idx="42">
                  <c:v>1202815.9685228397</c:v>
                </c:pt>
                <c:pt idx="43">
                  <c:v>962252.7748182719</c:v>
                </c:pt>
                <c:pt idx="44">
                  <c:v>962252.7748182719</c:v>
                </c:pt>
                <c:pt idx="45">
                  <c:v>1202815.9685228397</c:v>
                </c:pt>
                <c:pt idx="46">
                  <c:v>962252.7748182719</c:v>
                </c:pt>
                <c:pt idx="47">
                  <c:v>962252.7748182719</c:v>
                </c:pt>
                <c:pt idx="48">
                  <c:v>1202815.9685228397</c:v>
                </c:pt>
                <c:pt idx="49">
                  <c:v>962252.7748182719</c:v>
                </c:pt>
                <c:pt idx="50">
                  <c:v>962252.7748182719</c:v>
                </c:pt>
                <c:pt idx="51">
                  <c:v>1202815.9685228397</c:v>
                </c:pt>
                <c:pt idx="52">
                  <c:v>962252.7748182719</c:v>
                </c:pt>
                <c:pt idx="53">
                  <c:v>962252.7748182719</c:v>
                </c:pt>
                <c:pt idx="54">
                  <c:v>1202815.9685228397</c:v>
                </c:pt>
                <c:pt idx="55">
                  <c:v>962252.7748182719</c:v>
                </c:pt>
                <c:pt idx="56">
                  <c:v>1202815.9685228397</c:v>
                </c:pt>
                <c:pt idx="57">
                  <c:v>962252.7748182719</c:v>
                </c:pt>
                <c:pt idx="58">
                  <c:v>962252.7748182719</c:v>
                </c:pt>
                <c:pt idx="59">
                  <c:v>1202815.9685228397</c:v>
                </c:pt>
                <c:pt idx="60">
                  <c:v>962252.7748182719</c:v>
                </c:pt>
                <c:pt idx="61">
                  <c:v>962252.7748182719</c:v>
                </c:pt>
                <c:pt idx="62">
                  <c:v>1202815.9685228397</c:v>
                </c:pt>
                <c:pt idx="63">
                  <c:v>962252.7748182719</c:v>
                </c:pt>
                <c:pt idx="64">
                  <c:v>962252.7748182719</c:v>
                </c:pt>
                <c:pt idx="65">
                  <c:v>962252.7748182719</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12967.381977495932</c:v>
                </c:pt>
                <c:pt idx="1">
                  <c:v>8870.16659808675</c:v>
                </c:pt>
                <c:pt idx="2">
                  <c:v>235.1051226801323</c:v>
                </c:pt>
                <c:pt idx="3">
                  <c:v>19463.11095105445</c:v>
                </c:pt>
                <c:pt idx="4">
                  <c:v>4375.88199438042</c:v>
                </c:pt>
                <c:pt idx="5">
                  <c:v>43.129749604498635</c:v>
                </c:pt>
                <c:pt idx="6">
                  <c:v>15856.141603179496</c:v>
                </c:pt>
                <c:pt idx="7">
                  <c:v>3237.9217091573064</c:v>
                </c:pt>
                <c:pt idx="8">
                  <c:v>2461.142310525642</c:v>
                </c:pt>
                <c:pt idx="9">
                  <c:v>5817.688834386454</c:v>
                </c:pt>
                <c:pt idx="10">
                  <c:v>12820.103324193879</c:v>
                </c:pt>
                <c:pt idx="11">
                  <c:v>5377.038653966299</c:v>
                </c:pt>
                <c:pt idx="12">
                  <c:v>15385.723238915869</c:v>
                </c:pt>
                <c:pt idx="13">
                  <c:v>1793.3629118136992</c:v>
                </c:pt>
                <c:pt idx="14">
                  <c:v>5945.190002543224</c:v>
                </c:pt>
                <c:pt idx="15">
                  <c:v>5798.340610865893</c:v>
                </c:pt>
                <c:pt idx="16">
                  <c:v>18630.13388666948</c:v>
                </c:pt>
                <c:pt idx="17">
                  <c:v>402.18798937519784</c:v>
                </c:pt>
                <c:pt idx="18">
                  <c:v>3.711558033328067</c:v>
                </c:pt>
                <c:pt idx="19">
                  <c:v>12600.091480403844</c:v>
                </c:pt>
                <c:pt idx="20">
                  <c:v>5122.080999026026</c:v>
                </c:pt>
                <c:pt idx="21">
                  <c:v>9606.153156285665</c:v>
                </c:pt>
                <c:pt idx="22">
                  <c:v>15864.936189671978</c:v>
                </c:pt>
                <c:pt idx="23">
                  <c:v>11007.235348743126</c:v>
                </c:pt>
                <c:pt idx="24">
                  <c:v>6318.199806890581</c:v>
                </c:pt>
                <c:pt idx="25">
                  <c:v>490.3024482440313</c:v>
                </c:pt>
                <c:pt idx="26">
                  <c:v>3465.9551957193885</c:v>
                </c:pt>
                <c:pt idx="27">
                  <c:v>162.04578116079716</c:v>
                </c:pt>
                <c:pt idx="28">
                  <c:v>4436.204706818158</c:v>
                </c:pt>
                <c:pt idx="29">
                  <c:v>7953.31113259091</c:v>
                </c:pt>
                <c:pt idx="30">
                  <c:v>11915.687523035424</c:v>
                </c:pt>
                <c:pt idx="31">
                  <c:v>12116.242199087614</c:v>
                </c:pt>
                <c:pt idx="32">
                  <c:v>7738.827400392896</c:v>
                </c:pt>
                <c:pt idx="33">
                  <c:v>9828.926356944758</c:v>
                </c:pt>
                <c:pt idx="34">
                  <c:v>212.3336337075266</c:v>
                </c:pt>
                <c:pt idx="35">
                  <c:v>9644.374760591149</c:v>
                </c:pt>
                <c:pt idx="36">
                  <c:v>29423.66147190132</c:v>
                </c:pt>
                <c:pt idx="37">
                  <c:v>21253.90995652602</c:v>
                </c:pt>
                <c:pt idx="38">
                  <c:v>33565.74064592005</c:v>
                </c:pt>
                <c:pt idx="39">
                  <c:v>14912.998231091968</c:v>
                </c:pt>
                <c:pt idx="40">
                  <c:v>9211.081629524848</c:v>
                </c:pt>
                <c:pt idx="41">
                  <c:v>4391.990551437184</c:v>
                </c:pt>
                <c:pt idx="42">
                  <c:v>20664.737616062834</c:v>
                </c:pt>
                <c:pt idx="43">
                  <c:v>5734.624740447284</c:v>
                </c:pt>
                <c:pt idx="44">
                  <c:v>264.939212748046</c:v>
                </c:pt>
                <c:pt idx="45">
                  <c:v>4172.517683088395</c:v>
                </c:pt>
                <c:pt idx="46">
                  <c:v>9495.748104395076</c:v>
                </c:pt>
                <c:pt idx="47">
                  <c:v>473.96092944948157</c:v>
                </c:pt>
                <c:pt idx="48">
                  <c:v>10408.025910155156</c:v>
                </c:pt>
                <c:pt idx="49">
                  <c:v>8908.120031708333</c:v>
                </c:pt>
                <c:pt idx="50">
                  <c:v>14111.153706813235</c:v>
                </c:pt>
                <c:pt idx="51">
                  <c:v>25811.224041995276</c:v>
                </c:pt>
                <c:pt idx="52">
                  <c:v>18141.187997006655</c:v>
                </c:pt>
                <c:pt idx="53">
                  <c:v>8577.096700981143</c:v>
                </c:pt>
                <c:pt idx="54">
                  <c:v>207.04614814698772</c:v>
                </c:pt>
                <c:pt idx="55">
                  <c:v>8980.593023443349</c:v>
                </c:pt>
                <c:pt idx="56">
                  <c:v>18471.055381801612</c:v>
                </c:pt>
                <c:pt idx="57">
                  <c:v>29258.551947795248</c:v>
                </c:pt>
                <c:pt idx="58">
                  <c:v>16779.173242113437</c:v>
                </c:pt>
                <c:pt idx="59">
                  <c:v>9920.75556989856</c:v>
                </c:pt>
                <c:pt idx="60">
                  <c:v>22598.164708211258</c:v>
                </c:pt>
                <c:pt idx="61">
                  <c:v>1040.5771253143062</c:v>
                </c:pt>
                <c:pt idx="62">
                  <c:v>148.81354574984883</c:v>
                </c:pt>
                <c:pt idx="63">
                  <c:v>21356.282503042734</c:v>
                </c:pt>
                <c:pt idx="64">
                  <c:v>7779.433845267473</c:v>
                </c:pt>
                <c:pt idx="65">
                  <c:v>178.06053308517974</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32566.649002453083</c:v>
                </c:pt>
                <c:pt idx="1">
                  <c:v>41575.193144972734</c:v>
                </c:pt>
                <c:pt idx="2">
                  <c:v>46592.95623578994</c:v>
                </c:pt>
                <c:pt idx="3">
                  <c:v>98018.0453259281</c:v>
                </c:pt>
                <c:pt idx="4">
                  <c:v>48554.59162002918</c:v>
                </c:pt>
                <c:pt idx="5">
                  <c:v>24132.228565307778</c:v>
                </c:pt>
                <c:pt idx="6">
                  <c:v>10102.485749743493</c:v>
                </c:pt>
                <c:pt idx="7">
                  <c:v>6456.221965810837</c:v>
                </c:pt>
                <c:pt idx="8">
                  <c:v>5093.817386389812</c:v>
                </c:pt>
                <c:pt idx="9">
                  <c:v>61174.786529973964</c:v>
                </c:pt>
                <c:pt idx="10">
                  <c:v>77448.97158227758</c:v>
                </c:pt>
                <c:pt idx="11">
                  <c:v>25075.134201403744</c:v>
                </c:pt>
                <c:pt idx="12">
                  <c:v>12082.246034638954</c:v>
                </c:pt>
                <c:pt idx="13">
                  <c:v>8848.248419861799</c:v>
                </c:pt>
                <c:pt idx="14">
                  <c:v>55708.36750219681</c:v>
                </c:pt>
                <c:pt idx="15">
                  <c:v>61415.47990443675</c:v>
                </c:pt>
                <c:pt idx="16">
                  <c:v>35592.70312059926</c:v>
                </c:pt>
                <c:pt idx="17">
                  <c:v>88931.80700484023</c:v>
                </c:pt>
                <c:pt idx="18">
                  <c:v>132911.90041205296</c:v>
                </c:pt>
                <c:pt idx="19">
                  <c:v>83118.5231880169</c:v>
                </c:pt>
                <c:pt idx="20">
                  <c:v>72291.36072137997</c:v>
                </c:pt>
                <c:pt idx="21">
                  <c:v>59807.23597104617</c:v>
                </c:pt>
                <c:pt idx="22">
                  <c:v>137123.11433759838</c:v>
                </c:pt>
                <c:pt idx="23">
                  <c:v>36532.62296980503</c:v>
                </c:pt>
                <c:pt idx="24">
                  <c:v>68491.68530678714</c:v>
                </c:pt>
                <c:pt idx="25">
                  <c:v>94878.3240748086</c:v>
                </c:pt>
                <c:pt idx="26">
                  <c:v>92226.53939224375</c:v>
                </c:pt>
                <c:pt idx="27">
                  <c:v>70096.62964699279</c:v>
                </c:pt>
                <c:pt idx="28">
                  <c:v>95554.03095101492</c:v>
                </c:pt>
                <c:pt idx="29">
                  <c:v>99833.35909679394</c:v>
                </c:pt>
                <c:pt idx="30">
                  <c:v>93224.19819532969</c:v>
                </c:pt>
                <c:pt idx="31">
                  <c:v>263986.43559351185</c:v>
                </c:pt>
                <c:pt idx="32">
                  <c:v>158906.7726544523</c:v>
                </c:pt>
                <c:pt idx="33">
                  <c:v>213816.42509919597</c:v>
                </c:pt>
                <c:pt idx="34">
                  <c:v>169629.847384322</c:v>
                </c:pt>
                <c:pt idx="35">
                  <c:v>88477.13963359069</c:v>
                </c:pt>
                <c:pt idx="36">
                  <c:v>68846.30598303882</c:v>
                </c:pt>
                <c:pt idx="37">
                  <c:v>120213.84838657416</c:v>
                </c:pt>
                <c:pt idx="38">
                  <c:v>143601.81075208573</c:v>
                </c:pt>
                <c:pt idx="39">
                  <c:v>51313.9794054973</c:v>
                </c:pt>
                <c:pt idx="40">
                  <c:v>73181.4932839322</c:v>
                </c:pt>
                <c:pt idx="41">
                  <c:v>132000.49689477542</c:v>
                </c:pt>
                <c:pt idx="42">
                  <c:v>139648.63746498164</c:v>
                </c:pt>
                <c:pt idx="43">
                  <c:v>166526.91333360923</c:v>
                </c:pt>
                <c:pt idx="44">
                  <c:v>102626.0092335752</c:v>
                </c:pt>
                <c:pt idx="45">
                  <c:v>137552.19145350344</c:v>
                </c:pt>
                <c:pt idx="46">
                  <c:v>108707.70022984245</c:v>
                </c:pt>
                <c:pt idx="47">
                  <c:v>54648.928604831744</c:v>
                </c:pt>
                <c:pt idx="48">
                  <c:v>138873.8717285761</c:v>
                </c:pt>
                <c:pt idx="49">
                  <c:v>62149.34834422624</c:v>
                </c:pt>
                <c:pt idx="50">
                  <c:v>79732.97597286868</c:v>
                </c:pt>
                <c:pt idx="51">
                  <c:v>82770.41078038595</c:v>
                </c:pt>
                <c:pt idx="52">
                  <c:v>105393.93851479392</c:v>
                </c:pt>
                <c:pt idx="53">
                  <c:v>106004.79500445981</c:v>
                </c:pt>
                <c:pt idx="54">
                  <c:v>155033.94189307446</c:v>
                </c:pt>
                <c:pt idx="55">
                  <c:v>114473.10814349912</c:v>
                </c:pt>
                <c:pt idx="56">
                  <c:v>68341.17526654946</c:v>
                </c:pt>
                <c:pt idx="57">
                  <c:v>26264.110564824347</c:v>
                </c:pt>
                <c:pt idx="58">
                  <c:v>16997.93866187516</c:v>
                </c:pt>
                <c:pt idx="59">
                  <c:v>96152.02762299468</c:v>
                </c:pt>
                <c:pt idx="60">
                  <c:v>119384.904088964</c:v>
                </c:pt>
                <c:pt idx="61">
                  <c:v>104993.73978612674</c:v>
                </c:pt>
                <c:pt idx="62">
                  <c:v>149308.84702374562</c:v>
                </c:pt>
                <c:pt idx="63">
                  <c:v>53272.53533679674</c:v>
                </c:pt>
                <c:pt idx="64">
                  <c:v>29116.997297554295</c:v>
                </c:pt>
                <c:pt idx="65">
                  <c:v>13945.87284539561</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7623.060864093077</c:v>
                </c:pt>
                <c:pt idx="1">
                  <c:v>12518.035366755314</c:v>
                </c:pt>
                <c:pt idx="2">
                  <c:v>17778.665156584182</c:v>
                </c:pt>
                <c:pt idx="3">
                  <c:v>17699.847766080984</c:v>
                </c:pt>
                <c:pt idx="4">
                  <c:v>26612.66946105768</c:v>
                </c:pt>
                <c:pt idx="5">
                  <c:v>4364.7819173909265</c:v>
                </c:pt>
                <c:pt idx="6">
                  <c:v>180.99318610873328</c:v>
                </c:pt>
                <c:pt idx="7">
                  <c:v>24626.49556156564</c:v>
                </c:pt>
                <c:pt idx="8">
                  <c:v>16310.34715269611</c:v>
                </c:pt>
                <c:pt idx="9">
                  <c:v>18193.28385082546</c:v>
                </c:pt>
                <c:pt idx="10">
                  <c:v>626.7020884099645</c:v>
                </c:pt>
                <c:pt idx="11">
                  <c:v>8191.333666940235</c:v>
                </c:pt>
                <c:pt idx="12">
                  <c:v>12284.898964892545</c:v>
                </c:pt>
                <c:pt idx="13">
                  <c:v>11094.607138812911</c:v>
                </c:pt>
                <c:pt idx="14">
                  <c:v>22105.219135902178</c:v>
                </c:pt>
                <c:pt idx="15">
                  <c:v>31575.15841614597</c:v>
                </c:pt>
                <c:pt idx="16">
                  <c:v>19507.186476816256</c:v>
                </c:pt>
                <c:pt idx="17">
                  <c:v>23372.459385806647</c:v>
                </c:pt>
                <c:pt idx="18">
                  <c:v>3639.8357426397984</c:v>
                </c:pt>
                <c:pt idx="19">
                  <c:v>4215.169395609631</c:v>
                </c:pt>
                <c:pt idx="20">
                  <c:v>13897.071939403317</c:v>
                </c:pt>
                <c:pt idx="21">
                  <c:v>19011.006537998932</c:v>
                </c:pt>
                <c:pt idx="22">
                  <c:v>2196.9952126831745</c:v>
                </c:pt>
                <c:pt idx="23">
                  <c:v>14993.203279850983</c:v>
                </c:pt>
                <c:pt idx="24">
                  <c:v>21916.69244415697</c:v>
                </c:pt>
                <c:pt idx="25">
                  <c:v>20920.710830609583</c:v>
                </c:pt>
                <c:pt idx="26">
                  <c:v>8070.908700820282</c:v>
                </c:pt>
                <c:pt idx="27">
                  <c:v>14637.232533188655</c:v>
                </c:pt>
                <c:pt idx="28">
                  <c:v>18145.741024723968</c:v>
                </c:pt>
                <c:pt idx="29">
                  <c:v>871.2252550011058</c:v>
                </c:pt>
                <c:pt idx="30">
                  <c:v>4451.79567308972</c:v>
                </c:pt>
                <c:pt idx="31">
                  <c:v>18490.63764651711</c:v>
                </c:pt>
                <c:pt idx="32">
                  <c:v>9051.164976486383</c:v>
                </c:pt>
                <c:pt idx="33">
                  <c:v>37648.93140485865</c:v>
                </c:pt>
                <c:pt idx="34">
                  <c:v>6018.611939091779</c:v>
                </c:pt>
                <c:pt idx="35">
                  <c:v>16670.82934011057</c:v>
                </c:pt>
                <c:pt idx="36">
                  <c:v>26270.77198875272</c:v>
                </c:pt>
                <c:pt idx="37">
                  <c:v>18063.399600665547</c:v>
                </c:pt>
                <c:pt idx="38">
                  <c:v>28589.694425327772</c:v>
                </c:pt>
                <c:pt idx="39">
                  <c:v>23783.277995889694</c:v>
                </c:pt>
                <c:pt idx="40">
                  <c:v>10102.197842789592</c:v>
                </c:pt>
                <c:pt idx="41">
                  <c:v>13132.944959141623</c:v>
                </c:pt>
                <c:pt idx="42">
                  <c:v>25711.804691612844</c:v>
                </c:pt>
                <c:pt idx="43">
                  <c:v>13542.664666914943</c:v>
                </c:pt>
                <c:pt idx="44">
                  <c:v>6779.882115460693</c:v>
                </c:pt>
                <c:pt idx="45">
                  <c:v>33066.26093036822</c:v>
                </c:pt>
                <c:pt idx="46">
                  <c:v>14453.236775150386</c:v>
                </c:pt>
                <c:pt idx="47">
                  <c:v>710.1087213037634</c:v>
                </c:pt>
                <c:pt idx="48">
                  <c:v>12955.98939775486</c:v>
                </c:pt>
                <c:pt idx="49">
                  <c:v>19372.661901077576</c:v>
                </c:pt>
                <c:pt idx="50">
                  <c:v>10804.17987079375</c:v>
                </c:pt>
                <c:pt idx="51">
                  <c:v>56156.94558184508</c:v>
                </c:pt>
                <c:pt idx="52">
                  <c:v>12723.835289640696</c:v>
                </c:pt>
                <c:pt idx="53">
                  <c:v>11104.933075088378</c:v>
                </c:pt>
                <c:pt idx="54">
                  <c:v>14360.082075706936</c:v>
                </c:pt>
                <c:pt idx="55">
                  <c:v>28.841006951744575</c:v>
                </c:pt>
                <c:pt idx="56">
                  <c:v>814.9802348780255</c:v>
                </c:pt>
                <c:pt idx="57">
                  <c:v>9507.101449083024</c:v>
                </c:pt>
                <c:pt idx="58">
                  <c:v>23587.742133959062</c:v>
                </c:pt>
                <c:pt idx="59">
                  <c:v>36053.301230212375</c:v>
                </c:pt>
                <c:pt idx="60">
                  <c:v>34132.75882438685</c:v>
                </c:pt>
                <c:pt idx="61">
                  <c:v>13408.282723257293</c:v>
                </c:pt>
                <c:pt idx="62">
                  <c:v>6861.33291991149</c:v>
                </c:pt>
                <c:pt idx="63">
                  <c:v>30466.342929340928</c:v>
                </c:pt>
                <c:pt idx="64">
                  <c:v>11099.923026321876</c:v>
                </c:pt>
                <c:pt idx="65">
                  <c:v>935.0851212104911</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2781.742393457104</c:v>
                </c:pt>
                <c:pt idx="1">
                  <c:v>8026.497847701454</c:v>
                </c:pt>
                <c:pt idx="2">
                  <c:v>8201.969380731742</c:v>
                </c:pt>
                <c:pt idx="3">
                  <c:v>3375.3191140869285</c:v>
                </c:pt>
                <c:pt idx="4">
                  <c:v>83.26790081198325</c:v>
                </c:pt>
                <c:pt idx="5">
                  <c:v>4918.12299509128</c:v>
                </c:pt>
                <c:pt idx="6">
                  <c:v>2745.599498503914</c:v>
                </c:pt>
                <c:pt idx="7">
                  <c:v>141.51695192176336</c:v>
                </c:pt>
                <c:pt idx="8">
                  <c:v>11171.838924016864</c:v>
                </c:pt>
                <c:pt idx="9">
                  <c:v>336.2384298089638</c:v>
                </c:pt>
                <c:pt idx="10">
                  <c:v>4769.8590334991895</c:v>
                </c:pt>
                <c:pt idx="11">
                  <c:v>3294.1120143449575</c:v>
                </c:pt>
                <c:pt idx="12">
                  <c:v>8944.841059396344</c:v>
                </c:pt>
                <c:pt idx="13">
                  <c:v>400.2130940156957</c:v>
                </c:pt>
                <c:pt idx="14">
                  <c:v>1110.2361225706748</c:v>
                </c:pt>
                <c:pt idx="15">
                  <c:v>8622.380720320518</c:v>
                </c:pt>
                <c:pt idx="16">
                  <c:v>11728.710009358116</c:v>
                </c:pt>
                <c:pt idx="17">
                  <c:v>10527.623495044236</c:v>
                </c:pt>
                <c:pt idx="18">
                  <c:v>9502.13679045978</c:v>
                </c:pt>
                <c:pt idx="19">
                  <c:v>1184.043906172576</c:v>
                </c:pt>
                <c:pt idx="20">
                  <c:v>5995.199076336723</c:v>
                </c:pt>
                <c:pt idx="21">
                  <c:v>1860.5458544638138</c:v>
                </c:pt>
                <c:pt idx="22">
                  <c:v>10026.10162852734</c:v>
                </c:pt>
                <c:pt idx="23">
                  <c:v>94.82650473115505</c:v>
                </c:pt>
                <c:pt idx="24">
                  <c:v>209.28785493174766</c:v>
                </c:pt>
                <c:pt idx="25">
                  <c:v>250.21160550231184</c:v>
                </c:pt>
                <c:pt idx="26">
                  <c:v>3723.0969529151735</c:v>
                </c:pt>
                <c:pt idx="27">
                  <c:v>3887.0276248441774</c:v>
                </c:pt>
                <c:pt idx="28">
                  <c:v>370.21420639508267</c:v>
                </c:pt>
                <c:pt idx="29">
                  <c:v>13415.841956438293</c:v>
                </c:pt>
                <c:pt idx="30">
                  <c:v>8687.437855731701</c:v>
                </c:pt>
                <c:pt idx="31">
                  <c:v>13363.071522737568</c:v>
                </c:pt>
                <c:pt idx="32">
                  <c:v>1951.1295931021477</c:v>
                </c:pt>
                <c:pt idx="33">
                  <c:v>2467.6845899288824</c:v>
                </c:pt>
                <c:pt idx="34">
                  <c:v>57.077781841973156</c:v>
                </c:pt>
                <c:pt idx="35">
                  <c:v>11766.638106663911</c:v>
                </c:pt>
                <c:pt idx="36">
                  <c:v>13040.581122220934</c:v>
                </c:pt>
                <c:pt idx="37">
                  <c:v>4072.56066912081</c:v>
                </c:pt>
                <c:pt idx="38">
                  <c:v>13777.417163872331</c:v>
                </c:pt>
                <c:pt idx="39">
                  <c:v>6285.942538814722</c:v>
                </c:pt>
                <c:pt idx="40">
                  <c:v>55.834207235715986</c:v>
                </c:pt>
                <c:pt idx="41">
                  <c:v>144.51896687899654</c:v>
                </c:pt>
                <c:pt idx="42">
                  <c:v>5549.10427180969</c:v>
                </c:pt>
                <c:pt idx="43">
                  <c:v>7096.698521781073</c:v>
                </c:pt>
                <c:pt idx="44">
                  <c:v>38.3854815199098</c:v>
                </c:pt>
                <c:pt idx="45">
                  <c:v>15766.442667023952</c:v>
                </c:pt>
                <c:pt idx="46">
                  <c:v>2600.742248793848</c:v>
                </c:pt>
                <c:pt idx="47">
                  <c:v>5870.689577943678</c:v>
                </c:pt>
                <c:pt idx="48">
                  <c:v>8104.695940141215</c:v>
                </c:pt>
                <c:pt idx="49">
                  <c:v>2242.1043434213097</c:v>
                </c:pt>
                <c:pt idx="50">
                  <c:v>177.33992512742086</c:v>
                </c:pt>
                <c:pt idx="51">
                  <c:v>3323.302826995284</c:v>
                </c:pt>
                <c:pt idx="52">
                  <c:v>13333.642829933618</c:v>
                </c:pt>
                <c:pt idx="53">
                  <c:v>63.01295509665187</c:v>
                </c:pt>
                <c:pt idx="54">
                  <c:v>6646.408075079058</c:v>
                </c:pt>
                <c:pt idx="55">
                  <c:v>6818.376023903134</c:v>
                </c:pt>
                <c:pt idx="56">
                  <c:v>6673.283743427707</c:v>
                </c:pt>
                <c:pt idx="57">
                  <c:v>59.063480643209644</c:v>
                </c:pt>
                <c:pt idx="58">
                  <c:v>114.71278474697186</c:v>
                </c:pt>
                <c:pt idx="59">
                  <c:v>10524.943357389877</c:v>
                </c:pt>
                <c:pt idx="60">
                  <c:v>15726.12116580706</c:v>
                </c:pt>
                <c:pt idx="61">
                  <c:v>9338.070228286144</c:v>
                </c:pt>
                <c:pt idx="62">
                  <c:v>11329.792480752829</c:v>
                </c:pt>
                <c:pt idx="63">
                  <c:v>3333.3028561631263</c:v>
                </c:pt>
                <c:pt idx="64">
                  <c:v>6233.3840569704125</c:v>
                </c:pt>
                <c:pt idx="65">
                  <c:v>8836.909537666494</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294.23116009081616</c:v>
                </c:pt>
                <c:pt idx="1">
                  <c:v>7992.411511228653</c:v>
                </c:pt>
                <c:pt idx="2">
                  <c:v>4826.245796018547</c:v>
                </c:pt>
                <c:pt idx="3">
                  <c:v>10.147411646349015</c:v>
                </c:pt>
                <c:pt idx="4">
                  <c:v>11014.029909242343</c:v>
                </c:pt>
                <c:pt idx="5">
                  <c:v>6906.993727723286</c:v>
                </c:pt>
                <c:pt idx="6">
                  <c:v>4132.094300981044</c:v>
                </c:pt>
                <c:pt idx="7">
                  <c:v>516.6807461609628</c:v>
                </c:pt>
                <c:pt idx="8">
                  <c:v>19275.790762640823</c:v>
                </c:pt>
                <c:pt idx="9">
                  <c:v>8819.277131390434</c:v>
                </c:pt>
                <c:pt idx="10">
                  <c:v>11612.735335833942</c:v>
                </c:pt>
                <c:pt idx="11">
                  <c:v>63.931240117541094</c:v>
                </c:pt>
                <c:pt idx="12">
                  <c:v>7972.212659606663</c:v>
                </c:pt>
                <c:pt idx="13">
                  <c:v>4674.5009649052345</c:v>
                </c:pt>
                <c:pt idx="14">
                  <c:v>15779.943900324874</c:v>
                </c:pt>
                <c:pt idx="15">
                  <c:v>9930.670660115537</c:v>
                </c:pt>
                <c:pt idx="16">
                  <c:v>17473.202084105797</c:v>
                </c:pt>
                <c:pt idx="17">
                  <c:v>441.8639914016756</c:v>
                </c:pt>
                <c:pt idx="18">
                  <c:v>12495.303337170051</c:v>
                </c:pt>
                <c:pt idx="19">
                  <c:v>15482.60103239804</c:v>
                </c:pt>
                <c:pt idx="20">
                  <c:v>335.55263045472515</c:v>
                </c:pt>
                <c:pt idx="21">
                  <c:v>6287.668424417794</c:v>
                </c:pt>
                <c:pt idx="22">
                  <c:v>8901.404468025516</c:v>
                </c:pt>
                <c:pt idx="23">
                  <c:v>3360.7776008556225</c:v>
                </c:pt>
                <c:pt idx="24">
                  <c:v>5147.12283592116</c:v>
                </c:pt>
                <c:pt idx="25">
                  <c:v>32.950189634015885</c:v>
                </c:pt>
                <c:pt idx="26">
                  <c:v>144.7018741307119</c:v>
                </c:pt>
                <c:pt idx="27">
                  <c:v>7563.14604802116</c:v>
                </c:pt>
                <c:pt idx="28">
                  <c:v>15288.547546151502</c:v>
                </c:pt>
                <c:pt idx="29">
                  <c:v>1800.0534312375248</c:v>
                </c:pt>
                <c:pt idx="30">
                  <c:v>3499.1173388147045</c:v>
                </c:pt>
                <c:pt idx="31">
                  <c:v>22327.470977875328</c:v>
                </c:pt>
                <c:pt idx="32">
                  <c:v>13015.292276203993</c:v>
                </c:pt>
                <c:pt idx="33">
                  <c:v>5551.016098421282</c:v>
                </c:pt>
                <c:pt idx="34">
                  <c:v>3778.4094108217137</c:v>
                </c:pt>
                <c:pt idx="35">
                  <c:v>9629.350792643048</c:v>
                </c:pt>
                <c:pt idx="36">
                  <c:v>12768.67321629019</c:v>
                </c:pt>
                <c:pt idx="37">
                  <c:v>34.615258776391215</c:v>
                </c:pt>
                <c:pt idx="38">
                  <c:v>20015.57848110365</c:v>
                </c:pt>
                <c:pt idx="39">
                  <c:v>4504.772075937128</c:v>
                </c:pt>
                <c:pt idx="40">
                  <c:v>9074.956913651944</c:v>
                </c:pt>
                <c:pt idx="41">
                  <c:v>12100.814213892572</c:v>
                </c:pt>
                <c:pt idx="42">
                  <c:v>14416.860146125011</c:v>
                </c:pt>
                <c:pt idx="43">
                  <c:v>533.8960670078566</c:v>
                </c:pt>
                <c:pt idx="44">
                  <c:v>5451.786105176175</c:v>
                </c:pt>
                <c:pt idx="45">
                  <c:v>15792.784185605553</c:v>
                </c:pt>
                <c:pt idx="46">
                  <c:v>8980.070686147765</c:v>
                </c:pt>
                <c:pt idx="47">
                  <c:v>214.87961820358083</c:v>
                </c:pt>
                <c:pt idx="48">
                  <c:v>16682.55648541903</c:v>
                </c:pt>
                <c:pt idx="49">
                  <c:v>4718.353943578301</c:v>
                </c:pt>
                <c:pt idx="50">
                  <c:v>10660.798563738907</c:v>
                </c:pt>
                <c:pt idx="51">
                  <c:v>20195.75513485029</c:v>
                </c:pt>
                <c:pt idx="52">
                  <c:v>20796.253035995393</c:v>
                </c:pt>
                <c:pt idx="53">
                  <c:v>14183.383214901993</c:v>
                </c:pt>
                <c:pt idx="54">
                  <c:v>10353.5508266952</c:v>
                </c:pt>
                <c:pt idx="55">
                  <c:v>14299.683378922316</c:v>
                </c:pt>
                <c:pt idx="56">
                  <c:v>5810.967655639373</c:v>
                </c:pt>
                <c:pt idx="57">
                  <c:v>456.8893661671004</c:v>
                </c:pt>
                <c:pt idx="58">
                  <c:v>353.7358868147218</c:v>
                </c:pt>
                <c:pt idx="59">
                  <c:v>0.04958765993484761</c:v>
                </c:pt>
                <c:pt idx="60">
                  <c:v>4827.138693815256</c:v>
                </c:pt>
                <c:pt idx="61">
                  <c:v>7968.5393088651</c:v>
                </c:pt>
                <c:pt idx="62">
                  <c:v>9964.003660429416</c:v>
                </c:pt>
                <c:pt idx="63">
                  <c:v>383.3354828869389</c:v>
                </c:pt>
                <c:pt idx="64">
                  <c:v>14348.7161618444</c:v>
                </c:pt>
                <c:pt idx="65">
                  <c:v>16173.437732001647</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1191.1746234104494</c:v>
                </c:pt>
                <c:pt idx="1">
                  <c:v>2666.7470516791805</c:v>
                </c:pt>
                <c:pt idx="2">
                  <c:v>8488.692301502688</c:v>
                </c:pt>
                <c:pt idx="3">
                  <c:v>19819.04629351901</c:v>
                </c:pt>
                <c:pt idx="4">
                  <c:v>2211.297483594806</c:v>
                </c:pt>
                <c:pt idx="5">
                  <c:v>20038.185540809365</c:v>
                </c:pt>
                <c:pt idx="6">
                  <c:v>1980.4257127259775</c:v>
                </c:pt>
                <c:pt idx="7">
                  <c:v>47678.440143259075</c:v>
                </c:pt>
                <c:pt idx="8">
                  <c:v>14784.21352429632</c:v>
                </c:pt>
                <c:pt idx="9">
                  <c:v>23329.497060859765</c:v>
                </c:pt>
                <c:pt idx="10">
                  <c:v>29832.961420782336</c:v>
                </c:pt>
                <c:pt idx="11">
                  <c:v>11522.932860749523</c:v>
                </c:pt>
                <c:pt idx="12">
                  <c:v>35641.77038748927</c:v>
                </c:pt>
                <c:pt idx="13">
                  <c:v>8122.141645760507</c:v>
                </c:pt>
                <c:pt idx="14">
                  <c:v>1706.77885768027</c:v>
                </c:pt>
                <c:pt idx="15">
                  <c:v>11699.415589778264</c:v>
                </c:pt>
                <c:pt idx="16">
                  <c:v>26373.265996874674</c:v>
                </c:pt>
                <c:pt idx="17">
                  <c:v>20665.619646202264</c:v>
                </c:pt>
                <c:pt idx="18">
                  <c:v>18061.10708642385</c:v>
                </c:pt>
                <c:pt idx="19">
                  <c:v>29570.91236583187</c:v>
                </c:pt>
                <c:pt idx="20">
                  <c:v>26055.707814574555</c:v>
                </c:pt>
                <c:pt idx="21">
                  <c:v>11770.713610354262</c:v>
                </c:pt>
                <c:pt idx="22">
                  <c:v>12242.28478658743</c:v>
                </c:pt>
                <c:pt idx="23">
                  <c:v>1916.753099427207</c:v>
                </c:pt>
                <c:pt idx="24">
                  <c:v>31190.76853213392</c:v>
                </c:pt>
                <c:pt idx="25">
                  <c:v>13030.096527006537</c:v>
                </c:pt>
                <c:pt idx="26">
                  <c:v>19515.661050262916</c:v>
                </c:pt>
                <c:pt idx="27">
                  <c:v>1797.5855910524642</c:v>
                </c:pt>
                <c:pt idx="28">
                  <c:v>24991.748560520744</c:v>
                </c:pt>
                <c:pt idx="29">
                  <c:v>32313.569606308094</c:v>
                </c:pt>
                <c:pt idx="30">
                  <c:v>10406.50133760356</c:v>
                </c:pt>
                <c:pt idx="31">
                  <c:v>53601.13936959187</c:v>
                </c:pt>
                <c:pt idx="32">
                  <c:v>37380.45910098858</c:v>
                </c:pt>
                <c:pt idx="33">
                  <c:v>47155.57721180972</c:v>
                </c:pt>
                <c:pt idx="34">
                  <c:v>19832.38012285167</c:v>
                </c:pt>
                <c:pt idx="35">
                  <c:v>32539.144907733615</c:v>
                </c:pt>
                <c:pt idx="36">
                  <c:v>13606.425734902494</c:v>
                </c:pt>
                <c:pt idx="37">
                  <c:v>1385.8601556499307</c:v>
                </c:pt>
                <c:pt idx="38">
                  <c:v>4319.893663864788</c:v>
                </c:pt>
                <c:pt idx="39">
                  <c:v>6543.4435450070105</c:v>
                </c:pt>
                <c:pt idx="40">
                  <c:v>15643.048294813381</c:v>
                </c:pt>
                <c:pt idx="41">
                  <c:v>23093.088783397856</c:v>
                </c:pt>
                <c:pt idx="42">
                  <c:v>31248.926947277847</c:v>
                </c:pt>
                <c:pt idx="43">
                  <c:v>29299.312650550673</c:v>
                </c:pt>
                <c:pt idx="44">
                  <c:v>5727.591869658637</c:v>
                </c:pt>
                <c:pt idx="45">
                  <c:v>43087.02004926616</c:v>
                </c:pt>
                <c:pt idx="46">
                  <c:v>33210.49700162264</c:v>
                </c:pt>
                <c:pt idx="47">
                  <c:v>2248.1225720108014</c:v>
                </c:pt>
                <c:pt idx="48">
                  <c:v>1418.1370827625776</c:v>
                </c:pt>
                <c:pt idx="49">
                  <c:v>1576.9166296163844</c:v>
                </c:pt>
                <c:pt idx="50">
                  <c:v>27289.937627293184</c:v>
                </c:pt>
                <c:pt idx="51">
                  <c:v>10997.089220561327</c:v>
                </c:pt>
                <c:pt idx="52">
                  <c:v>617.4086184393327</c:v>
                </c:pt>
                <c:pt idx="53">
                  <c:v>40589.93221441826</c:v>
                </c:pt>
                <c:pt idx="54">
                  <c:v>33386.56212925403</c:v>
                </c:pt>
                <c:pt idx="55">
                  <c:v>20537.23146572576</c:v>
                </c:pt>
                <c:pt idx="56">
                  <c:v>11127.764838154622</c:v>
                </c:pt>
                <c:pt idx="57">
                  <c:v>61016.52470268164</c:v>
                </c:pt>
                <c:pt idx="58">
                  <c:v>9263.529416573021</c:v>
                </c:pt>
                <c:pt idx="59">
                  <c:v>51962.61572324739</c:v>
                </c:pt>
                <c:pt idx="60">
                  <c:v>53965.89813685615</c:v>
                </c:pt>
                <c:pt idx="61">
                  <c:v>36810.36708235978</c:v>
                </c:pt>
                <c:pt idx="62">
                  <c:v>50352.99001581453</c:v>
                </c:pt>
                <c:pt idx="63">
                  <c:v>20887.061651536824</c:v>
                </c:pt>
                <c:pt idx="64">
                  <c:v>50707.97486296227</c:v>
                </c:pt>
                <c:pt idx="65">
                  <c:v>15514.070441187398</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2686.132180972185</c:v>
                </c:pt>
                <c:pt idx="1">
                  <c:v>2969.539773074341</c:v>
                </c:pt>
                <c:pt idx="2">
                  <c:v>34919.93749386916</c:v>
                </c:pt>
                <c:pt idx="3">
                  <c:v>13400.87834232243</c:v>
                </c:pt>
                <c:pt idx="4">
                  <c:v>3092.782024592202</c:v>
                </c:pt>
                <c:pt idx="5">
                  <c:v>28706.2809594036</c:v>
                </c:pt>
                <c:pt idx="6">
                  <c:v>13741.9356011413</c:v>
                </c:pt>
                <c:pt idx="7">
                  <c:v>27685.919278458157</c:v>
                </c:pt>
                <c:pt idx="8">
                  <c:v>3457.7912910166533</c:v>
                </c:pt>
                <c:pt idx="9">
                  <c:v>34339.655285082765</c:v>
                </c:pt>
                <c:pt idx="10">
                  <c:v>33762.39616872982</c:v>
                </c:pt>
                <c:pt idx="11">
                  <c:v>10402.382485956146</c:v>
                </c:pt>
                <c:pt idx="12">
                  <c:v>2826.6501410617548</c:v>
                </c:pt>
                <c:pt idx="13">
                  <c:v>43007.20667163716</c:v>
                </c:pt>
                <c:pt idx="14">
                  <c:v>16409.927577260023</c:v>
                </c:pt>
                <c:pt idx="15">
                  <c:v>3412.383771766939</c:v>
                </c:pt>
                <c:pt idx="16">
                  <c:v>32106.548926766583</c:v>
                </c:pt>
                <c:pt idx="17">
                  <c:v>3851.5572060704535</c:v>
                </c:pt>
                <c:pt idx="18">
                  <c:v>14486.423155772109</c:v>
                </c:pt>
                <c:pt idx="19">
                  <c:v>29866.119675310845</c:v>
                </c:pt>
                <c:pt idx="20">
                  <c:v>7687.802569470844</c:v>
                </c:pt>
                <c:pt idx="21">
                  <c:v>18721.863542393367</c:v>
                </c:pt>
                <c:pt idx="22">
                  <c:v>31182.617783334004</c:v>
                </c:pt>
                <c:pt idx="23">
                  <c:v>12953.710003039798</c:v>
                </c:pt>
                <c:pt idx="24">
                  <c:v>4858.246159681597</c:v>
                </c:pt>
                <c:pt idx="25">
                  <c:v>3651.9031729999815</c:v>
                </c:pt>
                <c:pt idx="26">
                  <c:v>3121.070955642435</c:v>
                </c:pt>
                <c:pt idx="27">
                  <c:v>21180.76704798246</c:v>
                </c:pt>
                <c:pt idx="28">
                  <c:v>7785.225512591459</c:v>
                </c:pt>
                <c:pt idx="29">
                  <c:v>40311.11601542902</c:v>
                </c:pt>
                <c:pt idx="30">
                  <c:v>25561.718493958477</c:v>
                </c:pt>
                <c:pt idx="31">
                  <c:v>26822.27706076153</c:v>
                </c:pt>
                <c:pt idx="32">
                  <c:v>10063.741392708478</c:v>
                </c:pt>
                <c:pt idx="33">
                  <c:v>4948.242256144246</c:v>
                </c:pt>
                <c:pt idx="34">
                  <c:v>16194.874658081422</c:v>
                </c:pt>
                <c:pt idx="35">
                  <c:v>40744.10463907942</c:v>
                </c:pt>
                <c:pt idx="36">
                  <c:v>50506.51398457006</c:v>
                </c:pt>
                <c:pt idx="37">
                  <c:v>18215.557725426377</c:v>
                </c:pt>
                <c:pt idx="38">
                  <c:v>83709.40710073331</c:v>
                </c:pt>
                <c:pt idx="39">
                  <c:v>43872.95076714232</c:v>
                </c:pt>
                <c:pt idx="40">
                  <c:v>14493.817140863248</c:v>
                </c:pt>
                <c:pt idx="41">
                  <c:v>25618.1503434338</c:v>
                </c:pt>
                <c:pt idx="42">
                  <c:v>8351.555419288477</c:v>
                </c:pt>
                <c:pt idx="43">
                  <c:v>15136.115338110078</c:v>
                </c:pt>
                <c:pt idx="44">
                  <c:v>36674.126482870095</c:v>
                </c:pt>
                <c:pt idx="45">
                  <c:v>9535.755391429644</c:v>
                </c:pt>
                <c:pt idx="46">
                  <c:v>3649.8570579644156</c:v>
                </c:pt>
                <c:pt idx="47">
                  <c:v>3656.1236570063884</c:v>
                </c:pt>
                <c:pt idx="48">
                  <c:v>13169.11263617622</c:v>
                </c:pt>
                <c:pt idx="49">
                  <c:v>51250.01111956571</c:v>
                </c:pt>
                <c:pt idx="50">
                  <c:v>16394.306165171005</c:v>
                </c:pt>
                <c:pt idx="51">
                  <c:v>6187.5353367593725</c:v>
                </c:pt>
                <c:pt idx="52">
                  <c:v>4000.3569439399503</c:v>
                </c:pt>
                <c:pt idx="53">
                  <c:v>15681.56375242677</c:v>
                </c:pt>
                <c:pt idx="54">
                  <c:v>6456.526712692092</c:v>
                </c:pt>
                <c:pt idx="55">
                  <c:v>3564.0936904764085</c:v>
                </c:pt>
                <c:pt idx="56">
                  <c:v>5456.03611868933</c:v>
                </c:pt>
                <c:pt idx="57">
                  <c:v>33534.98299375213</c:v>
                </c:pt>
                <c:pt idx="58">
                  <c:v>25699.11902390147</c:v>
                </c:pt>
                <c:pt idx="59">
                  <c:v>16501.36044288664</c:v>
                </c:pt>
                <c:pt idx="60">
                  <c:v>4419.0640069158635</c:v>
                </c:pt>
                <c:pt idx="61">
                  <c:v>22766.046498669355</c:v>
                </c:pt>
                <c:pt idx="62">
                  <c:v>8342.80170010897</c:v>
                </c:pt>
                <c:pt idx="63">
                  <c:v>24128.83296962072</c:v>
                </c:pt>
                <c:pt idx="64">
                  <c:v>24189.3702443668</c:v>
                </c:pt>
                <c:pt idx="65">
                  <c:v>33517.370920511625</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4208.558689702632</c:v>
                </c:pt>
                <c:pt idx="1">
                  <c:v>23646.22630361757</c:v>
                </c:pt>
                <c:pt idx="2">
                  <c:v>28597.259773396967</c:v>
                </c:pt>
                <c:pt idx="3">
                  <c:v>7947.793796566348</c:v>
                </c:pt>
                <c:pt idx="4">
                  <c:v>3062.532827054421</c:v>
                </c:pt>
                <c:pt idx="5">
                  <c:v>18488.666872787027</c:v>
                </c:pt>
                <c:pt idx="6">
                  <c:v>23775.6912431301</c:v>
                </c:pt>
                <c:pt idx="7">
                  <c:v>30620.18786885008</c:v>
                </c:pt>
                <c:pt idx="8">
                  <c:v>34174.64866929694</c:v>
                </c:pt>
                <c:pt idx="9">
                  <c:v>19893.292985654753</c:v>
                </c:pt>
                <c:pt idx="10">
                  <c:v>15950.682168772335</c:v>
                </c:pt>
                <c:pt idx="11">
                  <c:v>12559.943077290183</c:v>
                </c:pt>
                <c:pt idx="12">
                  <c:v>31244.287935824694</c:v>
                </c:pt>
                <c:pt idx="13">
                  <c:v>44487.32766308789</c:v>
                </c:pt>
                <c:pt idx="14">
                  <c:v>41527.383551536914</c:v>
                </c:pt>
                <c:pt idx="15">
                  <c:v>12341.399265290933</c:v>
                </c:pt>
                <c:pt idx="16">
                  <c:v>22034.007658230756</c:v>
                </c:pt>
                <c:pt idx="17">
                  <c:v>28431.50178783902</c:v>
                </c:pt>
                <c:pt idx="18">
                  <c:v>22582.138831867425</c:v>
                </c:pt>
                <c:pt idx="19">
                  <c:v>28390.98247345846</c:v>
                </c:pt>
                <c:pt idx="20">
                  <c:v>32554.861264300016</c:v>
                </c:pt>
                <c:pt idx="21">
                  <c:v>30409.249855967533</c:v>
                </c:pt>
                <c:pt idx="22">
                  <c:v>36917.36542370124</c:v>
                </c:pt>
                <c:pt idx="23">
                  <c:v>20472.612996818752</c:v>
                </c:pt>
                <c:pt idx="24">
                  <c:v>42036.1495048637</c:v>
                </c:pt>
                <c:pt idx="25">
                  <c:v>34881.65560326661</c:v>
                </c:pt>
                <c:pt idx="26">
                  <c:v>25463.59830662055</c:v>
                </c:pt>
                <c:pt idx="27">
                  <c:v>18205.659849856384</c:v>
                </c:pt>
                <c:pt idx="28">
                  <c:v>53244.280975852715</c:v>
                </c:pt>
                <c:pt idx="29">
                  <c:v>38527.673428049195</c:v>
                </c:pt>
                <c:pt idx="30">
                  <c:v>31420.55781679732</c:v>
                </c:pt>
                <c:pt idx="31">
                  <c:v>35443.4421546782</c:v>
                </c:pt>
                <c:pt idx="32">
                  <c:v>20978.82416668944</c:v>
                </c:pt>
                <c:pt idx="33">
                  <c:v>10687.919142382194</c:v>
                </c:pt>
                <c:pt idx="34">
                  <c:v>9721.286122242793</c:v>
                </c:pt>
                <c:pt idx="35">
                  <c:v>8769.471024744264</c:v>
                </c:pt>
                <c:pt idx="36">
                  <c:v>8535.262863726293</c:v>
                </c:pt>
                <c:pt idx="37">
                  <c:v>3746.0889697980365</c:v>
                </c:pt>
                <c:pt idx="38">
                  <c:v>21507.375021594147</c:v>
                </c:pt>
                <c:pt idx="39">
                  <c:v>6004.471180410955</c:v>
                </c:pt>
                <c:pt idx="40">
                  <c:v>5203.442734243495</c:v>
                </c:pt>
                <c:pt idx="41">
                  <c:v>31001.388684728026</c:v>
                </c:pt>
                <c:pt idx="42">
                  <c:v>34060.97914761698</c:v>
                </c:pt>
                <c:pt idx="43">
                  <c:v>14438.04058733548</c:v>
                </c:pt>
                <c:pt idx="44">
                  <c:v>11053.905667728799</c:v>
                </c:pt>
                <c:pt idx="45">
                  <c:v>21178.802286734262</c:v>
                </c:pt>
                <c:pt idx="46">
                  <c:v>11822.431404919218</c:v>
                </c:pt>
                <c:pt idx="47">
                  <c:v>22769.200267662745</c:v>
                </c:pt>
                <c:pt idx="48">
                  <c:v>20657.308713054073</c:v>
                </c:pt>
                <c:pt idx="49">
                  <c:v>18214.168367151084</c:v>
                </c:pt>
                <c:pt idx="50">
                  <c:v>18395.150308582146</c:v>
                </c:pt>
                <c:pt idx="51">
                  <c:v>27756.751843250582</c:v>
                </c:pt>
                <c:pt idx="52">
                  <c:v>32419.792061737047</c:v>
                </c:pt>
                <c:pt idx="53">
                  <c:v>21040.20420226221</c:v>
                </c:pt>
                <c:pt idx="54">
                  <c:v>27902.083124430916</c:v>
                </c:pt>
                <c:pt idx="55">
                  <c:v>19259.104391105477</c:v>
                </c:pt>
                <c:pt idx="56">
                  <c:v>41508.818026753135</c:v>
                </c:pt>
                <c:pt idx="57">
                  <c:v>33323.35865479395</c:v>
                </c:pt>
                <c:pt idx="58">
                  <c:v>38120.807138619304</c:v>
                </c:pt>
                <c:pt idx="59">
                  <c:v>60164.664687467266</c:v>
                </c:pt>
                <c:pt idx="60">
                  <c:v>43035.1993400201</c:v>
                </c:pt>
                <c:pt idx="61">
                  <c:v>20344.419514381367</c:v>
                </c:pt>
                <c:pt idx="62">
                  <c:v>22472.931964443203</c:v>
                </c:pt>
                <c:pt idx="63">
                  <c:v>28046.782490256934</c:v>
                </c:pt>
                <c:pt idx="64">
                  <c:v>26228.52308074511</c:v>
                </c:pt>
                <c:pt idx="65">
                  <c:v>14465.114169034274</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2242.6637335842524</c:v>
                </c:pt>
                <c:pt idx="1">
                  <c:v>2073.6436496557008</c:v>
                </c:pt>
                <c:pt idx="2">
                  <c:v>3435.812549278135</c:v>
                </c:pt>
                <c:pt idx="3">
                  <c:v>2191.0519952560862</c:v>
                </c:pt>
                <c:pt idx="4">
                  <c:v>4846.210204424932</c:v>
                </c:pt>
                <c:pt idx="5">
                  <c:v>1953.107528394787</c:v>
                </c:pt>
                <c:pt idx="6">
                  <c:v>3952.913737200005</c:v>
                </c:pt>
                <c:pt idx="7">
                  <c:v>2891.628083239196</c:v>
                </c:pt>
                <c:pt idx="8">
                  <c:v>122.33883014183426</c:v>
                </c:pt>
                <c:pt idx="9">
                  <c:v>1924.1278631032894</c:v>
                </c:pt>
                <c:pt idx="10">
                  <c:v>821.0542539899867</c:v>
                </c:pt>
                <c:pt idx="11">
                  <c:v>689.1213381678077</c:v>
                </c:pt>
                <c:pt idx="12">
                  <c:v>2342.0978911381435</c:v>
                </c:pt>
                <c:pt idx="13">
                  <c:v>2732.933411177577</c:v>
                </c:pt>
                <c:pt idx="14">
                  <c:v>3389.48672467841</c:v>
                </c:pt>
                <c:pt idx="15">
                  <c:v>5386.177903254601</c:v>
                </c:pt>
                <c:pt idx="16">
                  <c:v>2435.669367031219</c:v>
                </c:pt>
                <c:pt idx="17">
                  <c:v>5381.64123873695</c:v>
                </c:pt>
                <c:pt idx="18">
                  <c:v>6141.865556789635</c:v>
                </c:pt>
                <c:pt idx="19">
                  <c:v>5599.384759473549</c:v>
                </c:pt>
                <c:pt idx="20">
                  <c:v>3605.925580603606</c:v>
                </c:pt>
                <c:pt idx="21">
                  <c:v>2658.1072055546324</c:v>
                </c:pt>
                <c:pt idx="22">
                  <c:v>8320.104512248063</c:v>
                </c:pt>
                <c:pt idx="23">
                  <c:v>5653.385153464298</c:v>
                </c:pt>
                <c:pt idx="24">
                  <c:v>296.3517962580056</c:v>
                </c:pt>
                <c:pt idx="25">
                  <c:v>4057.1932372796196</c:v>
                </c:pt>
                <c:pt idx="26">
                  <c:v>1918.0433046335622</c:v>
                </c:pt>
                <c:pt idx="27">
                  <c:v>59.45721599657477</c:v>
                </c:pt>
                <c:pt idx="28">
                  <c:v>8002.451982987349</c:v>
                </c:pt>
                <c:pt idx="29">
                  <c:v>3654.447191276767</c:v>
                </c:pt>
                <c:pt idx="30">
                  <c:v>1284.5009906392154</c:v>
                </c:pt>
                <c:pt idx="31">
                  <c:v>3968.501767541642</c:v>
                </c:pt>
                <c:pt idx="32">
                  <c:v>1960.6373279872914</c:v>
                </c:pt>
                <c:pt idx="33">
                  <c:v>71.39609231887344</c:v>
                </c:pt>
                <c:pt idx="34">
                  <c:v>7597.415058559753</c:v>
                </c:pt>
                <c:pt idx="35">
                  <c:v>2100.252325380979</c:v>
                </c:pt>
                <c:pt idx="36">
                  <c:v>7573.368414205575</c:v>
                </c:pt>
                <c:pt idx="37">
                  <c:v>1360.1020461889175</c:v>
                </c:pt>
                <c:pt idx="38">
                  <c:v>1046.4731577732778</c:v>
                </c:pt>
                <c:pt idx="39">
                  <c:v>460.62694069281093</c:v>
                </c:pt>
                <c:pt idx="40">
                  <c:v>1006.015737673204</c:v>
                </c:pt>
                <c:pt idx="41">
                  <c:v>1.445757640318666</c:v>
                </c:pt>
                <c:pt idx="42">
                  <c:v>64.04714501768696</c:v>
                </c:pt>
                <c:pt idx="43">
                  <c:v>7273.364983366</c:v>
                </c:pt>
                <c:pt idx="44">
                  <c:v>388.5355652783592</c:v>
                </c:pt>
                <c:pt idx="45">
                  <c:v>4856.60752697011</c:v>
                </c:pt>
                <c:pt idx="46">
                  <c:v>1973.9972051544396</c:v>
                </c:pt>
                <c:pt idx="47">
                  <c:v>1246.3877100087295</c:v>
                </c:pt>
                <c:pt idx="48">
                  <c:v>1853.8983818922904</c:v>
                </c:pt>
                <c:pt idx="49">
                  <c:v>917.2833413061809</c:v>
                </c:pt>
                <c:pt idx="50">
                  <c:v>3358.51458626828</c:v>
                </c:pt>
                <c:pt idx="51">
                  <c:v>131.57090016991773</c:v>
                </c:pt>
                <c:pt idx="52">
                  <c:v>2226.289367398972</c:v>
                </c:pt>
                <c:pt idx="53">
                  <c:v>1039.589260496269</c:v>
                </c:pt>
                <c:pt idx="54">
                  <c:v>3998.2327712129663</c:v>
                </c:pt>
                <c:pt idx="55">
                  <c:v>34.31828444422731</c:v>
                </c:pt>
                <c:pt idx="56">
                  <c:v>3535.616962762186</c:v>
                </c:pt>
                <c:pt idx="57">
                  <c:v>23.16428507316919</c:v>
                </c:pt>
                <c:pt idx="58">
                  <c:v>1123.5567227291529</c:v>
                </c:pt>
                <c:pt idx="59">
                  <c:v>5191.063616200159</c:v>
                </c:pt>
                <c:pt idx="60">
                  <c:v>1680.2784435470103</c:v>
                </c:pt>
                <c:pt idx="61">
                  <c:v>2747.2352953425066</c:v>
                </c:pt>
                <c:pt idx="62">
                  <c:v>907.0189517741602</c:v>
                </c:pt>
                <c:pt idx="63">
                  <c:v>2380.200879164742</c:v>
                </c:pt>
                <c:pt idx="64">
                  <c:v>183.22324958727717</c:v>
                </c:pt>
                <c:pt idx="65">
                  <c:v>5057.830504061999</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36.874985456414194</c:v>
                </c:pt>
                <c:pt idx="1">
                  <c:v>3192.03634414177</c:v>
                </c:pt>
                <c:pt idx="2">
                  <c:v>743.7271323544985</c:v>
                </c:pt>
                <c:pt idx="3">
                  <c:v>72.84362162073064</c:v>
                </c:pt>
                <c:pt idx="4">
                  <c:v>627.2604979898412</c:v>
                </c:pt>
                <c:pt idx="5">
                  <c:v>1696.189433907759</c:v>
                </c:pt>
                <c:pt idx="6">
                  <c:v>2153.111169111815</c:v>
                </c:pt>
                <c:pt idx="7">
                  <c:v>4742.620008215683</c:v>
                </c:pt>
                <c:pt idx="8">
                  <c:v>205.32187304458583</c:v>
                </c:pt>
                <c:pt idx="9">
                  <c:v>86.24743165611858</c:v>
                </c:pt>
                <c:pt idx="10">
                  <c:v>956.7426793894836</c:v>
                </c:pt>
                <c:pt idx="11">
                  <c:v>673.3309485564411</c:v>
                </c:pt>
                <c:pt idx="12">
                  <c:v>2132.2603452533895</c:v>
                </c:pt>
                <c:pt idx="13">
                  <c:v>250.65105340242167</c:v>
                </c:pt>
                <c:pt idx="14">
                  <c:v>139.06174867312157</c:v>
                </c:pt>
                <c:pt idx="15">
                  <c:v>91.64212562684295</c:v>
                </c:pt>
                <c:pt idx="16">
                  <c:v>1326.6377747986803</c:v>
                </c:pt>
                <c:pt idx="17">
                  <c:v>33.297738799602605</c:v>
                </c:pt>
                <c:pt idx="18">
                  <c:v>2078.295196162251</c:v>
                </c:pt>
                <c:pt idx="19">
                  <c:v>147.1858501926361</c:v>
                </c:pt>
                <c:pt idx="20">
                  <c:v>365.5912395815665</c:v>
                </c:pt>
                <c:pt idx="21">
                  <c:v>2301.548549106671</c:v>
                </c:pt>
                <c:pt idx="22">
                  <c:v>3017.7513006366844</c:v>
                </c:pt>
                <c:pt idx="23">
                  <c:v>110.60096422494048</c:v>
                </c:pt>
                <c:pt idx="24">
                  <c:v>86.13283482200293</c:v>
                </c:pt>
                <c:pt idx="25">
                  <c:v>2248.4951291659404</c:v>
                </c:pt>
                <c:pt idx="26">
                  <c:v>505.8664412625475</c:v>
                </c:pt>
                <c:pt idx="27">
                  <c:v>1201.2827532676754</c:v>
                </c:pt>
                <c:pt idx="28">
                  <c:v>3357.3515137247473</c:v>
                </c:pt>
                <c:pt idx="29">
                  <c:v>1302.6943815316356</c:v>
                </c:pt>
                <c:pt idx="30">
                  <c:v>912.1587901210464</c:v>
                </c:pt>
                <c:pt idx="31">
                  <c:v>30.010245789874926</c:v>
                </c:pt>
                <c:pt idx="32">
                  <c:v>36.863735000269585</c:v>
                </c:pt>
                <c:pt idx="33">
                  <c:v>107.51297307134931</c:v>
                </c:pt>
                <c:pt idx="34">
                  <c:v>88.04641249170652</c:v>
                </c:pt>
                <c:pt idx="35">
                  <c:v>2648.66123650751</c:v>
                </c:pt>
                <c:pt idx="36">
                  <c:v>1939.9437812195338</c:v>
                </c:pt>
                <c:pt idx="37">
                  <c:v>32.81433744305837</c:v>
                </c:pt>
                <c:pt idx="38">
                  <c:v>33.405463869939965</c:v>
                </c:pt>
                <c:pt idx="39">
                  <c:v>2045.1214979533256</c:v>
                </c:pt>
                <c:pt idx="40">
                  <c:v>135.47378601581534</c:v>
                </c:pt>
                <c:pt idx="41">
                  <c:v>3.9099494534533776</c:v>
                </c:pt>
                <c:pt idx="42">
                  <c:v>3426.242710114059</c:v>
                </c:pt>
                <c:pt idx="43">
                  <c:v>386.37344282594785</c:v>
                </c:pt>
                <c:pt idx="44">
                  <c:v>19.16409698273396</c:v>
                </c:pt>
                <c:pt idx="45">
                  <c:v>947.0763943617397</c:v>
                </c:pt>
                <c:pt idx="46">
                  <c:v>84.59058132275945</c:v>
                </c:pt>
                <c:pt idx="47">
                  <c:v>41.14776603870518</c:v>
                </c:pt>
                <c:pt idx="48">
                  <c:v>135.87470982116437</c:v>
                </c:pt>
                <c:pt idx="49">
                  <c:v>563.8466275330211</c:v>
                </c:pt>
                <c:pt idx="50">
                  <c:v>994.6111635621005</c:v>
                </c:pt>
                <c:pt idx="51">
                  <c:v>3883.3952785460124</c:v>
                </c:pt>
                <c:pt idx="52">
                  <c:v>1729.330814049521</c:v>
                </c:pt>
                <c:pt idx="53">
                  <c:v>120.69772848586521</c:v>
                </c:pt>
                <c:pt idx="54">
                  <c:v>31.47336631599071</c:v>
                </c:pt>
                <c:pt idx="55">
                  <c:v>2024.8218390226762</c:v>
                </c:pt>
                <c:pt idx="56">
                  <c:v>1180.3386837022463</c:v>
                </c:pt>
                <c:pt idx="57">
                  <c:v>248.09281338351713</c:v>
                </c:pt>
                <c:pt idx="58">
                  <c:v>62.52648034481649</c:v>
                </c:pt>
                <c:pt idx="59">
                  <c:v>3062.217675513493</c:v>
                </c:pt>
                <c:pt idx="60">
                  <c:v>936.6728485047294</c:v>
                </c:pt>
                <c:pt idx="61">
                  <c:v>2299.4389097473777</c:v>
                </c:pt>
                <c:pt idx="62">
                  <c:v>3516.7127166042756</c:v>
                </c:pt>
                <c:pt idx="63">
                  <c:v>199.71243132697498</c:v>
                </c:pt>
                <c:pt idx="64">
                  <c:v>41.393818668713536</c:v>
                </c:pt>
                <c:pt idx="65">
                  <c:v>2317.9375988450092</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195.1426902775911</c:v>
                </c:pt>
                <c:pt idx="1">
                  <c:v>-4268.649742117409</c:v>
                </c:pt>
                <c:pt idx="2">
                  <c:v>-13000.789730609658</c:v>
                </c:pt>
                <c:pt idx="3">
                  <c:v>6784.24555033096</c:v>
                </c:pt>
                <c:pt idx="4">
                  <c:v>-9231.719818516798</c:v>
                </c:pt>
                <c:pt idx="5">
                  <c:v>-2849.761812215487</c:v>
                </c:pt>
                <c:pt idx="6">
                  <c:v>6378.708581672809</c:v>
                </c:pt>
                <c:pt idx="7">
                  <c:v>-17498.865697848792</c:v>
                </c:pt>
                <c:pt idx="8">
                  <c:v>-8474.418851358512</c:v>
                </c:pt>
                <c:pt idx="9">
                  <c:v>14032.527896864709</c:v>
                </c:pt>
                <c:pt idx="10">
                  <c:v>-23264.316260751584</c:v>
                </c:pt>
                <c:pt idx="11">
                  <c:v>5006.770196769263</c:v>
                </c:pt>
                <c:pt idx="12">
                  <c:v>-4797.337891122066</c:v>
                </c:pt>
                <c:pt idx="13">
                  <c:v>9470.98719351187</c:v>
                </c:pt>
                <c:pt idx="14">
                  <c:v>-826.7128569102024</c:v>
                </c:pt>
                <c:pt idx="15">
                  <c:v>-5920.879823008705</c:v>
                </c:pt>
                <c:pt idx="16">
                  <c:v>-29877.821871990207</c:v>
                </c:pt>
                <c:pt idx="17">
                  <c:v>5954.5721850240525</c:v>
                </c:pt>
                <c:pt idx="18">
                  <c:v>20317.751763810564</c:v>
                </c:pt>
                <c:pt idx="19">
                  <c:v>-7309.857531407353</c:v>
                </c:pt>
                <c:pt idx="20">
                  <c:v>6659.199675823349</c:v>
                </c:pt>
                <c:pt idx="21">
                  <c:v>1151.0820021676454</c:v>
                </c:pt>
                <c:pt idx="22">
                  <c:v>-19898.52494363535</c:v>
                </c:pt>
                <c:pt idx="23">
                  <c:v>-48.015381964274184</c:v>
                </c:pt>
                <c:pt idx="24">
                  <c:v>627.4326876983305</c:v>
                </c:pt>
                <c:pt idx="25">
                  <c:v>-2729.750903778497</c:v>
                </c:pt>
                <c:pt idx="26">
                  <c:v>-2677.344095007692</c:v>
                </c:pt>
                <c:pt idx="27">
                  <c:v>-693.8160853388482</c:v>
                </c:pt>
                <c:pt idx="28">
                  <c:v>7259.859199898482</c:v>
                </c:pt>
                <c:pt idx="29">
                  <c:v>19802.2994207901</c:v>
                </c:pt>
                <c:pt idx="30">
                  <c:v>3574.5702588909544</c:v>
                </c:pt>
                <c:pt idx="31">
                  <c:v>11195.654054452061</c:v>
                </c:pt>
                <c:pt idx="32">
                  <c:v>-6799.799455213551</c:v>
                </c:pt>
                <c:pt idx="33">
                  <c:v>265.2630337290145</c:v>
                </c:pt>
                <c:pt idx="34">
                  <c:v>10745.591057681007</c:v>
                </c:pt>
                <c:pt idx="35">
                  <c:v>5553.1839759306495</c:v>
                </c:pt>
                <c:pt idx="36">
                  <c:v>15127.124241204605</c:v>
                </c:pt>
                <c:pt idx="37">
                  <c:v>16048.534953214701</c:v>
                </c:pt>
                <c:pt idx="38">
                  <c:v>-7968.927263172192</c:v>
                </c:pt>
                <c:pt idx="39">
                  <c:v>-16080.866932156358</c:v>
                </c:pt>
                <c:pt idx="40">
                  <c:v>-9463.728541371305</c:v>
                </c:pt>
                <c:pt idx="41">
                  <c:v>13177.606850032987</c:v>
                </c:pt>
                <c:pt idx="42">
                  <c:v>-20655.11411335042</c:v>
                </c:pt>
                <c:pt idx="43">
                  <c:v>-17902.88118000359</c:v>
                </c:pt>
                <c:pt idx="44">
                  <c:v>11452.15645907137</c:v>
                </c:pt>
                <c:pt idx="45">
                  <c:v>1999.8608347595564</c:v>
                </c:pt>
                <c:pt idx="46">
                  <c:v>-16462.11864107589</c:v>
                </c:pt>
                <c:pt idx="47">
                  <c:v>-11555.483838534079</c:v>
                </c:pt>
                <c:pt idx="48">
                  <c:v>-25010.038873743575</c:v>
                </c:pt>
                <c:pt idx="49">
                  <c:v>6209.2962960949335</c:v>
                </c:pt>
                <c:pt idx="50">
                  <c:v>1596.6742743870673</c:v>
                </c:pt>
                <c:pt idx="51">
                  <c:v>25242.83290475857</c:v>
                </c:pt>
                <c:pt idx="52">
                  <c:v>-30235.643313114073</c:v>
                </c:pt>
                <c:pt idx="53">
                  <c:v>-10944.134855696266</c:v>
                </c:pt>
                <c:pt idx="54">
                  <c:v>17371.79072167538</c:v>
                </c:pt>
                <c:pt idx="55">
                  <c:v>-2599.8732779055235</c:v>
                </c:pt>
                <c:pt idx="56">
                  <c:v>4132.056890629313</c:v>
                </c:pt>
                <c:pt idx="57">
                  <c:v>-8642.693082750411</c:v>
                </c:pt>
                <c:pt idx="58">
                  <c:v>10790.389381268782</c:v>
                </c:pt>
                <c:pt idx="59">
                  <c:v>-13107.377471207892</c:v>
                </c:pt>
                <c:pt idx="60">
                  <c:v>-14247.975955216465</c:v>
                </c:pt>
                <c:pt idx="61">
                  <c:v>7074.272238966087</c:v>
                </c:pt>
                <c:pt idx="62">
                  <c:v>6864.005624412197</c:v>
                </c:pt>
                <c:pt idx="63">
                  <c:v>-22589.848443821593</c:v>
                </c:pt>
                <c:pt idx="64">
                  <c:v>-2719.446938196227</c:v>
                </c:pt>
                <c:pt idx="65">
                  <c:v>-15453.421820231142</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2666.6669495366355</c:v>
                </c:pt>
                <c:pt idx="1">
                  <c:v>2009.598097082998</c:v>
                </c:pt>
                <c:pt idx="2">
                  <c:v>1976.2888920963112</c:v>
                </c:pt>
                <c:pt idx="3">
                  <c:v>2954.0672896809783</c:v>
                </c:pt>
                <c:pt idx="4">
                  <c:v>3146.984807040853</c:v>
                </c:pt>
                <c:pt idx="5">
                  <c:v>112.78484642998312</c:v>
                </c:pt>
                <c:pt idx="6">
                  <c:v>48.443553328463416</c:v>
                </c:pt>
                <c:pt idx="7">
                  <c:v>109.82951944082957</c:v>
                </c:pt>
                <c:pt idx="8">
                  <c:v>167.18662875779165</c:v>
                </c:pt>
                <c:pt idx="9">
                  <c:v>4183.056926986941</c:v>
                </c:pt>
                <c:pt idx="10">
                  <c:v>5030.790743084966</c:v>
                </c:pt>
                <c:pt idx="11">
                  <c:v>12.332128214637175</c:v>
                </c:pt>
                <c:pt idx="12">
                  <c:v>125.4822471711627</c:v>
                </c:pt>
                <c:pt idx="13">
                  <c:v>1319.2899061956775</c:v>
                </c:pt>
                <c:pt idx="14">
                  <c:v>5818.534576664528</c:v>
                </c:pt>
                <c:pt idx="15">
                  <c:v>12466.171787544248</c:v>
                </c:pt>
                <c:pt idx="16">
                  <c:v>8597.04443961098</c:v>
                </c:pt>
                <c:pt idx="17">
                  <c:v>2344.9421185794663</c:v>
                </c:pt>
                <c:pt idx="18">
                  <c:v>3158.242634726631</c:v>
                </c:pt>
                <c:pt idx="19">
                  <c:v>10968.183219267674</c:v>
                </c:pt>
                <c:pt idx="20">
                  <c:v>1866.4650724392347</c:v>
                </c:pt>
                <c:pt idx="21">
                  <c:v>5202.812690332525</c:v>
                </c:pt>
                <c:pt idx="22">
                  <c:v>13572.90573649986</c:v>
                </c:pt>
                <c:pt idx="23">
                  <c:v>716.8048710251525</c:v>
                </c:pt>
                <c:pt idx="24">
                  <c:v>12912.986739130614</c:v>
                </c:pt>
                <c:pt idx="25">
                  <c:v>7394.740282691256</c:v>
                </c:pt>
                <c:pt idx="26">
                  <c:v>2734.058770252235</c:v>
                </c:pt>
                <c:pt idx="27">
                  <c:v>3121.887361966599</c:v>
                </c:pt>
                <c:pt idx="28">
                  <c:v>6629.378521414024</c:v>
                </c:pt>
                <c:pt idx="29">
                  <c:v>10627.10162583159</c:v>
                </c:pt>
                <c:pt idx="30">
                  <c:v>8253.829651453421</c:v>
                </c:pt>
                <c:pt idx="31">
                  <c:v>260.922293499722</c:v>
                </c:pt>
                <c:pt idx="32">
                  <c:v>5059.7607606207985</c:v>
                </c:pt>
                <c:pt idx="33">
                  <c:v>6435.980665764774</c:v>
                </c:pt>
                <c:pt idx="34">
                  <c:v>8329.484852754154</c:v>
                </c:pt>
                <c:pt idx="35">
                  <c:v>60.15356807350704</c:v>
                </c:pt>
                <c:pt idx="36">
                  <c:v>7336.04323796121</c:v>
                </c:pt>
                <c:pt idx="37">
                  <c:v>2240.032298960313</c:v>
                </c:pt>
                <c:pt idx="38">
                  <c:v>6186.262739972676</c:v>
                </c:pt>
                <c:pt idx="39">
                  <c:v>5149.4703973332</c:v>
                </c:pt>
                <c:pt idx="40">
                  <c:v>4317.673217218035</c:v>
                </c:pt>
                <c:pt idx="41">
                  <c:v>7000.511758074064</c:v>
                </c:pt>
                <c:pt idx="42">
                  <c:v>8655.804086025744</c:v>
                </c:pt>
                <c:pt idx="43">
                  <c:v>950.0148221573158</c:v>
                </c:pt>
                <c:pt idx="44">
                  <c:v>4407.0360443608815</c:v>
                </c:pt>
                <c:pt idx="45">
                  <c:v>537.8896135846384</c:v>
                </c:pt>
                <c:pt idx="46">
                  <c:v>80.79248404104882</c:v>
                </c:pt>
                <c:pt idx="47">
                  <c:v>3219.993640288052</c:v>
                </c:pt>
                <c:pt idx="48">
                  <c:v>9427.0056602089</c:v>
                </c:pt>
                <c:pt idx="49">
                  <c:v>5675.494513988262</c:v>
                </c:pt>
                <c:pt idx="50">
                  <c:v>943.9602563782935</c:v>
                </c:pt>
                <c:pt idx="51">
                  <c:v>7310.796236826796</c:v>
                </c:pt>
                <c:pt idx="52">
                  <c:v>6929.406278727222</c:v>
                </c:pt>
                <c:pt idx="53">
                  <c:v>3429.719659208552</c:v>
                </c:pt>
                <c:pt idx="54">
                  <c:v>252.9488749256994</c:v>
                </c:pt>
                <c:pt idx="55">
                  <c:v>1421.6817616076344</c:v>
                </c:pt>
                <c:pt idx="56">
                  <c:v>2168.942230683969</c:v>
                </c:pt>
                <c:pt idx="57">
                  <c:v>11056.656416429614</c:v>
                </c:pt>
                <c:pt idx="58">
                  <c:v>5009.878074197251</c:v>
                </c:pt>
                <c:pt idx="59">
                  <c:v>14201.836079109706</c:v>
                </c:pt>
                <c:pt idx="60">
                  <c:v>7621.124015089457</c:v>
                </c:pt>
                <c:pt idx="61">
                  <c:v>14397.362173488784</c:v>
                </c:pt>
                <c:pt idx="62">
                  <c:v>5200.5295808620485</c:v>
                </c:pt>
                <c:pt idx="63">
                  <c:v>3577.8244954753804</c:v>
                </c:pt>
                <c:pt idx="64">
                  <c:v>10603.631111386774</c:v>
                </c:pt>
                <c:pt idx="65">
                  <c:v>8304.370834172569</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42718.0865889815</c:v>
                </c:pt>
                <c:pt idx="1">
                  <c:v>23374.0501679114</c:v>
                </c:pt>
                <c:pt idx="2">
                  <c:v>27324.180059162103</c:v>
                </c:pt>
                <c:pt idx="3">
                  <c:v>43024.25799236562</c:v>
                </c:pt>
                <c:pt idx="4">
                  <c:v>52014.82307272731</c:v>
                </c:pt>
                <c:pt idx="5">
                  <c:v>28290.824445111706</c:v>
                </c:pt>
                <c:pt idx="6">
                  <c:v>13997.354351016795</c:v>
                </c:pt>
                <c:pt idx="7">
                  <c:v>57923.94930852119</c:v>
                </c:pt>
                <c:pt idx="8">
                  <c:v>23397.695309991774</c:v>
                </c:pt>
                <c:pt idx="9">
                  <c:v>31115.47040464581</c:v>
                </c:pt>
                <c:pt idx="10">
                  <c:v>26157.789814415148</c:v>
                </c:pt>
                <c:pt idx="11">
                  <c:v>36424.52179574897</c:v>
                </c:pt>
                <c:pt idx="12">
                  <c:v>52208.52845108019</c:v>
                </c:pt>
                <c:pt idx="13">
                  <c:v>42610.50272006266</c:v>
                </c:pt>
                <c:pt idx="14">
                  <c:v>28707.996010181254</c:v>
                </c:pt>
                <c:pt idx="15">
                  <c:v>32467.29105997402</c:v>
                </c:pt>
                <c:pt idx="16">
                  <c:v>39414.82937140213</c:v>
                </c:pt>
                <c:pt idx="17">
                  <c:v>47427.315114575846</c:v>
                </c:pt>
                <c:pt idx="18">
                  <c:v>66432.99429870614</c:v>
                </c:pt>
                <c:pt idx="19">
                  <c:v>40721.89413828346</c:v>
                </c:pt>
                <c:pt idx="20">
                  <c:v>16367.37553558743</c:v>
                </c:pt>
                <c:pt idx="21">
                  <c:v>47210.119229330376</c:v>
                </c:pt>
                <c:pt idx="22">
                  <c:v>31403.92307583365</c:v>
                </c:pt>
                <c:pt idx="23">
                  <c:v>10456.818536515042</c:v>
                </c:pt>
                <c:pt idx="24">
                  <c:v>7060.905473951991</c:v>
                </c:pt>
                <c:pt idx="25">
                  <c:v>27361.32260508662</c:v>
                </c:pt>
                <c:pt idx="26">
                  <c:v>42658.71675259469</c:v>
                </c:pt>
                <c:pt idx="27">
                  <c:v>40329.29681527534</c:v>
                </c:pt>
                <c:pt idx="28">
                  <c:v>48574.56599764027</c:v>
                </c:pt>
                <c:pt idx="29">
                  <c:v>51282.37289471822</c:v>
                </c:pt>
                <c:pt idx="30">
                  <c:v>26966.721893312613</c:v>
                </c:pt>
                <c:pt idx="31">
                  <c:v>15174.07277675914</c:v>
                </c:pt>
                <c:pt idx="32">
                  <c:v>19318.49381352974</c:v>
                </c:pt>
                <c:pt idx="33">
                  <c:v>22016.114462813708</c:v>
                </c:pt>
                <c:pt idx="34">
                  <c:v>7933.277836479241</c:v>
                </c:pt>
                <c:pt idx="35">
                  <c:v>4981.068282154167</c:v>
                </c:pt>
                <c:pt idx="36">
                  <c:v>14618.520403348497</c:v>
                </c:pt>
                <c:pt idx="37">
                  <c:v>10195.117572876547</c:v>
                </c:pt>
                <c:pt idx="38">
                  <c:v>4766.783232317758</c:v>
                </c:pt>
                <c:pt idx="39">
                  <c:v>2282.4643962589353</c:v>
                </c:pt>
                <c:pt idx="40">
                  <c:v>13968.21259966505</c:v>
                </c:pt>
                <c:pt idx="41">
                  <c:v>31933.88502219609</c:v>
                </c:pt>
                <c:pt idx="42">
                  <c:v>54279.336269375715</c:v>
                </c:pt>
                <c:pt idx="43">
                  <c:v>53353.36462595827</c:v>
                </c:pt>
                <c:pt idx="44">
                  <c:v>38953.19704714925</c:v>
                </c:pt>
                <c:pt idx="45">
                  <c:v>66753.40329933</c:v>
                </c:pt>
                <c:pt idx="46">
                  <c:v>46151.09263612529</c:v>
                </c:pt>
                <c:pt idx="47">
                  <c:v>47023.59158412006</c:v>
                </c:pt>
                <c:pt idx="48">
                  <c:v>54479.62881646331</c:v>
                </c:pt>
                <c:pt idx="49">
                  <c:v>20840.063774634065</c:v>
                </c:pt>
                <c:pt idx="50">
                  <c:v>10415.209862741673</c:v>
                </c:pt>
                <c:pt idx="51">
                  <c:v>6335.477485362029</c:v>
                </c:pt>
                <c:pt idx="52">
                  <c:v>18845.904506478222</c:v>
                </c:pt>
                <c:pt idx="53">
                  <c:v>9766.13736316947</c:v>
                </c:pt>
                <c:pt idx="54">
                  <c:v>41636.769499011796</c:v>
                </c:pt>
                <c:pt idx="55">
                  <c:v>32741.108576383624</c:v>
                </c:pt>
                <c:pt idx="56">
                  <c:v>18018.855738430073</c:v>
                </c:pt>
                <c:pt idx="57">
                  <c:v>6647.176834381292</c:v>
                </c:pt>
                <c:pt idx="58">
                  <c:v>8719.469847354285</c:v>
                </c:pt>
                <c:pt idx="59">
                  <c:v>32280.770013263438</c:v>
                </c:pt>
                <c:pt idx="60">
                  <c:v>10217.697972181864</c:v>
                </c:pt>
                <c:pt idx="61">
                  <c:v>9182.316339682675</c:v>
                </c:pt>
                <c:pt idx="62">
                  <c:v>41107.986371543695</c:v>
                </c:pt>
                <c:pt idx="63">
                  <c:v>14377.209307027215</c:v>
                </c:pt>
                <c:pt idx="64">
                  <c:v>46356.04128245292</c:v>
                </c:pt>
                <c:pt idx="65">
                  <c:v>42717.874737576545</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15536.841626969714</c:v>
                </c:pt>
                <c:pt idx="1">
                  <c:v>14565.4220971522</c:v>
                </c:pt>
                <c:pt idx="2">
                  <c:v>8064.293458901742</c:v>
                </c:pt>
                <c:pt idx="3">
                  <c:v>8038.1270952785</c:v>
                </c:pt>
                <c:pt idx="4">
                  <c:v>14888.691114904315</c:v>
                </c:pt>
                <c:pt idx="5">
                  <c:v>3828.7305618598225</c:v>
                </c:pt>
                <c:pt idx="6">
                  <c:v>9966.153608335408</c:v>
                </c:pt>
                <c:pt idx="7">
                  <c:v>3311.3037852428597</c:v>
                </c:pt>
                <c:pt idx="8">
                  <c:v>9241.145448418254</c:v>
                </c:pt>
                <c:pt idx="9">
                  <c:v>9609.308274587947</c:v>
                </c:pt>
                <c:pt idx="10">
                  <c:v>778.7874153933215</c:v>
                </c:pt>
                <c:pt idx="11">
                  <c:v>188.7408358932481</c:v>
                </c:pt>
                <c:pt idx="12">
                  <c:v>14825.591152650813</c:v>
                </c:pt>
                <c:pt idx="13">
                  <c:v>4911.261054260624</c:v>
                </c:pt>
                <c:pt idx="14">
                  <c:v>14082.012265675796</c:v>
                </c:pt>
                <c:pt idx="15">
                  <c:v>379.4150040365469</c:v>
                </c:pt>
                <c:pt idx="16">
                  <c:v>5223.705600460798</c:v>
                </c:pt>
                <c:pt idx="17">
                  <c:v>3118.755418222031</c:v>
                </c:pt>
                <c:pt idx="18">
                  <c:v>6615.342549237599</c:v>
                </c:pt>
                <c:pt idx="19">
                  <c:v>11464.360134961216</c:v>
                </c:pt>
                <c:pt idx="20">
                  <c:v>5681.10679901588</c:v>
                </c:pt>
                <c:pt idx="21">
                  <c:v>5194.386450895992</c:v>
                </c:pt>
                <c:pt idx="22">
                  <c:v>1639.666326056506</c:v>
                </c:pt>
                <c:pt idx="23">
                  <c:v>6066.593347810658</c:v>
                </c:pt>
                <c:pt idx="24">
                  <c:v>13426.396219203954</c:v>
                </c:pt>
                <c:pt idx="25">
                  <c:v>2217.1340271892027</c:v>
                </c:pt>
                <c:pt idx="26">
                  <c:v>6628.73956962365</c:v>
                </c:pt>
                <c:pt idx="27">
                  <c:v>8818.129842101298</c:v>
                </c:pt>
                <c:pt idx="28">
                  <c:v>12511.514222872185</c:v>
                </c:pt>
                <c:pt idx="29">
                  <c:v>5079.1285358106825</c:v>
                </c:pt>
                <c:pt idx="30">
                  <c:v>923.2253323864895</c:v>
                </c:pt>
                <c:pt idx="31">
                  <c:v>1503.0049448258667</c:v>
                </c:pt>
                <c:pt idx="32">
                  <c:v>11208.722000354537</c:v>
                </c:pt>
                <c:pt idx="33">
                  <c:v>13823.29098304726</c:v>
                </c:pt>
                <c:pt idx="34">
                  <c:v>16385.513457953657</c:v>
                </c:pt>
                <c:pt idx="35">
                  <c:v>10764.62494031364</c:v>
                </c:pt>
                <c:pt idx="36">
                  <c:v>499.09727031921494</c:v>
                </c:pt>
                <c:pt idx="37">
                  <c:v>2554.6085739411233</c:v>
                </c:pt>
                <c:pt idx="38">
                  <c:v>4767.78198372029</c:v>
                </c:pt>
                <c:pt idx="39">
                  <c:v>3091.3914048579895</c:v>
                </c:pt>
                <c:pt idx="40">
                  <c:v>13072.703527789132</c:v>
                </c:pt>
                <c:pt idx="41">
                  <c:v>11834.628365035143</c:v>
                </c:pt>
                <c:pt idx="42">
                  <c:v>12267.732000729136</c:v>
                </c:pt>
                <c:pt idx="43">
                  <c:v>6820.664973117238</c:v>
                </c:pt>
                <c:pt idx="44">
                  <c:v>661.2769510704854</c:v>
                </c:pt>
                <c:pt idx="45">
                  <c:v>15390.66896983987</c:v>
                </c:pt>
                <c:pt idx="46">
                  <c:v>5470.454819109423</c:v>
                </c:pt>
                <c:pt idx="47">
                  <c:v>10025.439642482179</c:v>
                </c:pt>
                <c:pt idx="48">
                  <c:v>8891.125275597413</c:v>
                </c:pt>
                <c:pt idx="49">
                  <c:v>14234.242490374258</c:v>
                </c:pt>
                <c:pt idx="50">
                  <c:v>6011.289301027895</c:v>
                </c:pt>
                <c:pt idx="51">
                  <c:v>12666.75635775317</c:v>
                </c:pt>
                <c:pt idx="52">
                  <c:v>5100.973614401269</c:v>
                </c:pt>
                <c:pt idx="53">
                  <c:v>431.4585797360107</c:v>
                </c:pt>
                <c:pt idx="54">
                  <c:v>420.1827528532361</c:v>
                </c:pt>
                <c:pt idx="55">
                  <c:v>6530.258472901318</c:v>
                </c:pt>
                <c:pt idx="56">
                  <c:v>10097.37362023721</c:v>
                </c:pt>
                <c:pt idx="57">
                  <c:v>11366.676496555683</c:v>
                </c:pt>
                <c:pt idx="58">
                  <c:v>595.5428190850181</c:v>
                </c:pt>
                <c:pt idx="59">
                  <c:v>13083.502901141197</c:v>
                </c:pt>
                <c:pt idx="60">
                  <c:v>10256.47597217953</c:v>
                </c:pt>
                <c:pt idx="61">
                  <c:v>693.0844775876967</c:v>
                </c:pt>
                <c:pt idx="62">
                  <c:v>6032.438075138029</c:v>
                </c:pt>
                <c:pt idx="63">
                  <c:v>624.8931810114478</c:v>
                </c:pt>
                <c:pt idx="64">
                  <c:v>303.46517913343746</c:v>
                </c:pt>
                <c:pt idx="65">
                  <c:v>4501.567678428858</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8145.271702599794</c:v>
                </c:pt>
                <c:pt idx="1">
                  <c:v>3643.6415539451955</c:v>
                </c:pt>
                <c:pt idx="2">
                  <c:v>3032.1706313831655</c:v>
                </c:pt>
                <c:pt idx="3">
                  <c:v>0.010391382558111551</c:v>
                </c:pt>
                <c:pt idx="4">
                  <c:v>120.34598609822824</c:v>
                </c:pt>
                <c:pt idx="5">
                  <c:v>175.21852694904635</c:v>
                </c:pt>
                <c:pt idx="6">
                  <c:v>389.67106835030296</c:v>
                </c:pt>
                <c:pt idx="7">
                  <c:v>4485.206222246959</c:v>
                </c:pt>
                <c:pt idx="8">
                  <c:v>61.56292238211609</c:v>
                </c:pt>
                <c:pt idx="9">
                  <c:v>181.03031403477632</c:v>
                </c:pt>
                <c:pt idx="10">
                  <c:v>51.5317656048785</c:v>
                </c:pt>
                <c:pt idx="11">
                  <c:v>363.06342763321857</c:v>
                </c:pt>
                <c:pt idx="12">
                  <c:v>292.8878256997884</c:v>
                </c:pt>
                <c:pt idx="13">
                  <c:v>218.27782270056443</c:v>
                </c:pt>
                <c:pt idx="14">
                  <c:v>2040.8041421569314</c:v>
                </c:pt>
                <c:pt idx="15">
                  <c:v>6578.411465286727</c:v>
                </c:pt>
                <c:pt idx="16">
                  <c:v>267.1105212807424</c:v>
                </c:pt>
                <c:pt idx="17">
                  <c:v>1552.1424157838926</c:v>
                </c:pt>
                <c:pt idx="18">
                  <c:v>2456.6852372683006</c:v>
                </c:pt>
                <c:pt idx="19">
                  <c:v>4476.137200656126</c:v>
                </c:pt>
                <c:pt idx="20">
                  <c:v>6052.6918848117475</c:v>
                </c:pt>
                <c:pt idx="21">
                  <c:v>189.97810680712638</c:v>
                </c:pt>
                <c:pt idx="22">
                  <c:v>8696.657739324879</c:v>
                </c:pt>
                <c:pt idx="23">
                  <c:v>137.19266273592564</c:v>
                </c:pt>
                <c:pt idx="24">
                  <c:v>7341.624659747033</c:v>
                </c:pt>
                <c:pt idx="25">
                  <c:v>5185.3957616307625</c:v>
                </c:pt>
                <c:pt idx="26">
                  <c:v>4273.975314123333</c:v>
                </c:pt>
                <c:pt idx="27">
                  <c:v>125.82615762352408</c:v>
                </c:pt>
                <c:pt idx="28">
                  <c:v>323.1759050269416</c:v>
                </c:pt>
                <c:pt idx="29">
                  <c:v>4094.1056112901783</c:v>
                </c:pt>
                <c:pt idx="30">
                  <c:v>8481.32722023284</c:v>
                </c:pt>
                <c:pt idx="31">
                  <c:v>1889.2552916275263</c:v>
                </c:pt>
                <c:pt idx="32">
                  <c:v>1144.9495344730678</c:v>
                </c:pt>
                <c:pt idx="33">
                  <c:v>3431.751898665774</c:v>
                </c:pt>
                <c:pt idx="34">
                  <c:v>198.94298629349646</c:v>
                </c:pt>
                <c:pt idx="35">
                  <c:v>97.44857456416645</c:v>
                </c:pt>
                <c:pt idx="36">
                  <c:v>522.5072857789775</c:v>
                </c:pt>
                <c:pt idx="37">
                  <c:v>95.18416978988171</c:v>
                </c:pt>
                <c:pt idx="38">
                  <c:v>568.1087578587718</c:v>
                </c:pt>
                <c:pt idx="39">
                  <c:v>3797.554114280481</c:v>
                </c:pt>
                <c:pt idx="40">
                  <c:v>144.00506549249738</c:v>
                </c:pt>
                <c:pt idx="41">
                  <c:v>3614.1931843098428</c:v>
                </c:pt>
                <c:pt idx="42">
                  <c:v>4618.8190287887655</c:v>
                </c:pt>
                <c:pt idx="43">
                  <c:v>2551.6105894079874</c:v>
                </c:pt>
                <c:pt idx="44">
                  <c:v>4262.185401151871</c:v>
                </c:pt>
                <c:pt idx="45">
                  <c:v>489.1683261434553</c:v>
                </c:pt>
                <c:pt idx="46">
                  <c:v>0.03486789343528113</c:v>
                </c:pt>
                <c:pt idx="47">
                  <c:v>2695.0399632518356</c:v>
                </c:pt>
                <c:pt idx="48">
                  <c:v>5238.568359102991</c:v>
                </c:pt>
                <c:pt idx="49">
                  <c:v>291.3590114785387</c:v>
                </c:pt>
                <c:pt idx="50">
                  <c:v>10134.79029289068</c:v>
                </c:pt>
                <c:pt idx="51">
                  <c:v>190.82489558742503</c:v>
                </c:pt>
                <c:pt idx="52">
                  <c:v>5871.390105611574</c:v>
                </c:pt>
                <c:pt idx="53">
                  <c:v>4517.98267160081</c:v>
                </c:pt>
                <c:pt idx="54">
                  <c:v>4605.42921869947</c:v>
                </c:pt>
                <c:pt idx="55">
                  <c:v>2474.467731254009</c:v>
                </c:pt>
                <c:pt idx="56">
                  <c:v>7102.010823763075</c:v>
                </c:pt>
                <c:pt idx="57">
                  <c:v>184.482214902445</c:v>
                </c:pt>
                <c:pt idx="58">
                  <c:v>47.469277397841346</c:v>
                </c:pt>
                <c:pt idx="59">
                  <c:v>8679.824351186375</c:v>
                </c:pt>
                <c:pt idx="60">
                  <c:v>146.81361975816625</c:v>
                </c:pt>
                <c:pt idx="61">
                  <c:v>2905.27363132168</c:v>
                </c:pt>
                <c:pt idx="62">
                  <c:v>8370.112785920961</c:v>
                </c:pt>
                <c:pt idx="63">
                  <c:v>141.60502939274113</c:v>
                </c:pt>
                <c:pt idx="64">
                  <c:v>4241.173939101329</c:v>
                </c:pt>
                <c:pt idx="65">
                  <c:v>4637.014879629207</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-4021.9608460123045</c:v>
                </c:pt>
                <c:pt idx="1">
                  <c:v>-999.9795451928405</c:v>
                </c:pt>
                <c:pt idx="2">
                  <c:v>-2178.64703384167</c:v>
                </c:pt>
                <c:pt idx="3">
                  <c:v>-1538.9627493330495</c:v>
                </c:pt>
                <c:pt idx="4">
                  <c:v>-4084.8104014293704</c:v>
                </c:pt>
                <c:pt idx="5">
                  <c:v>-1174.3139497485827</c:v>
                </c:pt>
                <c:pt idx="6">
                  <c:v>-2959.275150408619</c:v>
                </c:pt>
                <c:pt idx="7">
                  <c:v>-1432.416952068237</c:v>
                </c:pt>
                <c:pt idx="8">
                  <c:v>-3898.1724327725756</c:v>
                </c:pt>
                <c:pt idx="9">
                  <c:v>-2342.2352206634337</c:v>
                </c:pt>
                <c:pt idx="10">
                  <c:v>-1947.5296550627409</c:v>
                </c:pt>
                <c:pt idx="11">
                  <c:v>-830.353444617021</c:v>
                </c:pt>
                <c:pt idx="12">
                  <c:v>-5557.731983372937</c:v>
                </c:pt>
                <c:pt idx="13">
                  <c:v>-1258.4225954477856</c:v>
                </c:pt>
                <c:pt idx="14">
                  <c:v>-4661.475235809268</c:v>
                </c:pt>
                <c:pt idx="15">
                  <c:v>-63.36013318826047</c:v>
                </c:pt>
                <c:pt idx="16">
                  <c:v>-70.87912357179682</c:v>
                </c:pt>
                <c:pt idx="17">
                  <c:v>-1632.779645159887</c:v>
                </c:pt>
                <c:pt idx="18">
                  <c:v>-2673.1935440029847</c:v>
                </c:pt>
                <c:pt idx="19">
                  <c:v>-1057.417696988973</c:v>
                </c:pt>
                <c:pt idx="20">
                  <c:v>-46.95963360114795</c:v>
                </c:pt>
                <c:pt idx="21">
                  <c:v>-2472.503506534218</c:v>
                </c:pt>
                <c:pt idx="22">
                  <c:v>-2909.5160533774156</c:v>
                </c:pt>
                <c:pt idx="23">
                  <c:v>-51.894791630798075</c:v>
                </c:pt>
                <c:pt idx="24">
                  <c:v>-2535.775892687334</c:v>
                </c:pt>
                <c:pt idx="25">
                  <c:v>-146.6784545570045</c:v>
                </c:pt>
                <c:pt idx="26">
                  <c:v>-3061.5592898870273</c:v>
                </c:pt>
                <c:pt idx="27">
                  <c:v>-133.7631624557574</c:v>
                </c:pt>
                <c:pt idx="28">
                  <c:v>-1610.4094493705647</c:v>
                </c:pt>
                <c:pt idx="29">
                  <c:v>-1872.2133996938364</c:v>
                </c:pt>
                <c:pt idx="30">
                  <c:v>-135.14899446452603</c:v>
                </c:pt>
                <c:pt idx="31">
                  <c:v>-1726.0600167141276</c:v>
                </c:pt>
                <c:pt idx="32">
                  <c:v>-2995.4544357759182</c:v>
                </c:pt>
                <c:pt idx="33">
                  <c:v>-3639.4292103343796</c:v>
                </c:pt>
                <c:pt idx="34">
                  <c:v>-6705.45389544525</c:v>
                </c:pt>
                <c:pt idx="35">
                  <c:v>-3676.7722248102364</c:v>
                </c:pt>
                <c:pt idx="36">
                  <c:v>-1916.3985192567106</c:v>
                </c:pt>
                <c:pt idx="37">
                  <c:v>-1573.3010788919823</c:v>
                </c:pt>
                <c:pt idx="38">
                  <c:v>-815.9728481276607</c:v>
                </c:pt>
                <c:pt idx="39">
                  <c:v>-3995.922898399184</c:v>
                </c:pt>
                <c:pt idx="40">
                  <c:v>-2577.3410132936306</c:v>
                </c:pt>
                <c:pt idx="41">
                  <c:v>-3645.8531686715323</c:v>
                </c:pt>
                <c:pt idx="42">
                  <c:v>-5733.682068136781</c:v>
                </c:pt>
                <c:pt idx="43">
                  <c:v>-3343.0349306849785</c:v>
                </c:pt>
                <c:pt idx="44">
                  <c:v>-1811.8514081055937</c:v>
                </c:pt>
                <c:pt idx="45">
                  <c:v>-3248.1384372207444</c:v>
                </c:pt>
                <c:pt idx="46">
                  <c:v>-1999.2286943045349</c:v>
                </c:pt>
                <c:pt idx="47">
                  <c:v>-2419.4274595287516</c:v>
                </c:pt>
                <c:pt idx="48">
                  <c:v>-3548.3688574043163</c:v>
                </c:pt>
                <c:pt idx="49">
                  <c:v>-61.72213358506028</c:v>
                </c:pt>
                <c:pt idx="50">
                  <c:v>-4885.497652778842</c:v>
                </c:pt>
                <c:pt idx="51">
                  <c:v>-7751.36562751509</c:v>
                </c:pt>
                <c:pt idx="52">
                  <c:v>-123.82417809108803</c:v>
                </c:pt>
                <c:pt idx="53">
                  <c:v>-0.06449118075306808</c:v>
                </c:pt>
                <c:pt idx="54">
                  <c:v>-2687.9898983616686</c:v>
                </c:pt>
                <c:pt idx="55">
                  <c:v>-21.93797469299421</c:v>
                </c:pt>
                <c:pt idx="56">
                  <c:v>-115.86296828405759</c:v>
                </c:pt>
                <c:pt idx="57">
                  <c:v>-4628.838981246617</c:v>
                </c:pt>
                <c:pt idx="58">
                  <c:v>-2156.6375566248744</c:v>
                </c:pt>
                <c:pt idx="59">
                  <c:v>-3503.6346479242384</c:v>
                </c:pt>
                <c:pt idx="60">
                  <c:v>-2582.474833966293</c:v>
                </c:pt>
                <c:pt idx="61">
                  <c:v>-1377.805572935427</c:v>
                </c:pt>
                <c:pt idx="62">
                  <c:v>-100.4414076716176</c:v>
                </c:pt>
                <c:pt idx="63">
                  <c:v>-5192.9932667578505</c:v>
                </c:pt>
                <c:pt idx="64">
                  <c:v>-1695.1704372569952</c:v>
                </c:pt>
                <c:pt idx="65">
                  <c:v>-27.519379233594258</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782.5599458364478</c:v>
                </c:pt>
                <c:pt idx="1">
                  <c:v>2697.7441203657227</c:v>
                </c:pt>
                <c:pt idx="2">
                  <c:v>4026.802668480324</c:v>
                </c:pt>
                <c:pt idx="3">
                  <c:v>3221.949531075226</c:v>
                </c:pt>
                <c:pt idx="4">
                  <c:v>326.2963484904959</c:v>
                </c:pt>
                <c:pt idx="5">
                  <c:v>211.71541344357067</c:v>
                </c:pt>
                <c:pt idx="6">
                  <c:v>137.5583365150832</c:v>
                </c:pt>
                <c:pt idx="7">
                  <c:v>806.5747485155167</c:v>
                </c:pt>
                <c:pt idx="8">
                  <c:v>1770.876250710982</c:v>
                </c:pt>
                <c:pt idx="9">
                  <c:v>192.23091075556934</c:v>
                </c:pt>
                <c:pt idx="10">
                  <c:v>281.08321688348894</c:v>
                </c:pt>
                <c:pt idx="11">
                  <c:v>1563.310184265994</c:v>
                </c:pt>
                <c:pt idx="12">
                  <c:v>3753.7682417543792</c:v>
                </c:pt>
                <c:pt idx="13">
                  <c:v>1626.1782282060458</c:v>
                </c:pt>
                <c:pt idx="14">
                  <c:v>2506.8148776900352</c:v>
                </c:pt>
                <c:pt idx="15">
                  <c:v>188.51446973670744</c:v>
                </c:pt>
                <c:pt idx="16">
                  <c:v>2714.869403051939</c:v>
                </c:pt>
                <c:pt idx="17">
                  <c:v>144.6751839930204</c:v>
                </c:pt>
                <c:pt idx="18">
                  <c:v>273.809819705411</c:v>
                </c:pt>
                <c:pt idx="19">
                  <c:v>893.3649036315849</c:v>
                </c:pt>
                <c:pt idx="20">
                  <c:v>2878.0834931808286</c:v>
                </c:pt>
                <c:pt idx="21">
                  <c:v>835.3249124033039</c:v>
                </c:pt>
                <c:pt idx="22">
                  <c:v>4499.644550989525</c:v>
                </c:pt>
                <c:pt idx="23">
                  <c:v>846.6778691356276</c:v>
                </c:pt>
                <c:pt idx="24">
                  <c:v>226.2478526719585</c:v>
                </c:pt>
                <c:pt idx="25">
                  <c:v>1904.0575669789418</c:v>
                </c:pt>
                <c:pt idx="26">
                  <c:v>1676.8583334773186</c:v>
                </c:pt>
                <c:pt idx="27">
                  <c:v>429.7963439896127</c:v>
                </c:pt>
                <c:pt idx="28">
                  <c:v>338.98450192260634</c:v>
                </c:pt>
                <c:pt idx="29">
                  <c:v>802.1232724140498</c:v>
                </c:pt>
                <c:pt idx="30">
                  <c:v>1644.0467764704956</c:v>
                </c:pt>
                <c:pt idx="31">
                  <c:v>1164.109812104044</c:v>
                </c:pt>
                <c:pt idx="32">
                  <c:v>1126.1285472078582</c:v>
                </c:pt>
                <c:pt idx="33">
                  <c:v>341.2655195933146</c:v>
                </c:pt>
                <c:pt idx="34">
                  <c:v>230.0691395176602</c:v>
                </c:pt>
                <c:pt idx="35">
                  <c:v>2379.834372209511</c:v>
                </c:pt>
                <c:pt idx="36">
                  <c:v>3520.9507893253176</c:v>
                </c:pt>
                <c:pt idx="37">
                  <c:v>207.0742159072014</c:v>
                </c:pt>
                <c:pt idx="38">
                  <c:v>255.53999027110027</c:v>
                </c:pt>
                <c:pt idx="39">
                  <c:v>143.79157173960957</c:v>
                </c:pt>
                <c:pt idx="40">
                  <c:v>692.2411243914206</c:v>
                </c:pt>
                <c:pt idx="41">
                  <c:v>4288.128059756686</c:v>
                </c:pt>
                <c:pt idx="42">
                  <c:v>3385.156970107768</c:v>
                </c:pt>
                <c:pt idx="43">
                  <c:v>1866.1474108544814</c:v>
                </c:pt>
                <c:pt idx="44">
                  <c:v>4496.052824595711</c:v>
                </c:pt>
                <c:pt idx="45">
                  <c:v>2655.700991098058</c:v>
                </c:pt>
                <c:pt idx="46">
                  <c:v>2933.9578096433715</c:v>
                </c:pt>
                <c:pt idx="47">
                  <c:v>2995.3002470616702</c:v>
                </c:pt>
                <c:pt idx="48">
                  <c:v>700.1673463249064</c:v>
                </c:pt>
                <c:pt idx="49">
                  <c:v>331.92170812353925</c:v>
                </c:pt>
                <c:pt idx="50">
                  <c:v>2779.544727605902</c:v>
                </c:pt>
                <c:pt idx="51">
                  <c:v>1111.8239729817678</c:v>
                </c:pt>
                <c:pt idx="52">
                  <c:v>4376.991363383785</c:v>
                </c:pt>
                <c:pt idx="53">
                  <c:v>1614.6160304865411</c:v>
                </c:pt>
                <c:pt idx="54">
                  <c:v>169.39471584122273</c:v>
                </c:pt>
                <c:pt idx="55">
                  <c:v>2062.1179400333367</c:v>
                </c:pt>
                <c:pt idx="56">
                  <c:v>1577.2208211843135</c:v>
                </c:pt>
                <c:pt idx="57">
                  <c:v>3292.169608857633</c:v>
                </c:pt>
                <c:pt idx="58">
                  <c:v>939.4475737365793</c:v>
                </c:pt>
                <c:pt idx="59">
                  <c:v>4025.359656157116</c:v>
                </c:pt>
                <c:pt idx="60">
                  <c:v>4462.21204840495</c:v>
                </c:pt>
                <c:pt idx="61">
                  <c:v>5484.285525169024</c:v>
                </c:pt>
                <c:pt idx="62">
                  <c:v>772.5632735239413</c:v>
                </c:pt>
                <c:pt idx="63">
                  <c:v>260.45339893494275</c:v>
                </c:pt>
                <c:pt idx="64">
                  <c:v>81.17708941479997</c:v>
                </c:pt>
                <c:pt idx="65">
                  <c:v>165.22644501152615</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1159.7725331906545</c:v>
                </c:pt>
                <c:pt idx="1">
                  <c:v>253.6639657391236</c:v>
                </c:pt>
                <c:pt idx="2">
                  <c:v>1057.6362178662005</c:v>
                </c:pt>
                <c:pt idx="3">
                  <c:v>360.7801375847414</c:v>
                </c:pt>
                <c:pt idx="4">
                  <c:v>941.289384979679</c:v>
                </c:pt>
                <c:pt idx="5">
                  <c:v>1667.9090384096978</c:v>
                </c:pt>
                <c:pt idx="6">
                  <c:v>771.6190733455418</c:v>
                </c:pt>
                <c:pt idx="7">
                  <c:v>341.41686432083173</c:v>
                </c:pt>
                <c:pt idx="8">
                  <c:v>405.59103009892556</c:v>
                </c:pt>
                <c:pt idx="9">
                  <c:v>416.5239773040553</c:v>
                </c:pt>
                <c:pt idx="10">
                  <c:v>1452.150623643868</c:v>
                </c:pt>
                <c:pt idx="11">
                  <c:v>1356.7432923164135</c:v>
                </c:pt>
                <c:pt idx="12">
                  <c:v>360.81347998540775</c:v>
                </c:pt>
                <c:pt idx="13">
                  <c:v>414.8983729457192</c:v>
                </c:pt>
                <c:pt idx="14">
                  <c:v>679.0727189557031</c:v>
                </c:pt>
                <c:pt idx="15">
                  <c:v>395.9466758683369</c:v>
                </c:pt>
                <c:pt idx="16">
                  <c:v>200.81835326416396</c:v>
                </c:pt>
                <c:pt idx="17">
                  <c:v>119.69167140814959</c:v>
                </c:pt>
                <c:pt idx="18">
                  <c:v>98.84493156420149</c:v>
                </c:pt>
                <c:pt idx="19">
                  <c:v>168.03053743725232</c:v>
                </c:pt>
                <c:pt idx="20">
                  <c:v>1745.98442246892</c:v>
                </c:pt>
                <c:pt idx="21">
                  <c:v>1253.5892020312142</c:v>
                </c:pt>
                <c:pt idx="22">
                  <c:v>1023.2888171024636</c:v>
                </c:pt>
                <c:pt idx="23">
                  <c:v>383.0292094790701</c:v>
                </c:pt>
                <c:pt idx="24">
                  <c:v>2174.8484072679835</c:v>
                </c:pt>
                <c:pt idx="25">
                  <c:v>509.5482062842792</c:v>
                </c:pt>
                <c:pt idx="26">
                  <c:v>1072.3070005370603</c:v>
                </c:pt>
                <c:pt idx="27">
                  <c:v>139.20067996350446</c:v>
                </c:pt>
                <c:pt idx="28">
                  <c:v>998.0351590787392</c:v>
                </c:pt>
                <c:pt idx="29">
                  <c:v>708.9720574236102</c:v>
                </c:pt>
                <c:pt idx="30">
                  <c:v>964.7432166459183</c:v>
                </c:pt>
                <c:pt idx="31">
                  <c:v>868.4643715249769</c:v>
                </c:pt>
                <c:pt idx="32">
                  <c:v>148.75159213533448</c:v>
                </c:pt>
                <c:pt idx="33">
                  <c:v>882.5338294459954</c:v>
                </c:pt>
                <c:pt idx="34">
                  <c:v>900.9791880314342</c:v>
                </c:pt>
                <c:pt idx="35">
                  <c:v>1243.4911282467042</c:v>
                </c:pt>
                <c:pt idx="36">
                  <c:v>1465.1141977879106</c:v>
                </c:pt>
                <c:pt idx="37">
                  <c:v>1592.8015624222178</c:v>
                </c:pt>
                <c:pt idx="38">
                  <c:v>1680.6770439388056</c:v>
                </c:pt>
                <c:pt idx="39">
                  <c:v>273.91644243650563</c:v>
                </c:pt>
                <c:pt idx="40">
                  <c:v>1058.9744948600999</c:v>
                </c:pt>
                <c:pt idx="41">
                  <c:v>254.37402071018153</c:v>
                </c:pt>
                <c:pt idx="42">
                  <c:v>720.1535013150558</c:v>
                </c:pt>
                <c:pt idx="43">
                  <c:v>1790.5931508231592</c:v>
                </c:pt>
                <c:pt idx="44">
                  <c:v>383.6148410512042</c:v>
                </c:pt>
                <c:pt idx="45">
                  <c:v>218.19636095491722</c:v>
                </c:pt>
                <c:pt idx="46">
                  <c:v>170.99937667914278</c:v>
                </c:pt>
                <c:pt idx="47">
                  <c:v>176.86634860041045</c:v>
                </c:pt>
                <c:pt idx="48">
                  <c:v>176.2943842611715</c:v>
                </c:pt>
                <c:pt idx="49">
                  <c:v>749.5336327663736</c:v>
                </c:pt>
                <c:pt idx="50">
                  <c:v>847.1924242062904</c:v>
                </c:pt>
                <c:pt idx="51">
                  <c:v>202.16181709151252</c:v>
                </c:pt>
                <c:pt idx="52">
                  <c:v>172.1810725682543</c:v>
                </c:pt>
                <c:pt idx="53">
                  <c:v>1294.9375591321668</c:v>
                </c:pt>
                <c:pt idx="54">
                  <c:v>882.9619533111677</c:v>
                </c:pt>
                <c:pt idx="55">
                  <c:v>1164.8125825571378</c:v>
                </c:pt>
                <c:pt idx="56">
                  <c:v>2119.7940361895</c:v>
                </c:pt>
                <c:pt idx="57">
                  <c:v>1310.5759834399853</c:v>
                </c:pt>
                <c:pt idx="58">
                  <c:v>943.5856682898803</c:v>
                </c:pt>
                <c:pt idx="59">
                  <c:v>2528.8469655804174</c:v>
                </c:pt>
                <c:pt idx="60">
                  <c:v>507.62624674235116</c:v>
                </c:pt>
                <c:pt idx="61">
                  <c:v>175.44361016457503</c:v>
                </c:pt>
                <c:pt idx="62">
                  <c:v>207.23953456650062</c:v>
                </c:pt>
                <c:pt idx="63">
                  <c:v>206.05254229585523</c:v>
                </c:pt>
                <c:pt idx="64">
                  <c:v>141.37214871853334</c:v>
                </c:pt>
                <c:pt idx="65">
                  <c:v>142.8231176393982</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392535.06154881185</c:v>
                </c:pt>
                <c:pt idx="1">
                  <c:v>410531.9715049115</c:v>
                </c:pt>
                <c:pt idx="2">
                  <c:v>620158.01997213</c:v>
                </c:pt>
                <c:pt idx="3">
                  <c:v>540692.0875311901</c:v>
                </c:pt>
                <c:pt idx="4">
                  <c:v>493890.40480164706</c:v>
                </c:pt>
                <c:pt idx="5">
                  <c:v>410992.5636636851</c:v>
                </c:pt>
                <c:pt idx="6">
                  <c:v>198139.65005804627</c:v>
                </c:pt>
                <c:pt idx="7">
                  <c:v>112105.27015903553</c:v>
                </c:pt>
                <c:pt idx="8">
                  <c:v>13393.6216148113</c:v>
                </c:pt>
                <c:pt idx="9">
                  <c:v>6930.007831974615</c:v>
                </c:pt>
                <c:pt idx="10">
                  <c:v>84000.68846766453</c:v>
                </c:pt>
                <c:pt idx="11">
                  <c:v>171401.19490611498</c:v>
                </c:pt>
                <c:pt idx="12">
                  <c:v>395135.36155685363</c:v>
                </c:pt>
                <c:pt idx="13">
                  <c:v>415518.49175925495</c:v>
                </c:pt>
                <c:pt idx="14">
                  <c:v>643094.9294083958</c:v>
                </c:pt>
                <c:pt idx="15">
                  <c:v>525435.4637251783</c:v>
                </c:pt>
                <c:pt idx="16">
                  <c:v>647064.396081409</c:v>
                </c:pt>
                <c:pt idx="17">
                  <c:v>348533.36150520603</c:v>
                </c:pt>
                <c:pt idx="18">
                  <c:v>233376.13345830893</c:v>
                </c:pt>
                <c:pt idx="19">
                  <c:v>116469.04986667397</c:v>
                </c:pt>
                <c:pt idx="20">
                  <c:v>14363.29268751325</c:v>
                </c:pt>
                <c:pt idx="21">
                  <c:v>6857.727815934135</c:v>
                </c:pt>
                <c:pt idx="22">
                  <c:v>88583.32870425507</c:v>
                </c:pt>
                <c:pt idx="23">
                  <c:v>174224.89332882658</c:v>
                </c:pt>
                <c:pt idx="24">
                  <c:v>506426.85373202583</c:v>
                </c:pt>
                <c:pt idx="25">
                  <c:v>460341.9056591485</c:v>
                </c:pt>
                <c:pt idx="26">
                  <c:v>528693.2892231898</c:v>
                </c:pt>
                <c:pt idx="27">
                  <c:v>513443.1174571399</c:v>
                </c:pt>
                <c:pt idx="28">
                  <c:v>651544.0962228382</c:v>
                </c:pt>
                <c:pt idx="29">
                  <c:v>380686.46095163544</c:v>
                </c:pt>
                <c:pt idx="30">
                  <c:v>223982.47702400683</c:v>
                </c:pt>
                <c:pt idx="31">
                  <c:v>135258.1636304228</c:v>
                </c:pt>
                <c:pt idx="32">
                  <c:v>15599.232799948768</c:v>
                </c:pt>
                <c:pt idx="33">
                  <c:v>14558.409090716956</c:v>
                </c:pt>
                <c:pt idx="34">
                  <c:v>84113.3711808052</c:v>
                </c:pt>
                <c:pt idx="35">
                  <c:v>194005.94707735445</c:v>
                </c:pt>
                <c:pt idx="36">
                  <c:v>515543.9681798399</c:v>
                </c:pt>
                <c:pt idx="37">
                  <c:v>456228.64504616987</c:v>
                </c:pt>
                <c:pt idx="38">
                  <c:v>590508.9160947799</c:v>
                </c:pt>
                <c:pt idx="39">
                  <c:v>505359.23277102964</c:v>
                </c:pt>
                <c:pt idx="40">
                  <c:v>600498.1468592042</c:v>
                </c:pt>
                <c:pt idx="41">
                  <c:v>372377.18916773074</c:v>
                </c:pt>
                <c:pt idx="42">
                  <c:v>271686.33891841065</c:v>
                </c:pt>
                <c:pt idx="43">
                  <c:v>86663.92644701741</c:v>
                </c:pt>
                <c:pt idx="44">
                  <c:v>14455.698650677105</c:v>
                </c:pt>
                <c:pt idx="45">
                  <c:v>16305.960213866549</c:v>
                </c:pt>
                <c:pt idx="46">
                  <c:v>81772.7386123414</c:v>
                </c:pt>
                <c:pt idx="47">
                  <c:v>183154.64616272008</c:v>
                </c:pt>
                <c:pt idx="48">
                  <c:v>501695.67037067784</c:v>
                </c:pt>
                <c:pt idx="49">
                  <c:v>459553.7544541487</c:v>
                </c:pt>
                <c:pt idx="50">
                  <c:v>527056.4237803868</c:v>
                </c:pt>
                <c:pt idx="51">
                  <c:v>661714.7160749879</c:v>
                </c:pt>
                <c:pt idx="52">
                  <c:v>529961.0294337014</c:v>
                </c:pt>
                <c:pt idx="53">
                  <c:v>358561.89375521295</c:v>
                </c:pt>
                <c:pt idx="54">
                  <c:v>264380.9637050243</c:v>
                </c:pt>
                <c:pt idx="55">
                  <c:v>83675.59617354226</c:v>
                </c:pt>
                <c:pt idx="56">
                  <c:v>14048.715257734646</c:v>
                </c:pt>
                <c:pt idx="57">
                  <c:v>14656.975776356545</c:v>
                </c:pt>
                <c:pt idx="58">
                  <c:v>77928.41181195666</c:v>
                </c:pt>
                <c:pt idx="59">
                  <c:v>275657.5227379297</c:v>
                </c:pt>
                <c:pt idx="60">
                  <c:v>506653.5664221264</c:v>
                </c:pt>
                <c:pt idx="61">
                  <c:v>479542.63803497364</c:v>
                </c:pt>
                <c:pt idx="62">
                  <c:v>709412.3463888569</c:v>
                </c:pt>
                <c:pt idx="63">
                  <c:v>526226.6627666616</c:v>
                </c:pt>
                <c:pt idx="64">
                  <c:v>523834.85825875093</c:v>
                </c:pt>
                <c:pt idx="65">
                  <c:v>340212.10105966916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Region_Digital_...</c:v>
                </c:pt>
                <c:pt idx="13">
                  <c:v>Brand_Digital_S...</c:v>
                </c:pt>
                <c:pt idx="14">
                  <c:v>Region_Digital_...</c:v>
                </c:pt>
                <c:pt idx="15">
                  <c:v>POS</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61.22184723797253</c:v>
                </c:pt>
                <c:pt idx="2">
                  <c:v>79.31919925061918</c:v>
                </c:pt>
                <c:pt idx="3">
                  <c:v>85.98963312964129</c:v>
                </c:pt>
                <c:pt idx="4">
                  <c:v>91.04199647677159</c:v>
                </c:pt>
                <c:pt idx="5">
                  <c:v>92.76469020040393</c:v>
                </c:pt>
                <c:pt idx="6">
                  <c:v>94.06012931049</c:v>
                </c:pt>
                <c:pt idx="7">
                  <c:v>95.31207841575909</c:v>
                </c:pt>
                <c:pt idx="8">
                  <c:v>96.30830454367653</c:v>
                </c:pt>
                <c:pt idx="9">
                  <c:v>97.25855089626359</c:v>
                </c:pt>
                <c:pt idx="10">
                  <c:v>98.07280621088411</c:v>
                </c:pt>
                <c:pt idx="11">
                  <c:v>98.6418734998472</c:v>
                </c:pt>
                <c:pt idx="12">
                  <c:v>99.07129285146073</c:v>
                </c:pt>
                <c:pt idx="13">
                  <c:v>99.39698889136065</c:v>
                </c:pt>
                <c:pt idx="14">
                  <c:v>99.67587996476561</c:v>
                </c:pt>
                <c:pt idx="15">
                  <c:v>99.91279258270842</c:v>
                </c:pt>
                <c:pt idx="16">
                  <c:v>100.02531293847758</c:v>
                </c:pt>
                <c:pt idx="17">
                  <c:v>100.13566134303676</c:v>
                </c:pt>
                <c:pt idx="18">
                  <c:v>100.20306488327661</c:v>
                </c:pt>
                <c:pt idx="19">
                  <c:v>100.14158377376863</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00ACC6"/>
              </a:solidFill>
            </c:spPr>
          </c:dPt>
          <c:dPt>
            <c:idx val="8"/>
            <c:spPr>
              <a:solidFill>
                <a:srgbClr val="FFA52F"/>
              </a:solidFill>
            </c:spPr>
          </c:dPt>
          <c:dPt>
            <c:idx val="9"/>
            <c:spPr>
              <a:solidFill>
                <a:srgbClr val="8C3BFF"/>
              </a:solidFill>
            </c:spPr>
          </c:dPt>
          <c:dPt>
            <c:idx val="10"/>
            <c:spPr>
              <a:solidFill>
                <a:srgbClr val="FF7ED1"/>
              </a:solidFill>
            </c:spPr>
          </c:dPt>
          <c:dPt>
            <c:idx val="11"/>
            <c:spPr>
              <a:solidFill>
                <a:srgbClr val="BF03B8"/>
              </a:solidFill>
            </c:spPr>
          </c:dPt>
          <c:dPt>
            <c:idx val="12"/>
            <c:spPr>
              <a:solidFill>
                <a:srgbClr val="BCB6FF"/>
              </a:solidFill>
            </c:spPr>
          </c:dPt>
          <c:dPt>
            <c:idx val="13"/>
            <c:spPr>
              <a:solidFill>
                <a:srgbClr val="97FF00"/>
              </a:solidFill>
            </c:spPr>
          </c:dPt>
          <c:dPt>
            <c:idx val="14"/>
            <c:spPr>
              <a:solidFill>
                <a:srgbClr val="645474"/>
              </a:solidFill>
            </c:spPr>
          </c:dPt>
          <c:dPt>
            <c:idx val="15"/>
            <c:spPr>
              <a:solidFill>
                <a:srgbClr val="0000DD"/>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61.22%</a:t>
                    </a:r>
                  </a:p>
                </c:rich>
              </c:tx>
              <c:dLblPos val="inEnd"/>
              <c:showLegendKey val="0"/>
              <c:showVal val="1"/>
              <c:showCatName val="0"/>
              <c:showSerName val="0"/>
              <c:showPercent val="0"/>
              <c:showBubbleSize val="0"/>
            </c:dLbl>
            <c:dLbl>
              <c:idx val="1"/>
              <c:tx>
                <c:rich>
                  <a:bodyPr/>
                  <a:lstStyle/>
                  <a:p>
                    <a:r>
                      <a:t>18.1%</a:t>
                    </a:r>
                  </a:p>
                </c:rich>
              </c:tx>
              <c:dLblPos val="inEnd"/>
              <c:showLegendKey val="0"/>
              <c:showVal val="1"/>
              <c:showCatName val="0"/>
              <c:showSerName val="0"/>
              <c:showPercent val="0"/>
              <c:showBubbleSize val="0"/>
            </c:dLbl>
            <c:dLbl>
              <c:idx val="2"/>
              <c:tx>
                <c:rich>
                  <a:bodyPr/>
                  <a:lstStyle/>
                  <a:p>
                    <a:r>
                      <a:t>6.67%</a:t>
                    </a:r>
                  </a:p>
                </c:rich>
              </c:tx>
              <c:dLblPos val="inEnd"/>
              <c:showLegendKey val="0"/>
              <c:showVal val="1"/>
              <c:showCatName val="0"/>
              <c:showSerName val="0"/>
              <c:showPercent val="0"/>
              <c:showBubbleSize val="0"/>
            </c:dLbl>
            <c:dLbl>
              <c:idx val="3"/>
              <c:tx>
                <c:rich>
                  <a:bodyPr/>
                  <a:lstStyle/>
                  <a:p>
                    <a:r>
                      <a:t>5.05%</a:t>
                    </a:r>
                  </a:p>
                </c:rich>
              </c:tx>
              <c:dLblPos val="inEnd"/>
              <c:showLegendKey val="0"/>
              <c:showVal val="1"/>
              <c:showCatName val="0"/>
              <c:showSerName val="0"/>
              <c:showPercent val="0"/>
              <c:showBubbleSize val="0"/>
            </c:dLbl>
            <c:dLbl>
              <c:idx val="4"/>
              <c:tx>
                <c:rich>
                  <a:bodyPr/>
                  <a:lstStyle/>
                  <a:p>
                    <a:r>
                      <a:t>1.72%</a:t>
                    </a:r>
                  </a:p>
                </c:rich>
              </c:tx>
              <c:dLblPos val="inEnd"/>
              <c:showLegendKey val="0"/>
              <c:showVal val="1"/>
              <c:showCatName val="0"/>
              <c:showSerName val="0"/>
              <c:showPercent val="0"/>
              <c:showBubbleSize val="0"/>
            </c:dLbl>
            <c:dLbl>
              <c:idx val="5"/>
              <c:tx>
                <c:rich>
                  <a:bodyPr/>
                  <a:lstStyle/>
                  <a:p>
                    <a:r>
                      <a:t>1.3%</a:t>
                    </a:r>
                  </a:p>
                </c:rich>
              </c:tx>
              <c:dLblPos val="inEnd"/>
              <c:showLegendKey val="0"/>
              <c:showVal val="1"/>
              <c:showCatName val="0"/>
              <c:showSerName val="0"/>
              <c:showPercent val="0"/>
              <c:showBubbleSize val="0"/>
            </c:dLbl>
            <c:dLbl>
              <c:idx val="6"/>
              <c:tx>
                <c:rich>
                  <a:bodyPr/>
                  <a:lstStyle/>
                  <a:p>
                    <a:r>
                      <a:t>1.25%</a:t>
                    </a:r>
                  </a:p>
                </c:rich>
              </c:tx>
              <c:dLblPos val="inEnd"/>
              <c:showLegendKey val="0"/>
              <c:showVal val="1"/>
              <c:showCatName val="0"/>
              <c:showSerName val="0"/>
              <c:showPercent val="0"/>
              <c:showBubbleSize val="0"/>
            </c:dLbl>
            <c:dLbl>
              <c:idx val="7"/>
              <c:tx>
                <c:rich>
                  <a:bodyPr/>
                  <a:lstStyle/>
                  <a:p>
                    <a:r>
                      <a:t>1.0%</a:t>
                    </a:r>
                  </a:p>
                </c:rich>
              </c:tx>
              <c:dLblPos val="inEnd"/>
              <c:showLegendKey val="0"/>
              <c:showVal val="1"/>
              <c:showCatName val="0"/>
              <c:showSerName val="0"/>
              <c:showPercent val="0"/>
              <c:showBubbleSize val="0"/>
            </c:dLbl>
            <c:dLbl>
              <c:idx val="8"/>
              <c:tx>
                <c:rich>
                  <a:bodyPr/>
                  <a:lstStyle/>
                  <a:p>
                    <a:r>
                      <a:t>0.95%</a:t>
                    </a:r>
                  </a:p>
                </c:rich>
              </c:tx>
              <c:dLblPos val="inEnd"/>
              <c:showLegendKey val="0"/>
              <c:showVal val="1"/>
              <c:showCatName val="0"/>
              <c:showSerName val="0"/>
              <c:showPercent val="0"/>
              <c:showBubbleSize val="0"/>
            </c:dLbl>
            <c:dLbl>
              <c:idx val="9"/>
              <c:tx>
                <c:rich>
                  <a:bodyPr/>
                  <a:lstStyle/>
                  <a:p>
                    <a:r>
                      <a:t>0.81%</a:t>
                    </a:r>
                  </a:p>
                </c:rich>
              </c:tx>
              <c:dLblPos val="inEnd"/>
              <c:showLegendKey val="0"/>
              <c:showVal val="1"/>
              <c:showCatName val="0"/>
              <c:showSerName val="0"/>
              <c:showPercent val="0"/>
              <c:showBubbleSize val="0"/>
            </c:dLbl>
            <c:dLbl>
              <c:idx val="10"/>
              <c:tx>
                <c:rich>
                  <a:bodyPr/>
                  <a:lstStyle/>
                  <a:p>
                    <a:r>
                      <a:t>0.57%</a:t>
                    </a:r>
                  </a:p>
                </c:rich>
              </c:tx>
              <c:dLblPos val="inEnd"/>
              <c:showLegendKey val="0"/>
              <c:showVal val="1"/>
              <c:showCatName val="0"/>
              <c:showSerName val="0"/>
              <c:showPercent val="0"/>
              <c:showBubbleSize val="0"/>
            </c:dLbl>
            <c:dLbl>
              <c:idx val="11"/>
              <c:tx>
                <c:rich>
                  <a:bodyPr/>
                  <a:lstStyle/>
                  <a:p>
                    <a:r>
                      <a:t>0.43%</a:t>
                    </a:r>
                  </a:p>
                </c:rich>
              </c:tx>
              <c:dLblPos val="inEnd"/>
              <c:showLegendKey val="0"/>
              <c:showVal val="1"/>
              <c:showCatName val="0"/>
              <c:showSerName val="0"/>
              <c:showPercent val="0"/>
              <c:showBubbleSize val="0"/>
            </c:dLbl>
            <c:dLbl>
              <c:idx val="12"/>
              <c:tx>
                <c:rich>
                  <a:bodyPr/>
                  <a:lstStyle/>
                  <a:p>
                    <a:r>
                      <a:t>0.33%</a:t>
                    </a:r>
                  </a:p>
                </c:rich>
              </c:tx>
              <c:dLblPos val="inEnd"/>
              <c:showLegendKey val="0"/>
              <c:showVal val="1"/>
              <c:showCatName val="0"/>
              <c:showSerName val="0"/>
              <c:showPercent val="0"/>
              <c:showBubbleSize val="0"/>
            </c:dLbl>
            <c:dLbl>
              <c:idx val="13"/>
              <c:tx>
                <c:rich>
                  <a:bodyPr/>
                  <a:lstStyle/>
                  <a:p>
                    <a:r>
                      <a:t>0.28%</a:t>
                    </a:r>
                  </a:p>
                </c:rich>
              </c:tx>
              <c:dLblPos val="inEnd"/>
              <c:showLegendKey val="0"/>
              <c:showVal val="1"/>
              <c:showCatName val="0"/>
              <c:showSerName val="0"/>
              <c:showPercent val="0"/>
              <c:showBubbleSize val="0"/>
            </c:dLbl>
            <c:dLbl>
              <c:idx val="14"/>
              <c:tx>
                <c:rich>
                  <a:bodyPr/>
                  <a:lstStyle/>
                  <a:p>
                    <a:r>
                      <a:t>0.24%</a:t>
                    </a:r>
                  </a:p>
                </c:rich>
              </c:tx>
              <c:dLblPos val="inEnd"/>
              <c:showLegendKey val="0"/>
              <c:showVal val="1"/>
              <c:showCatName val="0"/>
              <c:showSerName val="0"/>
              <c:showPercent val="0"/>
              <c:showBubbleSize val="0"/>
            </c:dLbl>
            <c:dLbl>
              <c:idx val="15"/>
              <c:tx>
                <c:rich>
                  <a:bodyPr/>
                  <a:lstStyle/>
                  <a:p>
                    <a:r>
                      <a:t>0.11%</a:t>
                    </a:r>
                  </a:p>
                </c:rich>
              </c:tx>
              <c:dLblPos val="inEnd"/>
              <c:showLegendKey val="0"/>
              <c:showVal val="1"/>
              <c:showCatName val="0"/>
              <c:showSerName val="0"/>
              <c:showPercent val="0"/>
              <c:showBubbleSize val="0"/>
            </c:dLbl>
            <c:dLbl>
              <c:idx val="16"/>
              <c:tx>
                <c:rich>
                  <a:bodyPr/>
                  <a:lstStyle/>
                  <a:p>
                    <a:r>
                      <a:t>0.11%</a:t>
                    </a:r>
                  </a:p>
                </c:rich>
              </c:tx>
              <c:dLblPos val="inEnd"/>
              <c:showLegendKey val="0"/>
              <c:showVal val="1"/>
              <c:showCatName val="0"/>
              <c:showSerName val="0"/>
              <c:showPercent val="0"/>
              <c:showBubbleSize val="0"/>
            </c:dLbl>
            <c:dLbl>
              <c:idx val="17"/>
              <c:tx>
                <c:rich>
                  <a:bodyPr/>
                  <a:lstStyle/>
                  <a:p>
                    <a:r>
                      <a:t>0.07%</a:t>
                    </a:r>
                  </a:p>
                </c:rich>
              </c:tx>
              <c:dLblPos val="inEnd"/>
              <c:showLegendKey val="0"/>
              <c:showVal val="1"/>
              <c:showCatName val="0"/>
              <c:showSerName val="0"/>
              <c:showPercent val="0"/>
              <c:showBubbleSize val="0"/>
            </c:dLbl>
            <c:dLbl>
              <c:idx val="18"/>
              <c:tx>
                <c:rich>
                  <a:bodyPr/>
                  <a:lstStyle/>
                  <a:p>
                    <a:r>
                      <a:t>0.06%</a:t>
                    </a:r>
                  </a:p>
                </c:rich>
              </c:tx>
              <c:dLblPos val="inEnd"/>
              <c:showLegendKey val="0"/>
              <c:showVal val="1"/>
              <c:showCatName val="0"/>
              <c:showSerName val="0"/>
              <c:showPercent val="0"/>
              <c:showBubbleSize val="0"/>
            </c:dLbl>
            <c:dLbl>
              <c:idx val="19"/>
              <c:tx>
                <c:rich>
                  <a:bodyPr/>
                  <a:lstStyle/>
                  <a:p>
                    <a:r>
                      <a:t>-0.12%</a:t>
                    </a:r>
                  </a:p>
                </c:rich>
              </c:tx>
              <c:dLblPos val="inEnd"/>
              <c:showLegendKey val="0"/>
              <c:showVal val="1"/>
              <c:showCatName val="0"/>
              <c:showSerName val="0"/>
              <c:showPercent val="0"/>
              <c:showBubbleSize val="0"/>
            </c:dLbl>
            <c:dLbl>
              <c:idx val="20"/>
              <c:tx>
                <c:rich>
                  <a:bodyPr/>
                  <a:lstStyle/>
                  <a:p>
                    <a:r>
                      <a:t>-0.14%</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Region_Digital_...</c:v>
                </c:pt>
                <c:pt idx="13">
                  <c:v>Brand_Digital_S...</c:v>
                </c:pt>
                <c:pt idx="14">
                  <c:v>Region_Digital_...</c:v>
                </c:pt>
                <c:pt idx="15">
                  <c:v>POS</c:v>
                </c:pt>
                <c:pt idx="16">
                  <c:v>Region_OOH</c:v>
                </c:pt>
                <c:pt idx="17">
                  <c:v>PR</c:v>
                </c:pt>
                <c:pt idx="18">
                  <c:v>Region_TV</c:v>
                </c:pt>
                <c:pt idx="19">
                  <c:v>Price index</c:v>
                </c:pt>
                <c:pt idx="20">
                  <c:v>Region_Digital_...</c:v>
                </c:pt>
              </c:strCache>
            </c:strRef>
          </c:cat>
          <c:val>
            <c:numRef>
              <c:f>Sheet1!$C$2:$C$22</c:f>
              <c:numCache>
                <c:formatCode>General</c:formatCode>
                <c:ptCount val="21"/>
                <c:pt idx="0">
                  <c:v>61.22184723797254</c:v>
                </c:pt>
                <c:pt idx="1">
                  <c:v>18.097352012646645</c:v>
                </c:pt>
                <c:pt idx="2">
                  <c:v>6.670433879022107</c:v>
                </c:pt>
                <c:pt idx="3">
                  <c:v>5.05236334713029</c:v>
                </c:pt>
                <c:pt idx="4">
                  <c:v>1.7226937236323527</c:v>
                </c:pt>
                <c:pt idx="5">
                  <c:v>1.2954391100860538</c:v>
                </c:pt>
                <c:pt idx="6">
                  <c:v>1.2519491052690928</c:v>
                </c:pt>
                <c:pt idx="7">
                  <c:v>0.9962261279174279</c:v>
                </c:pt>
                <c:pt idx="8">
                  <c:v>0.9502463525870591</c:v>
                </c:pt>
                <c:pt idx="9">
                  <c:v>0.8142553146205248</c:v>
                </c:pt>
                <c:pt idx="10">
                  <c:v>0.5690672889630854</c:v>
                </c:pt>
                <c:pt idx="11">
                  <c:v>0.4294193516135405</c:v>
                </c:pt>
                <c:pt idx="12">
                  <c:v>0.3256960398999252</c:v>
                </c:pt>
                <c:pt idx="13">
                  <c:v>0.27889107340497316</c:v>
                </c:pt>
                <c:pt idx="14">
                  <c:v>0.2369126179428045</c:v>
                </c:pt>
                <c:pt idx="15">
                  <c:v>0.11252035576916938</c:v>
                </c:pt>
                <c:pt idx="16">
                  <c:v>0.11034840455919155</c:v>
                </c:pt>
                <c:pt idx="17">
                  <c:v>0.0674035402398447</c:v>
                </c:pt>
                <c:pt idx="18">
                  <c:v>0.05950775360288966</c:v>
                </c:pt>
                <c:pt idx="19">
                  <c:v>0.12098886311087659</c:v>
                </c:pt>
                <c:pt idx="20">
                  <c:v>0.14158377376861409</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1272178.0</c:v>
                </c:pt>
                <c:pt idx="1">
                  <c:v>1347318.0</c:v>
                </c:pt>
                <c:pt idx="2">
                  <c:v>1538324.0</c:v>
                </c:pt>
                <c:pt idx="3">
                  <c:v>1389225.0</c:v>
                </c:pt>
                <c:pt idx="4">
                  <c:v>1224660.0</c:v>
                </c:pt>
                <c:pt idx="5">
                  <c:v>1279939.0</c:v>
                </c:pt>
                <c:pt idx="6">
                  <c:v>1119349.0</c:v>
                </c:pt>
                <c:pt idx="7">
                  <c:v>1257433.0</c:v>
                </c:pt>
                <c:pt idx="8">
                  <c:v>1067516.0</c:v>
                </c:pt>
                <c:pt idx="9">
                  <c:v>1115484.0</c:v>
                </c:pt>
                <c:pt idx="10">
                  <c:v>1432500.0</c:v>
                </c:pt>
                <c:pt idx="11">
                  <c:v>1159747.0</c:v>
                </c:pt>
                <c:pt idx="12">
                  <c:v>1310243.0</c:v>
                </c:pt>
                <c:pt idx="13">
                  <c:v>1325087.0</c:v>
                </c:pt>
                <c:pt idx="14">
                  <c:v>1715131.0</c:v>
                </c:pt>
                <c:pt idx="15">
                  <c:v>1432960.0</c:v>
                </c:pt>
                <c:pt idx="16">
                  <c:v>1692172.0</c:v>
                </c:pt>
                <c:pt idx="17">
                  <c:v>1211377.0</c:v>
                </c:pt>
                <c:pt idx="18">
                  <c:v>1243530.0</c:v>
                </c:pt>
                <c:pt idx="19">
                  <c:v>1474733.0</c:v>
                </c:pt>
                <c:pt idx="20">
                  <c:v>1155366.0</c:v>
                </c:pt>
                <c:pt idx="21">
                  <c:v>1228096.0</c:v>
                </c:pt>
                <c:pt idx="22">
                  <c:v>1508869.0</c:v>
                </c:pt>
                <c:pt idx="23">
                  <c:v>1238452.0</c:v>
                </c:pt>
                <c:pt idx="24">
                  <c:v>1665105.0</c:v>
                </c:pt>
                <c:pt idx="25">
                  <c:v>1443506.0</c:v>
                </c:pt>
                <c:pt idx="26">
                  <c:v>1561559.0</c:v>
                </c:pt>
                <c:pt idx="27">
                  <c:v>1346568.0</c:v>
                </c:pt>
                <c:pt idx="28">
                  <c:v>1443587.0</c:v>
                </c:pt>
                <c:pt idx="29">
                  <c:v>1256676.0</c:v>
                </c:pt>
                <c:pt idx="30">
                  <c:v>1278433.0</c:v>
                </c:pt>
                <c:pt idx="31">
                  <c:v>1560247.0</c:v>
                </c:pt>
                <c:pt idx="32">
                  <c:v>1152863.0</c:v>
                </c:pt>
                <c:pt idx="33">
                  <c:v>1604068.0</c:v>
                </c:pt>
                <c:pt idx="34">
                  <c:v>1373527.0</c:v>
                </c:pt>
                <c:pt idx="35">
                  <c:v>1559070.0</c:v>
                </c:pt>
                <c:pt idx="36">
                  <c:v>1715232.0</c:v>
                </c:pt>
                <c:pt idx="37">
                  <c:v>1434438.0</c:v>
                </c:pt>
                <c:pt idx="38">
                  <c:v>1529749.0</c:v>
                </c:pt>
                <c:pt idx="39">
                  <c:v>1317597.0</c:v>
                </c:pt>
                <c:pt idx="40">
                  <c:v>1718233.0</c:v>
                </c:pt>
                <c:pt idx="41">
                  <c:v>1285631.0</c:v>
                </c:pt>
                <c:pt idx="42">
                  <c:v>1463974.0</c:v>
                </c:pt>
                <c:pt idx="43">
                  <c:v>1299496.0</c:v>
                </c:pt>
                <c:pt idx="44">
                  <c:v>1297133.0</c:v>
                </c:pt>
                <c:pt idx="45">
                  <c:v>1632248.0</c:v>
                </c:pt>
                <c:pt idx="46">
                  <c:v>1285801.0</c:v>
                </c:pt>
                <c:pt idx="47">
                  <c:v>1217635.0</c:v>
                </c:pt>
                <c:pt idx="48">
                  <c:v>1646462.0</c:v>
                </c:pt>
                <c:pt idx="49">
                  <c:v>1421198.0</c:v>
                </c:pt>
                <c:pt idx="50">
                  <c:v>1265261.0</c:v>
                </c:pt>
                <c:pt idx="51">
                  <c:v>1836569.0</c:v>
                </c:pt>
                <c:pt idx="52">
                  <c:v>1262943.0</c:v>
                </c:pt>
                <c:pt idx="53">
                  <c:v>1322843.0</c:v>
                </c:pt>
                <c:pt idx="54">
                  <c:v>1460557.0</c:v>
                </c:pt>
                <c:pt idx="55">
                  <c:v>1077241.0</c:v>
                </c:pt>
                <c:pt idx="56">
                  <c:v>1354726.0</c:v>
                </c:pt>
                <c:pt idx="57">
                  <c:v>1067183.0</c:v>
                </c:pt>
                <c:pt idx="58">
                  <c:v>1186946.0</c:v>
                </c:pt>
                <c:pt idx="59">
                  <c:v>1415215.0</c:v>
                </c:pt>
                <c:pt idx="60">
                  <c:v>350681.0</c:v>
                </c:pt>
                <c:pt idx="61">
                  <c:v>1544920.0</c:v>
                </c:pt>
                <c:pt idx="62">
                  <c:v>1487448.0</c:v>
                </c:pt>
                <c:pt idx="63">
                  <c:v>1838145.0</c:v>
                </c:pt>
                <c:pt idx="64">
                  <c:v>1442852.0</c:v>
                </c:pt>
                <c:pt idx="65">
                  <c:v>1175943.0</c:v>
                </c:pt>
                <c:pt idx="66">
                  <c:v>1065352.0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1287277.1490905483</c:v>
                </c:pt>
                <c:pt idx="1">
                  <c:v>1281565.3060943307</c:v>
                </c:pt>
                <c:pt idx="2">
                  <c:v>1540722.320274346</c:v>
                </c:pt>
                <c:pt idx="3">
                  <c:v>1415443.3417087365</c:v>
                </c:pt>
                <c:pt idx="4">
                  <c:v>1197522.9061325795</c:v>
                </c:pt>
                <c:pt idx="5">
                  <c:v>1357663.5860652556</c:v>
                </c:pt>
                <c:pt idx="6">
                  <c:v>1033298.3749337262</c:v>
                </c:pt>
                <c:pt idx="7">
                  <c:v>1281946.0665135265</c:v>
                </c:pt>
                <c:pt idx="8">
                  <c:v>1049184.302355201</c:v>
                </c:pt>
                <c:pt idx="9">
                  <c:v>1163727.2480717464</c:v>
                </c:pt>
                <c:pt idx="10">
                  <c:v>1484048.9095886238</c:v>
                </c:pt>
                <c:pt idx="11">
                  <c:v>1183104.4810420075</c:v>
                </c:pt>
                <c:pt idx="12">
                  <c:v>1356181.0856083552</c:v>
                </c:pt>
                <c:pt idx="13">
                  <c:v>1340377.310026318</c:v>
                </c:pt>
                <c:pt idx="14">
                  <c:v>1748514.0531089974</c:v>
                </c:pt>
                <c:pt idx="15">
                  <c:v>1444896.9241152029</c:v>
                </c:pt>
                <c:pt idx="16">
                  <c:v>1691406.6110811485</c:v>
                </c:pt>
                <c:pt idx="17">
                  <c:v>1183005.7583307736</c:v>
                </c:pt>
                <c:pt idx="18">
                  <c:v>1180523.8262227639</c:v>
                </c:pt>
                <c:pt idx="19">
                  <c:v>1439059.7859271888</c:v>
                </c:pt>
                <c:pt idx="20">
                  <c:v>1140182.300031978</c:v>
                </c:pt>
                <c:pt idx="21">
                  <c:v>1244273.142664162</c:v>
                </c:pt>
                <c:pt idx="22">
                  <c:v>1513531.2643761835</c:v>
                </c:pt>
                <c:pt idx="23">
                  <c:v>1253270.4822540055</c:v>
                </c:pt>
                <c:pt idx="24">
                  <c:v>1664498.6379892887</c:v>
                </c:pt>
                <c:pt idx="25">
                  <c:v>1401199.9216439086</c:v>
                </c:pt>
                <c:pt idx="26">
                  <c:v>1485773.3987859054</c:v>
                </c:pt>
                <c:pt idx="27">
                  <c:v>1368129.2075022222</c:v>
                </c:pt>
                <c:pt idx="28">
                  <c:v>1511084.2165143066</c:v>
                </c:pt>
                <c:pt idx="29">
                  <c:v>1240166.3662857898</c:v>
                </c:pt>
                <c:pt idx="30">
                  <c:v>1257145.6669593733</c:v>
                </c:pt>
                <c:pt idx="31">
                  <c:v>1499832.2107157165</c:v>
                </c:pt>
                <c:pt idx="32">
                  <c:v>1209929.5267488284</c:v>
                </c:pt>
                <c:pt idx="33">
                  <c:v>1521975.0427512159</c:v>
                </c:pt>
                <c:pt idx="34">
                  <c:v>1356865.5012145108</c:v>
                </c:pt>
                <c:pt idx="35">
                  <c:v>1471726.2121236944</c:v>
                </c:pt>
                <c:pt idx="36">
                  <c:v>1824122.9592527365</c:v>
                </c:pt>
                <c:pt idx="37">
                  <c:v>1402433.5985521968</c:v>
                </c:pt>
                <c:pt idx="38">
                  <c:v>1508188.3597037946</c:v>
                </c:pt>
                <c:pt idx="39">
                  <c:v>1325558.8348838028</c:v>
                </c:pt>
                <c:pt idx="40">
                  <c:v>1721545.0568684381</c:v>
                </c:pt>
                <c:pt idx="41">
                  <c:v>1233615.6424325057</c:v>
                </c:pt>
                <c:pt idx="42">
                  <c:v>1573386.5092942133</c:v>
                </c:pt>
                <c:pt idx="43">
                  <c:v>1218366.1256692433</c:v>
                </c:pt>
                <c:pt idx="44">
                  <c:v>1161238.8535711756</c:v>
                </c:pt>
                <c:pt idx="45">
                  <c:v>1668996.7783134012</c:v>
                </c:pt>
                <c:pt idx="46">
                  <c:v>1284926.5847470236</c:v>
                </c:pt>
                <c:pt idx="47">
                  <c:v>1229026.008328778</c:v>
                </c:pt>
                <c:pt idx="48">
                  <c:v>1686080.7437373116</c:v>
                </c:pt>
                <c:pt idx="49">
                  <c:v>1351913.3136746539</c:v>
                </c:pt>
                <c:pt idx="50">
                  <c:v>1323669.668944988</c:v>
                </c:pt>
                <c:pt idx="51">
                  <c:v>1746922.7216792717</c:v>
                </c:pt>
                <c:pt idx="52">
                  <c:v>1334069.0816218504</c:v>
                </c:pt>
                <c:pt idx="53">
                  <c:v>1394052.017186485</c:v>
                </c:pt>
                <c:pt idx="54">
                  <c:v>1490028.751695179</c:v>
                </c:pt>
                <c:pt idx="55">
                  <c:v>1122808.533094802</c:v>
                </c:pt>
                <c:pt idx="56">
                  <c:v>1361230.7994445676</c:v>
                </c:pt>
                <c:pt idx="57">
                  <c:v>1118917.9272597167</c:v>
                </c:pt>
                <c:pt idx="58">
                  <c:v>1167490.5294662213</c:v>
                </c:pt>
                <c:pt idx="59">
                  <c:v>1485765.0488516837</c:v>
                </c:pt>
                <c:pt idx="60">
                  <c:v>339284.1618226066</c:v>
                </c:pt>
                <c:pt idx="61">
                  <c:v>1625089.1585471688</c:v>
                </c:pt>
                <c:pt idx="62">
                  <c:v>1527769.0912774417</c:v>
                </c:pt>
                <c:pt idx="63">
                  <c:v>1908495.71870052</c:v>
                </c:pt>
                <c:pt idx="64">
                  <c:v>1511857.2622699842</c:v>
                </c:pt>
                <c:pt idx="65">
                  <c:v>1206523.0578545085</c:v>
                </c:pt>
                <c:pt idx="66">
                  <c:v>1105909.0262765244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290195.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395367150.14</c:v>
                </c:pt>
                <c:pt idx="1">
                  <c:v>424526124.32</c:v>
                </c:pt>
                <c:pt idx="2">
                  <c:v>490574866.81</c:v>
                </c:pt>
                <c:pt idx="3">
                  <c:v>429529051.63</c:v>
                </c:pt>
                <c:pt idx="4">
                  <c:v>363101285.29999995</c:v>
                </c:pt>
                <c:pt idx="5">
                  <c:v>349745792.82</c:v>
                </c:pt>
                <c:pt idx="6">
                  <c:v>283216894.19</c:v>
                </c:pt>
                <c:pt idx="7">
                  <c:v>306076192.15999997</c:v>
                </c:pt>
                <c:pt idx="8">
                  <c:v>258260814.46</c:v>
                </c:pt>
                <c:pt idx="9">
                  <c:v>278526223.88</c:v>
                </c:pt>
                <c:pt idx="10">
                  <c:v>383868487.6</c:v>
                </c:pt>
                <c:pt idx="11">
                  <c:v>330430131.36</c:v>
                </c:pt>
                <c:pt idx="12">
                  <c:v>397834089.64</c:v>
                </c:pt>
                <c:pt idx="13">
                  <c:v>421056374.28999996</c:v>
                </c:pt>
                <c:pt idx="14">
                  <c:v>544747486.11</c:v>
                </c:pt>
                <c:pt idx="15">
                  <c:v>443010953.87</c:v>
                </c:pt>
                <c:pt idx="16">
                  <c:v>502420789.27</c:v>
                </c:pt>
                <c:pt idx="17">
                  <c:v>331284690.37</c:v>
                </c:pt>
                <c:pt idx="18">
                  <c:v>318436202.19</c:v>
                </c:pt>
                <c:pt idx="19">
                  <c:v>361869487.33000004</c:v>
                </c:pt>
                <c:pt idx="20">
                  <c:v>284141110.4</c:v>
                </c:pt>
                <c:pt idx="21">
                  <c:v>310673650.74</c:v>
                </c:pt>
                <c:pt idx="22">
                  <c:v>398469483.59</c:v>
                </c:pt>
                <c:pt idx="23">
                  <c:v>353042057.54</c:v>
                </c:pt>
                <c:pt idx="24">
                  <c:v>507514481.90000004</c:v>
                </c:pt>
                <c:pt idx="25">
                  <c:v>452924007.36</c:v>
                </c:pt>
                <c:pt idx="26">
                  <c:v>499457446.69</c:v>
                </c:pt>
                <c:pt idx="27">
                  <c:v>420528339.46000004</c:v>
                </c:pt>
                <c:pt idx="28">
                  <c:v>424466527.99</c:v>
                </c:pt>
                <c:pt idx="29">
                  <c:v>344761058.76</c:v>
                </c:pt>
                <c:pt idx="30">
                  <c:v>317164939.3</c:v>
                </c:pt>
                <c:pt idx="31">
                  <c:v>384975046.14</c:v>
                </c:pt>
                <c:pt idx="32">
                  <c:v>275744819.95</c:v>
                </c:pt>
                <c:pt idx="33">
                  <c:v>402986141.65000004</c:v>
                </c:pt>
                <c:pt idx="34">
                  <c:v>364880477.28999996</c:v>
                </c:pt>
                <c:pt idx="35">
                  <c:v>448808962.65999997</c:v>
                </c:pt>
                <c:pt idx="36">
                  <c:v>527050054.35</c:v>
                </c:pt>
                <c:pt idx="37">
                  <c:v>461652079.19</c:v>
                </c:pt>
                <c:pt idx="38">
                  <c:v>486368856.23</c:v>
                </c:pt>
                <c:pt idx="39">
                  <c:v>417644745.27</c:v>
                </c:pt>
                <c:pt idx="40">
                  <c:v>506005199.75</c:v>
                </c:pt>
                <c:pt idx="41">
                  <c:v>349733762.63</c:v>
                </c:pt>
                <c:pt idx="42">
                  <c:v>369108191.96000004</c:v>
                </c:pt>
                <c:pt idx="43">
                  <c:v>314019759.59999996</c:v>
                </c:pt>
                <c:pt idx="44">
                  <c:v>315006167.22</c:v>
                </c:pt>
                <c:pt idx="45">
                  <c:v>413372324.55</c:v>
                </c:pt>
                <c:pt idx="46">
                  <c:v>346136864.67</c:v>
                </c:pt>
                <c:pt idx="47">
                  <c:v>349010422.71000004</c:v>
                </c:pt>
                <c:pt idx="48">
                  <c:v>505446054.03999996</c:v>
                </c:pt>
                <c:pt idx="49">
                  <c:v>452998115.03</c:v>
                </c:pt>
                <c:pt idx="50">
                  <c:v>403406565.53</c:v>
                </c:pt>
                <c:pt idx="51">
                  <c:v>565929853.2</c:v>
                </c:pt>
                <c:pt idx="52">
                  <c:v>368299057.75</c:v>
                </c:pt>
                <c:pt idx="53">
                  <c:v>362572222.46</c:v>
                </c:pt>
                <c:pt idx="54">
                  <c:v>362698959.99</c:v>
                </c:pt>
                <c:pt idx="55">
                  <c:v>258212680.6</c:v>
                </c:pt>
                <c:pt idx="56">
                  <c:v>326233871.63</c:v>
                </c:pt>
                <c:pt idx="57">
                  <c:v>264943167.26</c:v>
                </c:pt>
                <c:pt idx="58">
                  <c:v>323596012.15</c:v>
                </c:pt>
                <c:pt idx="59">
                  <c:v>404487357.11</c:v>
                </c:pt>
                <c:pt idx="60">
                  <c:v>104653730.83</c:v>
                </c:pt>
                <c:pt idx="61">
                  <c:v>473940111.97</c:v>
                </c:pt>
                <c:pt idx="62">
                  <c:v>468579773.28999996</c:v>
                </c:pt>
                <c:pt idx="63">
                  <c:v>585770389.22</c:v>
                </c:pt>
                <c:pt idx="64">
                  <c:v>448086865.53000003</c:v>
                </c:pt>
                <c:pt idx="65">
                  <c:v>340798055.08</c:v>
                </c:pt>
                <c:pt idx="66">
                  <c:v>286024209.3</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400002217.83110076</c:v>
                </c:pt>
                <c:pt idx="1">
                  <c:v>403884049.0832855</c:v>
                </c:pt>
                <c:pt idx="2">
                  <c:v>491772881.3667642</c:v>
                </c:pt>
                <c:pt idx="3">
                  <c:v>437689482.2194725</c:v>
                </c:pt>
                <c:pt idx="4">
                  <c:v>355127179.87096095</c:v>
                </c:pt>
                <c:pt idx="5">
                  <c:v>371433205.3607713</c:v>
                </c:pt>
                <c:pt idx="6">
                  <c:v>261452814.35236868</c:v>
                </c:pt>
                <c:pt idx="7">
                  <c:v>312033572.72262824</c:v>
                </c:pt>
                <c:pt idx="8">
                  <c:v>253822392.38874978</c:v>
                </c:pt>
                <c:pt idx="9">
                  <c:v>290657991.8287989</c:v>
                </c:pt>
                <c:pt idx="10">
                  <c:v>398286034.76188874</c:v>
                </c:pt>
                <c:pt idx="11">
                  <c:v>337501234.8531524</c:v>
                </c:pt>
                <c:pt idx="12">
                  <c:v>412013059.33415747</c:v>
                </c:pt>
                <c:pt idx="13">
                  <c:v>425667190.5215044</c:v>
                </c:pt>
                <c:pt idx="14">
                  <c:v>555064054.8226955</c:v>
                </c:pt>
                <c:pt idx="15">
                  <c:v>446726989.75371635</c:v>
                </c:pt>
                <c:pt idx="16">
                  <c:v>502676755.1469485</c:v>
                </c:pt>
                <c:pt idx="17">
                  <c:v>323427841.79139185</c:v>
                </c:pt>
                <c:pt idx="18">
                  <c:v>301846297.3815782</c:v>
                </c:pt>
                <c:pt idx="19">
                  <c:v>352841457.9079315</c:v>
                </c:pt>
                <c:pt idx="20">
                  <c:v>280550741.2431673</c:v>
                </c:pt>
                <c:pt idx="21">
                  <c:v>314510648.5757022</c:v>
                </c:pt>
                <c:pt idx="22">
                  <c:v>399179798.6276607</c:v>
                </c:pt>
                <c:pt idx="23">
                  <c:v>357587393.1666259</c:v>
                </c:pt>
                <c:pt idx="24">
                  <c:v>506885384.46132195</c:v>
                </c:pt>
                <c:pt idx="25">
                  <c:v>440189218.4176107</c:v>
                </c:pt>
                <c:pt idx="26">
                  <c:v>475239365.4123438</c:v>
                </c:pt>
                <c:pt idx="27">
                  <c:v>427034576.89879525</c:v>
                </c:pt>
                <c:pt idx="28">
                  <c:v>443898689.7331078</c:v>
                </c:pt>
                <c:pt idx="29">
                  <c:v>340004255.7421315</c:v>
                </c:pt>
                <c:pt idx="30">
                  <c:v>312286885.8300723</c:v>
                </c:pt>
                <c:pt idx="31">
                  <c:v>370170240.00571764</c:v>
                </c:pt>
                <c:pt idx="32">
                  <c:v>289480608.21492326</c:v>
                </c:pt>
                <c:pt idx="33">
                  <c:v>382192939.62972033</c:v>
                </c:pt>
                <c:pt idx="34">
                  <c:v>361363132.2780326</c:v>
                </c:pt>
                <c:pt idx="35">
                  <c:v>423552763.3346932</c:v>
                </c:pt>
                <c:pt idx="36">
                  <c:v>560640712.6673073</c:v>
                </c:pt>
                <c:pt idx="37">
                  <c:v>451678443.12012374</c:v>
                </c:pt>
                <c:pt idx="38">
                  <c:v>479331102.4936911</c:v>
                </c:pt>
                <c:pt idx="39">
                  <c:v>420409964.2505051</c:v>
                </c:pt>
                <c:pt idx="40">
                  <c:v>507158024.90603966</c:v>
                </c:pt>
                <c:pt idx="41">
                  <c:v>335461179.3057792</c:v>
                </c:pt>
                <c:pt idx="42">
                  <c:v>397736996.3339294</c:v>
                </c:pt>
                <c:pt idx="43">
                  <c:v>294049718.18247527</c:v>
                </c:pt>
                <c:pt idx="44">
                  <c:v>282118756.62808627</c:v>
                </c:pt>
                <c:pt idx="45">
                  <c:v>422578410.6257484</c:v>
                </c:pt>
                <c:pt idx="46">
                  <c:v>345557325.410339</c:v>
                </c:pt>
                <c:pt idx="47">
                  <c:v>351979307.513823</c:v>
                </c:pt>
                <c:pt idx="48">
                  <c:v>517235886.04024607</c:v>
                </c:pt>
                <c:pt idx="49">
                  <c:v>430506728.775406</c:v>
                </c:pt>
                <c:pt idx="50">
                  <c:v>421857696.9241517</c:v>
                </c:pt>
                <c:pt idx="51">
                  <c:v>538156789.0962219</c:v>
                </c:pt>
                <c:pt idx="52">
                  <c:v>388943382.0242355</c:v>
                </c:pt>
                <c:pt idx="53">
                  <c:v>382515601.606438</c:v>
                </c:pt>
                <c:pt idx="54">
                  <c:v>370981278.7365471</c:v>
                </c:pt>
                <c:pt idx="55">
                  <c:v>269017412.8164253</c:v>
                </c:pt>
                <c:pt idx="56">
                  <c:v>327985088.4146948</c:v>
                </c:pt>
                <c:pt idx="57">
                  <c:v>277653725.8505536</c:v>
                </c:pt>
                <c:pt idx="58">
                  <c:v>318313501.62697977</c:v>
                </c:pt>
                <c:pt idx="59">
                  <c:v>424903413.5898715</c:v>
                </c:pt>
                <c:pt idx="60">
                  <c:v>101252572.41272049</c:v>
                </c:pt>
                <c:pt idx="61">
                  <c:v>498660310.6167815</c:v>
                </c:pt>
                <c:pt idx="62">
                  <c:v>481334553.4076218</c:v>
                </c:pt>
                <c:pt idx="63">
                  <c:v>608622788.5796325</c:v>
                </c:pt>
                <c:pt idx="64">
                  <c:v>470040520.11891294</c:v>
                </c:pt>
                <c:pt idx="65">
                  <c:v>349987465.54091376</c:v>
                </c:pt>
                <c:pt idx="66">
                  <c:v>296816241.8108859</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730347346.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Paris: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754006.491463069</c:v>
                </c:pt>
                <c:pt idx="1">
                  <c:v>754006.491463069</c:v>
                </c:pt>
                <c:pt idx="2">
                  <c:v>942508.1143288362</c:v>
                </c:pt>
                <c:pt idx="3">
                  <c:v>754006.491463069</c:v>
                </c:pt>
                <c:pt idx="4">
                  <c:v>754006.491463069</c:v>
                </c:pt>
                <c:pt idx="5">
                  <c:v>942508.1143288362</c:v>
                </c:pt>
                <c:pt idx="6">
                  <c:v>754006.491463069</c:v>
                </c:pt>
                <c:pt idx="7">
                  <c:v>942508.1143288362</c:v>
                </c:pt>
                <c:pt idx="8">
                  <c:v>754006.491463069</c:v>
                </c:pt>
                <c:pt idx="9">
                  <c:v>754006.491463069</c:v>
                </c:pt>
                <c:pt idx="10">
                  <c:v>942508.1143288362</c:v>
                </c:pt>
                <c:pt idx="11">
                  <c:v>754006.491463069</c:v>
                </c:pt>
                <c:pt idx="12">
                  <c:v>754006.491463069</c:v>
                </c:pt>
                <c:pt idx="13">
                  <c:v>754006.491463069</c:v>
                </c:pt>
                <c:pt idx="14">
                  <c:v>942508.1143288362</c:v>
                </c:pt>
                <c:pt idx="15">
                  <c:v>754006.491463069</c:v>
                </c:pt>
                <c:pt idx="16">
                  <c:v>942508.1143288362</c:v>
                </c:pt>
                <c:pt idx="17">
                  <c:v>754006.491463069</c:v>
                </c:pt>
                <c:pt idx="18">
                  <c:v>754006.491463069</c:v>
                </c:pt>
                <c:pt idx="19">
                  <c:v>942508.1143288362</c:v>
                </c:pt>
                <c:pt idx="20">
                  <c:v>754006.491463069</c:v>
                </c:pt>
                <c:pt idx="21">
                  <c:v>754006.491463069</c:v>
                </c:pt>
                <c:pt idx="22">
                  <c:v>942508.1143288362</c:v>
                </c:pt>
                <c:pt idx="23">
                  <c:v>754006.491463069</c:v>
                </c:pt>
                <c:pt idx="24">
                  <c:v>942508.1143288362</c:v>
                </c:pt>
                <c:pt idx="25">
                  <c:v>754006.491463069</c:v>
                </c:pt>
                <c:pt idx="26">
                  <c:v>754006.491463069</c:v>
                </c:pt>
                <c:pt idx="27">
                  <c:v>754006.491463069</c:v>
                </c:pt>
                <c:pt idx="28">
                  <c:v>942508.1143288362</c:v>
                </c:pt>
                <c:pt idx="29">
                  <c:v>754006.491463069</c:v>
                </c:pt>
                <c:pt idx="30">
                  <c:v>754006.491463069</c:v>
                </c:pt>
                <c:pt idx="31">
                  <c:v>942508.1143288362</c:v>
                </c:pt>
                <c:pt idx="32">
                  <c:v>754006.491463069</c:v>
                </c:pt>
                <c:pt idx="33">
                  <c:v>942508.1143288362</c:v>
                </c:pt>
                <c:pt idx="34">
                  <c:v>754006.491463069</c:v>
                </c:pt>
                <c:pt idx="35">
                  <c:v>754006.491463069</c:v>
                </c:pt>
                <c:pt idx="36">
                  <c:v>942508.1143288362</c:v>
                </c:pt>
                <c:pt idx="37">
                  <c:v>754006.491463069</c:v>
                </c:pt>
                <c:pt idx="38">
                  <c:v>754006.491463069</c:v>
                </c:pt>
                <c:pt idx="39">
                  <c:v>754006.491463069</c:v>
                </c:pt>
                <c:pt idx="40">
                  <c:v>942508.1143288362</c:v>
                </c:pt>
                <c:pt idx="41">
                  <c:v>754006.491463069</c:v>
                </c:pt>
                <c:pt idx="42">
                  <c:v>942508.1143288362</c:v>
                </c:pt>
                <c:pt idx="43">
                  <c:v>754006.491463069</c:v>
                </c:pt>
                <c:pt idx="44">
                  <c:v>754006.491463069</c:v>
                </c:pt>
                <c:pt idx="45">
                  <c:v>942508.1143288362</c:v>
                </c:pt>
                <c:pt idx="46">
                  <c:v>754006.491463069</c:v>
                </c:pt>
                <c:pt idx="47">
                  <c:v>754006.491463069</c:v>
                </c:pt>
                <c:pt idx="48">
                  <c:v>942508.1143288362</c:v>
                </c:pt>
                <c:pt idx="49">
                  <c:v>754006.491463069</c:v>
                </c:pt>
                <c:pt idx="50">
                  <c:v>754006.491463069</c:v>
                </c:pt>
                <c:pt idx="51">
                  <c:v>942508.1143288362</c:v>
                </c:pt>
                <c:pt idx="52">
                  <c:v>754006.491463069</c:v>
                </c:pt>
                <c:pt idx="53">
                  <c:v>754006.491463069</c:v>
                </c:pt>
                <c:pt idx="54">
                  <c:v>942508.1143288362</c:v>
                </c:pt>
                <c:pt idx="55">
                  <c:v>754006.491463069</c:v>
                </c:pt>
                <c:pt idx="56">
                  <c:v>942508.1143288362</c:v>
                </c:pt>
                <c:pt idx="57">
                  <c:v>754006.491463069</c:v>
                </c:pt>
                <c:pt idx="58">
                  <c:v>754006.491463069</c:v>
                </c:pt>
                <c:pt idx="59">
                  <c:v>942508.1143288362</c:v>
                </c:pt>
                <c:pt idx="60">
                  <c:v>754006.491463069</c:v>
                </c:pt>
                <c:pt idx="61">
                  <c:v>754006.491463069</c:v>
                </c:pt>
                <c:pt idx="62">
                  <c:v>942508.1143288362</c:v>
                </c:pt>
                <c:pt idx="63">
                  <c:v>754006.491463069</c:v>
                </c:pt>
                <c:pt idx="64">
                  <c:v>754006.491463069</c:v>
                </c:pt>
                <c:pt idx="65">
                  <c:v>754006.491463069</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21514.663151922967</c:v>
                </c:pt>
                <c:pt idx="1">
                  <c:v>9371.072915719305</c:v>
                </c:pt>
                <c:pt idx="2">
                  <c:v>158.77509611900652</c:v>
                </c:pt>
                <c:pt idx="3">
                  <c:v>21932.161303050696</c:v>
                </c:pt>
                <c:pt idx="4">
                  <c:v>4665.955024578538</c:v>
                </c:pt>
                <c:pt idx="5">
                  <c:v>57.890709665774544</c:v>
                </c:pt>
                <c:pt idx="6">
                  <c:v>20375.332791208355</c:v>
                </c:pt>
                <c:pt idx="7">
                  <c:v>3693.9742359371644</c:v>
                </c:pt>
                <c:pt idx="8">
                  <c:v>2243.4062970976825</c:v>
                </c:pt>
                <c:pt idx="9">
                  <c:v>8390.415116025477</c:v>
                </c:pt>
                <c:pt idx="10">
                  <c:v>14721.828267195926</c:v>
                </c:pt>
                <c:pt idx="11">
                  <c:v>7821.462837476148</c:v>
                </c:pt>
                <c:pt idx="12">
                  <c:v>20427.62772518198</c:v>
                </c:pt>
                <c:pt idx="13">
                  <c:v>2080.1078053667275</c:v>
                </c:pt>
                <c:pt idx="14">
                  <c:v>7484.004494499898</c:v>
                </c:pt>
                <c:pt idx="15">
                  <c:v>12322.636304759393</c:v>
                </c:pt>
                <c:pt idx="16">
                  <c:v>25480.199069890292</c:v>
                </c:pt>
                <c:pt idx="17">
                  <c:v>342.3717158286304</c:v>
                </c:pt>
                <c:pt idx="18">
                  <c:v>4.361439965080759</c:v>
                </c:pt>
                <c:pt idx="19">
                  <c:v>14213.709191000631</c:v>
                </c:pt>
                <c:pt idx="20">
                  <c:v>9158.526976645595</c:v>
                </c:pt>
                <c:pt idx="21">
                  <c:v>23280.083366329094</c:v>
                </c:pt>
                <c:pt idx="22">
                  <c:v>15498.642859853202</c:v>
                </c:pt>
                <c:pt idx="23">
                  <c:v>20311.03675352666</c:v>
                </c:pt>
                <c:pt idx="24">
                  <c:v>8236.157298106247</c:v>
                </c:pt>
                <c:pt idx="25">
                  <c:v>482.2497731818458</c:v>
                </c:pt>
                <c:pt idx="26">
                  <c:v>6618.8788685898735</c:v>
                </c:pt>
                <c:pt idx="27">
                  <c:v>225.2303263660972</c:v>
                </c:pt>
                <c:pt idx="28">
                  <c:v>2805.349421620289</c:v>
                </c:pt>
                <c:pt idx="29">
                  <c:v>7658.319249294556</c:v>
                </c:pt>
                <c:pt idx="30">
                  <c:v>19531.53828972739</c:v>
                </c:pt>
                <c:pt idx="31">
                  <c:v>11412.7233900422</c:v>
                </c:pt>
                <c:pt idx="32">
                  <c:v>11727.156375833567</c:v>
                </c:pt>
                <c:pt idx="33">
                  <c:v>8549.633817923119</c:v>
                </c:pt>
                <c:pt idx="34">
                  <c:v>209.92446240628803</c:v>
                </c:pt>
                <c:pt idx="35">
                  <c:v>19307.124235956908</c:v>
                </c:pt>
                <c:pt idx="36">
                  <c:v>35145.4510460834</c:v>
                </c:pt>
                <c:pt idx="37">
                  <c:v>19826.231342283056</c:v>
                </c:pt>
                <c:pt idx="38">
                  <c:v>23701.922667121635</c:v>
                </c:pt>
                <c:pt idx="39">
                  <c:v>14334.64895513253</c:v>
                </c:pt>
                <c:pt idx="40">
                  <c:v>20525.90845133552</c:v>
                </c:pt>
                <c:pt idx="41">
                  <c:v>4902.995648462327</c:v>
                </c:pt>
                <c:pt idx="42">
                  <c:v>25570.888241948654</c:v>
                </c:pt>
                <c:pt idx="43">
                  <c:v>7554.459322915523</c:v>
                </c:pt>
                <c:pt idx="44">
                  <c:v>466.5612578679588</c:v>
                </c:pt>
                <c:pt idx="45">
                  <c:v>10166.091169904355</c:v>
                </c:pt>
                <c:pt idx="46">
                  <c:v>13477.887046965629</c:v>
                </c:pt>
                <c:pt idx="47">
                  <c:v>1157.9637630202171</c:v>
                </c:pt>
                <c:pt idx="48">
                  <c:v>12021.496290378602</c:v>
                </c:pt>
                <c:pt idx="49">
                  <c:v>8904.202008488899</c:v>
                </c:pt>
                <c:pt idx="50">
                  <c:v>6282.917771296408</c:v>
                </c:pt>
                <c:pt idx="51">
                  <c:v>27704.64888838582</c:v>
                </c:pt>
                <c:pt idx="52">
                  <c:v>21433.040261519174</c:v>
                </c:pt>
                <c:pt idx="53">
                  <c:v>10103.607996517541</c:v>
                </c:pt>
                <c:pt idx="54">
                  <c:v>172.21598729319982</c:v>
                </c:pt>
                <c:pt idx="55">
                  <c:v>10376.939290134427</c:v>
                </c:pt>
                <c:pt idx="56">
                  <c:v>23033.85873902917</c:v>
                </c:pt>
                <c:pt idx="57">
                  <c:v>29344.293095255336</c:v>
                </c:pt>
                <c:pt idx="58">
                  <c:v>18715.126723845577</c:v>
                </c:pt>
                <c:pt idx="59">
                  <c:v>19971.526236455775</c:v>
                </c:pt>
                <c:pt idx="60">
                  <c:v>27338.77945760751</c:v>
                </c:pt>
                <c:pt idx="61">
                  <c:v>1636.6750308278467</c:v>
                </c:pt>
                <c:pt idx="62">
                  <c:v>245.4479222670641</c:v>
                </c:pt>
                <c:pt idx="63">
                  <c:v>30305.094683083993</c:v>
                </c:pt>
                <c:pt idx="64">
                  <c:v>4880.007819703927</c:v>
                </c:pt>
                <c:pt idx="65">
                  <c:v>149.02135132388472</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55641.188292806895</c:v>
                </c:pt>
                <c:pt idx="1">
                  <c:v>43513.215079406335</c:v>
                </c:pt>
                <c:pt idx="2">
                  <c:v>38852.300784547</c:v>
                </c:pt>
                <c:pt idx="3">
                  <c:v>110765.39971969923</c:v>
                </c:pt>
                <c:pt idx="4">
                  <c:v>50865.375728948005</c:v>
                </c:pt>
                <c:pt idx="5">
                  <c:v>26076.882306321815</c:v>
                </c:pt>
                <c:pt idx="6">
                  <c:v>14162.096487761044</c:v>
                </c:pt>
                <c:pt idx="7">
                  <c:v>6116.190953202302</c:v>
                </c:pt>
                <c:pt idx="8">
                  <c:v>5691.349432341189</c:v>
                </c:pt>
                <c:pt idx="9">
                  <c:v>76501.1035335511</c:v>
                </c:pt>
                <c:pt idx="10">
                  <c:v>97409.17944576897</c:v>
                </c:pt>
                <c:pt idx="11">
                  <c:v>36957.215524132094</c:v>
                </c:pt>
                <c:pt idx="12">
                  <c:v>16687.34980892621</c:v>
                </c:pt>
                <c:pt idx="13">
                  <c:v>10397.69142083179</c:v>
                </c:pt>
                <c:pt idx="14">
                  <c:v>63091.84212972631</c:v>
                </c:pt>
                <c:pt idx="15">
                  <c:v>92968.24694496517</c:v>
                </c:pt>
                <c:pt idx="16">
                  <c:v>53714.978698726896</c:v>
                </c:pt>
                <c:pt idx="17">
                  <c:v>85085.93447449408</c:v>
                </c:pt>
                <c:pt idx="18">
                  <c:v>160014.6138049332</c:v>
                </c:pt>
                <c:pt idx="19">
                  <c:v>133543.38720170048</c:v>
                </c:pt>
                <c:pt idx="20">
                  <c:v>112720.37825570123</c:v>
                </c:pt>
                <c:pt idx="21">
                  <c:v>123655.75091962641</c:v>
                </c:pt>
                <c:pt idx="22">
                  <c:v>133363.65570568581</c:v>
                </c:pt>
                <c:pt idx="23">
                  <c:v>62015.036886797</c:v>
                </c:pt>
                <c:pt idx="24">
                  <c:v>87458.3509652531</c:v>
                </c:pt>
                <c:pt idx="25">
                  <c:v>108373.56635451327</c:v>
                </c:pt>
                <c:pt idx="26">
                  <c:v>138727.59561289637</c:v>
                </c:pt>
                <c:pt idx="27">
                  <c:v>103287.94711497615</c:v>
                </c:pt>
                <c:pt idx="28">
                  <c:v>64525.42940374575</c:v>
                </c:pt>
                <c:pt idx="29">
                  <c:v>95160.82284913858</c:v>
                </c:pt>
                <c:pt idx="30">
                  <c:v>139525.9552962016</c:v>
                </c:pt>
                <c:pt idx="31">
                  <c:v>231554.22615069355</c:v>
                </c:pt>
                <c:pt idx="32">
                  <c:v>208425.50777830667</c:v>
                </c:pt>
                <c:pt idx="33">
                  <c:v>250338.55390063062</c:v>
                </c:pt>
                <c:pt idx="34">
                  <c:v>228224.2071186495</c:v>
                </c:pt>
                <c:pt idx="35">
                  <c:v>143042.0774421911</c:v>
                </c:pt>
                <c:pt idx="36">
                  <c:v>80993.64354911429</c:v>
                </c:pt>
                <c:pt idx="37">
                  <c:v>125667.17472859629</c:v>
                </c:pt>
                <c:pt idx="38">
                  <c:v>144383.65191499388</c:v>
                </c:pt>
                <c:pt idx="39">
                  <c:v>55042.59054943605</c:v>
                </c:pt>
                <c:pt idx="40">
                  <c:v>156848.90219430186</c:v>
                </c:pt>
                <c:pt idx="41">
                  <c:v>126194.8943874009</c:v>
                </c:pt>
                <c:pt idx="42">
                  <c:v>173628.14784941057</c:v>
                </c:pt>
                <c:pt idx="43">
                  <c:v>196918.75436492794</c:v>
                </c:pt>
                <c:pt idx="44">
                  <c:v>170809.25786109074</c:v>
                </c:pt>
                <c:pt idx="45">
                  <c:v>242748.5399216787</c:v>
                </c:pt>
                <c:pt idx="46">
                  <c:v>159036.45281779786</c:v>
                </c:pt>
                <c:pt idx="47">
                  <c:v>87898.48057960065</c:v>
                </c:pt>
                <c:pt idx="48">
                  <c:v>164910.71587975943</c:v>
                </c:pt>
                <c:pt idx="49">
                  <c:v>70157.60154683518</c:v>
                </c:pt>
                <c:pt idx="50">
                  <c:v>67443.18651803961</c:v>
                </c:pt>
                <c:pt idx="51">
                  <c:v>97072.27867323662</c:v>
                </c:pt>
                <c:pt idx="52">
                  <c:v>120375.06209828518</c:v>
                </c:pt>
                <c:pt idx="53">
                  <c:v>157687.96327463153</c:v>
                </c:pt>
                <c:pt idx="54">
                  <c:v>176028.136267125</c:v>
                </c:pt>
                <c:pt idx="55">
                  <c:v>143350.1741512861</c:v>
                </c:pt>
                <c:pt idx="56">
                  <c:v>99725.51989155149</c:v>
                </c:pt>
                <c:pt idx="57">
                  <c:v>27325.476416716505</c:v>
                </c:pt>
                <c:pt idx="58">
                  <c:v>23283.000257833915</c:v>
                </c:pt>
                <c:pt idx="59">
                  <c:v>118576.16522207744</c:v>
                </c:pt>
                <c:pt idx="60">
                  <c:v>150014.19996924401</c:v>
                </c:pt>
                <c:pt idx="61">
                  <c:v>145309.5222270462</c:v>
                </c:pt>
                <c:pt idx="62">
                  <c:v>221268.81601904237</c:v>
                </c:pt>
                <c:pt idx="63">
                  <c:v>71651.1300484228</c:v>
                </c:pt>
                <c:pt idx="64">
                  <c:v>19934.87111549113</c:v>
                </c:pt>
                <c:pt idx="65">
                  <c:v>12811.55195134019</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16146.054603358782</c:v>
                </c:pt>
                <c:pt idx="1">
                  <c:v>13104.436426367623</c:v>
                </c:pt>
                <c:pt idx="2">
                  <c:v>14335.213889063942</c:v>
                </c:pt>
                <c:pt idx="3">
                  <c:v>15093.681558265904</c:v>
                </c:pt>
                <c:pt idx="4">
                  <c:v>27801.835188015495</c:v>
                </c:pt>
                <c:pt idx="5">
                  <c:v>5880.482892120039</c:v>
                </c:pt>
                <c:pt idx="6">
                  <c:v>348.1520623176112</c:v>
                </c:pt>
                <c:pt idx="7">
                  <c:v>18927.350306789274</c:v>
                </c:pt>
                <c:pt idx="8">
                  <c:v>23592.368551695046</c:v>
                </c:pt>
                <c:pt idx="9">
                  <c:v>18428.804891844586</c:v>
                </c:pt>
                <c:pt idx="10">
                  <c:v>907.2935503960987</c:v>
                </c:pt>
                <c:pt idx="11">
                  <c:v>14175.252132790229</c:v>
                </c:pt>
                <c:pt idx="12">
                  <c:v>17732.793561613307</c:v>
                </c:pt>
                <c:pt idx="13">
                  <c:v>12920.857409432445</c:v>
                </c:pt>
                <c:pt idx="14">
                  <c:v>28337.03244247169</c:v>
                </c:pt>
                <c:pt idx="15">
                  <c:v>45185.67151625506</c:v>
                </c:pt>
                <c:pt idx="16">
                  <c:v>30824.89480510483</c:v>
                </c:pt>
                <c:pt idx="17">
                  <c:v>21736.628405352196</c:v>
                </c:pt>
                <c:pt idx="18">
                  <c:v>4824.606432934863</c:v>
                </c:pt>
                <c:pt idx="19">
                  <c:v>6245.467591735292</c:v>
                </c:pt>
                <c:pt idx="20">
                  <c:v>20295.974898077828</c:v>
                </c:pt>
                <c:pt idx="21">
                  <c:v>32294.569360681573</c:v>
                </c:pt>
                <c:pt idx="22">
                  <c:v>1932.1402249876448</c:v>
                </c:pt>
                <c:pt idx="23">
                  <c:v>28627.635285298173</c:v>
                </c:pt>
                <c:pt idx="24">
                  <c:v>32413.20001104654</c:v>
                </c:pt>
                <c:pt idx="25">
                  <c:v>23953.80848067093</c:v>
                </c:pt>
                <c:pt idx="26">
                  <c:v>9345.905995008578</c:v>
                </c:pt>
                <c:pt idx="27">
                  <c:v>21819.617852159045</c:v>
                </c:pt>
                <c:pt idx="28">
                  <c:v>11911.317576758705</c:v>
                </c:pt>
                <c:pt idx="29">
                  <c:v>846.2907023562736</c:v>
                </c:pt>
                <c:pt idx="30">
                  <c:v>5501.178261000437</c:v>
                </c:pt>
                <c:pt idx="31">
                  <c:v>14832.291675705263</c:v>
                </c:pt>
                <c:pt idx="32">
                  <c:v>13009.567746808352</c:v>
                </c:pt>
                <c:pt idx="33">
                  <c:v>37500.26578704325</c:v>
                </c:pt>
                <c:pt idx="34">
                  <c:v>10127.409631158656</c:v>
                </c:pt>
                <c:pt idx="35">
                  <c:v>21789.74771296645</c:v>
                </c:pt>
                <c:pt idx="36">
                  <c:v>34448.95014341519</c:v>
                </c:pt>
                <c:pt idx="37">
                  <c:v>19111.705399937597</c:v>
                </c:pt>
                <c:pt idx="38">
                  <c:v>12323.302899900387</c:v>
                </c:pt>
                <c:pt idx="39">
                  <c:v>18956.36558876031</c:v>
                </c:pt>
                <c:pt idx="40">
                  <c:v>21659.12147371645</c:v>
                </c:pt>
                <c:pt idx="41">
                  <c:v>9189.508869947833</c:v>
                </c:pt>
                <c:pt idx="42">
                  <c:v>31513.4753313924</c:v>
                </c:pt>
                <c:pt idx="43">
                  <c:v>17361.124735893263</c:v>
                </c:pt>
                <c:pt idx="44">
                  <c:v>15677.995421404124</c:v>
                </c:pt>
                <c:pt idx="45">
                  <c:v>52579.88224839031</c:v>
                </c:pt>
                <c:pt idx="46">
                  <c:v>18095.172963127097</c:v>
                </c:pt>
                <c:pt idx="47">
                  <c:v>736.1195219151293</c:v>
                </c:pt>
                <c:pt idx="48">
                  <c:v>17400.6265416522</c:v>
                </c:pt>
                <c:pt idx="49">
                  <c:v>18920.04394845754</c:v>
                </c:pt>
                <c:pt idx="50">
                  <c:v>9201.832285019344</c:v>
                </c:pt>
                <c:pt idx="51">
                  <c:v>61705.43011361483</c:v>
                </c:pt>
                <c:pt idx="52">
                  <c:v>14734.763137856733</c:v>
                </c:pt>
                <c:pt idx="53">
                  <c:v>14490.883254131082</c:v>
                </c:pt>
                <c:pt idx="54">
                  <c:v>19155.607383687206</c:v>
                </c:pt>
                <c:pt idx="55">
                  <c:v>28.059690649660674</c:v>
                </c:pt>
                <c:pt idx="56">
                  <c:v>800.6714715284348</c:v>
                </c:pt>
                <c:pt idx="57">
                  <c:v>9536.101019956932</c:v>
                </c:pt>
                <c:pt idx="58">
                  <c:v>36710.61608347141</c:v>
                </c:pt>
                <c:pt idx="59">
                  <c:v>48416.35914118502</c:v>
                </c:pt>
                <c:pt idx="60">
                  <c:v>41715.5688135931</c:v>
                </c:pt>
                <c:pt idx="61">
                  <c:v>20899.643986130504</c:v>
                </c:pt>
                <c:pt idx="62">
                  <c:v>6907.891724133826</c:v>
                </c:pt>
                <c:pt idx="63">
                  <c:v>42616.764779482444</c:v>
                </c:pt>
                <c:pt idx="64">
                  <c:v>7823.372575430587</c:v>
                </c:pt>
                <c:pt idx="65">
                  <c:v>664.7828220695784</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5493.615310636791</c:v>
                </c:pt>
                <c:pt idx="1">
                  <c:v>8615.284585551071</c:v>
                </c:pt>
                <c:pt idx="2">
                  <c:v>5868.011901897016</c:v>
                </c:pt>
                <c:pt idx="3">
                  <c:v>5464.741505613976</c:v>
                </c:pt>
                <c:pt idx="4">
                  <c:v>85.23375665108644</c:v>
                </c:pt>
                <c:pt idx="5">
                  <c:v>4652.518052605697</c:v>
                </c:pt>
                <c:pt idx="6">
                  <c:v>2546.973057732761</c:v>
                </c:pt>
                <c:pt idx="7">
                  <c:v>120.52011634033683</c:v>
                </c:pt>
                <c:pt idx="8">
                  <c:v>11986.895334522611</c:v>
                </c:pt>
                <c:pt idx="9">
                  <c:v>443.88725114028955</c:v>
                </c:pt>
                <c:pt idx="10">
                  <c:v>5160.202849922493</c:v>
                </c:pt>
                <c:pt idx="11">
                  <c:v>3790.1223831301104</c:v>
                </c:pt>
                <c:pt idx="12">
                  <c:v>11759.335557156031</c:v>
                </c:pt>
                <c:pt idx="13">
                  <c:v>360.53584397870213</c:v>
                </c:pt>
                <c:pt idx="14">
                  <c:v>2040.3659972642106</c:v>
                </c:pt>
                <c:pt idx="15">
                  <c:v>11121.430415231305</c:v>
                </c:pt>
                <c:pt idx="16">
                  <c:v>19264.26741794784</c:v>
                </c:pt>
                <c:pt idx="17">
                  <c:v>10618.979998272549</c:v>
                </c:pt>
                <c:pt idx="18">
                  <c:v>8805.823538764751</c:v>
                </c:pt>
                <c:pt idx="19">
                  <c:v>2778.86618744142</c:v>
                </c:pt>
                <c:pt idx="20">
                  <c:v>12000.757081139123</c:v>
                </c:pt>
                <c:pt idx="21">
                  <c:v>2591.653141231753</c:v>
                </c:pt>
                <c:pt idx="22">
                  <c:v>8783.74060703218</c:v>
                </c:pt>
                <c:pt idx="23">
                  <c:v>146.71681794583466</c:v>
                </c:pt>
                <c:pt idx="24">
                  <c:v>114.49364760979084</c:v>
                </c:pt>
                <c:pt idx="25">
                  <c:v>241.1909059811227</c:v>
                </c:pt>
                <c:pt idx="26">
                  <c:v>4272.605612014827</c:v>
                </c:pt>
                <c:pt idx="27">
                  <c:v>5945.754804123692</c:v>
                </c:pt>
                <c:pt idx="28">
                  <c:v>232.85083556294154</c:v>
                </c:pt>
                <c:pt idx="29">
                  <c:v>12240.740813516866</c:v>
                </c:pt>
                <c:pt idx="30">
                  <c:v>14418.295116815023</c:v>
                </c:pt>
                <c:pt idx="31">
                  <c:v>11377.254931766769</c:v>
                </c:pt>
                <c:pt idx="32">
                  <c:v>2225.9437025663938</c:v>
                </c:pt>
                <c:pt idx="33">
                  <c:v>2061.6772553579576</c:v>
                </c:pt>
                <c:pt idx="34">
                  <c:v>91.06366321106002</c:v>
                </c:pt>
                <c:pt idx="35">
                  <c:v>17597.718777450387</c:v>
                </c:pt>
                <c:pt idx="36">
                  <c:v>16612.315038181445</c:v>
                </c:pt>
                <c:pt idx="37">
                  <c:v>4781.8121294306</c:v>
                </c:pt>
                <c:pt idx="38">
                  <c:v>7700.78936487998</c:v>
                </c:pt>
                <c:pt idx="39">
                  <c:v>7201.160026249639</c:v>
                </c:pt>
                <c:pt idx="40">
                  <c:v>153.80994426995574</c:v>
                </c:pt>
                <c:pt idx="41">
                  <c:v>191.74975423804804</c:v>
                </c:pt>
                <c:pt idx="42">
                  <c:v>5611.201108613857</c:v>
                </c:pt>
                <c:pt idx="43">
                  <c:v>8900.803508767955</c:v>
                </c:pt>
                <c:pt idx="44">
                  <c:v>86.11236505482145</c:v>
                </c:pt>
                <c:pt idx="45">
                  <c:v>25586.26005796592</c:v>
                </c:pt>
                <c:pt idx="46">
                  <c:v>4743.967373717249</c:v>
                </c:pt>
                <c:pt idx="47">
                  <c:v>11050.16356983189</c:v>
                </c:pt>
                <c:pt idx="48">
                  <c:v>10902.132260870558</c:v>
                </c:pt>
                <c:pt idx="49">
                  <c:v>3234.4080200692956</c:v>
                </c:pt>
                <c:pt idx="50">
                  <c:v>66.15214836853991</c:v>
                </c:pt>
                <c:pt idx="51">
                  <c:v>5208.489139605302</c:v>
                </c:pt>
                <c:pt idx="52">
                  <c:v>15390.242406173882</c:v>
                </c:pt>
                <c:pt idx="53">
                  <c:v>95.62176022678452</c:v>
                </c:pt>
                <c:pt idx="54">
                  <c:v>8045.303378802562</c:v>
                </c:pt>
                <c:pt idx="55">
                  <c:v>10944.460555276153</c:v>
                </c:pt>
                <c:pt idx="56">
                  <c:v>10812.075875488486</c:v>
                </c:pt>
                <c:pt idx="57">
                  <c:v>55.72826506480836</c:v>
                </c:pt>
                <c:pt idx="58">
                  <c:v>166.18676952762027</c:v>
                </c:pt>
                <c:pt idx="59">
                  <c:v>11831.174875760738</c:v>
                </c:pt>
                <c:pt idx="60">
                  <c:v>17471.113345384565</c:v>
                </c:pt>
                <c:pt idx="61">
                  <c:v>12451.43795499059</c:v>
                </c:pt>
                <c:pt idx="62">
                  <c:v>13220.374522796848</c:v>
                </c:pt>
                <c:pt idx="63">
                  <c:v>4885.276364829613</c:v>
                </c:pt>
                <c:pt idx="64">
                  <c:v>3673.851889166655</c:v>
                </c:pt>
                <c:pt idx="65">
                  <c:v>8784.895611252829</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659.6825803945991</c:v>
                </c:pt>
                <c:pt idx="1">
                  <c:v>7615.848008174809</c:v>
                </c:pt>
                <c:pt idx="2">
                  <c:v>2970.640456712527</c:v>
                </c:pt>
                <c:pt idx="3">
                  <c:v>12.655332035252304</c:v>
                </c:pt>
                <c:pt idx="4">
                  <c:v>11493.521988803626</c:v>
                </c:pt>
                <c:pt idx="5">
                  <c:v>9123.980497670476</c:v>
                </c:pt>
                <c:pt idx="6">
                  <c:v>5330.921931355282</c:v>
                </c:pt>
                <c:pt idx="7">
                  <c:v>648.1817040866149</c:v>
                </c:pt>
                <c:pt idx="8">
                  <c:v>21759.56821945044</c:v>
                </c:pt>
                <c:pt idx="9">
                  <c:v>7729.968489512461</c:v>
                </c:pt>
                <c:pt idx="10">
                  <c:v>12895.778082706955</c:v>
                </c:pt>
                <c:pt idx="11">
                  <c:v>101.59525920145254</c:v>
                </c:pt>
                <c:pt idx="12">
                  <c:v>11286.386902219429</c:v>
                </c:pt>
                <c:pt idx="13">
                  <c:v>5480.245952816815</c:v>
                </c:pt>
                <c:pt idx="14">
                  <c:v>23222.61577514998</c:v>
                </c:pt>
                <c:pt idx="15">
                  <c:v>17151.643953746523</c:v>
                </c:pt>
                <c:pt idx="16">
                  <c:v>25314.63095188074</c:v>
                </c:pt>
                <c:pt idx="17">
                  <c:v>393.5598077906877</c:v>
                </c:pt>
                <c:pt idx="18">
                  <c:v>9827.540512977374</c:v>
                </c:pt>
                <c:pt idx="19">
                  <c:v>21261.304952803162</c:v>
                </c:pt>
                <c:pt idx="20">
                  <c:v>685.6313606823471</c:v>
                </c:pt>
                <c:pt idx="21">
                  <c:v>8097.73081622205</c:v>
                </c:pt>
                <c:pt idx="22">
                  <c:v>7593.148194612254</c:v>
                </c:pt>
                <c:pt idx="23">
                  <c:v>6293.691844604904</c:v>
                </c:pt>
                <c:pt idx="24">
                  <c:v>9356.815481520041</c:v>
                </c:pt>
                <c:pt idx="25">
                  <c:v>35.163633235749735</c:v>
                </c:pt>
                <c:pt idx="26">
                  <c:v>136.10248800345263</c:v>
                </c:pt>
                <c:pt idx="27">
                  <c:v>9793.084938727772</c:v>
                </c:pt>
                <c:pt idx="28">
                  <c:v>10598.539100206586</c:v>
                </c:pt>
                <c:pt idx="29">
                  <c:v>2666.463883167499</c:v>
                </c:pt>
                <c:pt idx="30">
                  <c:v>5590.721462182036</c:v>
                </c:pt>
                <c:pt idx="31">
                  <c:v>18524.191749718393</c:v>
                </c:pt>
                <c:pt idx="32">
                  <c:v>16319.674797695152</c:v>
                </c:pt>
                <c:pt idx="33">
                  <c:v>8430.949870259636</c:v>
                </c:pt>
                <c:pt idx="34">
                  <c:v>4547.141032785482</c:v>
                </c:pt>
                <c:pt idx="35">
                  <c:v>12086.581016805249</c:v>
                </c:pt>
                <c:pt idx="36">
                  <c:v>19502.918310448316</c:v>
                </c:pt>
                <c:pt idx="37">
                  <c:v>30.16720508822314</c:v>
                </c:pt>
                <c:pt idx="38">
                  <c:v>20872.695042211977</c:v>
                </c:pt>
                <c:pt idx="39">
                  <c:v>4255.25039323658</c:v>
                </c:pt>
                <c:pt idx="40">
                  <c:v>20657.789873050246</c:v>
                </c:pt>
                <c:pt idx="41">
                  <c:v>11457.405703291353</c:v>
                </c:pt>
                <c:pt idx="42">
                  <c:v>25993.406693810364</c:v>
                </c:pt>
                <c:pt idx="43">
                  <c:v>575.2664967726905</c:v>
                </c:pt>
                <c:pt idx="44">
                  <c:v>6528.37870791184</c:v>
                </c:pt>
                <c:pt idx="45">
                  <c:v>34540.56444804522</c:v>
                </c:pt>
                <c:pt idx="46">
                  <c:v>11122.733670252577</c:v>
                </c:pt>
                <c:pt idx="47">
                  <c:v>251.0083821056098</c:v>
                </c:pt>
                <c:pt idx="48">
                  <c:v>21104.182159405602</c:v>
                </c:pt>
                <c:pt idx="49">
                  <c:v>6695.075002830922</c:v>
                </c:pt>
                <c:pt idx="50">
                  <c:v>13116.552913846384</c:v>
                </c:pt>
                <c:pt idx="51">
                  <c:v>27033.559922346925</c:v>
                </c:pt>
                <c:pt idx="52">
                  <c:v>23445.26865401662</c:v>
                </c:pt>
                <c:pt idx="53">
                  <c:v>20878.91753950707</c:v>
                </c:pt>
                <c:pt idx="54">
                  <c:v>12645.071957875134</c:v>
                </c:pt>
                <c:pt idx="55">
                  <c:v>23526.934595135048</c:v>
                </c:pt>
                <c:pt idx="56">
                  <c:v>10519.134576574459</c:v>
                </c:pt>
                <c:pt idx="57">
                  <c:v>425.8708673745132</c:v>
                </c:pt>
                <c:pt idx="58">
                  <c:v>367.1075398843547</c:v>
                </c:pt>
                <c:pt idx="59">
                  <c:v>0.12247632349778506</c:v>
                </c:pt>
                <c:pt idx="60">
                  <c:v>6554.159342786397</c:v>
                </c:pt>
                <c:pt idx="61">
                  <c:v>10485.35714771819</c:v>
                </c:pt>
                <c:pt idx="62">
                  <c:v>12445.42038554802</c:v>
                </c:pt>
                <c:pt idx="63">
                  <c:v>682.1993435037111</c:v>
                </c:pt>
                <c:pt idx="64">
                  <c:v>11157.932313950047</c:v>
                </c:pt>
                <c:pt idx="65">
                  <c:v>13778.904624011</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2115.5349741251603</c:v>
                </c:pt>
                <c:pt idx="1">
                  <c:v>2757.9038760536064</c:v>
                </c:pt>
                <c:pt idx="2">
                  <c:v>7655.819087699148</c:v>
                </c:pt>
                <c:pt idx="3">
                  <c:v>26220.2582576903</c:v>
                </c:pt>
                <c:pt idx="4">
                  <c:v>2312.872725122801</c:v>
                </c:pt>
                <c:pt idx="5">
                  <c:v>23128.943879606322</c:v>
                </c:pt>
                <c:pt idx="6">
                  <c:v>2413.7260578635555</c:v>
                </c:pt>
                <c:pt idx="7">
                  <c:v>43830.51512093813</c:v>
                </c:pt>
                <c:pt idx="8">
                  <c:v>19545.108031401352</c:v>
                </c:pt>
                <c:pt idx="9">
                  <c:v>29953.134401413896</c:v>
                </c:pt>
                <c:pt idx="10">
                  <c:v>37945.912803463274</c:v>
                </c:pt>
                <c:pt idx="11">
                  <c:v>16767.10841958264</c:v>
                </c:pt>
                <c:pt idx="12">
                  <c:v>48541.14705217917</c:v>
                </c:pt>
                <c:pt idx="13">
                  <c:v>8638.443424243309</c:v>
                </c:pt>
                <c:pt idx="14">
                  <c:v>2340.7003408349096</c:v>
                </c:pt>
                <c:pt idx="15">
                  <c:v>10466.826278094179</c:v>
                </c:pt>
                <c:pt idx="16">
                  <c:v>39198.99850438507</c:v>
                </c:pt>
                <c:pt idx="17">
                  <c:v>17627.783065242373</c:v>
                </c:pt>
                <c:pt idx="18">
                  <c:v>18920.42446616737</c:v>
                </c:pt>
                <c:pt idx="19">
                  <c:v>46964.491870479</c:v>
                </c:pt>
                <c:pt idx="20">
                  <c:v>33962.56553825525</c:v>
                </c:pt>
                <c:pt idx="21">
                  <c:v>20241.79667928807</c:v>
                </c:pt>
                <c:pt idx="22">
                  <c:v>10970.080570547776</c:v>
                </c:pt>
                <c:pt idx="23">
                  <c:v>3374.672923388225</c:v>
                </c:pt>
                <c:pt idx="24">
                  <c:v>36693.15660989092</c:v>
                </c:pt>
                <c:pt idx="25">
                  <c:v>14451.294287133445</c:v>
                </c:pt>
                <c:pt idx="26">
                  <c:v>30438.135598260684</c:v>
                </c:pt>
                <c:pt idx="27">
                  <c:v>2783.0001458351367</c:v>
                </c:pt>
                <c:pt idx="28">
                  <c:v>16175.3787123525</c:v>
                </c:pt>
                <c:pt idx="29">
                  <c:v>30576.006392732586</c:v>
                </c:pt>
                <c:pt idx="30">
                  <c:v>13261.077658524904</c:v>
                </c:pt>
                <c:pt idx="31">
                  <c:v>42876.71762900142</c:v>
                </c:pt>
                <c:pt idx="32">
                  <c:v>39601.137409158764</c:v>
                </c:pt>
                <c:pt idx="33">
                  <c:v>49192.756703815</c:v>
                </c:pt>
                <c:pt idx="34">
                  <c:v>24436.275494199952</c:v>
                </c:pt>
                <c:pt idx="35">
                  <c:v>52327.863082566175</c:v>
                </c:pt>
                <c:pt idx="36">
                  <c:v>18566.350739948975</c:v>
                </c:pt>
                <c:pt idx="37">
                  <c:v>1270.9875527719878</c:v>
                </c:pt>
                <c:pt idx="38">
                  <c:v>2462.2868024143095</c:v>
                </c:pt>
                <c:pt idx="39">
                  <c:v>8121.667828704769</c:v>
                </c:pt>
                <c:pt idx="40">
                  <c:v>37044.7367552448</c:v>
                </c:pt>
                <c:pt idx="41">
                  <c:v>25617.819589881008</c:v>
                </c:pt>
                <c:pt idx="42">
                  <c:v>50028.94393167839</c:v>
                </c:pt>
                <c:pt idx="43">
                  <c:v>34472.81926488524</c:v>
                </c:pt>
                <c:pt idx="44">
                  <c:v>8573.294577181357</c:v>
                </c:pt>
                <c:pt idx="45">
                  <c:v>59510.75536300262</c:v>
                </c:pt>
                <c:pt idx="46">
                  <c:v>49165.14029151136</c:v>
                </c:pt>
                <c:pt idx="47">
                  <c:v>3966.1858035534387</c:v>
                </c:pt>
                <c:pt idx="48">
                  <c:v>1793.1998733901737</c:v>
                </c:pt>
                <c:pt idx="49">
                  <c:v>1996.1371845483131</c:v>
                </c:pt>
                <c:pt idx="50">
                  <c:v>34942.72831914973</c:v>
                </c:pt>
                <c:pt idx="51">
                  <c:v>8760.6772935383</c:v>
                </c:pt>
                <c:pt idx="52">
                  <c:v>710.7040728242406</c:v>
                </c:pt>
                <c:pt idx="53">
                  <c:v>63663.39249944566</c:v>
                </c:pt>
                <c:pt idx="54">
                  <c:v>36468.018093861305</c:v>
                </c:pt>
                <c:pt idx="55">
                  <c:v>20983.465028552844</c:v>
                </c:pt>
                <c:pt idx="56">
                  <c:v>10740.947203317823</c:v>
                </c:pt>
                <c:pt idx="57">
                  <c:v>61133.53963188764</c:v>
                </c:pt>
                <c:pt idx="58">
                  <c:v>8840.067528968386</c:v>
                </c:pt>
                <c:pt idx="59">
                  <c:v>65890.2454723166</c:v>
                </c:pt>
                <c:pt idx="60">
                  <c:v>62751.11457793589</c:v>
                </c:pt>
                <c:pt idx="61">
                  <c:v>52474.369500463545</c:v>
                </c:pt>
                <c:pt idx="62">
                  <c:v>66868.18319251228</c:v>
                </c:pt>
                <c:pt idx="63">
                  <c:v>32284.407303490407</c:v>
                </c:pt>
                <c:pt idx="64">
                  <c:v>34324.57300155373</c:v>
                </c:pt>
                <c:pt idx="65">
                  <c:v>16275.419123055359</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4449.105409543823</c:v>
                </c:pt>
                <c:pt idx="1">
                  <c:v>2980.284439915971</c:v>
                </c:pt>
                <c:pt idx="2">
                  <c:v>28456.147725413575</c:v>
                </c:pt>
                <c:pt idx="3">
                  <c:v>21041.7680315866</c:v>
                </c:pt>
                <c:pt idx="4">
                  <c:v>3222.915322428041</c:v>
                </c:pt>
                <c:pt idx="5">
                  <c:v>31170.701280368477</c:v>
                </c:pt>
                <c:pt idx="6">
                  <c:v>13797.819576935115</c:v>
                </c:pt>
                <c:pt idx="7">
                  <c:v>22872.468170164168</c:v>
                </c:pt>
                <c:pt idx="8">
                  <c:v>3858.9042993170588</c:v>
                </c:pt>
                <c:pt idx="9">
                  <c:v>38200.86100508078</c:v>
                </c:pt>
                <c:pt idx="10">
                  <c:v>45861.88891019107</c:v>
                </c:pt>
                <c:pt idx="11">
                  <c:v>16432.06701645535</c:v>
                </c:pt>
                <c:pt idx="12">
                  <c:v>3896.84713015576</c:v>
                </c:pt>
                <c:pt idx="13">
                  <c:v>52501.94644487809</c:v>
                </c:pt>
                <c:pt idx="14">
                  <c:v>28196.589853355596</c:v>
                </c:pt>
                <c:pt idx="15">
                  <c:v>4663.727971692532</c:v>
                </c:pt>
                <c:pt idx="16">
                  <c:v>47137.156685019196</c:v>
                </c:pt>
                <c:pt idx="17">
                  <c:v>3638.6575176297447</c:v>
                </c:pt>
                <c:pt idx="18">
                  <c:v>18013.855258985834</c:v>
                </c:pt>
                <c:pt idx="19">
                  <c:v>50204.92205997552</c:v>
                </c:pt>
                <c:pt idx="20">
                  <c:v>10079.174577376021</c:v>
                </c:pt>
                <c:pt idx="21">
                  <c:v>31956.536391534755</c:v>
                </c:pt>
                <c:pt idx="22">
                  <c:v>29843.821048614787</c:v>
                </c:pt>
                <c:pt idx="23">
                  <c:v>20347.173171837472</c:v>
                </c:pt>
                <c:pt idx="24">
                  <c:v>6042.801683225058</c:v>
                </c:pt>
                <c:pt idx="25">
                  <c:v>3971.5538306078197</c:v>
                </c:pt>
                <c:pt idx="26">
                  <c:v>4709.932352092871</c:v>
                </c:pt>
                <c:pt idx="27">
                  <c:v>31177.536861346493</c:v>
                </c:pt>
                <c:pt idx="28">
                  <c:v>5396.164412807043</c:v>
                </c:pt>
                <c:pt idx="29">
                  <c:v>37616.25817354361</c:v>
                </c:pt>
                <c:pt idx="30">
                  <c:v>35955.770286258885</c:v>
                </c:pt>
                <c:pt idx="31">
                  <c:v>22503.31421465997</c:v>
                </c:pt>
                <c:pt idx="32">
                  <c:v>15900.352972499753</c:v>
                </c:pt>
                <c:pt idx="33">
                  <c:v>5375.983080427906</c:v>
                </c:pt>
                <c:pt idx="34">
                  <c:v>25237.946199915234</c:v>
                </c:pt>
                <c:pt idx="35">
                  <c:v>58228.10033218313</c:v>
                </c:pt>
                <c:pt idx="36">
                  <c:v>72421.19147606123</c:v>
                </c:pt>
                <c:pt idx="37">
                  <c:v>21888.97203791431</c:v>
                </c:pt>
                <c:pt idx="38">
                  <c:v>55083.31020743779</c:v>
                </c:pt>
                <c:pt idx="39">
                  <c:v>45324.87082977427</c:v>
                </c:pt>
                <c:pt idx="40">
                  <c:v>35598.34285210644</c:v>
                </c:pt>
                <c:pt idx="41">
                  <c:v>28097.177390504192</c:v>
                </c:pt>
                <c:pt idx="42">
                  <c:v>13125.868935852923</c:v>
                </c:pt>
                <c:pt idx="43">
                  <c:v>16205.878851511732</c:v>
                </c:pt>
                <c:pt idx="44">
                  <c:v>63148.05170973924</c:v>
                </c:pt>
                <c:pt idx="45">
                  <c:v>21078.348233136505</c:v>
                </c:pt>
                <c:pt idx="46">
                  <c:v>5225.575210388038</c:v>
                </c:pt>
                <c:pt idx="47">
                  <c:v>5347.578827307905</c:v>
                </c:pt>
                <c:pt idx="48">
                  <c:v>16951.80310260721</c:v>
                </c:pt>
                <c:pt idx="49">
                  <c:v>59275.03227560753</c:v>
                </c:pt>
                <c:pt idx="50">
                  <c:v>10312.546672781942</c:v>
                </c:pt>
                <c:pt idx="51">
                  <c:v>6876.941441082715</c:v>
                </c:pt>
                <c:pt idx="52">
                  <c:v>4447.700899486325</c:v>
                </c:pt>
                <c:pt idx="53">
                  <c:v>26625.695028642524</c:v>
                </c:pt>
                <c:pt idx="54">
                  <c:v>7624.65653021243</c:v>
                </c:pt>
                <c:pt idx="55">
                  <c:v>4679.302242212025</c:v>
                </c:pt>
                <c:pt idx="56">
                  <c:v>7422.579363459067</c:v>
                </c:pt>
                <c:pt idx="57">
                  <c:v>30236.5995896583</c:v>
                </c:pt>
                <c:pt idx="58">
                  <c:v>37068.96915512176</c:v>
                </c:pt>
                <c:pt idx="59">
                  <c:v>30613.06870768174</c:v>
                </c:pt>
                <c:pt idx="60">
                  <c:v>5558.420691591235</c:v>
                </c:pt>
                <c:pt idx="61">
                  <c:v>32676.40643162352</c:v>
                </c:pt>
                <c:pt idx="62">
                  <c:v>10316.64875192532</c:v>
                </c:pt>
                <c:pt idx="63">
                  <c:v>32955.71022756429</c:v>
                </c:pt>
                <c:pt idx="64">
                  <c:v>18668.841636909452</c:v>
                </c:pt>
                <c:pt idx="65">
                  <c:v>28583.74823775912</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8002.452300770312</c:v>
                </c:pt>
                <c:pt idx="1">
                  <c:v>22880.772076868092</c:v>
                </c:pt>
                <c:pt idx="2">
                  <c:v>21935.240855901324</c:v>
                </c:pt>
                <c:pt idx="3">
                  <c:v>10004.247309371625</c:v>
                </c:pt>
                <c:pt idx="4">
                  <c:v>3195.4302643086817</c:v>
                </c:pt>
                <c:pt idx="5">
                  <c:v>19762.359667208297</c:v>
                </c:pt>
                <c:pt idx="6">
                  <c:v>31259.05196491455</c:v>
                </c:pt>
                <c:pt idx="7">
                  <c:v>37277.19099782535</c:v>
                </c:pt>
                <c:pt idx="8">
                  <c:v>38448.14718036662</c:v>
                </c:pt>
                <c:pt idx="9">
                  <c:v>19548.939563399443</c:v>
                </c:pt>
                <c:pt idx="10">
                  <c:v>20376.349689635146</c:v>
                </c:pt>
                <c:pt idx="11">
                  <c:v>16654.77194255025</c:v>
                </c:pt>
                <c:pt idx="12">
                  <c:v>43934.013730705155</c:v>
                </c:pt>
                <c:pt idx="13">
                  <c:v>52934.03293316075</c:v>
                </c:pt>
                <c:pt idx="14">
                  <c:v>54953.5824292074</c:v>
                </c:pt>
                <c:pt idx="15">
                  <c:v>18455.123236076644</c:v>
                </c:pt>
                <c:pt idx="16">
                  <c:v>32129.537611152413</c:v>
                </c:pt>
                <c:pt idx="17">
                  <c:v>26808.635815169117</c:v>
                </c:pt>
                <c:pt idx="18">
                  <c:v>23774.984587881503</c:v>
                </c:pt>
                <c:pt idx="19">
                  <c:v>43968.70210588076</c:v>
                </c:pt>
                <c:pt idx="20">
                  <c:v>52932.87085212483</c:v>
                </c:pt>
                <c:pt idx="21">
                  <c:v>58704.663933750424</c:v>
                </c:pt>
                <c:pt idx="22">
                  <c:v>37311.86413871196</c:v>
                </c:pt>
                <c:pt idx="23">
                  <c:v>36857.08881274004</c:v>
                </c:pt>
                <c:pt idx="24">
                  <c:v>50503.901071857224</c:v>
                </c:pt>
                <c:pt idx="25">
                  <c:v>38498.62111253847</c:v>
                </c:pt>
                <c:pt idx="26">
                  <c:v>38940.48409710129</c:v>
                </c:pt>
                <c:pt idx="27">
                  <c:v>26597.215976430023</c:v>
                </c:pt>
                <c:pt idx="28">
                  <c:v>36888.593158248346</c:v>
                </c:pt>
                <c:pt idx="29">
                  <c:v>35839.94548869467</c:v>
                </c:pt>
                <c:pt idx="30">
                  <c:v>48353.258194131224</c:v>
                </c:pt>
                <c:pt idx="31">
                  <c:v>30089.31523946502</c:v>
                </c:pt>
                <c:pt idx="32">
                  <c:v>28300.335888389687</c:v>
                </c:pt>
                <c:pt idx="33">
                  <c:v>10688.805736573438</c:v>
                </c:pt>
                <c:pt idx="34">
                  <c:v>14253.856984211921</c:v>
                </c:pt>
                <c:pt idx="35">
                  <c:v>13676.38715425391</c:v>
                </c:pt>
                <c:pt idx="36">
                  <c:v>11329.031926890786</c:v>
                </c:pt>
                <c:pt idx="37">
                  <c:v>3799.171157866632</c:v>
                </c:pt>
                <c:pt idx="38">
                  <c:v>16129.531668383717</c:v>
                </c:pt>
                <c:pt idx="39">
                  <c:v>6305.5849192572805</c:v>
                </c:pt>
                <c:pt idx="40">
                  <c:v>11636.940661687506</c:v>
                </c:pt>
                <c:pt idx="41">
                  <c:v>31806.035517246863</c:v>
                </c:pt>
                <c:pt idx="42">
                  <c:v>47924.49470700813</c:v>
                </c:pt>
                <c:pt idx="43">
                  <c:v>17313.51925930554</c:v>
                </c:pt>
                <c:pt idx="44">
                  <c:v>18544.528654725404</c:v>
                </c:pt>
                <c:pt idx="45">
                  <c:v>38300.105641856855</c:v>
                </c:pt>
                <c:pt idx="46">
                  <c:v>17078.13626978726</c:v>
                </c:pt>
                <c:pt idx="47">
                  <c:v>32722.95779263236</c:v>
                </c:pt>
                <c:pt idx="48">
                  <c:v>25364.55950078262</c:v>
                </c:pt>
                <c:pt idx="49">
                  <c:v>21202.829197969288</c:v>
                </c:pt>
                <c:pt idx="50">
                  <c:v>14570.095303122087</c:v>
                </c:pt>
                <c:pt idx="51">
                  <c:v>36296.78208915917</c:v>
                </c:pt>
                <c:pt idx="52">
                  <c:v>36713.39283460219</c:v>
                </c:pt>
                <c:pt idx="53">
                  <c:v>29909.186758257452</c:v>
                </c:pt>
                <c:pt idx="54">
                  <c:v>29270.88586983003</c:v>
                </c:pt>
                <c:pt idx="55">
                  <c:v>23335.631444791245</c:v>
                </c:pt>
                <c:pt idx="56">
                  <c:v>53889.19734603952</c:v>
                </c:pt>
                <c:pt idx="57">
                  <c:v>34291.3774130931</c:v>
                </c:pt>
                <c:pt idx="58">
                  <c:v>47653.69611174031</c:v>
                </c:pt>
                <c:pt idx="59">
                  <c:v>77068.9220720207</c:v>
                </c:pt>
                <c:pt idx="60">
                  <c:v>53435.75018811554</c:v>
                </c:pt>
                <c:pt idx="61">
                  <c:v>28725.64215528034</c:v>
                </c:pt>
                <c:pt idx="62">
                  <c:v>31310.174268223767</c:v>
                </c:pt>
                <c:pt idx="63">
                  <c:v>39244.86846328255</c:v>
                </c:pt>
                <c:pt idx="64">
                  <c:v>18125.47612722785</c:v>
                </c:pt>
                <c:pt idx="65">
                  <c:v>12753.52637410137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4828.11317141839</c:v>
                </c:pt>
                <c:pt idx="1">
                  <c:v>2491.0804756703237</c:v>
                </c:pt>
                <c:pt idx="2">
                  <c:v>3282.7741877259286</c:v>
                </c:pt>
                <c:pt idx="3">
                  <c:v>1748.064823704899</c:v>
                </c:pt>
                <c:pt idx="4">
                  <c:v>4978.394266820369</c:v>
                </c:pt>
                <c:pt idx="5">
                  <c:v>2238.9843202915563</c:v>
                </c:pt>
                <c:pt idx="6">
                  <c:v>4414.127458863062</c:v>
                </c:pt>
                <c:pt idx="7">
                  <c:v>2049.7487730671387</c:v>
                </c:pt>
                <c:pt idx="8">
                  <c:v>132.66220048389582</c:v>
                </c:pt>
                <c:pt idx="9">
                  <c:v>2735.988604147883</c:v>
                </c:pt>
                <c:pt idx="10">
                  <c:v>1122.7237385465667</c:v>
                </c:pt>
                <c:pt idx="11">
                  <c:v>802.1404882489993</c:v>
                </c:pt>
                <c:pt idx="12">
                  <c:v>3135.6684842786726</c:v>
                </c:pt>
                <c:pt idx="13">
                  <c:v>3399.739620082054</c:v>
                </c:pt>
                <c:pt idx="14">
                  <c:v>5821.424855994284</c:v>
                </c:pt>
                <c:pt idx="15">
                  <c:v>6743.858938015988</c:v>
                </c:pt>
                <c:pt idx="16">
                  <c:v>4184.3779906892805</c:v>
                </c:pt>
                <c:pt idx="17">
                  <c:v>5238.008088765176</c:v>
                </c:pt>
                <c:pt idx="18">
                  <c:v>6172.5905996645015</c:v>
                </c:pt>
                <c:pt idx="19">
                  <c:v>8389.867407240654</c:v>
                </c:pt>
                <c:pt idx="20">
                  <c:v>5966.250273902287</c:v>
                </c:pt>
                <c:pt idx="21">
                  <c:v>5836.891021414427</c:v>
                </c:pt>
                <c:pt idx="22">
                  <c:v>8063.64367809882</c:v>
                </c:pt>
                <c:pt idx="23">
                  <c:v>10353.147746741455</c:v>
                </c:pt>
                <c:pt idx="24">
                  <c:v>524.6319300430896</c:v>
                </c:pt>
                <c:pt idx="25">
                  <c:v>4491.899833040555</c:v>
                </c:pt>
                <c:pt idx="26">
                  <c:v>3256.785733867564</c:v>
                </c:pt>
                <c:pt idx="27">
                  <c:v>76.2883443754578</c:v>
                </c:pt>
                <c:pt idx="28">
                  <c:v>5695.876094425022</c:v>
                </c:pt>
                <c:pt idx="29">
                  <c:v>3169.127553166341</c:v>
                </c:pt>
                <c:pt idx="30">
                  <c:v>2067.9436557405133</c:v>
                </c:pt>
                <c:pt idx="31">
                  <c:v>4106.229970040772</c:v>
                </c:pt>
                <c:pt idx="32">
                  <c:v>4159.474872778784</c:v>
                </c:pt>
                <c:pt idx="33">
                  <c:v>79.55821639794407</c:v>
                </c:pt>
                <c:pt idx="34">
                  <c:v>10185.72371716667</c:v>
                </c:pt>
                <c:pt idx="35">
                  <c:v>4108.202228022318</c:v>
                </c:pt>
                <c:pt idx="36">
                  <c:v>10593.723134468686</c:v>
                </c:pt>
                <c:pt idx="37">
                  <c:v>1819.9708952926408</c:v>
                </c:pt>
                <c:pt idx="38">
                  <c:v>2179.4394895021737</c:v>
                </c:pt>
                <c:pt idx="39">
                  <c:v>584.1692571072191</c:v>
                </c:pt>
                <c:pt idx="40">
                  <c:v>2171.279492183204</c:v>
                </c:pt>
                <c:pt idx="41">
                  <c:v>0.9889225793375601</c:v>
                </c:pt>
                <c:pt idx="42">
                  <c:v>112.52620565396842</c:v>
                </c:pt>
                <c:pt idx="43">
                  <c:v>8414.690307568491</c:v>
                </c:pt>
                <c:pt idx="44">
                  <c:v>622.729179478318</c:v>
                </c:pt>
                <c:pt idx="45">
                  <c:v>8050.258739022625</c:v>
                </c:pt>
                <c:pt idx="46">
                  <c:v>3509.389028306241</c:v>
                </c:pt>
                <c:pt idx="47">
                  <c:v>989.0300351885646</c:v>
                </c:pt>
                <c:pt idx="48">
                  <c:v>2163.796686776587</c:v>
                </c:pt>
                <c:pt idx="49">
                  <c:v>1226.5712988771215</c:v>
                </c:pt>
                <c:pt idx="50">
                  <c:v>2436.1670126300714</c:v>
                </c:pt>
                <c:pt idx="51">
                  <c:v>94.63601624705355</c:v>
                </c:pt>
                <c:pt idx="52">
                  <c:v>2602.220630305251</c:v>
                </c:pt>
                <c:pt idx="53">
                  <c:v>1215.8847825126365</c:v>
                </c:pt>
                <c:pt idx="54">
                  <c:v>5208.6314246777565</c:v>
                </c:pt>
                <c:pt idx="55">
                  <c:v>48.68125191695324</c:v>
                </c:pt>
                <c:pt idx="56">
                  <c:v>5663.553716003881</c:v>
                </c:pt>
                <c:pt idx="57">
                  <c:v>20.296697704262144</c:v>
                </c:pt>
                <c:pt idx="58">
                  <c:v>1776.6587499207635</c:v>
                </c:pt>
                <c:pt idx="59">
                  <c:v>6274.555229780579</c:v>
                </c:pt>
                <c:pt idx="60">
                  <c:v>3006.287124564083</c:v>
                </c:pt>
                <c:pt idx="61">
                  <c:v>3999.3645169629262</c:v>
                </c:pt>
                <c:pt idx="62">
                  <c:v>978.7169569810782</c:v>
                </c:pt>
                <c:pt idx="63">
                  <c:v>2142.177046857249</c:v>
                </c:pt>
                <c:pt idx="64">
                  <c:v>133.5782212653569</c:v>
                </c:pt>
                <c:pt idx="65">
                  <c:v>4689.859538101376</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66.63056739936616</c:v>
                </c:pt>
                <c:pt idx="1">
                  <c:v>3029.124995070273</c:v>
                </c:pt>
                <c:pt idx="2">
                  <c:v>512.302608189858</c:v>
                </c:pt>
                <c:pt idx="3">
                  <c:v>123.84687399114674</c:v>
                </c:pt>
                <c:pt idx="4">
                  <c:v>659.5846615881659</c:v>
                </c:pt>
                <c:pt idx="5">
                  <c:v>2109.078298297852</c:v>
                </c:pt>
                <c:pt idx="6">
                  <c:v>2142.744546023054</c:v>
                </c:pt>
                <c:pt idx="7">
                  <c:v>4688.80522341341</c:v>
                </c:pt>
                <c:pt idx="8">
                  <c:v>205.47944920080246</c:v>
                </c:pt>
                <c:pt idx="9">
                  <c:v>84.86986209233204</c:v>
                </c:pt>
                <c:pt idx="10">
                  <c:v>1420.8176308270358</c:v>
                </c:pt>
                <c:pt idx="11">
                  <c:v>861.356771252516</c:v>
                </c:pt>
                <c:pt idx="12">
                  <c:v>2890.2874015058596</c:v>
                </c:pt>
                <c:pt idx="13">
                  <c:v>259.8007738310038</c:v>
                </c:pt>
                <c:pt idx="14">
                  <c:v>193.05504553343704</c:v>
                </c:pt>
                <c:pt idx="15">
                  <c:v>91.43765894001639</c:v>
                </c:pt>
                <c:pt idx="16">
                  <c:v>1931.7389994244738</c:v>
                </c:pt>
                <c:pt idx="17">
                  <c:v>31.032823986369504</c:v>
                </c:pt>
                <c:pt idx="18">
                  <c:v>2356.70229711635</c:v>
                </c:pt>
                <c:pt idx="19">
                  <c:v>259.00470324756753</c:v>
                </c:pt>
                <c:pt idx="20">
                  <c:v>503.7840462166225</c:v>
                </c:pt>
                <c:pt idx="21">
                  <c:v>4027.072318842134</c:v>
                </c:pt>
                <c:pt idx="22">
                  <c:v>2668.336200885882</c:v>
                </c:pt>
                <c:pt idx="23">
                  <c:v>191.90247563588267</c:v>
                </c:pt>
                <c:pt idx="24">
                  <c:v>158.87390348494057</c:v>
                </c:pt>
                <c:pt idx="25">
                  <c:v>2632.3870657717134</c:v>
                </c:pt>
                <c:pt idx="26">
                  <c:v>614.1565879663284</c:v>
                </c:pt>
                <c:pt idx="27">
                  <c:v>1676.9689343875134</c:v>
                </c:pt>
                <c:pt idx="28">
                  <c:v>2220.2398657974586</c:v>
                </c:pt>
                <c:pt idx="29">
                  <c:v>1174.6531419344121</c:v>
                </c:pt>
                <c:pt idx="30">
                  <c:v>1264.356388261219</c:v>
                </c:pt>
                <c:pt idx="31">
                  <c:v>22.860694620904503</c:v>
                </c:pt>
                <c:pt idx="32">
                  <c:v>44.87432261926632</c:v>
                </c:pt>
                <c:pt idx="33">
                  <c:v>116.08626869353742</c:v>
                </c:pt>
                <c:pt idx="34">
                  <c:v>107.87825092816239</c:v>
                </c:pt>
                <c:pt idx="35">
                  <c:v>3783.134455349755</c:v>
                </c:pt>
                <c:pt idx="36">
                  <c:v>2716.6738622572266</c:v>
                </c:pt>
                <c:pt idx="37">
                  <c:v>34.92538705634303</c:v>
                </c:pt>
                <c:pt idx="38">
                  <c:v>29.031681066570563</c:v>
                </c:pt>
                <c:pt idx="39">
                  <c:v>1687.9215985293945</c:v>
                </c:pt>
                <c:pt idx="40">
                  <c:v>334.63873161607404</c:v>
                </c:pt>
                <c:pt idx="41">
                  <c:v>3.004736314197759</c:v>
                </c:pt>
                <c:pt idx="42">
                  <c:v>4156.300756650847</c:v>
                </c:pt>
                <c:pt idx="43">
                  <c:v>500.01421054894985</c:v>
                </c:pt>
                <c:pt idx="44">
                  <c:v>38.44232931185339</c:v>
                </c:pt>
                <c:pt idx="45">
                  <c:v>1396.6221997054859</c:v>
                </c:pt>
                <c:pt idx="46">
                  <c:v>124.56312040927011</c:v>
                </c:pt>
                <c:pt idx="47">
                  <c:v>52.20028474504164</c:v>
                </c:pt>
                <c:pt idx="48">
                  <c:v>168.70485698877673</c:v>
                </c:pt>
                <c:pt idx="49">
                  <c:v>569.2371215717952</c:v>
                </c:pt>
                <c:pt idx="50">
                  <c:v>527.9353983938412</c:v>
                </c:pt>
                <c:pt idx="51">
                  <c:v>4063.236913195544</c:v>
                </c:pt>
                <c:pt idx="52">
                  <c:v>1966.9939476754107</c:v>
                </c:pt>
                <c:pt idx="53">
                  <c:v>172.4321148671197</c:v>
                </c:pt>
                <c:pt idx="54">
                  <c:v>38.98136382878995</c:v>
                </c:pt>
                <c:pt idx="55">
                  <c:v>2784.6330399440712</c:v>
                </c:pt>
                <c:pt idx="56">
                  <c:v>1407.338497068712</c:v>
                </c:pt>
                <c:pt idx="57">
                  <c:v>296.25334290545345</c:v>
                </c:pt>
                <c:pt idx="58">
                  <c:v>88.59558286974307</c:v>
                </c:pt>
                <c:pt idx="59">
                  <c:v>2990.0381307294733</c:v>
                </c:pt>
                <c:pt idx="60">
                  <c:v>1121.227329427964</c:v>
                </c:pt>
                <c:pt idx="61">
                  <c:v>3236.090079664364</c:v>
                </c:pt>
                <c:pt idx="62">
                  <c:v>4938.896296837805</c:v>
                </c:pt>
                <c:pt idx="63">
                  <c:v>219.9025452929754</c:v>
                </c:pt>
                <c:pt idx="64">
                  <c:v>25.775040599043564</c:v>
                </c:pt>
                <c:pt idx="65">
                  <c:v>2651.505895303898</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20698.926749445527</c:v>
                </c:pt>
                <c:pt idx="1">
                  <c:v>-3843.741492198071</c:v>
                </c:pt>
                <c:pt idx="2">
                  <c:v>-11954.557208473967</c:v>
                </c:pt>
                <c:pt idx="3">
                  <c:v>12261.633539241377</c:v>
                </c:pt>
                <c:pt idx="4">
                  <c:v>-235.50225557687554</c:v>
                </c:pt>
                <c:pt idx="5">
                  <c:v>-3418.6998956320676</c:v>
                </c:pt>
                <c:pt idx="6">
                  <c:v>11914.329886402176</c:v>
                </c:pt>
                <c:pt idx="7">
                  <c:v>-6890.992361743519</c:v>
                </c:pt>
                <c:pt idx="8">
                  <c:v>3498.685585516076</c:v>
                </c:pt>
                <c:pt idx="9">
                  <c:v>11579.189156501967</c:v>
                </c:pt>
                <c:pt idx="10">
                  <c:v>-16099.437629393946</c:v>
                </c:pt>
                <c:pt idx="11">
                  <c:v>5499.820605176237</c:v>
                </c:pt>
                <c:pt idx="12">
                  <c:v>5275.487117866425</c:v>
                </c:pt>
                <c:pt idx="13">
                  <c:v>10553.991722893054</c:v>
                </c:pt>
                <c:pt idx="14">
                  <c:v>-6024.478701082917</c:v>
                </c:pt>
                <c:pt idx="15">
                  <c:v>13303.258735979005</c:v>
                </c:pt>
                <c:pt idx="16">
                  <c:v>4116.468774245089</c:v>
                </c:pt>
                <c:pt idx="17">
                  <c:v>6825.194411987352</c:v>
                </c:pt>
                <c:pt idx="18">
                  <c:v>9094.153257919803</c:v>
                </c:pt>
                <c:pt idx="19">
                  <c:v>-9134.369317817358</c:v>
                </c:pt>
                <c:pt idx="20">
                  <c:v>-2280.500051038068</c:v>
                </c:pt>
                <c:pt idx="21">
                  <c:v>-9292.81817747945</c:v>
                </c:pt>
                <c:pt idx="22">
                  <c:v>19308.749418975243</c:v>
                </c:pt>
                <c:pt idx="23">
                  <c:v>15110.925222175603</c:v>
                </c:pt>
                <c:pt idx="24">
                  <c:v>9651.826498455153</c:v>
                </c:pt>
                <c:pt idx="25">
                  <c:v>-13533.982283597134</c:v>
                </c:pt>
                <c:pt idx="26">
                  <c:v>-7046.296706605666</c:v>
                </c:pt>
                <c:pt idx="27">
                  <c:v>11975.159114951675</c:v>
                </c:pt>
                <c:pt idx="28">
                  <c:v>-4218.850832567328</c:v>
                </c:pt>
                <c:pt idx="29">
                  <c:v>8450.040302614543</c:v>
                </c:pt>
                <c:pt idx="30">
                  <c:v>20917.323827602413</c:v>
                </c:pt>
                <c:pt idx="31">
                  <c:v>6540.252253170736</c:v>
                </c:pt>
                <c:pt idx="32">
                  <c:v>-17423.337056020413</c:v>
                </c:pt>
                <c:pt idx="33">
                  <c:v>16643.29409153366</c:v>
                </c:pt>
                <c:pt idx="34">
                  <c:v>16820.077593175447</c:v>
                </c:pt>
                <c:pt idx="35">
                  <c:v>11207.505576519285</c:v>
                </c:pt>
                <c:pt idx="36">
                  <c:v>-4855.576242758118</c:v>
                </c:pt>
                <c:pt idx="37">
                  <c:v>-17165.584710847135</c:v>
                </c:pt>
                <c:pt idx="38">
                  <c:v>-9658.625154198018</c:v>
                </c:pt>
                <c:pt idx="39">
                  <c:v>-1906.213804457168</c:v>
                </c:pt>
                <c:pt idx="40">
                  <c:v>121.31353521671736</c:v>
                </c:pt>
                <c:pt idx="41">
                  <c:v>-7816.015762608932</c:v>
                </c:pt>
                <c:pt idx="42">
                  <c:v>-5737.577049582042</c:v>
                </c:pt>
                <c:pt idx="43">
                  <c:v>6387.055112864625</c:v>
                </c:pt>
                <c:pt idx="44">
                  <c:v>-8990.371877269772</c:v>
                </c:pt>
                <c:pt idx="45">
                  <c:v>-8344.490515889414</c:v>
                </c:pt>
                <c:pt idx="46">
                  <c:v>-15730.720907388728</c:v>
                </c:pt>
                <c:pt idx="47">
                  <c:v>-10030.7403539594</c:v>
                </c:pt>
                <c:pt idx="48">
                  <c:v>-6943.07619163252</c:v>
                </c:pt>
                <c:pt idx="49">
                  <c:v>-14799.619542372679</c:v>
                </c:pt>
                <c:pt idx="50">
                  <c:v>-14035.747104810127</c:v>
                </c:pt>
                <c:pt idx="51">
                  <c:v>-145.31742112628626</c:v>
                </c:pt>
                <c:pt idx="52">
                  <c:v>-10106.732036476787</c:v>
                </c:pt>
                <c:pt idx="53">
                  <c:v>7037.726417319163</c:v>
                </c:pt>
                <c:pt idx="54">
                  <c:v>1598.600221781412</c:v>
                </c:pt>
                <c:pt idx="55">
                  <c:v>-10246.991632734238</c:v>
                </c:pt>
                <c:pt idx="56">
                  <c:v>-1233.5010727462732</c:v>
                </c:pt>
                <c:pt idx="57">
                  <c:v>-11904.791853928575</c:v>
                </c:pt>
                <c:pt idx="58">
                  <c:v>-15211.614502462846</c:v>
                </c:pt>
                <c:pt idx="59">
                  <c:v>10396.173520145956</c:v>
                </c:pt>
                <c:pt idx="60">
                  <c:v>-2986.0200713986414</c:v>
                </c:pt>
                <c:pt idx="61">
                  <c:v>-31429.950513287968</c:v>
                </c:pt>
                <c:pt idx="62">
                  <c:v>-2952.404903448235</c:v>
                </c:pt>
                <c:pt idx="63">
                  <c:v>26523.29952865174</c:v>
                </c:pt>
                <c:pt idx="64">
                  <c:v>-171.1349970297881</c:v>
                </c:pt>
                <c:pt idx="65">
                  <c:v>11424.471282139297</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9789.557413553825</c:v>
                </c:pt>
                <c:pt idx="1">
                  <c:v>4964.8959516594</c:v>
                </c:pt>
                <c:pt idx="2">
                  <c:v>9959.055748863631</c:v>
                </c:pt>
                <c:pt idx="3">
                  <c:v>8508.825892248713</c:v>
                </c:pt>
                <c:pt idx="4">
                  <c:v>6808.399581449214</c:v>
                </c:pt>
                <c:pt idx="5">
                  <c:v>776.1639915276864</c:v>
                </c:pt>
                <c:pt idx="6">
                  <c:v>371.395200008274</c:v>
                </c:pt>
                <c:pt idx="7">
                  <c:v>188.88060193052638</c:v>
                </c:pt>
                <c:pt idx="8">
                  <c:v>3960.570963803508</c:v>
                </c:pt>
                <c:pt idx="9">
                  <c:v>5975.461748710465</c:v>
                </c:pt>
                <c:pt idx="10">
                  <c:v>1198.3436498826388</c:v>
                </c:pt>
                <c:pt idx="11">
                  <c:v>3532.2279620604013</c:v>
                </c:pt>
                <c:pt idx="12">
                  <c:v>1681.035167328825</c:v>
                </c:pt>
                <c:pt idx="13">
                  <c:v>6231.511802142932</c:v>
                </c:pt>
                <c:pt idx="14">
                  <c:v>7714.814360708641</c:v>
                </c:pt>
                <c:pt idx="15">
                  <c:v>183.26504528424522</c:v>
                </c:pt>
                <c:pt idx="16">
                  <c:v>88.11177620289479</c:v>
                </c:pt>
                <c:pt idx="17">
                  <c:v>2792.4102361411406</c:v>
                </c:pt>
                <c:pt idx="18">
                  <c:v>3273.1532041995542</c:v>
                </c:pt>
                <c:pt idx="19">
                  <c:v>4430.903586247745</c:v>
                </c:pt>
                <c:pt idx="20">
                  <c:v>6490.336775526434</c:v>
                </c:pt>
                <c:pt idx="21">
                  <c:v>619.1875362846417</c:v>
                </c:pt>
                <c:pt idx="22">
                  <c:v>3656.3030581800836</c:v>
                </c:pt>
                <c:pt idx="23">
                  <c:v>5499.63975059478</c:v>
                </c:pt>
                <c:pt idx="24">
                  <c:v>12821.773744661074</c:v>
                </c:pt>
                <c:pt idx="25">
                  <c:v>6089.550592033471</c:v>
                </c:pt>
                <c:pt idx="26">
                  <c:v>6987.42436465971</c:v>
                </c:pt>
                <c:pt idx="27">
                  <c:v>4298.586514841383</c:v>
                </c:pt>
                <c:pt idx="28">
                  <c:v>7484.755520590804</c:v>
                </c:pt>
                <c:pt idx="29">
                  <c:v>3234.7342380435707</c:v>
                </c:pt>
                <c:pt idx="30">
                  <c:v>133.48851929197323</c:v>
                </c:pt>
                <c:pt idx="31">
                  <c:v>7911.984979220695</c:v>
                </c:pt>
                <c:pt idx="32">
                  <c:v>300.40267339702115</c:v>
                </c:pt>
                <c:pt idx="33">
                  <c:v>117.93765867784073</c:v>
                </c:pt>
                <c:pt idx="34">
                  <c:v>4147.454033682274</c:v>
                </c:pt>
                <c:pt idx="35">
                  <c:v>4366.399154182596</c:v>
                </c:pt>
                <c:pt idx="36">
                  <c:v>1956.4125370793765</c:v>
                </c:pt>
                <c:pt idx="37">
                  <c:v>7925.277759784617</c:v>
                </c:pt>
                <c:pt idx="38">
                  <c:v>253.60537243551454</c:v>
                </c:pt>
                <c:pt idx="39">
                  <c:v>8219.044014818463</c:v>
                </c:pt>
                <c:pt idx="40">
                  <c:v>5412.629237092333</c:v>
                </c:pt>
                <c:pt idx="41">
                  <c:v>10451.630909360192</c:v>
                </c:pt>
                <c:pt idx="42">
                  <c:v>10337.730147832051</c:v>
                </c:pt>
                <c:pt idx="43">
                  <c:v>4182.847123939318</c:v>
                </c:pt>
                <c:pt idx="44">
                  <c:v>5035.788996367461</c:v>
                </c:pt>
                <c:pt idx="45">
                  <c:v>12467.714214031635</c:v>
                </c:pt>
                <c:pt idx="46">
                  <c:v>5375.531634486222</c:v>
                </c:pt>
                <c:pt idx="47">
                  <c:v>3919.7199580205606</c:v>
                </c:pt>
                <c:pt idx="48">
                  <c:v>9235.791000497231</c:v>
                </c:pt>
                <c:pt idx="49">
                  <c:v>9119.059225146006</c:v>
                </c:pt>
                <c:pt idx="50">
                  <c:v>2733.2198497510226</c:v>
                </c:pt>
                <c:pt idx="51">
                  <c:v>10013.432782506348</c:v>
                </c:pt>
                <c:pt idx="52">
                  <c:v>7561.4925642301805</c:v>
                </c:pt>
                <c:pt idx="53">
                  <c:v>8008.1188536032705</c:v>
                </c:pt>
                <c:pt idx="54">
                  <c:v>2935.4765884132084</c:v>
                </c:pt>
                <c:pt idx="55">
                  <c:v>11554.37337799176</c:v>
                </c:pt>
                <c:pt idx="56">
                  <c:v>7872.319497728649</c:v>
                </c:pt>
                <c:pt idx="57">
                  <c:v>108.69271820592802</c:v>
                </c:pt>
                <c:pt idx="58">
                  <c:v>7049.612408063784</c:v>
                </c:pt>
                <c:pt idx="59">
                  <c:v>5091.693331675118</c:v>
                </c:pt>
                <c:pt idx="60">
                  <c:v>4148.629791028054</c:v>
                </c:pt>
                <c:pt idx="61">
                  <c:v>12953.586763141893</c:v>
                </c:pt>
                <c:pt idx="62">
                  <c:v>11286.703649650015</c:v>
                </c:pt>
                <c:pt idx="63">
                  <c:v>7547.6408179688915</c:v>
                </c:pt>
                <c:pt idx="64">
                  <c:v>7663.48761095647</c:v>
                </c:pt>
                <c:pt idx="65">
                  <c:v>286.0347746516898</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47359.29770562031</c:v>
                </c:pt>
                <c:pt idx="1">
                  <c:v>38701.83969712825</c:v>
                </c:pt>
                <c:pt idx="2">
                  <c:v>34277.633906241834</c:v>
                </c:pt>
                <c:pt idx="3">
                  <c:v>45573.28977161418</c:v>
                </c:pt>
                <c:pt idx="4">
                  <c:v>34620.665014326216</c:v>
                </c:pt>
                <c:pt idx="5">
                  <c:v>33039.94714213311</c:v>
                </c:pt>
                <c:pt idx="6">
                  <c:v>41438.1411977473</c:v>
                </c:pt>
                <c:pt idx="7">
                  <c:v>72539.76226581784</c:v>
                </c:pt>
                <c:pt idx="8">
                  <c:v>65481.49013144568</c:v>
                </c:pt>
                <c:pt idx="9">
                  <c:v>64053.3837850312</c:v>
                </c:pt>
                <c:pt idx="10">
                  <c:v>80338.61175787737</c:v>
                </c:pt>
                <c:pt idx="11">
                  <c:v>51714.46564361546</c:v>
                </c:pt>
                <c:pt idx="12">
                  <c:v>54213.82716481756</c:v>
                </c:pt>
                <c:pt idx="13">
                  <c:v>42311.97133465897</c:v>
                </c:pt>
                <c:pt idx="14">
                  <c:v>62812.15077417045</c:v>
                </c:pt>
                <c:pt idx="15">
                  <c:v>59499.92818390318</c:v>
                </c:pt>
                <c:pt idx="16">
                  <c:v>64417.18886795988</c:v>
                </c:pt>
                <c:pt idx="17">
                  <c:v>41165.22334577229</c:v>
                </c:pt>
                <c:pt idx="18">
                  <c:v>20915.367526415597</c:v>
                </c:pt>
                <c:pt idx="19">
                  <c:v>34278.00746668019</c:v>
                </c:pt>
                <c:pt idx="20">
                  <c:v>27525.17682276761</c:v>
                </c:pt>
                <c:pt idx="21">
                  <c:v>46195.28850426134</c:v>
                </c:pt>
                <c:pt idx="22">
                  <c:v>32038.04895409864</c:v>
                </c:pt>
                <c:pt idx="23">
                  <c:v>10581.32459206829</c:v>
                </c:pt>
                <c:pt idx="24">
                  <c:v>8739.005468756644</c:v>
                </c:pt>
                <c:pt idx="25">
                  <c:v>27500.675516408624</c:v>
                </c:pt>
                <c:pt idx="26">
                  <c:v>47751.2834386984</c:v>
                </c:pt>
                <c:pt idx="27">
                  <c:v>27628.24323848768</c:v>
                </c:pt>
                <c:pt idx="28">
                  <c:v>15574.751125392359</c:v>
                </c:pt>
                <c:pt idx="29">
                  <c:v>6290.528906581089</c:v>
                </c:pt>
                <c:pt idx="30">
                  <c:v>32597.973976916393</c:v>
                </c:pt>
                <c:pt idx="31">
                  <c:v>27705.941044469437</c:v>
                </c:pt>
                <c:pt idx="32">
                  <c:v>27121.281873466138</c:v>
                </c:pt>
                <c:pt idx="33">
                  <c:v>13320.470508769939</c:v>
                </c:pt>
                <c:pt idx="34">
                  <c:v>8486.330424153955</c:v>
                </c:pt>
                <c:pt idx="35">
                  <c:v>32129.387318848327</c:v>
                </c:pt>
                <c:pt idx="36">
                  <c:v>53706.9018413585</c:v>
                </c:pt>
                <c:pt idx="37">
                  <c:v>37746.41300087758</c:v>
                </c:pt>
                <c:pt idx="38">
                  <c:v>16498.56024363804</c:v>
                </c:pt>
                <c:pt idx="39">
                  <c:v>34642.494916047</c:v>
                </c:pt>
                <c:pt idx="40">
                  <c:v>45397.22152036763</c:v>
                </c:pt>
                <c:pt idx="41">
                  <c:v>18307.644999976263</c:v>
                </c:pt>
                <c:pt idx="42">
                  <c:v>48945.50798989695</c:v>
                </c:pt>
                <c:pt idx="43">
                  <c:v>27925.070465442277</c:v>
                </c:pt>
                <c:pt idx="44">
                  <c:v>16752.863068737643</c:v>
                </c:pt>
                <c:pt idx="45">
                  <c:v>19203.98141018558</c:v>
                </c:pt>
                <c:pt idx="46">
                  <c:v>17948.366162642054</c:v>
                </c:pt>
                <c:pt idx="47">
                  <c:v>27814.10402134094</c:v>
                </c:pt>
                <c:pt idx="48">
                  <c:v>16557.989124639942</c:v>
                </c:pt>
                <c:pt idx="49">
                  <c:v>6718.727995785335</c:v>
                </c:pt>
                <c:pt idx="50">
                  <c:v>7817.469288141546</c:v>
                </c:pt>
                <c:pt idx="51">
                  <c:v>34590.18145268306</c:v>
                </c:pt>
                <c:pt idx="52">
                  <c:v>13227.660590616193</c:v>
                </c:pt>
                <c:pt idx="53">
                  <c:v>38415.4883616282</c:v>
                </c:pt>
                <c:pt idx="54">
                  <c:v>28267.516968122825</c:v>
                </c:pt>
                <c:pt idx="55">
                  <c:v>8411.975243263412</c:v>
                </c:pt>
                <c:pt idx="56">
                  <c:v>27273.962533394577</c:v>
                </c:pt>
                <c:pt idx="57">
                  <c:v>28606.74637668213</c:v>
                </c:pt>
                <c:pt idx="58">
                  <c:v>16492.6873877025</c:v>
                </c:pt>
                <c:pt idx="59">
                  <c:v>46874.18921873857</c:v>
                </c:pt>
                <c:pt idx="60">
                  <c:v>37659.44145435273</c:v>
                </c:pt>
                <c:pt idx="61">
                  <c:v>16983.768180575476</c:v>
                </c:pt>
                <c:pt idx="62">
                  <c:v>18311.306716978015</c:v>
                </c:pt>
                <c:pt idx="63">
                  <c:v>35087.23617320607</c:v>
                </c:pt>
                <c:pt idx="64">
                  <c:v>17896.8373480129</c:v>
                </c:pt>
                <c:pt idx="65">
                  <c:v>12950.394348962427</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3124.8507119942215</c:v>
                </c:pt>
                <c:pt idx="1">
                  <c:v>9209.726912497226</c:v>
                </c:pt>
                <c:pt idx="2">
                  <c:v>5313.265675414048</c:v>
                </c:pt>
                <c:pt idx="3">
                  <c:v>26.233833083737853</c:v>
                </c:pt>
                <c:pt idx="4">
                  <c:v>3367.4599223568694</c:v>
                </c:pt>
                <c:pt idx="5">
                  <c:v>7052.573448122334</c:v>
                </c:pt>
                <c:pt idx="6">
                  <c:v>2588.4117959686796</c:v>
                </c:pt>
                <c:pt idx="7">
                  <c:v>7860.626626578438</c:v>
                </c:pt>
                <c:pt idx="8">
                  <c:v>9025.31769896509</c:v>
                </c:pt>
                <c:pt idx="9">
                  <c:v>5025.545003267919</c:v>
                </c:pt>
                <c:pt idx="10">
                  <c:v>4245.364249447686</c:v>
                </c:pt>
                <c:pt idx="11">
                  <c:v>7818.383131742734</c:v>
                </c:pt>
                <c:pt idx="12">
                  <c:v>2976.587880788462</c:v>
                </c:pt>
                <c:pt idx="13">
                  <c:v>3923.33335443565</c:v>
                </c:pt>
                <c:pt idx="14">
                  <c:v>9713.43227177189</c:v>
                </c:pt>
                <c:pt idx="15">
                  <c:v>9381.058916315513</c:v>
                </c:pt>
                <c:pt idx="16">
                  <c:v>8403.522407803372</c:v>
                </c:pt>
                <c:pt idx="17">
                  <c:v>5332.584580518996</c:v>
                </c:pt>
                <c:pt idx="18">
                  <c:v>676.7805875021879</c:v>
                </c:pt>
                <c:pt idx="19">
                  <c:v>5202.06225300287</c:v>
                </c:pt>
                <c:pt idx="20">
                  <c:v>9716.922640199135</c:v>
                </c:pt>
                <c:pt idx="21">
                  <c:v>7599.034836077591</c:v>
                </c:pt>
                <c:pt idx="22">
                  <c:v>12562.637558384235</c:v>
                </c:pt>
                <c:pt idx="23">
                  <c:v>6503.625179508983</c:v>
                </c:pt>
                <c:pt idx="24">
                  <c:v>13380.59192715976</c:v>
                </c:pt>
                <c:pt idx="25">
                  <c:v>10357.954270373975</c:v>
                </c:pt>
                <c:pt idx="26">
                  <c:v>3688.186837466057</c:v>
                </c:pt>
                <c:pt idx="27">
                  <c:v>3020.897518089649</c:v>
                </c:pt>
                <c:pt idx="28">
                  <c:v>457.3104331765794</c:v>
                </c:pt>
                <c:pt idx="29">
                  <c:v>6495.681988278915</c:v>
                </c:pt>
                <c:pt idx="30">
                  <c:v>7980.638982414081</c:v>
                </c:pt>
                <c:pt idx="31">
                  <c:v>3499.325636967504</c:v>
                </c:pt>
                <c:pt idx="32">
                  <c:v>6651.437948461422</c:v>
                </c:pt>
                <c:pt idx="33">
                  <c:v>3387.1112851310786</c:v>
                </c:pt>
                <c:pt idx="34">
                  <c:v>7149.664697725262</c:v>
                </c:pt>
                <c:pt idx="35">
                  <c:v>6551.06503343236</c:v>
                </c:pt>
                <c:pt idx="36">
                  <c:v>376.9572342751102</c:v>
                </c:pt>
                <c:pt idx="37">
                  <c:v>5883.743036979978</c:v>
                </c:pt>
                <c:pt idx="38">
                  <c:v>7539.013866414682</c:v>
                </c:pt>
                <c:pt idx="39">
                  <c:v>7947.118920332221</c:v>
                </c:pt>
                <c:pt idx="40">
                  <c:v>938.3592715113336</c:v>
                </c:pt>
                <c:pt idx="41">
                  <c:v>2.730173929546703</c:v>
                </c:pt>
                <c:pt idx="42">
                  <c:v>70.80765613078285</c:v>
                </c:pt>
                <c:pt idx="43">
                  <c:v>299.00796938338715</c:v>
                </c:pt>
                <c:pt idx="44">
                  <c:v>7254.305610201745</c:v>
                </c:pt>
                <c:pt idx="45">
                  <c:v>4545.593105040869</c:v>
                </c:pt>
                <c:pt idx="46">
                  <c:v>11395.788151161127</c:v>
                </c:pt>
                <c:pt idx="47">
                  <c:v>4157.564201981586</c:v>
                </c:pt>
                <c:pt idx="48">
                  <c:v>2326.518393884731</c:v>
                </c:pt>
                <c:pt idx="49">
                  <c:v>3175.689362910084</c:v>
                </c:pt>
                <c:pt idx="50">
                  <c:v>3306.847340619141</c:v>
                </c:pt>
                <c:pt idx="51">
                  <c:v>4469.855346929916</c:v>
                </c:pt>
                <c:pt idx="52">
                  <c:v>3869.354213956775</c:v>
                </c:pt>
                <c:pt idx="53">
                  <c:v>323.6525840930177</c:v>
                </c:pt>
                <c:pt idx="54">
                  <c:v>1112.0254882854979</c:v>
                </c:pt>
                <c:pt idx="55">
                  <c:v>4805.177753121299</c:v>
                </c:pt>
                <c:pt idx="56">
                  <c:v>8844.675039462792</c:v>
                </c:pt>
                <c:pt idx="57">
                  <c:v>505.07535269180096</c:v>
                </c:pt>
                <c:pt idx="58">
                  <c:v>2950.64296658899</c:v>
                </c:pt>
                <c:pt idx="59">
                  <c:v>3709.8803636504986</c:v>
                </c:pt>
                <c:pt idx="60">
                  <c:v>8364.786601286152</c:v>
                </c:pt>
                <c:pt idx="61">
                  <c:v>8810.751484009752</c:v>
                </c:pt>
                <c:pt idx="62">
                  <c:v>6147.858212026957</c:v>
                </c:pt>
                <c:pt idx="63">
                  <c:v>2835.8376439051644</c:v>
                </c:pt>
                <c:pt idx="64">
                  <c:v>9177.391720049389</c:v>
                </c:pt>
                <c:pt idx="65">
                  <c:v>1040.681820799841</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1390.2613933063292</c:v>
                </c:pt>
                <c:pt idx="1">
                  <c:v>2929.599723254527</c:v>
                </c:pt>
                <c:pt idx="2">
                  <c:v>35.8664711770185</c:v>
                </c:pt>
                <c:pt idx="3">
                  <c:v>70.12256144482524</c:v>
                </c:pt>
                <c:pt idx="4">
                  <c:v>2.5716220642825563e-06</c:v>
                </c:pt>
                <c:pt idx="5">
                  <c:v>223.71674497724257</c:v>
                </c:pt>
                <c:pt idx="6">
                  <c:v>198.35300258219092</c:v>
                </c:pt>
                <c:pt idx="7">
                  <c:v>6307.381882086685</c:v>
                </c:pt>
                <c:pt idx="8">
                  <c:v>353.5818387289524</c:v>
                </c:pt>
                <c:pt idx="9">
                  <c:v>142.91206303740935</c:v>
                </c:pt>
                <c:pt idx="10">
                  <c:v>154.64550517161805</c:v>
                </c:pt>
                <c:pt idx="11">
                  <c:v>102.02765251171374</c:v>
                </c:pt>
                <c:pt idx="12">
                  <c:v>1736.6770372196997</c:v>
                </c:pt>
                <c:pt idx="13">
                  <c:v>3326.213711782991</c:v>
                </c:pt>
                <c:pt idx="14">
                  <c:v>107.9302767081311</c:v>
                </c:pt>
                <c:pt idx="15">
                  <c:v>94.43605813916479</c:v>
                </c:pt>
                <c:pt idx="16">
                  <c:v>148.36381375905947</c:v>
                </c:pt>
                <c:pt idx="17">
                  <c:v>102.65733547705335</c:v>
                </c:pt>
                <c:pt idx="18">
                  <c:v>127.56978546331935</c:v>
                </c:pt>
                <c:pt idx="19">
                  <c:v>7888.790075556039</c:v>
                </c:pt>
                <c:pt idx="20">
                  <c:v>145.8214050949445</c:v>
                </c:pt>
                <c:pt idx="21">
                  <c:v>3874.0420197610633</c:v>
                </c:pt>
                <c:pt idx="22">
                  <c:v>1493.8386223228501</c:v>
                </c:pt>
                <c:pt idx="23">
                  <c:v>9.617847207311305</c:v>
                </c:pt>
                <c:pt idx="24">
                  <c:v>3872.581526344947</c:v>
                </c:pt>
                <c:pt idx="25">
                  <c:v>3811.199298798134</c:v>
                </c:pt>
                <c:pt idx="26">
                  <c:v>333.0997322236587</c:v>
                </c:pt>
                <c:pt idx="27">
                  <c:v>256.1952542356436</c:v>
                </c:pt>
                <c:pt idx="28">
                  <c:v>4174.536220367691</c:v>
                </c:pt>
                <c:pt idx="29">
                  <c:v>1701.2703784996536</c:v>
                </c:pt>
                <c:pt idx="30">
                  <c:v>167.40881244092407</c:v>
                </c:pt>
                <c:pt idx="31">
                  <c:v>3400.2341493815516</c:v>
                </c:pt>
                <c:pt idx="32">
                  <c:v>42.77938590618717</c:v>
                </c:pt>
                <c:pt idx="33">
                  <c:v>2265.2223541202384</c:v>
                </c:pt>
                <c:pt idx="34">
                  <c:v>4896.5904722970445</c:v>
                </c:pt>
                <c:pt idx="35">
                  <c:v>4603.686947189629</c:v>
                </c:pt>
                <c:pt idx="36">
                  <c:v>4312.144398464405</c:v>
                </c:pt>
                <c:pt idx="37">
                  <c:v>303.0353030301228</c:v>
                </c:pt>
                <c:pt idx="38">
                  <c:v>3605.4174083369535</c:v>
                </c:pt>
                <c:pt idx="39">
                  <c:v>1036.7257735661371</c:v>
                </c:pt>
                <c:pt idx="40">
                  <c:v>412.2914338103606</c:v>
                </c:pt>
                <c:pt idx="41">
                  <c:v>118.37457039165034</c:v>
                </c:pt>
                <c:pt idx="42">
                  <c:v>4137.602634846159</c:v>
                </c:pt>
                <c:pt idx="43">
                  <c:v>2953.6548120157636</c:v>
                </c:pt>
                <c:pt idx="44">
                  <c:v>4141.476450841767</c:v>
                </c:pt>
                <c:pt idx="45">
                  <c:v>7297.719154610561</c:v>
                </c:pt>
                <c:pt idx="46">
                  <c:v>1701.7303398496974</c:v>
                </c:pt>
                <c:pt idx="47">
                  <c:v>6420.688287495979</c:v>
                </c:pt>
                <c:pt idx="48">
                  <c:v>1051.81627100374</c:v>
                </c:pt>
                <c:pt idx="49">
                  <c:v>219.70652471491059</c:v>
                </c:pt>
                <c:pt idx="50">
                  <c:v>1.6519707314398243e-05</c:v>
                </c:pt>
                <c:pt idx="51">
                  <c:v>146.95681687475064</c:v>
                </c:pt>
                <c:pt idx="52">
                  <c:v>4008.4001893671802</c:v>
                </c:pt>
                <c:pt idx="53">
                  <c:v>4056.0253518576897</c:v>
                </c:pt>
                <c:pt idx="54">
                  <c:v>3733.799910360485</c:v>
                </c:pt>
                <c:pt idx="55">
                  <c:v>206.10311409643614</c:v>
                </c:pt>
                <c:pt idx="56">
                  <c:v>125.9241213800349</c:v>
                </c:pt>
                <c:pt idx="57">
                  <c:v>136.02236972367876</c:v>
                </c:pt>
                <c:pt idx="58">
                  <c:v>283.86203281150404</c:v>
                </c:pt>
                <c:pt idx="59">
                  <c:v>7488.1432797537145</c:v>
                </c:pt>
                <c:pt idx="60">
                  <c:v>3636.3563688671384</c:v>
                </c:pt>
                <c:pt idx="61">
                  <c:v>211.93311344413604</c:v>
                </c:pt>
                <c:pt idx="62">
                  <c:v>322.952339329946</c:v>
                </c:pt>
                <c:pt idx="63">
                  <c:v>6209.997284675934</c:v>
                </c:pt>
                <c:pt idx="64">
                  <c:v>1823.3985212633022</c:v>
                </c:pt>
                <c:pt idx="65">
                  <c:v>3.0509291481403984e-06</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-2410.1797978897666</c:v>
                </c:pt>
                <c:pt idx="1">
                  <c:v>-1717.1084764559582</c:v>
                </c:pt>
                <c:pt idx="2">
                  <c:v>-1305.9271813486157</c:v>
                </c:pt>
                <c:pt idx="3">
                  <c:v>-4698.1006630836555</c:v>
                </c:pt>
                <c:pt idx="4">
                  <c:v>-2102.9635677617225</c:v>
                </c:pt>
                <c:pt idx="5">
                  <c:v>-49.19712717025078</c:v>
                </c:pt>
                <c:pt idx="6">
                  <c:v>-8.370294127788735</c:v>
                </c:pt>
                <c:pt idx="7">
                  <c:v>-142.75736558565694</c:v>
                </c:pt>
                <c:pt idx="8">
                  <c:v>-3371.7643671891483</c:v>
                </c:pt>
                <c:pt idx="9">
                  <c:v>-100.31152040794758</c:v>
                </c:pt>
                <c:pt idx="10">
                  <c:v>-3006.344153399575</c:v>
                </c:pt>
                <c:pt idx="11">
                  <c:v>-1655.6769922080716</c:v>
                </c:pt>
                <c:pt idx="12">
                  <c:v>-2225.4623311081946</c:v>
                </c:pt>
                <c:pt idx="13">
                  <c:v>-1229.8921867885845</c:v>
                </c:pt>
                <c:pt idx="14">
                  <c:v>-36.848229139607106</c:v>
                </c:pt>
                <c:pt idx="15">
                  <c:v>-3943.590372557659</c:v>
                </c:pt>
                <c:pt idx="16">
                  <c:v>-2977.2512267955854</c:v>
                </c:pt>
                <c:pt idx="17">
                  <c:v>-1035.1419557669483</c:v>
                </c:pt>
                <c:pt idx="18">
                  <c:v>-76.97388768520514</c:v>
                </c:pt>
                <c:pt idx="19">
                  <c:v>-105.7162564095071</c:v>
                </c:pt>
                <c:pt idx="20">
                  <c:v>-591.631753716459</c:v>
                </c:pt>
                <c:pt idx="21">
                  <c:v>-1725.8502866137212</c:v>
                </c:pt>
                <c:pt idx="22">
                  <c:v>-847.5052282950646</c:v>
                </c:pt>
                <c:pt idx="23">
                  <c:v>-28.574436144528548</c:v>
                </c:pt>
                <c:pt idx="24">
                  <c:v>-1702.1061844261833</c:v>
                </c:pt>
                <c:pt idx="25">
                  <c:v>-91.48122486604376</c:v>
                </c:pt>
                <c:pt idx="26">
                  <c:v>-1588.4037776665</c:v>
                </c:pt>
                <c:pt idx="27">
                  <c:v>-1142.833085855172</c:v>
                </c:pt>
                <c:pt idx="28">
                  <c:v>-183.34526656640193</c:v>
                </c:pt>
                <c:pt idx="29">
                  <c:v>-4320.484133756283</c:v>
                </c:pt>
                <c:pt idx="30">
                  <c:v>-2013.1362515136648</c:v>
                </c:pt>
                <c:pt idx="31">
                  <c:v>-2113.3730338013993</c:v>
                </c:pt>
                <c:pt idx="32">
                  <c:v>-2048.171488290632</c:v>
                </c:pt>
                <c:pt idx="33">
                  <c:v>-1355.4966068695246</c:v>
                </c:pt>
                <c:pt idx="34">
                  <c:v>-68.79558946398618</c:v>
                </c:pt>
                <c:pt idx="35">
                  <c:v>-70.99563596699912</c:v>
                </c:pt>
                <c:pt idx="36">
                  <c:v>-4907.649518170681</c:v>
                </c:pt>
                <c:pt idx="37">
                  <c:v>-354.9124907705353</c:v>
                </c:pt>
                <c:pt idx="38">
                  <c:v>-1137.1528785923051</c:v>
                </c:pt>
                <c:pt idx="39">
                  <c:v>-123.65595130682516</c:v>
                </c:pt>
                <c:pt idx="40">
                  <c:v>-4130.712033021497</c:v>
                </c:pt>
                <c:pt idx="41">
                  <c:v>-3969.182983741278</c:v>
                </c:pt>
                <c:pt idx="42">
                  <c:v>-5576.158510258332</c:v>
                </c:pt>
                <c:pt idx="43">
                  <c:v>-50.21426910144591</c:v>
                </c:pt>
                <c:pt idx="44">
                  <c:v>-2478.7324242383525</c:v>
                </c:pt>
                <c:pt idx="45">
                  <c:v>-876.4024266340217</c:v>
                </c:pt>
                <c:pt idx="46">
                  <c:v>-2032.6557682241555</c:v>
                </c:pt>
                <c:pt idx="47">
                  <c:v>-1413.7897700317421</c:v>
                </c:pt>
                <c:pt idx="48">
                  <c:v>-747.3260770401325</c:v>
                </c:pt>
                <c:pt idx="49">
                  <c:v>-3884.014237352486</c:v>
                </c:pt>
                <c:pt idx="50">
                  <c:v>-228.88155102033855</c:v>
                </c:pt>
                <c:pt idx="51">
                  <c:v>-4222.7020280423085</c:v>
                </c:pt>
                <c:pt idx="52">
                  <c:v>-133.3824962224675</c:v>
                </c:pt>
                <c:pt idx="53">
                  <c:v>-1148.3045485689295</c:v>
                </c:pt>
                <c:pt idx="54">
                  <c:v>-1947.0489851294628</c:v>
                </c:pt>
                <c:pt idx="55">
                  <c:v>-2704.4439860389148</c:v>
                </c:pt>
                <c:pt idx="56">
                  <c:v>-54.34153981585989</c:v>
                </c:pt>
                <c:pt idx="57">
                  <c:v>-2446.4457093889705</c:v>
                </c:pt>
                <c:pt idx="58">
                  <c:v>-3417.404964812352</c:v>
                </c:pt>
                <c:pt idx="59">
                  <c:v>-6176.421497618481</c:v>
                </c:pt>
                <c:pt idx="60">
                  <c:v>-1118.35517780704</c:v>
                </c:pt>
                <c:pt idx="61">
                  <c:v>-3059.8322049699846</c:v>
                </c:pt>
                <c:pt idx="62">
                  <c:v>-1957.48890740656</c:v>
                </c:pt>
                <c:pt idx="63">
                  <c:v>-3497.8442932479356</c:v>
                </c:pt>
                <c:pt idx="64">
                  <c:v>-7.976181192004844</c:v>
                </c:pt>
                <c:pt idx="65">
                  <c:v>-3657.1285445268</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585.1937715196069</c:v>
                </c:pt>
                <c:pt idx="1">
                  <c:v>37.80288665945266</c:v>
                </c:pt>
                <c:pt idx="2">
                  <c:v>142.84062279330067</c:v>
                </c:pt>
                <c:pt idx="3">
                  <c:v>2409.1229891498638</c:v>
                </c:pt>
                <c:pt idx="4">
                  <c:v>1668.4404837621773</c:v>
                </c:pt>
                <c:pt idx="5">
                  <c:v>1514.5924880371797</c:v>
                </c:pt>
                <c:pt idx="6">
                  <c:v>203.6561052832797</c:v>
                </c:pt>
                <c:pt idx="7">
                  <c:v>1338.5966432319508</c:v>
                </c:pt>
                <c:pt idx="8">
                  <c:v>556.0152981317291</c:v>
                </c:pt>
                <c:pt idx="9">
                  <c:v>1766.8669027783062</c:v>
                </c:pt>
                <c:pt idx="10">
                  <c:v>4175.7797051495345</c:v>
                </c:pt>
                <c:pt idx="11">
                  <c:v>1695.0250623994098</c:v>
                </c:pt>
                <c:pt idx="12">
                  <c:v>1064.4641125114094</c:v>
                </c:pt>
                <c:pt idx="13">
                  <c:v>1399.4070799409728</c:v>
                </c:pt>
                <c:pt idx="14">
                  <c:v>1168.6682558716218</c:v>
                </c:pt>
                <c:pt idx="15">
                  <c:v>983.4545063670314</c:v>
                </c:pt>
                <c:pt idx="16">
                  <c:v>400.70655564409526</c:v>
                </c:pt>
                <c:pt idx="17">
                  <c:v>62.01967644497476</c:v>
                </c:pt>
                <c:pt idx="18">
                  <c:v>1744.611968815284</c:v>
                </c:pt>
                <c:pt idx="19">
                  <c:v>262.274443693967</c:v>
                </c:pt>
                <c:pt idx="20">
                  <c:v>135.80049092184422</c:v>
                </c:pt>
                <c:pt idx="21">
                  <c:v>2670.9657622636105</c:v>
                </c:pt>
                <c:pt idx="22">
                  <c:v>1074.2234360680125</c:v>
                </c:pt>
                <c:pt idx="23">
                  <c:v>40.917731810574615</c:v>
                </c:pt>
                <c:pt idx="24">
                  <c:v>170.9312346398154</c:v>
                </c:pt>
                <c:pt idx="25">
                  <c:v>88.47533828969267</c:v>
                </c:pt>
                <c:pt idx="26">
                  <c:v>2553.8029510918946</c:v>
                </c:pt>
                <c:pt idx="27">
                  <c:v>1098.2869236440176</c:v>
                </c:pt>
                <c:pt idx="28">
                  <c:v>345.2088563447028</c:v>
                </c:pt>
                <c:pt idx="29">
                  <c:v>2399.1543585464983</c:v>
                </c:pt>
                <c:pt idx="30">
                  <c:v>337.4717785302565</c:v>
                </c:pt>
                <c:pt idx="31">
                  <c:v>666.1288808440496</c:v>
                </c:pt>
                <c:pt idx="32">
                  <c:v>2208.733506073577</c:v>
                </c:pt>
                <c:pt idx="33">
                  <c:v>2529.985353179739</c:v>
                </c:pt>
                <c:pt idx="34">
                  <c:v>4186.715304544525</c:v>
                </c:pt>
                <c:pt idx="35">
                  <c:v>3143.786456025435</c:v>
                </c:pt>
                <c:pt idx="36">
                  <c:v>4644.55740849445</c:v>
                </c:pt>
                <c:pt idx="37">
                  <c:v>1017.741509838927</c:v>
                </c:pt>
                <c:pt idx="38">
                  <c:v>4990.481819968954</c:v>
                </c:pt>
                <c:pt idx="39">
                  <c:v>1752.3900776457408</c:v>
                </c:pt>
                <c:pt idx="40">
                  <c:v>2566.023981273992</c:v>
                </c:pt>
                <c:pt idx="41">
                  <c:v>162.72414438049015</c:v>
                </c:pt>
                <c:pt idx="42">
                  <c:v>421.24519230913194</c:v>
                </c:pt>
                <c:pt idx="43">
                  <c:v>2497.398344523561</c:v>
                </c:pt>
                <c:pt idx="44">
                  <c:v>1181.5435954397751</c:v>
                </c:pt>
                <c:pt idx="45">
                  <c:v>785.915540338957</c:v>
                </c:pt>
                <c:pt idx="46">
                  <c:v>542.9881240837369</c:v>
                </c:pt>
                <c:pt idx="47">
                  <c:v>5168.328103632708</c:v>
                </c:pt>
                <c:pt idx="48">
                  <c:v>1295.4248711011542</c:v>
                </c:pt>
                <c:pt idx="49">
                  <c:v>2925.2784312680433</c:v>
                </c:pt>
                <c:pt idx="50">
                  <c:v>334.5532871116714</c:v>
                </c:pt>
                <c:pt idx="51">
                  <c:v>4039.749909228408</c:v>
                </c:pt>
                <c:pt idx="52">
                  <c:v>611.0722465893876</c:v>
                </c:pt>
                <c:pt idx="53">
                  <c:v>3290.0982470654753</c:v>
                </c:pt>
                <c:pt idx="54">
                  <c:v>2836.1455760588324</c:v>
                </c:pt>
                <c:pt idx="55">
                  <c:v>1412.3852108927283</c:v>
                </c:pt>
                <c:pt idx="56">
                  <c:v>229.89931397638156</c:v>
                </c:pt>
                <c:pt idx="57">
                  <c:v>98.75446668923274</c:v>
                </c:pt>
                <c:pt idx="58">
                  <c:v>2998.182444395255</c:v>
                </c:pt>
                <c:pt idx="59">
                  <c:v>4926.709749841191</c:v>
                </c:pt>
                <c:pt idx="60">
                  <c:v>642.5087459657767</c:v>
                </c:pt>
                <c:pt idx="61">
                  <c:v>38.20730975564909</c:v>
                </c:pt>
                <c:pt idx="62">
                  <c:v>340.4229118796378</c:v>
                </c:pt>
                <c:pt idx="63">
                  <c:v>153.66116969524148</c:v>
                </c:pt>
                <c:pt idx="64">
                  <c:v>1892.5144998686228</c:v>
                </c:pt>
                <c:pt idx="65">
                  <c:v>1754.0818736064307</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103.70832280912023</c:v>
                </c:pt>
                <c:pt idx="1">
                  <c:v>100.17919359066846</c:v>
                </c:pt>
                <c:pt idx="2">
                  <c:v>641.0964590525459</c:v>
                </c:pt>
                <c:pt idx="3">
                  <c:v>134.718643860811</c:v>
                </c:pt>
                <c:pt idx="4">
                  <c:v>241.72145124611978</c:v>
                </c:pt>
                <c:pt idx="5">
                  <c:v>416.6849873098363</c:v>
                </c:pt>
                <c:pt idx="6">
                  <c:v>91.4284647548712</c:v>
                </c:pt>
                <c:pt idx="7">
                  <c:v>1039.1008710669446</c:v>
                </c:pt>
                <c:pt idx="8">
                  <c:v>602.0228300975599</c:v>
                </c:pt>
                <c:pt idx="9">
                  <c:v>696.539836590081</c:v>
                </c:pt>
                <c:pt idx="10">
                  <c:v>1007.8500302067051</c:v>
                </c:pt>
                <c:pt idx="11">
                  <c:v>307.2814642296221</c:v>
                </c:pt>
                <c:pt idx="12">
                  <c:v>654.219162680397</c:v>
                </c:pt>
                <c:pt idx="13">
                  <c:v>981.1601552813149</c:v>
                </c:pt>
                <c:pt idx="14">
                  <c:v>832.9989185332125</c:v>
                </c:pt>
                <c:pt idx="15">
                  <c:v>1134.458416256974</c:v>
                </c:pt>
                <c:pt idx="16">
                  <c:v>587.1832806817145</c:v>
                </c:pt>
                <c:pt idx="17">
                  <c:v>88.3299271585499</c:v>
                </c:pt>
                <c:pt idx="18">
                  <c:v>89.66598020867681</c:v>
                </c:pt>
                <c:pt idx="19">
                  <c:v>135.80035197037168</c:v>
                </c:pt>
                <c:pt idx="20">
                  <c:v>661.4255630505991</c:v>
                </c:pt>
                <c:pt idx="21">
                  <c:v>1272.4815211164462</c:v>
                </c:pt>
                <c:pt idx="22">
                  <c:v>362.99046617802225</c:v>
                </c:pt>
                <c:pt idx="23">
                  <c:v>896.1133012519198</c:v>
                </c:pt>
                <c:pt idx="24">
                  <c:v>157.50747971364876</c:v>
                </c:pt>
                <c:pt idx="25">
                  <c:v>120.2899804104177</c:v>
                </c:pt>
                <c:pt idx="26">
                  <c:v>457.6408381973675</c:v>
                </c:pt>
                <c:pt idx="27">
                  <c:v>1132.3439032534795</c:v>
                </c:pt>
                <c:pt idx="28">
                  <c:v>1184.8373522749828</c:v>
                </c:pt>
                <c:pt idx="29">
                  <c:v>669.7417258984304</c:v>
                </c:pt>
                <c:pt idx="30">
                  <c:v>700.0226344943019</c:v>
                </c:pt>
                <c:pt idx="31">
                  <c:v>404.52782874879034</c:v>
                </c:pt>
                <c:pt idx="32">
                  <c:v>768.5555653472776</c:v>
                </c:pt>
                <c:pt idx="33">
                  <c:v>161.8092788546544</c:v>
                </c:pt>
                <c:pt idx="34">
                  <c:v>132.1493561453591</c:v>
                </c:pt>
                <c:pt idx="35">
                  <c:v>109.24429506805102</c:v>
                </c:pt>
                <c:pt idx="36">
                  <c:v>188.30434152930258</c:v>
                </c:pt>
                <c:pt idx="37">
                  <c:v>110.49549718774634</c:v>
                </c:pt>
                <c:pt idx="38">
                  <c:v>968.7986976324905</c:v>
                </c:pt>
                <c:pt idx="39">
                  <c:v>441.36261863141175</c:v>
                </c:pt>
                <c:pt idx="40">
                  <c:v>1859.16172583034</c:v>
                </c:pt>
                <c:pt idx="41">
                  <c:v>736.1887883382087</c:v>
                </c:pt>
                <c:pt idx="42">
                  <c:v>167.60494430332054</c:v>
                </c:pt>
                <c:pt idx="43">
                  <c:v>1468.9647037502518</c:v>
                </c:pt>
                <c:pt idx="44">
                  <c:v>190.69529751691618</c:v>
                </c:pt>
                <c:pt idx="45">
                  <c:v>560.4492719049601</c:v>
                </c:pt>
                <c:pt idx="46">
                  <c:v>271.7224886863991</c:v>
                </c:pt>
                <c:pt idx="47">
                  <c:v>146.49876822893538</c:v>
                </c:pt>
                <c:pt idx="48">
                  <c:v>126.2053135395537</c:v>
                </c:pt>
                <c:pt idx="49">
                  <c:v>758.1475722531973</c:v>
                </c:pt>
                <c:pt idx="50">
                  <c:v>843.4140061746086</c:v>
                </c:pt>
                <c:pt idx="51">
                  <c:v>588.0212939104432</c:v>
                </c:pt>
                <c:pt idx="52">
                  <c:v>135.56631036573285</c:v>
                </c:pt>
                <c:pt idx="53">
                  <c:v>645.608336744643</c:v>
                </c:pt>
                <c:pt idx="54">
                  <c:v>761.149668494983</c:v>
                </c:pt>
                <c:pt idx="55">
                  <c:v>667.3214272962376</c:v>
                </c:pt>
                <c:pt idx="56">
                  <c:v>161.49370778086018</c:v>
                </c:pt>
                <c:pt idx="57">
                  <c:v>1084.3887123324594</c:v>
                </c:pt>
                <c:pt idx="58">
                  <c:v>1799.380117295912</c:v>
                </c:pt>
                <c:pt idx="59">
                  <c:v>1033.1892684882946</c:v>
                </c:pt>
                <c:pt idx="60">
                  <c:v>1111.9210611444023</c:v>
                </c:pt>
                <c:pt idx="61">
                  <c:v>783.0601298051286</c:v>
                </c:pt>
                <c:pt idx="62">
                  <c:v>1119.825046289044</c:v>
                </c:pt>
                <c:pt idx="63">
                  <c:v>148.18567224615106</c:v>
                </c:pt>
                <c:pt idx="64">
                  <c:v>121.0776463127804</c:v>
                </c:pt>
                <c:pt idx="65">
                  <c:v>130.13035748708631</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247776.42182498312</c:v>
                </c:pt>
                <c:pt idx="1">
                  <c:v>282665.4917178898</c:v>
                </c:pt>
                <c:pt idx="2">
                  <c:v>349822.2936999735</c:v>
                </c:pt>
                <c:pt idx="3">
                  <c:v>293665.67490637413</c:v>
                </c:pt>
                <c:pt idx="4">
                  <c:v>205107.34369360257</c:v>
                </c:pt>
                <c:pt idx="5">
                  <c:v>153768.51333326544</c:v>
                </c:pt>
                <c:pt idx="6">
                  <c:v>53861.83545704814</c:v>
                </c:pt>
                <c:pt idx="7">
                  <c:v>13511.896930131557</c:v>
                </c:pt>
                <c:pt idx="8">
                  <c:v>4527.785594038808</c:v>
                </c:pt>
                <c:pt idx="9">
                  <c:v>39087.7794140767</c:v>
                </c:pt>
                <c:pt idx="10">
                  <c:v>134341.31102482037</c:v>
                </c:pt>
                <c:pt idx="11">
                  <c:v>177130.20700834726</c:v>
                </c:pt>
                <c:pt idx="12">
                  <c:v>262349.2962150126</c:v>
                </c:pt>
                <c:pt idx="13">
                  <c:v>294481.0546164367</c:v>
                </c:pt>
                <c:pt idx="14">
                  <c:v>396440.2989779026</c:v>
                </c:pt>
                <c:pt idx="15">
                  <c:v>299025.787824759</c:v>
                </c:pt>
                <c:pt idx="16">
                  <c:v>278941.3361089378</c:v>
                </c:pt>
                <c:pt idx="17">
                  <c:v>125593.88690758208</c:v>
                </c:pt>
                <c:pt idx="18">
                  <c:v>61378.253793126925</c:v>
                </c:pt>
                <c:pt idx="19">
                  <c:v>15496.516558776366</c:v>
                </c:pt>
                <c:pt idx="20">
                  <c:v>4730.00143358324</c:v>
                </c:pt>
                <c:pt idx="21">
                  <c:v>40439.31366025374</c:v>
                </c:pt>
                <c:pt idx="22">
                  <c:v>134230.6793089654</c:v>
                </c:pt>
                <c:pt idx="23">
                  <c:v>187225.69157044278</c:v>
                </c:pt>
                <c:pt idx="24">
                  <c:v>327450.5846333594</c:v>
                </c:pt>
                <c:pt idx="25">
                  <c:v>315615.5715391281</c:v>
                </c:pt>
                <c:pt idx="26">
                  <c:v>337224.46695235465</c:v>
                </c:pt>
                <c:pt idx="27">
                  <c:v>283442.8005411477</c:v>
                </c:pt>
                <c:pt idx="28">
                  <c:v>258856.66597387864</c:v>
                </c:pt>
                <c:pt idx="29">
                  <c:v>131663.90679235075</c:v>
                </c:pt>
                <c:pt idx="30">
                  <c:v>64602.599535678804</c:v>
                </c:pt>
                <c:pt idx="31">
                  <c:v>16899.199822709004</c:v>
                </c:pt>
                <c:pt idx="32">
                  <c:v>4784.035451384694</c:v>
                </c:pt>
                <c:pt idx="33">
                  <c:v>58933.136377163915</c:v>
                </c:pt>
                <c:pt idx="34">
                  <c:v>130235.33519960208</c:v>
                </c:pt>
                <c:pt idx="35">
                  <c:v>220465.7466441731</c:v>
                </c:pt>
                <c:pt idx="36">
                  <c:v>371128.3235670581</c:v>
                </c:pt>
                <c:pt idx="37">
                  <c:v>316717.70244613406</c:v>
                </c:pt>
                <c:pt idx="38">
                  <c:v>341467.65691442986</c:v>
                </c:pt>
                <c:pt idx="39">
                  <c:v>275787.7549726026</c:v>
                </c:pt>
                <c:pt idx="40">
                  <c:v>297153.47432176175</c:v>
                </c:pt>
                <c:pt idx="41">
                  <c:v>130941.43378384825</c:v>
                </c:pt>
                <c:pt idx="42">
                  <c:v>75350.67880065284</c:v>
                </c:pt>
                <c:pt idx="43">
                  <c:v>8693.58878535148</c:v>
                </c:pt>
                <c:pt idx="44">
                  <c:v>4979.061801268933</c:v>
                </c:pt>
                <c:pt idx="45">
                  <c:v>65549.90023563152</c:v>
                </c:pt>
                <c:pt idx="46">
                  <c:v>123329.23819966574</c:v>
                </c:pt>
                <c:pt idx="47">
                  <c:v>184525.89448132</c:v>
                </c:pt>
                <c:pt idx="48">
                  <c:v>346078.00167079957</c:v>
                </c:pt>
                <c:pt idx="49">
                  <c:v>305851.16603101033</c:v>
                </c:pt>
                <c:pt idx="50">
                  <c:v>300602.81018204044</c:v>
                </c:pt>
                <c:pt idx="51">
                  <c:v>354644.6513155752</c:v>
                </c:pt>
                <c:pt idx="52">
                  <c:v>212481.32825179087</c:v>
                </c:pt>
                <c:pt idx="53">
                  <c:v>147463.20682444834</c:v>
                </c:pt>
                <c:pt idx="54">
                  <c:v>82315.80218255748</c:v>
                </c:pt>
                <c:pt idx="55">
                  <c:v>8090.091563231503</c:v>
                </c:pt>
                <c:pt idx="56">
                  <c:v>9072.45635609041</c:v>
                </c:pt>
                <c:pt idx="57">
                  <c:v>49166.82117741788</c:v>
                </c:pt>
                <c:pt idx="58">
                  <c:v>114644.80124597487</c:v>
                </c:pt>
                <c:pt idx="59">
                  <c:v>282743.6685142958</c:v>
                </c:pt>
                <c:pt idx="60">
                  <c:v>328687.3057179423</c:v>
                </c:pt>
                <c:pt idx="61">
                  <c:v>347519.76533869177</c:v>
                </c:pt>
                <c:pt idx="62">
                  <c:v>429708.0117388463</c:v>
                </c:pt>
                <c:pt idx="63">
                  <c:v>300514.435341092</c:v>
                </c:pt>
                <c:pt idx="64">
                  <c:v>191840.0151440531</c:v>
                </c:pt>
                <c:pt idx="65">
                  <c:v>117185.07420209172</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Brand_Digital_S...</c:v>
                </c:pt>
                <c:pt idx="13">
                  <c:v>Region_Digital_...</c:v>
                </c:pt>
                <c:pt idx="14">
                  <c:v>POS</c:v>
                </c:pt>
                <c:pt idx="15">
                  <c:v>Region_OOH</c:v>
                </c:pt>
                <c:pt idx="16">
                  <c:v>Region_Digital_...</c:v>
                </c:pt>
                <c:pt idx="17">
                  <c:v>PR</c:v>
                </c:pt>
                <c:pt idx="18">
                  <c:v>Region_TV</c:v>
                </c:pt>
                <c:pt idx="19">
                  <c:v>Region_Digital_...</c:v>
                </c:pt>
                <c:pt idx="20">
                  <c:v>Price index</c:v>
                </c:pt>
              </c:strCache>
            </c:strRef>
          </c:cat>
          <c:val>
            <c:numRef>
              <c:f>Sheet1!$B$2:$B$22</c:f>
              <c:numCache>
                <c:formatCode>General</c:formatCode>
                <c:ptCount val="21"/>
                <c:pt idx="0">
                  <c:v>0.0</c:v>
                </c:pt>
                <c:pt idx="1">
                  <c:v>59.038224066934674</c:v>
                </c:pt>
                <c:pt idx="2">
                  <c:v>72.11660897204122</c:v>
                </c:pt>
                <c:pt idx="3">
                  <c:v>80.32569914936379</c:v>
                </c:pt>
                <c:pt idx="4">
                  <c:v>87.80659873199238</c:v>
                </c:pt>
                <c:pt idx="5">
                  <c:v>90.34507310688478</c:v>
                </c:pt>
                <c:pt idx="6">
                  <c:v>92.21198462281448</c:v>
                </c:pt>
                <c:pt idx="7">
                  <c:v>93.82675136028733</c:v>
                </c:pt>
                <c:pt idx="8">
                  <c:v>95.31060393247574</c:v>
                </c:pt>
                <c:pt idx="9">
                  <c:v>96.74147236891498</c:v>
                </c:pt>
                <c:pt idx="10">
                  <c:v>97.85281429389306</c:v>
                </c:pt>
                <c:pt idx="11">
                  <c:v>98.79688470934748</c:v>
                </c:pt>
                <c:pt idx="12">
                  <c:v>99.27721895816742</c:v>
                </c:pt>
                <c:pt idx="13">
                  <c:v>99.73077596864864</c:v>
                </c:pt>
                <c:pt idx="14">
                  <c:v>99.9636021772894</c:v>
                </c:pt>
                <c:pt idx="15">
                  <c:v>100.13338859371905</c:v>
                </c:pt>
                <c:pt idx="16">
                  <c:v>100.28111291185891</c:v>
                </c:pt>
                <c:pt idx="17">
                  <c:v>100.4079091781673</c:v>
                </c:pt>
                <c:pt idx="18">
                  <c:v>100.49698950252018</c:v>
                </c:pt>
                <c:pt idx="19">
                  <c:v>100.38762549860922</c:v>
                </c:pt>
                <c:pt idx="20">
                  <c:v>100.0</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00ACC6"/>
              </a:solidFill>
            </c:spPr>
          </c:dPt>
          <c:dPt>
            <c:idx val="8"/>
            <c:spPr>
              <a:solidFill>
                <a:srgbClr val="FFA52F"/>
              </a:solidFill>
            </c:spPr>
          </c:dPt>
          <c:dPt>
            <c:idx val="9"/>
            <c:spPr>
              <a:solidFill>
                <a:srgbClr val="8C3BFF"/>
              </a:solidFill>
            </c:spPr>
          </c:dPt>
          <c:dPt>
            <c:idx val="10"/>
            <c:spPr>
              <a:solidFill>
                <a:srgbClr val="FF7ED1"/>
              </a:solidFill>
            </c:spPr>
          </c:dPt>
          <c:dPt>
            <c:idx val="11"/>
            <c:spPr>
              <a:solidFill>
                <a:srgbClr val="BCB6FF"/>
              </a:solidFill>
            </c:spPr>
          </c:dPt>
          <c:dPt>
            <c:idx val="12"/>
            <c:spPr>
              <a:solidFill>
                <a:srgbClr val="97FF00"/>
              </a:solidFill>
            </c:spPr>
          </c:dPt>
          <c:dPt>
            <c:idx val="13"/>
            <c:spPr>
              <a:solidFill>
                <a:srgbClr val="BF03B8"/>
              </a:solidFill>
            </c:spPr>
          </c:dPt>
          <c:dPt>
            <c:idx val="14"/>
            <c:spPr>
              <a:solidFill>
                <a:srgbClr val="0000DD"/>
              </a:solidFill>
            </c:spPr>
          </c:dPt>
          <c:dPt>
            <c:idx val="15"/>
            <c:spPr>
              <a:solidFill>
                <a:srgbClr val="790000"/>
              </a:solidFill>
            </c:spPr>
          </c:dPt>
          <c:dPt>
            <c:idx val="16"/>
            <c:spPr>
              <a:solidFill>
                <a:srgbClr val="645474"/>
              </a:solidFill>
            </c:spPr>
          </c:dPt>
          <c:dPt>
            <c:idx val="17"/>
            <c:spPr>
              <a:solidFill>
                <a:srgbClr val="00FDCF"/>
              </a:solidFill>
            </c:spPr>
          </c:dPt>
          <c:dPt>
            <c:idx val="18"/>
            <c:spPr>
              <a:solidFill>
                <a:srgbClr val="0774D8"/>
              </a:solidFill>
            </c:spPr>
          </c:dPt>
          <c:dPt>
            <c:idx val="20"/>
            <c:spPr>
              <a:solidFill>
                <a:srgbClr val="A17569"/>
              </a:solidFill>
            </c:spPr>
          </c:dPt>
          <c:dLbls>
            <c:dLbl>
              <c:idx val="0"/>
              <c:tx>
                <c:rich>
                  <a:bodyPr/>
                  <a:lstStyle/>
                  <a:p>
                    <a:r>
                      <a:t>59.04%</a:t>
                    </a:r>
                  </a:p>
                </c:rich>
              </c:tx>
              <c:dLblPos val="inEnd"/>
              <c:showLegendKey val="0"/>
              <c:showVal val="1"/>
              <c:showCatName val="0"/>
              <c:showSerName val="0"/>
              <c:showPercent val="0"/>
              <c:showBubbleSize val="0"/>
            </c:dLbl>
            <c:dLbl>
              <c:idx val="1"/>
              <c:tx>
                <c:rich>
                  <a:bodyPr/>
                  <a:lstStyle/>
                  <a:p>
                    <a:r>
                      <a:t>13.08%</a:t>
                    </a:r>
                  </a:p>
                </c:rich>
              </c:tx>
              <c:dLblPos val="inEnd"/>
              <c:showLegendKey val="0"/>
              <c:showVal val="1"/>
              <c:showCatName val="0"/>
              <c:showSerName val="0"/>
              <c:showPercent val="0"/>
              <c:showBubbleSize val="0"/>
            </c:dLbl>
            <c:dLbl>
              <c:idx val="2"/>
              <c:tx>
                <c:rich>
                  <a:bodyPr/>
                  <a:lstStyle/>
                  <a:p>
                    <a:r>
                      <a:t>8.21%</a:t>
                    </a:r>
                  </a:p>
                </c:rich>
              </c:tx>
              <c:dLblPos val="inEnd"/>
              <c:showLegendKey val="0"/>
              <c:showVal val="1"/>
              <c:showCatName val="0"/>
              <c:showSerName val="0"/>
              <c:showPercent val="0"/>
              <c:showBubbleSize val="0"/>
            </c:dLbl>
            <c:dLbl>
              <c:idx val="3"/>
              <c:tx>
                <c:rich>
                  <a:bodyPr/>
                  <a:lstStyle/>
                  <a:p>
                    <a:r>
                      <a:t>7.48%</a:t>
                    </a:r>
                  </a:p>
                </c:rich>
              </c:tx>
              <c:dLblPos val="inEnd"/>
              <c:showLegendKey val="0"/>
              <c:showVal val="1"/>
              <c:showCatName val="0"/>
              <c:showSerName val="0"/>
              <c:showPercent val="0"/>
              <c:showBubbleSize val="0"/>
            </c:dLbl>
            <c:dLbl>
              <c:idx val="4"/>
              <c:tx>
                <c:rich>
                  <a:bodyPr/>
                  <a:lstStyle/>
                  <a:p>
                    <a:r>
                      <a:t>2.54%</a:t>
                    </a:r>
                  </a:p>
                </c:rich>
              </c:tx>
              <c:dLblPos val="inEnd"/>
              <c:showLegendKey val="0"/>
              <c:showVal val="1"/>
              <c:showCatName val="0"/>
              <c:showSerName val="0"/>
              <c:showPercent val="0"/>
              <c:showBubbleSize val="0"/>
            </c:dLbl>
            <c:dLbl>
              <c:idx val="5"/>
              <c:tx>
                <c:rich>
                  <a:bodyPr/>
                  <a:lstStyle/>
                  <a:p>
                    <a:r>
                      <a:t>1.87%</a:t>
                    </a:r>
                  </a:p>
                </c:rich>
              </c:tx>
              <c:dLblPos val="inEnd"/>
              <c:showLegendKey val="0"/>
              <c:showVal val="1"/>
              <c:showCatName val="0"/>
              <c:showSerName val="0"/>
              <c:showPercent val="0"/>
              <c:showBubbleSize val="0"/>
            </c:dLbl>
            <c:dLbl>
              <c:idx val="6"/>
              <c:tx>
                <c:rich>
                  <a:bodyPr/>
                  <a:lstStyle/>
                  <a:p>
                    <a:r>
                      <a:t>1.61%</a:t>
                    </a:r>
                  </a:p>
                </c:rich>
              </c:tx>
              <c:dLblPos val="inEnd"/>
              <c:showLegendKey val="0"/>
              <c:showVal val="1"/>
              <c:showCatName val="0"/>
              <c:showSerName val="0"/>
              <c:showPercent val="0"/>
              <c:showBubbleSize val="0"/>
            </c:dLbl>
            <c:dLbl>
              <c:idx val="7"/>
              <c:tx>
                <c:rich>
                  <a:bodyPr/>
                  <a:lstStyle/>
                  <a:p>
                    <a:r>
                      <a:t>1.48%</a:t>
                    </a:r>
                  </a:p>
                </c:rich>
              </c:tx>
              <c:dLblPos val="inEnd"/>
              <c:showLegendKey val="0"/>
              <c:showVal val="1"/>
              <c:showCatName val="0"/>
              <c:showSerName val="0"/>
              <c:showPercent val="0"/>
              <c:showBubbleSize val="0"/>
            </c:dLbl>
            <c:dLbl>
              <c:idx val="8"/>
              <c:tx>
                <c:rich>
                  <a:bodyPr/>
                  <a:lstStyle/>
                  <a:p>
                    <a:r>
                      <a:t>1.43%</a:t>
                    </a:r>
                  </a:p>
                </c:rich>
              </c:tx>
              <c:dLblPos val="inEnd"/>
              <c:showLegendKey val="0"/>
              <c:showVal val="1"/>
              <c:showCatName val="0"/>
              <c:showSerName val="0"/>
              <c:showPercent val="0"/>
              <c:showBubbleSize val="0"/>
            </c:dLbl>
            <c:dLbl>
              <c:idx val="9"/>
              <c:tx>
                <c:rich>
                  <a:bodyPr/>
                  <a:lstStyle/>
                  <a:p>
                    <a:r>
                      <a:t>1.11%</a:t>
                    </a:r>
                  </a:p>
                </c:rich>
              </c:tx>
              <c:dLblPos val="inEnd"/>
              <c:showLegendKey val="0"/>
              <c:showVal val="1"/>
              <c:showCatName val="0"/>
              <c:showSerName val="0"/>
              <c:showPercent val="0"/>
              <c:showBubbleSize val="0"/>
            </c:dLbl>
            <c:dLbl>
              <c:idx val="10"/>
              <c:tx>
                <c:rich>
                  <a:bodyPr/>
                  <a:lstStyle/>
                  <a:p>
                    <a:r>
                      <a:t>0.94%</a:t>
                    </a:r>
                  </a:p>
                </c:rich>
              </c:tx>
              <c:dLblPos val="inEnd"/>
              <c:showLegendKey val="0"/>
              <c:showVal val="1"/>
              <c:showCatName val="0"/>
              <c:showSerName val="0"/>
              <c:showPercent val="0"/>
              <c:showBubbleSize val="0"/>
            </c:dLbl>
            <c:dLbl>
              <c:idx val="11"/>
              <c:tx>
                <c:rich>
                  <a:bodyPr/>
                  <a:lstStyle/>
                  <a:p>
                    <a:r>
                      <a:t>0.48%</a:t>
                    </a:r>
                  </a:p>
                </c:rich>
              </c:tx>
              <c:dLblPos val="inEnd"/>
              <c:showLegendKey val="0"/>
              <c:showVal val="1"/>
              <c:showCatName val="0"/>
              <c:showSerName val="0"/>
              <c:showPercent val="0"/>
              <c:showBubbleSize val="0"/>
            </c:dLbl>
            <c:dLbl>
              <c:idx val="12"/>
              <c:tx>
                <c:rich>
                  <a:bodyPr/>
                  <a:lstStyle/>
                  <a:p>
                    <a:r>
                      <a:t>0.45%</a:t>
                    </a:r>
                  </a:p>
                </c:rich>
              </c:tx>
              <c:dLblPos val="inEnd"/>
              <c:showLegendKey val="0"/>
              <c:showVal val="1"/>
              <c:showCatName val="0"/>
              <c:showSerName val="0"/>
              <c:showPercent val="0"/>
              <c:showBubbleSize val="0"/>
            </c:dLbl>
            <c:dLbl>
              <c:idx val="13"/>
              <c:tx>
                <c:rich>
                  <a:bodyPr/>
                  <a:lstStyle/>
                  <a:p>
                    <a:r>
                      <a:t>0.23%</a:t>
                    </a:r>
                  </a:p>
                </c:rich>
              </c:tx>
              <c:dLblPos val="inEnd"/>
              <c:showLegendKey val="0"/>
              <c:showVal val="1"/>
              <c:showCatName val="0"/>
              <c:showSerName val="0"/>
              <c:showPercent val="0"/>
              <c:showBubbleSize val="0"/>
            </c:dLbl>
            <c:dLbl>
              <c:idx val="14"/>
              <c:tx>
                <c:rich>
                  <a:bodyPr/>
                  <a:lstStyle/>
                  <a:p>
                    <a:r>
                      <a:t>0.17%</a:t>
                    </a:r>
                  </a:p>
                </c:rich>
              </c:tx>
              <c:dLblPos val="inEnd"/>
              <c:showLegendKey val="0"/>
              <c:showVal val="1"/>
              <c:showCatName val="0"/>
              <c:showSerName val="0"/>
              <c:showPercent val="0"/>
              <c:showBubbleSize val="0"/>
            </c:dLbl>
            <c:dLbl>
              <c:idx val="15"/>
              <c:tx>
                <c:rich>
                  <a:bodyPr/>
                  <a:lstStyle/>
                  <a:p>
                    <a:r>
                      <a:t>0.15%</a:t>
                    </a:r>
                  </a:p>
                </c:rich>
              </c:tx>
              <c:dLblPos val="inEnd"/>
              <c:showLegendKey val="0"/>
              <c:showVal val="1"/>
              <c:showCatName val="0"/>
              <c:showSerName val="0"/>
              <c:showPercent val="0"/>
              <c:showBubbleSize val="0"/>
            </c:dLbl>
            <c:dLbl>
              <c:idx val="16"/>
              <c:tx>
                <c:rich>
                  <a:bodyPr/>
                  <a:lstStyle/>
                  <a:p>
                    <a:r>
                      <a:t>0.13%</a:t>
                    </a:r>
                  </a:p>
                </c:rich>
              </c:tx>
              <c:dLblPos val="inEnd"/>
              <c:showLegendKey val="0"/>
              <c:showVal val="1"/>
              <c:showCatName val="0"/>
              <c:showSerName val="0"/>
              <c:showPercent val="0"/>
              <c:showBubbleSize val="0"/>
            </c:dLbl>
            <c:dLbl>
              <c:idx val="17"/>
              <c:tx>
                <c:rich>
                  <a:bodyPr/>
                  <a:lstStyle/>
                  <a:p>
                    <a:r>
                      <a:t>0.09%</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-0.16%</a:t>
                    </a:r>
                  </a:p>
                </c:rich>
              </c:tx>
              <c:dLblPos val="inEnd"/>
              <c:showLegendKey val="0"/>
              <c:showVal val="1"/>
              <c:showCatName val="0"/>
              <c:showSerName val="0"/>
              <c:showPercent val="0"/>
              <c:showBubbleSize val="0"/>
            </c:dLbl>
            <c:dLbl>
              <c:idx val="20"/>
              <c:tx>
                <c:rich>
                  <a:bodyPr/>
                  <a:lstStyle/>
                  <a:p>
                    <a:r>
                      <a:t>-0.39%</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Brand_Digital_S...</c:v>
                </c:pt>
                <c:pt idx="13">
                  <c:v>Region_Digital_...</c:v>
                </c:pt>
                <c:pt idx="14">
                  <c:v>POS</c:v>
                </c:pt>
                <c:pt idx="15">
                  <c:v>Region_OOH</c:v>
                </c:pt>
                <c:pt idx="16">
                  <c:v>Region_Digital_...</c:v>
                </c:pt>
                <c:pt idx="17">
                  <c:v>PR</c:v>
                </c:pt>
                <c:pt idx="18">
                  <c:v>Region_TV</c:v>
                </c:pt>
                <c:pt idx="19">
                  <c:v>Region_Digital_...</c:v>
                </c:pt>
                <c:pt idx="20">
                  <c:v>Price index</c:v>
                </c:pt>
              </c:strCache>
            </c:strRef>
          </c:cat>
          <c:val>
            <c:numRef>
              <c:f>Sheet1!$C$2:$C$22</c:f>
              <c:numCache>
                <c:formatCode>General</c:formatCode>
                <c:ptCount val="21"/>
                <c:pt idx="0">
                  <c:v>59.03822406693469</c:v>
                </c:pt>
                <c:pt idx="1">
                  <c:v>13.078384905106532</c:v>
                </c:pt>
                <c:pt idx="2">
                  <c:v>8.209090177322562</c:v>
                </c:pt>
                <c:pt idx="3">
                  <c:v>7.480899582628596</c:v>
                </c:pt>
                <c:pt idx="4">
                  <c:v>2.5384743748924046</c:v>
                </c:pt>
                <c:pt idx="5">
                  <c:v>1.8669115159296998</c:v>
                </c:pt>
                <c:pt idx="6">
                  <c:v>1.6147667374728454</c:v>
                </c:pt>
                <c:pt idx="7">
                  <c:v>1.4838525721884166</c:v>
                </c:pt>
                <c:pt idx="8">
                  <c:v>1.430868436439251</c:v>
                </c:pt>
                <c:pt idx="9">
                  <c:v>1.1113419249780683</c:v>
                </c:pt>
                <c:pt idx="10">
                  <c:v>0.9440704154544226</c:v>
                </c:pt>
                <c:pt idx="11">
                  <c:v>0.48033424881996384</c:v>
                </c:pt>
                <c:pt idx="12">
                  <c:v>0.45355701048118635</c:v>
                </c:pt>
                <c:pt idx="13">
                  <c:v>0.23282620864076517</c:v>
                </c:pt>
                <c:pt idx="14">
                  <c:v>0.1697864164296494</c:v>
                </c:pt>
                <c:pt idx="15">
                  <c:v>0.14772431813987666</c:v>
                </c:pt>
                <c:pt idx="16">
                  <c:v>0.12679626630837182</c:v>
                </c:pt>
                <c:pt idx="17">
                  <c:v>0.08908032435289344</c:v>
                </c:pt>
                <c:pt idx="18">
                  <c:v>0.05084367756264231</c:v>
                </c:pt>
                <c:pt idx="19">
                  <c:v>0.16020768147362038</c:v>
                </c:pt>
                <c:pt idx="20">
                  <c:v>0.38762549860920703</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1022589.0</c:v>
                </c:pt>
                <c:pt idx="1">
                  <c:v>1217374.0</c:v>
                </c:pt>
                <c:pt idx="2">
                  <c:v>1498337.0</c:v>
                </c:pt>
                <c:pt idx="3">
                  <c:v>1403147.0</c:v>
                </c:pt>
                <c:pt idx="4">
                  <c:v>1149058.0</c:v>
                </c:pt>
                <c:pt idx="5">
                  <c:v>1319956.0</c:v>
                </c:pt>
                <c:pt idx="6">
                  <c:v>895874.0</c:v>
                </c:pt>
                <c:pt idx="7">
                  <c:v>1099702.0</c:v>
                </c:pt>
                <c:pt idx="8">
                  <c:v>808397.0</c:v>
                </c:pt>
                <c:pt idx="9">
                  <c:v>915140.0</c:v>
                </c:pt>
                <c:pt idx="10">
                  <c:v>1292472.0</c:v>
                </c:pt>
                <c:pt idx="11">
                  <c:v>926587.0</c:v>
                </c:pt>
                <c:pt idx="12">
                  <c:v>1281983.0</c:v>
                </c:pt>
                <c:pt idx="13">
                  <c:v>1198049.0</c:v>
                </c:pt>
                <c:pt idx="14">
                  <c:v>1715421.0</c:v>
                </c:pt>
                <c:pt idx="15">
                  <c:v>1284642.0</c:v>
                </c:pt>
                <c:pt idx="16">
                  <c:v>1497030.0</c:v>
                </c:pt>
                <c:pt idx="17">
                  <c:v>1102408.0</c:v>
                </c:pt>
                <c:pt idx="18">
                  <c:v>1094641.0</c:v>
                </c:pt>
                <c:pt idx="19">
                  <c:v>1187026.0</c:v>
                </c:pt>
                <c:pt idx="20">
                  <c:v>821013.0</c:v>
                </c:pt>
                <c:pt idx="21">
                  <c:v>1061725.0</c:v>
                </c:pt>
                <c:pt idx="22">
                  <c:v>1406394.0</c:v>
                </c:pt>
                <c:pt idx="23">
                  <c:v>1073026.0</c:v>
                </c:pt>
                <c:pt idx="24">
                  <c:v>1545511.0</c:v>
                </c:pt>
                <c:pt idx="25">
                  <c:v>1138250.0</c:v>
                </c:pt>
                <c:pt idx="26">
                  <c:v>1403915.0</c:v>
                </c:pt>
                <c:pt idx="27">
                  <c:v>1249931.0</c:v>
                </c:pt>
                <c:pt idx="28">
                  <c:v>1362097.0</c:v>
                </c:pt>
                <c:pt idx="29">
                  <c:v>1255975.0</c:v>
                </c:pt>
                <c:pt idx="30">
                  <c:v>1144099.0</c:v>
                </c:pt>
                <c:pt idx="31">
                  <c:v>1397462.0</c:v>
                </c:pt>
                <c:pt idx="32">
                  <c:v>1093505.0</c:v>
                </c:pt>
                <c:pt idx="33">
                  <c:v>1367844.0</c:v>
                </c:pt>
                <c:pt idx="34">
                  <c:v>1143846.0</c:v>
                </c:pt>
                <c:pt idx="35">
                  <c:v>1145230.0</c:v>
                </c:pt>
                <c:pt idx="36">
                  <c:v>1583933.0</c:v>
                </c:pt>
                <c:pt idx="37">
                  <c:v>1354612.0</c:v>
                </c:pt>
                <c:pt idx="38">
                  <c:v>1401601.0</c:v>
                </c:pt>
                <c:pt idx="39">
                  <c:v>1274080.0</c:v>
                </c:pt>
                <c:pt idx="40">
                  <c:v>1582630.0</c:v>
                </c:pt>
                <c:pt idx="41">
                  <c:v>1216326.0</c:v>
                </c:pt>
                <c:pt idx="42">
                  <c:v>1375085.0</c:v>
                </c:pt>
                <c:pt idx="43">
                  <c:v>1040728.0</c:v>
                </c:pt>
                <c:pt idx="44">
                  <c:v>997010.0</c:v>
                </c:pt>
                <c:pt idx="45">
                  <c:v>1310472.0</c:v>
                </c:pt>
                <c:pt idx="46">
                  <c:v>1170495.0</c:v>
                </c:pt>
                <c:pt idx="47">
                  <c:v>1085966.0</c:v>
                </c:pt>
                <c:pt idx="48">
                  <c:v>1395228.0</c:v>
                </c:pt>
                <c:pt idx="49">
                  <c:v>1366714.0</c:v>
                </c:pt>
                <c:pt idx="50">
                  <c:v>1295939.0</c:v>
                </c:pt>
                <c:pt idx="51">
                  <c:v>1512606.0</c:v>
                </c:pt>
                <c:pt idx="52">
                  <c:v>1335379.0</c:v>
                </c:pt>
                <c:pt idx="53">
                  <c:v>1287952.0</c:v>
                </c:pt>
                <c:pt idx="54">
                  <c:v>1325952.0</c:v>
                </c:pt>
                <c:pt idx="55">
                  <c:v>1098940.0</c:v>
                </c:pt>
                <c:pt idx="56">
                  <c:v>1006373.0</c:v>
                </c:pt>
                <c:pt idx="57">
                  <c:v>941883.0</c:v>
                </c:pt>
                <c:pt idx="58">
                  <c:v>933982.0</c:v>
                </c:pt>
                <c:pt idx="59">
                  <c:v>1164698.0</c:v>
                </c:pt>
                <c:pt idx="60">
                  <c:v>259705.0</c:v>
                </c:pt>
                <c:pt idx="61">
                  <c:v>1512176.0</c:v>
                </c:pt>
                <c:pt idx="62">
                  <c:v>1315074.0</c:v>
                </c:pt>
                <c:pt idx="63">
                  <c:v>1957701.0</c:v>
                </c:pt>
                <c:pt idx="64">
                  <c:v>1485399.0</c:v>
                </c:pt>
                <c:pt idx="65">
                  <c:v>1220492.0</c:v>
                </c:pt>
                <c:pt idx="66">
                  <c:v>1036420.0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1035691.7850983454</c:v>
                </c:pt>
                <c:pt idx="1">
                  <c:v>1148895.0634045417</c:v>
                </c:pt>
                <c:pt idx="2">
                  <c:v>1446366.7786376532</c:v>
                </c:pt>
                <c:pt idx="3">
                  <c:v>1394270.6388773685</c:v>
                </c:pt>
                <c:pt idx="4">
                  <c:v>1154429.2359090275</c:v>
                </c:pt>
                <c:pt idx="5">
                  <c:v>1274297.0456264447</c:v>
                </c:pt>
                <c:pt idx="6">
                  <c:v>842903.6772326187</c:v>
                </c:pt>
                <c:pt idx="7">
                  <c:v>1059005.7478180674</c:v>
                </c:pt>
                <c:pt idx="8">
                  <c:v>825902.2042253399</c:v>
                </c:pt>
                <c:pt idx="9">
                  <c:v>927403.0387949435</c:v>
                </c:pt>
                <c:pt idx="10">
                  <c:v>1235737.182318608</c:v>
                </c:pt>
                <c:pt idx="11">
                  <c:v>965924.9205860693</c:v>
                </c:pt>
                <c:pt idx="12">
                  <c:v>1234773.350061147</c:v>
                </c:pt>
                <c:pt idx="13">
                  <c:v>1159323.135283331</c:v>
                </c:pt>
                <c:pt idx="14">
                  <c:v>1635579.3014280722</c:v>
                </c:pt>
                <c:pt idx="15">
                  <c:v>1270462.1412972677</c:v>
                </c:pt>
                <c:pt idx="16">
                  <c:v>1563470.5059944359</c:v>
                </c:pt>
                <c:pt idx="17">
                  <c:v>1139045.591645724</c:v>
                </c:pt>
                <c:pt idx="18">
                  <c:v>1093835.2034062652</c:v>
                </c:pt>
                <c:pt idx="19">
                  <c:v>1218680.423747181</c:v>
                </c:pt>
                <c:pt idx="20">
                  <c:v>869918.016807887</c:v>
                </c:pt>
                <c:pt idx="21">
                  <c:v>1106598.982307058</c:v>
                </c:pt>
                <c:pt idx="22">
                  <c:v>1317877.254285322</c:v>
                </c:pt>
                <c:pt idx="23">
                  <c:v>1048187.7236453226</c:v>
                </c:pt>
                <c:pt idx="24">
                  <c:v>1456447.0602420121</c:v>
                </c:pt>
                <c:pt idx="25">
                  <c:v>1221485.1468126262</c:v>
                </c:pt>
                <c:pt idx="26">
                  <c:v>1398199.281763018</c:v>
                </c:pt>
                <c:pt idx="27">
                  <c:v>1231931.46141561</c:v>
                </c:pt>
                <c:pt idx="28">
                  <c:v>1455379.9151265086</c:v>
                </c:pt>
                <c:pt idx="29">
                  <c:v>1237455.352409158</c:v>
                </c:pt>
                <c:pt idx="30">
                  <c:v>1118605.9618437374</c:v>
                </c:pt>
                <c:pt idx="31">
                  <c:v>1433480.6251684846</c:v>
                </c:pt>
                <c:pt idx="32">
                  <c:v>1036331.0380752134</c:v>
                </c:pt>
                <c:pt idx="33">
                  <c:v>1330917.7553415957</c:v>
                </c:pt>
                <c:pt idx="34">
                  <c:v>1157559.3434517365</c:v>
                </c:pt>
                <c:pt idx="35">
                  <c:v>1277119.9601542067</c:v>
                </c:pt>
                <c:pt idx="36">
                  <c:v>1603327.456100585</c:v>
                </c:pt>
                <c:pt idx="37">
                  <c:v>1324954.2361316667</c:v>
                </c:pt>
                <c:pt idx="38">
                  <c:v>1464883.6325353086</c:v>
                </c:pt>
                <c:pt idx="39">
                  <c:v>1266130.8648100654</c:v>
                </c:pt>
                <c:pt idx="40">
                  <c:v>1545773.3475354142</c:v>
                </c:pt>
                <c:pt idx="41">
                  <c:v>1225332.8219269137</c:v>
                </c:pt>
                <c:pt idx="42">
                  <c:v>1408630.2895549545</c:v>
                </c:pt>
                <c:pt idx="43">
                  <c:v>1068248.745391912</c:v>
                </c:pt>
                <c:pt idx="44">
                  <c:v>988771.9019230531</c:v>
                </c:pt>
                <c:pt idx="45">
                  <c:v>1275953.0565209854</c:v>
                </c:pt>
                <c:pt idx="46">
                  <c:v>1143459.1695255577</c:v>
                </c:pt>
                <c:pt idx="47">
                  <c:v>1089544.5780683644</c:v>
                </c:pt>
                <c:pt idx="48">
                  <c:v>1425357.1504096822</c:v>
                </c:pt>
                <c:pt idx="49">
                  <c:v>1372693.2038646229</c:v>
                </c:pt>
                <c:pt idx="50">
                  <c:v>1380116.235341517</c:v>
                </c:pt>
                <c:pt idx="51">
                  <c:v>1514630.469190796</c:v>
                </c:pt>
                <c:pt idx="52">
                  <c:v>1309885.8768148876</c:v>
                </c:pt>
                <c:pt idx="53">
                  <c:v>1295905.4868880003</c:v>
                </c:pt>
                <c:pt idx="54">
                  <c:v>1377663.6862639948</c:v>
                </c:pt>
                <c:pt idx="55">
                  <c:v>1071628.046052978</c:v>
                </c:pt>
                <c:pt idx="56">
                  <c:v>1021379.2556617098</c:v>
                </c:pt>
                <c:pt idx="57">
                  <c:v>934303.1544742275</c:v>
                </c:pt>
                <c:pt idx="58">
                  <c:v>942686.9171373858</c:v>
                </c:pt>
                <c:pt idx="59">
                  <c:v>1210449.2462402154</c:v>
                </c:pt>
                <c:pt idx="60">
                  <c:v>299470.324479194</c:v>
                </c:pt>
                <c:pt idx="61">
                  <c:v>1491684.9972340022</c:v>
                </c:pt>
                <c:pt idx="62">
                  <c:v>1351510.0810374403</c:v>
                </c:pt>
                <c:pt idx="63">
                  <c:v>1909955.262685956</c:v>
                </c:pt>
                <c:pt idx="64">
                  <c:v>1499179.457190292</c:v>
                </c:pt>
                <c:pt idx="65">
                  <c:v>1273172.1496882555</c:v>
                </c:pt>
                <c:pt idx="66">
                  <c:v>1029456.6508718237</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349241.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215663218.05</c:v>
                </c:pt>
                <c:pt idx="1">
                  <c:v>282585487.1</c:v>
                </c:pt>
                <c:pt idx="2">
                  <c:v>356917627.51</c:v>
                </c:pt>
                <c:pt idx="3">
                  <c:v>336004499.2</c:v>
                </c:pt>
                <c:pt idx="4">
                  <c:v>262361923.12</c:v>
                </c:pt>
                <c:pt idx="5">
                  <c:v>277583974.32</c:v>
                </c:pt>
                <c:pt idx="6">
                  <c:v>166466786.46</c:v>
                </c:pt>
                <c:pt idx="7">
                  <c:v>186995478.64000002</c:v>
                </c:pt>
                <c:pt idx="8">
                  <c:v>132518134.22999999</c:v>
                </c:pt>
                <c:pt idx="9">
                  <c:v>149736713.12</c:v>
                </c:pt>
                <c:pt idx="10">
                  <c:v>228791442.95</c:v>
                </c:pt>
                <c:pt idx="11">
                  <c:v>182775721.68</c:v>
                </c:pt>
                <c:pt idx="12">
                  <c:v>278039149.76</c:v>
                </c:pt>
                <c:pt idx="13">
                  <c:v>278092348.43</c:v>
                </c:pt>
                <c:pt idx="14">
                  <c:v>418740381.44</c:v>
                </c:pt>
                <c:pt idx="15">
                  <c:v>304888626.15</c:v>
                </c:pt>
                <c:pt idx="16">
                  <c:v>332647827.86</c:v>
                </c:pt>
                <c:pt idx="17">
                  <c:v>224751846.06</c:v>
                </c:pt>
                <c:pt idx="18">
                  <c:v>205113906.75</c:v>
                </c:pt>
                <c:pt idx="19">
                  <c:v>199809329.09</c:v>
                </c:pt>
                <c:pt idx="20">
                  <c:v>127849188.24</c:v>
                </c:pt>
                <c:pt idx="21">
                  <c:v>172667759.75</c:v>
                </c:pt>
                <c:pt idx="22">
                  <c:v>250420683.47</c:v>
                </c:pt>
                <c:pt idx="23">
                  <c:v>211296127.62</c:v>
                </c:pt>
                <c:pt idx="24">
                  <c:v>337287994.03</c:v>
                </c:pt>
                <c:pt idx="25">
                  <c:v>261289038.16000003</c:v>
                </c:pt>
                <c:pt idx="26">
                  <c:v>333530623.27</c:v>
                </c:pt>
                <c:pt idx="27">
                  <c:v>303545125.0</c:v>
                </c:pt>
                <c:pt idx="28">
                  <c:v>303995969.1</c:v>
                </c:pt>
                <c:pt idx="29">
                  <c:v>258944026.85</c:v>
                </c:pt>
                <c:pt idx="30">
                  <c:v>210014981.59</c:v>
                </c:pt>
                <c:pt idx="31">
                  <c:v>237780089.28</c:v>
                </c:pt>
                <c:pt idx="32">
                  <c:v>172938609.04</c:v>
                </c:pt>
                <c:pt idx="33">
                  <c:v>225634991.65</c:v>
                </c:pt>
                <c:pt idx="34">
                  <c:v>200935876.39000002</c:v>
                </c:pt>
                <c:pt idx="35">
                  <c:v>229154443.02</c:v>
                </c:pt>
                <c:pt idx="36">
                  <c:v>338118835.86</c:v>
                </c:pt>
                <c:pt idx="37">
                  <c:v>310090443.47</c:v>
                </c:pt>
                <c:pt idx="38">
                  <c:v>336627568.13</c:v>
                </c:pt>
                <c:pt idx="39">
                  <c:v>304913311.02</c:v>
                </c:pt>
                <c:pt idx="40">
                  <c:v>355830139.6</c:v>
                </c:pt>
                <c:pt idx="41">
                  <c:v>242395512.97</c:v>
                </c:pt>
                <c:pt idx="42">
                  <c:v>247315541.62</c:v>
                </c:pt>
                <c:pt idx="43">
                  <c:v>173489183.19</c:v>
                </c:pt>
                <c:pt idx="44">
                  <c:v>163968860.9</c:v>
                </c:pt>
                <c:pt idx="45">
                  <c:v>216916398.64999998</c:v>
                </c:pt>
                <c:pt idx="46">
                  <c:v>204088414.24</c:v>
                </c:pt>
                <c:pt idx="47">
                  <c:v>212594359.54</c:v>
                </c:pt>
                <c:pt idx="48">
                  <c:v>306757714.65</c:v>
                </c:pt>
                <c:pt idx="49">
                  <c:v>314470675.65999997</c:v>
                </c:pt>
                <c:pt idx="50">
                  <c:v>310939215.98</c:v>
                </c:pt>
                <c:pt idx="51">
                  <c:v>357268398.93</c:v>
                </c:pt>
                <c:pt idx="52">
                  <c:v>293303434.25</c:v>
                </c:pt>
                <c:pt idx="53">
                  <c:v>264759122.1</c:v>
                </c:pt>
                <c:pt idx="54">
                  <c:v>239649154.68</c:v>
                </c:pt>
                <c:pt idx="55">
                  <c:v>185692760.3</c:v>
                </c:pt>
                <c:pt idx="56">
                  <c:v>162201892.13</c:v>
                </c:pt>
                <c:pt idx="57">
                  <c:v>155992261.32</c:v>
                </c:pt>
                <c:pt idx="58">
                  <c:v>167260478.49</c:v>
                </c:pt>
                <c:pt idx="59">
                  <c:v>225984667.33999997</c:v>
                </c:pt>
                <c:pt idx="60">
                  <c:v>56293655.8</c:v>
                </c:pt>
                <c:pt idx="61">
                  <c:v>327358754.4</c:v>
                </c:pt>
                <c:pt idx="62">
                  <c:v>308792679.14</c:v>
                </c:pt>
                <c:pt idx="63">
                  <c:v>473701608.17999995</c:v>
                </c:pt>
                <c:pt idx="64">
                  <c:v>356075726.36</c:v>
                </c:pt>
                <c:pt idx="65">
                  <c:v>270661280.37</c:v>
                </c:pt>
                <c:pt idx="66">
                  <c:v>208384411.16</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218294301.56095058</c:v>
                </c:pt>
                <c:pt idx="1">
                  <c:v>267770112.50166276</c:v>
                </c:pt>
                <c:pt idx="2">
                  <c:v>344522490.91564393</c:v>
                </c:pt>
                <c:pt idx="3">
                  <c:v>333678039.7836439</c:v>
                </c:pt>
                <c:pt idx="4">
                  <c:v>263536316.67146775</c:v>
                </c:pt>
                <c:pt idx="5">
                  <c:v>267663244.37224492</c:v>
                </c:pt>
                <c:pt idx="6">
                  <c:v>156779040.17527363</c:v>
                </c:pt>
                <c:pt idx="7">
                  <c:v>180114258.26628307</c:v>
                </c:pt>
                <c:pt idx="8">
                  <c:v>135404570.07295156</c:v>
                </c:pt>
                <c:pt idx="9">
                  <c:v>151342724.43094438</c:v>
                </c:pt>
                <c:pt idx="10">
                  <c:v>218528197.93729058</c:v>
                </c:pt>
                <c:pt idx="11">
                  <c:v>190809059.44006675</c:v>
                </c:pt>
                <c:pt idx="12">
                  <c:v>267621913.18573955</c:v>
                </c:pt>
                <c:pt idx="13">
                  <c:v>269178092.0846426</c:v>
                </c:pt>
                <c:pt idx="14">
                  <c:v>399302265.3680869</c:v>
                </c:pt>
                <c:pt idx="15">
                  <c:v>301521498.1033042</c:v>
                </c:pt>
                <c:pt idx="16">
                  <c:v>347428855.9257176</c:v>
                </c:pt>
                <c:pt idx="17">
                  <c:v>232283304.41708818</c:v>
                </c:pt>
                <c:pt idx="18">
                  <c:v>204279028.62472844</c:v>
                </c:pt>
                <c:pt idx="19">
                  <c:v>205053564.3554451</c:v>
                </c:pt>
                <c:pt idx="20">
                  <c:v>135595174.62808618</c:v>
                </c:pt>
                <c:pt idx="21">
                  <c:v>180087670.39414716</c:v>
                </c:pt>
                <c:pt idx="22">
                  <c:v>235313903.58149928</c:v>
                </c:pt>
                <c:pt idx="23">
                  <c:v>206216635.43155634</c:v>
                </c:pt>
                <c:pt idx="24">
                  <c:v>318011583.3343184</c:v>
                </c:pt>
                <c:pt idx="25">
                  <c:v>280447434.53084695</c:v>
                </c:pt>
                <c:pt idx="26">
                  <c:v>332128703.64638764</c:v>
                </c:pt>
                <c:pt idx="27">
                  <c:v>299233590.64617056</c:v>
                </c:pt>
                <c:pt idx="28">
                  <c:v>324734000.45198715</c:v>
                </c:pt>
                <c:pt idx="29">
                  <c:v>255110343.27850246</c:v>
                </c:pt>
                <c:pt idx="30">
                  <c:v>205013434.20559424</c:v>
                </c:pt>
                <c:pt idx="31">
                  <c:v>242938376.03312263</c:v>
                </c:pt>
                <c:pt idx="32">
                  <c:v>163869262.68467298</c:v>
                </c:pt>
                <c:pt idx="33">
                  <c:v>219303875.5464053</c:v>
                </c:pt>
                <c:pt idx="34">
                  <c:v>203313302.7744509</c:v>
                </c:pt>
                <c:pt idx="35">
                  <c:v>255550187.10398537</c:v>
                </c:pt>
                <c:pt idx="36">
                  <c:v>341615866.97611815</c:v>
                </c:pt>
                <c:pt idx="37">
                  <c:v>303422474.6324017</c:v>
                </c:pt>
                <c:pt idx="38">
                  <c:v>351500331.779876</c:v>
                </c:pt>
                <c:pt idx="39">
                  <c:v>302930012.02061844</c:v>
                </c:pt>
                <c:pt idx="40">
                  <c:v>347215077.75374305</c:v>
                </c:pt>
                <c:pt idx="41">
                  <c:v>244144646.156414</c:v>
                </c:pt>
                <c:pt idx="42">
                  <c:v>253654063.25763327</c:v>
                </c:pt>
                <c:pt idx="43">
                  <c:v>178489994.95231676</c:v>
                </c:pt>
                <c:pt idx="44">
                  <c:v>162542057.90917808</c:v>
                </c:pt>
                <c:pt idx="45">
                  <c:v>211300577.11865306</c:v>
                </c:pt>
                <c:pt idx="46">
                  <c:v>199289623.888085</c:v>
                </c:pt>
                <c:pt idx="47">
                  <c:v>212936623.7401374</c:v>
                </c:pt>
                <c:pt idx="48">
                  <c:v>313073284.62433857</c:v>
                </c:pt>
                <c:pt idx="49">
                  <c:v>316213349.516539</c:v>
                </c:pt>
                <c:pt idx="50">
                  <c:v>331324516.95865434</c:v>
                </c:pt>
                <c:pt idx="51">
                  <c:v>357429643.91552347</c:v>
                </c:pt>
                <c:pt idx="52">
                  <c:v>287896731.7177576</c:v>
                </c:pt>
                <c:pt idx="53">
                  <c:v>266808471.08258432</c:v>
                </c:pt>
                <c:pt idx="54">
                  <c:v>248984370.01711905</c:v>
                </c:pt>
                <c:pt idx="55">
                  <c:v>180764288.23752996</c:v>
                </c:pt>
                <c:pt idx="56">
                  <c:v>164445074.07028434</c:v>
                </c:pt>
                <c:pt idx="57">
                  <c:v>155254958.8186021</c:v>
                </c:pt>
                <c:pt idx="58">
                  <c:v>168194098.94051763</c:v>
                </c:pt>
                <c:pt idx="59">
                  <c:v>234281959.80059254</c:v>
                </c:pt>
                <c:pt idx="60">
                  <c:v>64913187.53411009</c:v>
                </c:pt>
                <c:pt idx="61">
                  <c:v>323355027.0377208</c:v>
                </c:pt>
                <c:pt idx="62">
                  <c:v>317227778.4820029</c:v>
                </c:pt>
                <c:pt idx="63">
                  <c:v>461797269.3323102</c:v>
                </c:pt>
                <c:pt idx="64">
                  <c:v>359471805.3526578</c:v>
                </c:pt>
                <c:pt idx="65">
                  <c:v>282578516.8273981</c:v>
                </c:pt>
                <c:pt idx="66">
                  <c:v>207063533.45392042</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568441930.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Warsaw: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541609.0854943773</c:v>
                </c:pt>
                <c:pt idx="1">
                  <c:v>541609.0854943773</c:v>
                </c:pt>
                <c:pt idx="2">
                  <c:v>677011.3568679716</c:v>
                </c:pt>
                <c:pt idx="3">
                  <c:v>541609.0854943773</c:v>
                </c:pt>
                <c:pt idx="4">
                  <c:v>541609.0854943773</c:v>
                </c:pt>
                <c:pt idx="5">
                  <c:v>677011.3568679716</c:v>
                </c:pt>
                <c:pt idx="6">
                  <c:v>541609.0854943773</c:v>
                </c:pt>
                <c:pt idx="7">
                  <c:v>677011.3568679716</c:v>
                </c:pt>
                <c:pt idx="8">
                  <c:v>541609.0854943773</c:v>
                </c:pt>
                <c:pt idx="9">
                  <c:v>541609.0854943773</c:v>
                </c:pt>
                <c:pt idx="10">
                  <c:v>677011.3568679716</c:v>
                </c:pt>
                <c:pt idx="11">
                  <c:v>541609.0854943773</c:v>
                </c:pt>
                <c:pt idx="12">
                  <c:v>541609.0854943773</c:v>
                </c:pt>
                <c:pt idx="13">
                  <c:v>541609.0854943773</c:v>
                </c:pt>
                <c:pt idx="14">
                  <c:v>677011.3568679716</c:v>
                </c:pt>
                <c:pt idx="15">
                  <c:v>541609.0854943773</c:v>
                </c:pt>
                <c:pt idx="16">
                  <c:v>677011.3568679716</c:v>
                </c:pt>
                <c:pt idx="17">
                  <c:v>541609.0854943773</c:v>
                </c:pt>
                <c:pt idx="18">
                  <c:v>541609.0854943773</c:v>
                </c:pt>
                <c:pt idx="19">
                  <c:v>677011.3568679716</c:v>
                </c:pt>
                <c:pt idx="20">
                  <c:v>541609.0854943773</c:v>
                </c:pt>
                <c:pt idx="21">
                  <c:v>541609.0854943773</c:v>
                </c:pt>
                <c:pt idx="22">
                  <c:v>677011.3568679716</c:v>
                </c:pt>
                <c:pt idx="23">
                  <c:v>541609.0854943773</c:v>
                </c:pt>
                <c:pt idx="24">
                  <c:v>677011.3568679716</c:v>
                </c:pt>
                <c:pt idx="25">
                  <c:v>541609.0854943773</c:v>
                </c:pt>
                <c:pt idx="26">
                  <c:v>541609.0854943773</c:v>
                </c:pt>
                <c:pt idx="27">
                  <c:v>541609.0854943773</c:v>
                </c:pt>
                <c:pt idx="28">
                  <c:v>677011.3568679716</c:v>
                </c:pt>
                <c:pt idx="29">
                  <c:v>541609.0854943773</c:v>
                </c:pt>
                <c:pt idx="30">
                  <c:v>541609.0854943773</c:v>
                </c:pt>
                <c:pt idx="31">
                  <c:v>677011.3568679716</c:v>
                </c:pt>
                <c:pt idx="32">
                  <c:v>541609.0854943773</c:v>
                </c:pt>
                <c:pt idx="33">
                  <c:v>677011.3568679716</c:v>
                </c:pt>
                <c:pt idx="34">
                  <c:v>541609.0854943773</c:v>
                </c:pt>
                <c:pt idx="35">
                  <c:v>541609.0854943773</c:v>
                </c:pt>
                <c:pt idx="36">
                  <c:v>677011.3568679716</c:v>
                </c:pt>
                <c:pt idx="37">
                  <c:v>541609.0854943773</c:v>
                </c:pt>
                <c:pt idx="38">
                  <c:v>541609.0854943773</c:v>
                </c:pt>
                <c:pt idx="39">
                  <c:v>541609.0854943773</c:v>
                </c:pt>
                <c:pt idx="40">
                  <c:v>677011.3568679716</c:v>
                </c:pt>
                <c:pt idx="41">
                  <c:v>541609.0854943773</c:v>
                </c:pt>
                <c:pt idx="42">
                  <c:v>677011.3568679716</c:v>
                </c:pt>
                <c:pt idx="43">
                  <c:v>541609.0854943773</c:v>
                </c:pt>
                <c:pt idx="44">
                  <c:v>541609.0854943773</c:v>
                </c:pt>
                <c:pt idx="45">
                  <c:v>677011.3568679716</c:v>
                </c:pt>
                <c:pt idx="46">
                  <c:v>541609.0854943773</c:v>
                </c:pt>
                <c:pt idx="47">
                  <c:v>541609.0854943773</c:v>
                </c:pt>
                <c:pt idx="48">
                  <c:v>677011.3568679716</c:v>
                </c:pt>
                <c:pt idx="49">
                  <c:v>541609.0854943773</c:v>
                </c:pt>
                <c:pt idx="50">
                  <c:v>541609.0854943773</c:v>
                </c:pt>
                <c:pt idx="51">
                  <c:v>677011.3568679716</c:v>
                </c:pt>
                <c:pt idx="52">
                  <c:v>541609.0854943773</c:v>
                </c:pt>
                <c:pt idx="53">
                  <c:v>541609.0854943773</c:v>
                </c:pt>
                <c:pt idx="54">
                  <c:v>677011.3568679716</c:v>
                </c:pt>
                <c:pt idx="55">
                  <c:v>541609.0854943773</c:v>
                </c:pt>
                <c:pt idx="56">
                  <c:v>677011.3568679716</c:v>
                </c:pt>
                <c:pt idx="57">
                  <c:v>541609.0854943773</c:v>
                </c:pt>
                <c:pt idx="58">
                  <c:v>541609.0854943773</c:v>
                </c:pt>
                <c:pt idx="59">
                  <c:v>677011.3568679716</c:v>
                </c:pt>
                <c:pt idx="60">
                  <c:v>541609.0854943773</c:v>
                </c:pt>
                <c:pt idx="61">
                  <c:v>541609.0854943773</c:v>
                </c:pt>
                <c:pt idx="62">
                  <c:v>677011.3568679716</c:v>
                </c:pt>
                <c:pt idx="63">
                  <c:v>541609.0854943773</c:v>
                </c:pt>
                <c:pt idx="64">
                  <c:v>541609.0854943773</c:v>
                </c:pt>
                <c:pt idx="65">
                  <c:v>541609.0854943773</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24213.524814397508</c:v>
                </c:pt>
                <c:pt idx="1">
                  <c:v>13986.702169974846</c:v>
                </c:pt>
                <c:pt idx="2">
                  <c:v>230.98487013651376</c:v>
                </c:pt>
                <c:pt idx="3">
                  <c:v>33264.372813471266</c:v>
                </c:pt>
                <c:pt idx="4">
                  <c:v>8207.370244702059</c:v>
                </c:pt>
                <c:pt idx="5">
                  <c:v>88.09390056686028</c:v>
                </c:pt>
                <c:pt idx="6">
                  <c:v>21771.838195868793</c:v>
                </c:pt>
                <c:pt idx="7">
                  <c:v>5633.407297698956</c:v>
                </c:pt>
                <c:pt idx="8">
                  <c:v>3791.966667611084</c:v>
                </c:pt>
                <c:pt idx="9">
                  <c:v>8769.756887772603</c:v>
                </c:pt>
                <c:pt idx="10">
                  <c:v>20404.616598995915</c:v>
                </c:pt>
                <c:pt idx="11">
                  <c:v>10550.560560474642</c:v>
                </c:pt>
                <c:pt idx="12">
                  <c:v>27240.896118221048</c:v>
                </c:pt>
                <c:pt idx="13">
                  <c:v>1957.9549176406847</c:v>
                </c:pt>
                <c:pt idx="14">
                  <c:v>9531.17150054751</c:v>
                </c:pt>
                <c:pt idx="15">
                  <c:v>8997.137268545726</c:v>
                </c:pt>
                <c:pt idx="16">
                  <c:v>28404.168632159483</c:v>
                </c:pt>
                <c:pt idx="17">
                  <c:v>479.6413064223366</c:v>
                </c:pt>
                <c:pt idx="18">
                  <c:v>3.9506589117353466</c:v>
                </c:pt>
                <c:pt idx="19">
                  <c:v>16900.719985787793</c:v>
                </c:pt>
                <c:pt idx="20">
                  <c:v>6727.049212306093</c:v>
                </c:pt>
                <c:pt idx="21">
                  <c:v>25314.780732875053</c:v>
                </c:pt>
                <c:pt idx="22">
                  <c:v>19184.289403436025</c:v>
                </c:pt>
                <c:pt idx="23">
                  <c:v>21187.207852037493</c:v>
                </c:pt>
                <c:pt idx="24">
                  <c:v>8615.880028244608</c:v>
                </c:pt>
                <c:pt idx="25">
                  <c:v>369.125220056332</c:v>
                </c:pt>
                <c:pt idx="26">
                  <c:v>6327.866368438127</c:v>
                </c:pt>
                <c:pt idx="27">
                  <c:v>221.85077848014026</c:v>
                </c:pt>
                <c:pt idx="28">
                  <c:v>3318.94801648228</c:v>
                </c:pt>
                <c:pt idx="29">
                  <c:v>9450.929918094687</c:v>
                </c:pt>
                <c:pt idx="30">
                  <c:v>21032.503084380736</c:v>
                </c:pt>
                <c:pt idx="31">
                  <c:v>18493.021681367038</c:v>
                </c:pt>
                <c:pt idx="32">
                  <c:v>9852.246668864711</c:v>
                </c:pt>
                <c:pt idx="33">
                  <c:v>10037.737930186826</c:v>
                </c:pt>
                <c:pt idx="34">
                  <c:v>332.517494397371</c:v>
                </c:pt>
                <c:pt idx="35">
                  <c:v>18118.188230751064</c:v>
                </c:pt>
                <c:pt idx="36">
                  <c:v>44242.33027277072</c:v>
                </c:pt>
                <c:pt idx="37">
                  <c:v>29007.28485950625</c:v>
                </c:pt>
                <c:pt idx="38">
                  <c:v>30247.08419241949</c:v>
                </c:pt>
                <c:pt idx="39">
                  <c:v>19631.380288471595</c:v>
                </c:pt>
                <c:pt idx="40">
                  <c:v>19219.890305704583</c:v>
                </c:pt>
                <c:pt idx="41">
                  <c:v>5836.781515651272</c:v>
                </c:pt>
                <c:pt idx="42">
                  <c:v>26061.223095468733</c:v>
                </c:pt>
                <c:pt idx="43">
                  <c:v>8459.096969351831</c:v>
                </c:pt>
                <c:pt idx="44">
                  <c:v>500.2126547773001</c:v>
                </c:pt>
                <c:pt idx="45">
                  <c:v>6911.495450442698</c:v>
                </c:pt>
                <c:pt idx="46">
                  <c:v>17529.643775775392</c:v>
                </c:pt>
                <c:pt idx="47">
                  <c:v>1629.1502713299437</c:v>
                </c:pt>
                <c:pt idx="48">
                  <c:v>11380.972352016835</c:v>
                </c:pt>
                <c:pt idx="49">
                  <c:v>14522.975664312724</c:v>
                </c:pt>
                <c:pt idx="50">
                  <c:v>6891.599221272208</c:v>
                </c:pt>
                <c:pt idx="51">
                  <c:v>20619.185279476584</c:v>
                </c:pt>
                <c:pt idx="52">
                  <c:v>22834.87810040461</c:v>
                </c:pt>
                <c:pt idx="53">
                  <c:v>14172.73875818606</c:v>
                </c:pt>
                <c:pt idx="54">
                  <c:v>243.68344659636503</c:v>
                </c:pt>
                <c:pt idx="55">
                  <c:v>14677.772657981768</c:v>
                </c:pt>
                <c:pt idx="56">
                  <c:v>20506.379225394732</c:v>
                </c:pt>
                <c:pt idx="57">
                  <c:v>38173.87536710966</c:v>
                </c:pt>
                <c:pt idx="58">
                  <c:v>21689.231304368677</c:v>
                </c:pt>
                <c:pt idx="59">
                  <c:v>17505.366855988425</c:v>
                </c:pt>
                <c:pt idx="60">
                  <c:v>31275.41465248548</c:v>
                </c:pt>
                <c:pt idx="61">
                  <c:v>1430.101493315159</c:v>
                </c:pt>
                <c:pt idx="62">
                  <c:v>271.0635786471442</c:v>
                </c:pt>
                <c:pt idx="63">
                  <c:v>43229.24699933578</c:v>
                </c:pt>
                <c:pt idx="64">
                  <c:v>8819.602233721413</c:v>
                </c:pt>
                <c:pt idx="65">
                  <c:v>227.11672944222028</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59861.88973502515</c:v>
                </c:pt>
                <c:pt idx="1">
                  <c:v>65355.62759267575</c:v>
                </c:pt>
                <c:pt idx="2">
                  <c:v>54080.06250845947</c:v>
                </c:pt>
                <c:pt idx="3">
                  <c:v>166581.08279108323</c:v>
                </c:pt>
                <c:pt idx="4">
                  <c:v>80454.77804205204</c:v>
                </c:pt>
                <c:pt idx="5">
                  <c:v>47307.137374216174</c:v>
                </c:pt>
                <c:pt idx="6">
                  <c:v>14785.40895910388</c:v>
                </c:pt>
                <c:pt idx="7">
                  <c:v>8390.359575481589</c:v>
                </c:pt>
                <c:pt idx="8">
                  <c:v>6961.959764891186</c:v>
                </c:pt>
                <c:pt idx="9">
                  <c:v>96187.12623907464</c:v>
                </c:pt>
                <c:pt idx="10">
                  <c:v>137042.57156231647</c:v>
                </c:pt>
                <c:pt idx="11">
                  <c:v>54094.620884674834</c:v>
                </c:pt>
                <c:pt idx="12">
                  <c:v>22256.85146179651</c:v>
                </c:pt>
                <c:pt idx="13">
                  <c:v>9709.305962143073</c:v>
                </c:pt>
                <c:pt idx="14">
                  <c:v>113546.96421220576</c:v>
                </c:pt>
                <c:pt idx="15">
                  <c:v>86746.25130793921</c:v>
                </c:pt>
                <c:pt idx="16">
                  <c:v>61003.458219207954</c:v>
                </c:pt>
                <c:pt idx="17">
                  <c:v>119600.74939367769</c:v>
                </c:pt>
                <c:pt idx="18">
                  <c:v>183549.8912408248</c:v>
                </c:pt>
                <c:pt idx="19">
                  <c:v>132752.59709526954</c:v>
                </c:pt>
                <c:pt idx="20">
                  <c:v>91216.86464772037</c:v>
                </c:pt>
                <c:pt idx="21">
                  <c:v>142600.96133356963</c:v>
                </c:pt>
                <c:pt idx="22">
                  <c:v>165602.9122806024</c:v>
                </c:pt>
                <c:pt idx="23">
                  <c:v>58761.866239548246</c:v>
                </c:pt>
                <c:pt idx="24">
                  <c:v>107036.56487600302</c:v>
                </c:pt>
                <c:pt idx="25">
                  <c:v>107291.1550499328</c:v>
                </c:pt>
                <c:pt idx="26">
                  <c:v>157148.7120144948</c:v>
                </c:pt>
                <c:pt idx="27">
                  <c:v>105307.29678352963</c:v>
                </c:pt>
                <c:pt idx="28">
                  <c:v>86522.50297231151</c:v>
                </c:pt>
                <c:pt idx="29">
                  <c:v>116785.92256901196</c:v>
                </c:pt>
                <c:pt idx="30">
                  <c:v>151969.67045207263</c:v>
                </c:pt>
                <c:pt idx="31">
                  <c:v>332839.79458070884</c:v>
                </c:pt>
                <c:pt idx="32">
                  <c:v>213883.18783165887</c:v>
                </c:pt>
                <c:pt idx="33">
                  <c:v>311945.47845720104</c:v>
                </c:pt>
                <c:pt idx="34">
                  <c:v>261137.9989269234</c:v>
                </c:pt>
                <c:pt idx="35">
                  <c:v>149799.5474725709</c:v>
                </c:pt>
                <c:pt idx="36">
                  <c:v>102450.60669287536</c:v>
                </c:pt>
                <c:pt idx="37">
                  <c:v>178287.09925496895</c:v>
                </c:pt>
                <c:pt idx="38">
                  <c:v>156188.78871085466</c:v>
                </c:pt>
                <c:pt idx="39">
                  <c:v>71183.3492213968</c:v>
                </c:pt>
                <c:pt idx="40">
                  <c:v>151044.5828019708</c:v>
                </c:pt>
                <c:pt idx="41">
                  <c:v>165408.36347650105</c:v>
                </c:pt>
                <c:pt idx="42">
                  <c:v>187640.74659620062</c:v>
                </c:pt>
                <c:pt idx="43">
                  <c:v>223997.31501476187</c:v>
                </c:pt>
                <c:pt idx="44">
                  <c:v>196483.29241855492</c:v>
                </c:pt>
                <c:pt idx="45">
                  <c:v>205174.8358629683</c:v>
                </c:pt>
                <c:pt idx="46">
                  <c:v>213598.4431437829</c:v>
                </c:pt>
                <c:pt idx="47">
                  <c:v>130140.63140667994</c:v>
                </c:pt>
                <c:pt idx="48">
                  <c:v>136299.4473258438</c:v>
                </c:pt>
                <c:pt idx="49">
                  <c:v>109549.45218499456</c:v>
                </c:pt>
                <c:pt idx="50">
                  <c:v>101123.45216719247</c:v>
                </c:pt>
                <c:pt idx="51">
                  <c:v>69730.6664229854</c:v>
                </c:pt>
                <c:pt idx="52">
                  <c:v>133346.60947245295</c:v>
                </c:pt>
                <c:pt idx="53">
                  <c:v>147107.34636155012</c:v>
                </c:pt>
                <c:pt idx="54">
                  <c:v>224432.2780541837</c:v>
                </c:pt>
                <c:pt idx="55">
                  <c:v>215930.749735656</c:v>
                </c:pt>
                <c:pt idx="56">
                  <c:v>72370.65334793268</c:v>
                </c:pt>
                <c:pt idx="57">
                  <c:v>33915.35368543687</c:v>
                </c:pt>
                <c:pt idx="58">
                  <c:v>21117.714791626433</c:v>
                </c:pt>
                <c:pt idx="59">
                  <c:v>131958.90222324082</c:v>
                </c:pt>
                <c:pt idx="60">
                  <c:v>173425.37478797266</c:v>
                </c:pt>
                <c:pt idx="61">
                  <c:v>133361.7362299816</c:v>
                </c:pt>
                <c:pt idx="62">
                  <c:v>270720.48046418664</c:v>
                </c:pt>
                <c:pt idx="63">
                  <c:v>100703.51481146495</c:v>
                </c:pt>
                <c:pt idx="64">
                  <c:v>43272.96766398989</c:v>
                </c:pt>
                <c:pt idx="65">
                  <c:v>17840.901242828513</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21705.86772636778</c:v>
                </c:pt>
                <c:pt idx="1">
                  <c:v>19685.58292261509</c:v>
                </c:pt>
                <c:pt idx="2">
                  <c:v>22029.34998322158</c:v>
                </c:pt>
                <c:pt idx="3">
                  <c:v>24966.39610950704</c:v>
                </c:pt>
                <c:pt idx="4">
                  <c:v>42650.38277909374</c:v>
                </c:pt>
                <c:pt idx="5">
                  <c:v>12751.60532693803</c:v>
                </c:pt>
                <c:pt idx="6">
                  <c:v>253.0213661985424</c:v>
                </c:pt>
                <c:pt idx="7">
                  <c:v>24261.147413904433</c:v>
                </c:pt>
                <c:pt idx="8">
                  <c:v>23952.21874281176</c:v>
                </c:pt>
                <c:pt idx="9">
                  <c:v>34280.40526710429</c:v>
                </c:pt>
                <c:pt idx="10">
                  <c:v>1282.3502642233336</c:v>
                </c:pt>
                <c:pt idx="11">
                  <c:v>22043.047218313593</c:v>
                </c:pt>
                <c:pt idx="12">
                  <c:v>22526.442143699795</c:v>
                </c:pt>
                <c:pt idx="13">
                  <c:v>12119.92920356956</c:v>
                </c:pt>
                <c:pt idx="14">
                  <c:v>36008.95151525776</c:v>
                </c:pt>
                <c:pt idx="15">
                  <c:v>42994.82451077358</c:v>
                </c:pt>
                <c:pt idx="16">
                  <c:v>35129.00972163326</c:v>
                </c:pt>
                <c:pt idx="17">
                  <c:v>28929.61112221422</c:v>
                </c:pt>
                <c:pt idx="18">
                  <c:v>4079.154111636714</c:v>
                </c:pt>
                <c:pt idx="19">
                  <c:v>4690.116688674444</c:v>
                </c:pt>
                <c:pt idx="20">
                  <c:v>17341.639158540085</c:v>
                </c:pt>
                <c:pt idx="21">
                  <c:v>46595.51844304589</c:v>
                </c:pt>
                <c:pt idx="22">
                  <c:v>2674.263222733488</c:v>
                </c:pt>
                <c:pt idx="23">
                  <c:v>25750.2868540379</c:v>
                </c:pt>
                <c:pt idx="24">
                  <c:v>32205.283839692787</c:v>
                </c:pt>
                <c:pt idx="25">
                  <c:v>24124.0652547427</c:v>
                </c:pt>
                <c:pt idx="26">
                  <c:v>16485.459405585225</c:v>
                </c:pt>
                <c:pt idx="27">
                  <c:v>21724.619400265914</c:v>
                </c:pt>
                <c:pt idx="28">
                  <c:v>19454.672655118546</c:v>
                </c:pt>
                <c:pt idx="29">
                  <c:v>1002.3686120335645</c:v>
                </c:pt>
                <c:pt idx="30">
                  <c:v>10831.396409176472</c:v>
                </c:pt>
                <c:pt idx="31">
                  <c:v>14859.380687571018</c:v>
                </c:pt>
                <c:pt idx="32">
                  <c:v>11392.117193854614</c:v>
                </c:pt>
                <c:pt idx="33">
                  <c:v>49060.40091972509</c:v>
                </c:pt>
                <c:pt idx="34">
                  <c:v>10913.520182024731</c:v>
                </c:pt>
                <c:pt idx="35">
                  <c:v>21760.338054872413</c:v>
                </c:pt>
                <c:pt idx="36">
                  <c:v>40647.24674419689</c:v>
                </c:pt>
                <c:pt idx="37">
                  <c:v>25293.188108001534</c:v>
                </c:pt>
                <c:pt idx="38">
                  <c:v>22460.12798468292</c:v>
                </c:pt>
                <c:pt idx="39">
                  <c:v>26256.28634828748</c:v>
                </c:pt>
                <c:pt idx="40">
                  <c:v>20213.076448925287</c:v>
                </c:pt>
                <c:pt idx="41">
                  <c:v>16348.836071569998</c:v>
                </c:pt>
                <c:pt idx="42">
                  <c:v>33417.240063025965</c:v>
                </c:pt>
                <c:pt idx="43">
                  <c:v>20574.91964003088</c:v>
                </c:pt>
                <c:pt idx="44">
                  <c:v>17187.45521901006</c:v>
                </c:pt>
                <c:pt idx="45">
                  <c:v>49172.619686072685</c:v>
                </c:pt>
                <c:pt idx="46">
                  <c:v>24358.15951642471</c:v>
                </c:pt>
                <c:pt idx="47">
                  <c:v>1236.5060406577675</c:v>
                </c:pt>
                <c:pt idx="48">
                  <c:v>8790.634573567228</c:v>
                </c:pt>
                <c:pt idx="49">
                  <c:v>31565.53810013977</c:v>
                </c:pt>
                <c:pt idx="50">
                  <c:v>14554.700484658906</c:v>
                </c:pt>
                <c:pt idx="51">
                  <c:v>45716.194334486725</c:v>
                </c:pt>
                <c:pt idx="52">
                  <c:v>19525.978132458164</c:v>
                </c:pt>
                <c:pt idx="53">
                  <c:v>14612.921979271363</c:v>
                </c:pt>
                <c:pt idx="54">
                  <c:v>19872.005063083983</c:v>
                </c:pt>
                <c:pt idx="55">
                  <c:v>39.826267112185576</c:v>
                </c:pt>
                <c:pt idx="56">
                  <c:v>953.6270167475765</c:v>
                </c:pt>
                <c:pt idx="57">
                  <c:v>11410.843481013679</c:v>
                </c:pt>
                <c:pt idx="58">
                  <c:v>34183.38284476708</c:v>
                </c:pt>
                <c:pt idx="59">
                  <c:v>53569.4585853441</c:v>
                </c:pt>
                <c:pt idx="60">
                  <c:v>47891.15176306111</c:v>
                </c:pt>
                <c:pt idx="61">
                  <c:v>18508.526114345324</c:v>
                </c:pt>
                <c:pt idx="62">
                  <c:v>19906.020432504894</c:v>
                </c:pt>
                <c:pt idx="63">
                  <c:v>61216.76460095972</c:v>
                </c:pt>
                <c:pt idx="64">
                  <c:v>18345.607472618205</c:v>
                </c:pt>
                <c:pt idx="65">
                  <c:v>1229.078281335438</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6641.272748650355</c:v>
                </c:pt>
                <c:pt idx="1">
                  <c:v>12803.360370154749</c:v>
                </c:pt>
                <c:pt idx="2">
                  <c:v>7861.290627003821</c:v>
                </c:pt>
                <c:pt idx="3">
                  <c:v>7372.622897884992</c:v>
                </c:pt>
                <c:pt idx="4">
                  <c:v>92.32620824820341</c:v>
                </c:pt>
                <c:pt idx="5">
                  <c:v>7313.0813094221885</c:v>
                </c:pt>
                <c:pt idx="6">
                  <c:v>3336.67421641756</c:v>
                </c:pt>
                <c:pt idx="7">
                  <c:v>183.5643658457167</c:v>
                </c:pt>
                <c:pt idx="8">
                  <c:v>15673.089855086448</c:v>
                </c:pt>
                <c:pt idx="9">
                  <c:v>416.9145683658367</c:v>
                </c:pt>
                <c:pt idx="10">
                  <c:v>7480.082978750682</c:v>
                </c:pt>
                <c:pt idx="11">
                  <c:v>4345.804097010797</c:v>
                </c:pt>
                <c:pt idx="12">
                  <c:v>15712.070401473524</c:v>
                </c:pt>
                <c:pt idx="13">
                  <c:v>420.29712805911356</c:v>
                </c:pt>
                <c:pt idx="14">
                  <c:v>3136.547933625045</c:v>
                </c:pt>
                <c:pt idx="15">
                  <c:v>8196.033140398707</c:v>
                </c:pt>
                <c:pt idx="16">
                  <c:v>21842.534857536924</c:v>
                </c:pt>
                <c:pt idx="17">
                  <c:v>13818.847735053372</c:v>
                </c:pt>
                <c:pt idx="18">
                  <c:v>11271.87081678744</c:v>
                </c:pt>
                <c:pt idx="19">
                  <c:v>2101.3753688936085</c:v>
                </c:pt>
                <c:pt idx="20">
                  <c:v>9920.387620750143</c:v>
                </c:pt>
                <c:pt idx="21">
                  <c:v>3276.5904246137434</c:v>
                </c:pt>
                <c:pt idx="22">
                  <c:v>12178.294956019086</c:v>
                </c:pt>
                <c:pt idx="23">
                  <c:v>141.8338731531728</c:v>
                </c:pt>
                <c:pt idx="24">
                  <c:v>137.7785895755311</c:v>
                </c:pt>
                <c:pt idx="25">
                  <c:v>397.97674765564295</c:v>
                </c:pt>
                <c:pt idx="26">
                  <c:v>8127.246709021347</c:v>
                </c:pt>
                <c:pt idx="27">
                  <c:v>6192.980173833991</c:v>
                </c:pt>
                <c:pt idx="28">
                  <c:v>327.9154684164431</c:v>
                </c:pt>
                <c:pt idx="29">
                  <c:v>16831.62646125447</c:v>
                </c:pt>
                <c:pt idx="30">
                  <c:v>15201.679263715918</c:v>
                </c:pt>
                <c:pt idx="31">
                  <c:v>14289.214053945992</c:v>
                </c:pt>
                <c:pt idx="32">
                  <c:v>2333.733865954655</c:v>
                </c:pt>
                <c:pt idx="33">
                  <c:v>2961.6925105231007</c:v>
                </c:pt>
                <c:pt idx="34">
                  <c:v>94.54541895659973</c:v>
                </c:pt>
                <c:pt idx="35">
                  <c:v>18157.84014431334</c:v>
                </c:pt>
                <c:pt idx="36">
                  <c:v>19577.58867905019</c:v>
                </c:pt>
                <c:pt idx="37">
                  <c:v>6858.384124598706</c:v>
                </c:pt>
                <c:pt idx="38">
                  <c:v>9871.485533250707</c:v>
                </c:pt>
                <c:pt idx="39">
                  <c:v>9703.899585623718</c:v>
                </c:pt>
                <c:pt idx="40">
                  <c:v>106.12063450582903</c:v>
                </c:pt>
                <c:pt idx="41">
                  <c:v>230.6980361945285</c:v>
                </c:pt>
                <c:pt idx="42">
                  <c:v>7209.016275641906</c:v>
                </c:pt>
                <c:pt idx="43">
                  <c:v>9969.92864104035</c:v>
                </c:pt>
                <c:pt idx="44">
                  <c:v>104.33511898854404</c:v>
                </c:pt>
                <c:pt idx="45">
                  <c:v>23064.340570611064</c:v>
                </c:pt>
                <c:pt idx="46">
                  <c:v>6116.210050776726</c:v>
                </c:pt>
                <c:pt idx="47">
                  <c:v>15769.127024483683</c:v>
                </c:pt>
                <c:pt idx="48">
                  <c:v>5422.646157264171</c:v>
                </c:pt>
                <c:pt idx="49">
                  <c:v>6407.262032016524</c:v>
                </c:pt>
                <c:pt idx="50">
                  <c:v>73.64354324488347</c:v>
                </c:pt>
                <c:pt idx="51">
                  <c:v>3349.3462231493304</c:v>
                </c:pt>
                <c:pt idx="52">
                  <c:v>15869.19464442997</c:v>
                </c:pt>
                <c:pt idx="53">
                  <c:v>55.09856525703457</c:v>
                </c:pt>
                <c:pt idx="54">
                  <c:v>11469.100713575006</c:v>
                </c:pt>
                <c:pt idx="55">
                  <c:v>17710.70383369831</c:v>
                </c:pt>
                <c:pt idx="56">
                  <c:v>7721.2074334362</c:v>
                </c:pt>
                <c:pt idx="57">
                  <c:v>80.63766127739537</c:v>
                </c:pt>
                <c:pt idx="58">
                  <c:v>258.17473536919584</c:v>
                </c:pt>
                <c:pt idx="59">
                  <c:v>14133.968687997165</c:v>
                </c:pt>
                <c:pt idx="60">
                  <c:v>20029.829779744432</c:v>
                </c:pt>
                <c:pt idx="61">
                  <c:v>11713.662835654764</c:v>
                </c:pt>
                <c:pt idx="62">
                  <c:v>22902.52261804741</c:v>
                </c:pt>
                <c:pt idx="63">
                  <c:v>6454.636887494088</c:v>
                </c:pt>
                <c:pt idx="64">
                  <c:v>6255.541431381173</c:v>
                </c:pt>
                <c:pt idx="65">
                  <c:v>10619.184389311551</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701.6795459841605</c:v>
                </c:pt>
                <c:pt idx="1">
                  <c:v>11666.394495466593</c:v>
                </c:pt>
                <c:pt idx="2">
                  <c:v>4150.313083515116</c:v>
                </c:pt>
                <c:pt idx="3">
                  <c:v>17.447959808217593</c:v>
                </c:pt>
                <c:pt idx="4">
                  <c:v>17546.06980421856</c:v>
                </c:pt>
                <c:pt idx="5">
                  <c:v>18238.757135302953</c:v>
                </c:pt>
                <c:pt idx="6">
                  <c:v>6055.697813693325</c:v>
                </c:pt>
                <c:pt idx="7">
                  <c:v>655.807375213163</c:v>
                </c:pt>
                <c:pt idx="8">
                  <c:v>26984.871777864086</c:v>
                </c:pt>
                <c:pt idx="9">
                  <c:v>15433.800363351456</c:v>
                </c:pt>
                <c:pt idx="10">
                  <c:v>17830.13398116172</c:v>
                </c:pt>
                <c:pt idx="11">
                  <c:v>202.80095597816958</c:v>
                </c:pt>
                <c:pt idx="12">
                  <c:v>14829.80628748304</c:v>
                </c:pt>
                <c:pt idx="13">
                  <c:v>5119.546830603042</c:v>
                </c:pt>
                <c:pt idx="14">
                  <c:v>30787.785233301584</c:v>
                </c:pt>
                <c:pt idx="15">
                  <c:v>15798.894570193508</c:v>
                </c:pt>
                <c:pt idx="16">
                  <c:v>25459.7161653068</c:v>
                </c:pt>
                <c:pt idx="17">
                  <c:v>460.74289608093295</c:v>
                </c:pt>
                <c:pt idx="18">
                  <c:v>14164.986143195845</c:v>
                </c:pt>
                <c:pt idx="19">
                  <c:v>21610.599311803067</c:v>
                </c:pt>
                <c:pt idx="20">
                  <c:v>621.9432006572175</c:v>
                </c:pt>
                <c:pt idx="21">
                  <c:v>12724.785767054625</c:v>
                </c:pt>
                <c:pt idx="22">
                  <c:v>11099.447769113092</c:v>
                </c:pt>
                <c:pt idx="23">
                  <c:v>4274.869151969845</c:v>
                </c:pt>
                <c:pt idx="24">
                  <c:v>10044.454066892324</c:v>
                </c:pt>
                <c:pt idx="25">
                  <c:v>34.04893184100415</c:v>
                </c:pt>
                <c:pt idx="26">
                  <c:v>211.28754563957614</c:v>
                </c:pt>
                <c:pt idx="27">
                  <c:v>9958.792709416293</c:v>
                </c:pt>
                <c:pt idx="28">
                  <c:v>13545.724914085862</c:v>
                </c:pt>
                <c:pt idx="29">
                  <c:v>3041.4174708341707</c:v>
                </c:pt>
                <c:pt idx="30">
                  <c:v>4531.579676715602</c:v>
                </c:pt>
                <c:pt idx="31">
                  <c:v>22289.838787180863</c:v>
                </c:pt>
                <c:pt idx="32">
                  <c:v>18531.281443561922</c:v>
                </c:pt>
                <c:pt idx="33">
                  <c:v>12254.35690035171</c:v>
                </c:pt>
                <c:pt idx="34">
                  <c:v>4744.615285069315</c:v>
                </c:pt>
                <c:pt idx="35">
                  <c:v>11540.253213277381</c:v>
                </c:pt>
                <c:pt idx="36">
                  <c:v>18822.354644585048</c:v>
                </c:pt>
                <c:pt idx="37">
                  <c:v>46.76529252394516</c:v>
                </c:pt>
                <c:pt idx="38">
                  <c:v>23627.681131536112</c:v>
                </c:pt>
                <c:pt idx="39">
                  <c:v>4100.345967227037</c:v>
                </c:pt>
                <c:pt idx="40">
                  <c:v>18217.27354023455</c:v>
                </c:pt>
                <c:pt idx="41">
                  <c:v>16840.853851880784</c:v>
                </c:pt>
                <c:pt idx="42">
                  <c:v>20638.01259747549</c:v>
                </c:pt>
                <c:pt idx="43">
                  <c:v>586.1869622548217</c:v>
                </c:pt>
                <c:pt idx="44">
                  <c:v>8684.129567133805</c:v>
                </c:pt>
                <c:pt idx="45">
                  <c:v>22910.507971313396</c:v>
                </c:pt>
                <c:pt idx="46">
                  <c:v>14820.679339753959</c:v>
                </c:pt>
                <c:pt idx="47">
                  <c:v>371.0973789356813</c:v>
                </c:pt>
                <c:pt idx="48">
                  <c:v>12528.123573883611</c:v>
                </c:pt>
                <c:pt idx="49">
                  <c:v>11974.675386155692</c:v>
                </c:pt>
                <c:pt idx="50">
                  <c:v>20756.22602431148</c:v>
                </c:pt>
                <c:pt idx="51">
                  <c:v>18398.524941665342</c:v>
                </c:pt>
                <c:pt idx="52">
                  <c:v>27316.67214781751</c:v>
                </c:pt>
                <c:pt idx="53">
                  <c:v>22160.06243103967</c:v>
                </c:pt>
                <c:pt idx="54">
                  <c:v>11092.204499817284</c:v>
                </c:pt>
                <c:pt idx="55">
                  <c:v>37191.16037086284</c:v>
                </c:pt>
                <c:pt idx="56">
                  <c:v>5237.806754455866</c:v>
                </c:pt>
                <c:pt idx="57">
                  <c:v>524.9348649006045</c:v>
                </c:pt>
                <c:pt idx="58">
                  <c:v>306.63754005296795</c:v>
                </c:pt>
                <c:pt idx="59">
                  <c:v>0.0839320962770064</c:v>
                </c:pt>
                <c:pt idx="60">
                  <c:v>7484.961430850346</c:v>
                </c:pt>
                <c:pt idx="61">
                  <c:v>9874.3173543191</c:v>
                </c:pt>
                <c:pt idx="62">
                  <c:v>18060.998809739853</c:v>
                </c:pt>
                <c:pt idx="63">
                  <c:v>701.9743375110086</c:v>
                </c:pt>
                <c:pt idx="64">
                  <c:v>28787.925837275834</c:v>
                </c:pt>
                <c:pt idx="65">
                  <c:v>21264.061145802996</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2322.744629306948</c:v>
                </c:pt>
                <c:pt idx="1">
                  <c:v>4164.250778321813</c:v>
                </c:pt>
                <c:pt idx="2">
                  <c:v>9871.993088943367</c:v>
                </c:pt>
                <c:pt idx="3">
                  <c:v>37638.90753775028</c:v>
                </c:pt>
                <c:pt idx="4">
                  <c:v>3511.541088086625</c:v>
                </c:pt>
                <c:pt idx="5">
                  <c:v>35573.50962833762</c:v>
                </c:pt>
                <c:pt idx="6">
                  <c:v>2677.3006227448022</c:v>
                </c:pt>
                <c:pt idx="7">
                  <c:v>58850.91695602041</c:v>
                </c:pt>
                <c:pt idx="8">
                  <c:v>21506.297077172738</c:v>
                </c:pt>
                <c:pt idx="9">
                  <c:v>33081.018692113365</c:v>
                </c:pt>
                <c:pt idx="10">
                  <c:v>53443.407306443754</c:v>
                </c:pt>
                <c:pt idx="11">
                  <c:v>23093.698385836266</c:v>
                </c:pt>
                <c:pt idx="12">
                  <c:v>64083.94660541156</c:v>
                </c:pt>
                <c:pt idx="13">
                  <c:v>8741.38962497433</c:v>
                </c:pt>
                <c:pt idx="14">
                  <c:v>3445.88653783787</c:v>
                </c:pt>
                <c:pt idx="15">
                  <c:v>8892.380427244543</c:v>
                </c:pt>
                <c:pt idx="16">
                  <c:v>47519.69688951406</c:v>
                </c:pt>
                <c:pt idx="17">
                  <c:v>26523.75920602001</c:v>
                </c:pt>
                <c:pt idx="18">
                  <c:v>21401.588635922068</c:v>
                </c:pt>
                <c:pt idx="19">
                  <c:v>49670.3317497702</c:v>
                </c:pt>
                <c:pt idx="20">
                  <c:v>29234.40520920353</c:v>
                </c:pt>
                <c:pt idx="21">
                  <c:v>28763.974148502904</c:v>
                </c:pt>
                <c:pt idx="22">
                  <c:v>14944.841087584735</c:v>
                </c:pt>
                <c:pt idx="23">
                  <c:v>2960.229603323009</c:v>
                </c:pt>
                <c:pt idx="24">
                  <c:v>44235.980198826284</c:v>
                </c:pt>
                <c:pt idx="25">
                  <c:v>17028.875936705906</c:v>
                </c:pt>
                <c:pt idx="26">
                  <c:v>30449.377370311286</c:v>
                </c:pt>
                <c:pt idx="27">
                  <c:v>2836.078052156764</c:v>
                </c:pt>
                <c:pt idx="28">
                  <c:v>21445.26126341076</c:v>
                </c:pt>
                <c:pt idx="29">
                  <c:v>40965.693532243866</c:v>
                </c:pt>
                <c:pt idx="30">
                  <c:v>22946.685279964073</c:v>
                </c:pt>
                <c:pt idx="31">
                  <c:v>50530.88888659606</c:v>
                </c:pt>
                <c:pt idx="32">
                  <c:v>47895.29456709168</c:v>
                </c:pt>
                <c:pt idx="33">
                  <c:v>64889.89583042029</c:v>
                </c:pt>
                <c:pt idx="34">
                  <c:v>27663.617291293835</c:v>
                </c:pt>
                <c:pt idx="35">
                  <c:v>54050.49143454974</c:v>
                </c:pt>
                <c:pt idx="36">
                  <c:v>21966.24270138818</c:v>
                </c:pt>
                <c:pt idx="37">
                  <c:v>1860.7890683878627</c:v>
                </c:pt>
                <c:pt idx="38">
                  <c:v>3464.199791784219</c:v>
                </c:pt>
                <c:pt idx="39">
                  <c:v>5652.6793099687275</c:v>
                </c:pt>
                <c:pt idx="40">
                  <c:v>31749.84380546368</c:v>
                </c:pt>
                <c:pt idx="41">
                  <c:v>28923.85021504</c:v>
                </c:pt>
                <c:pt idx="42">
                  <c:v>44463.17029030153</c:v>
                </c:pt>
                <c:pt idx="43">
                  <c:v>40066.29425179823</c:v>
                </c:pt>
                <c:pt idx="44">
                  <c:v>9768.676518159264</c:v>
                </c:pt>
                <c:pt idx="45">
                  <c:v>57964.94981625287</c:v>
                </c:pt>
                <c:pt idx="46">
                  <c:v>68473.35780908386</c:v>
                </c:pt>
                <c:pt idx="47">
                  <c:v>5799.542241261759</c:v>
                </c:pt>
                <c:pt idx="48">
                  <c:v>1224.5604758261857</c:v>
                </c:pt>
                <c:pt idx="49">
                  <c:v>2996.4014443308733</c:v>
                </c:pt>
                <c:pt idx="50">
                  <c:v>56990.77453478766</c:v>
                </c:pt>
                <c:pt idx="51">
                  <c:v>7596.792709240359</c:v>
                </c:pt>
                <c:pt idx="52">
                  <c:v>867.2924856433468</c:v>
                </c:pt>
                <c:pt idx="53">
                  <c:v>64525.721741678266</c:v>
                </c:pt>
                <c:pt idx="54">
                  <c:v>49818.96924004325</c:v>
                </c:pt>
                <c:pt idx="55">
                  <c:v>30286.393782613573</c:v>
                </c:pt>
                <c:pt idx="56">
                  <c:v>16269.289605860828</c:v>
                </c:pt>
                <c:pt idx="57">
                  <c:v>80025.11475759247</c:v>
                </c:pt>
                <c:pt idx="58">
                  <c:v>9242.164295560633</c:v>
                </c:pt>
                <c:pt idx="59">
                  <c:v>70438.33222868993</c:v>
                </c:pt>
                <c:pt idx="60">
                  <c:v>71425.99533581047</c:v>
                </c:pt>
                <c:pt idx="61">
                  <c:v>47681.304040964686</c:v>
                </c:pt>
                <c:pt idx="62">
                  <c:v>89726.85433429926</c:v>
                </c:pt>
                <c:pt idx="63">
                  <c:v>44455.401746005315</c:v>
                </c:pt>
                <c:pt idx="64">
                  <c:v>77802.45671858503</c:v>
                </c:pt>
                <c:pt idx="65">
                  <c:v>20311.762441317514</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5005.495826088195</c:v>
                </c:pt>
                <c:pt idx="1">
                  <c:v>4515.452473058221</c:v>
                </c:pt>
                <c:pt idx="2">
                  <c:v>40460.726417109494</c:v>
                </c:pt>
                <c:pt idx="3">
                  <c:v>29287.5610014073</c:v>
                </c:pt>
                <c:pt idx="4">
                  <c:v>4861.834746139782</c:v>
                </c:pt>
                <c:pt idx="5">
                  <c:v>47801.476301752606</c:v>
                </c:pt>
                <c:pt idx="6">
                  <c:v>17687.534786629563</c:v>
                </c:pt>
                <c:pt idx="7">
                  <c:v>35483.256280374255</c:v>
                </c:pt>
                <c:pt idx="8">
                  <c:v>4890.102634246501</c:v>
                </c:pt>
                <c:pt idx="9">
                  <c:v>51111.19415143632</c:v>
                </c:pt>
                <c:pt idx="10">
                  <c:v>63685.29120303434</c:v>
                </c:pt>
                <c:pt idx="11">
                  <c:v>27327.794193632533</c:v>
                </c:pt>
                <c:pt idx="12">
                  <c:v>5148.00593976976</c:v>
                </c:pt>
                <c:pt idx="13">
                  <c:v>47444.931945138305</c:v>
                </c:pt>
                <c:pt idx="14">
                  <c:v>29910.48501949487</c:v>
                </c:pt>
                <c:pt idx="15">
                  <c:v>4239.2918237878785</c:v>
                </c:pt>
                <c:pt idx="16">
                  <c:v>53426.182482323726</c:v>
                </c:pt>
                <c:pt idx="17">
                  <c:v>5103.037782099496</c:v>
                </c:pt>
                <c:pt idx="18">
                  <c:v>21827.198921484967</c:v>
                </c:pt>
                <c:pt idx="19">
                  <c:v>44756.01540893239</c:v>
                </c:pt>
                <c:pt idx="20">
                  <c:v>8553.908250878054</c:v>
                </c:pt>
                <c:pt idx="21">
                  <c:v>42828.63072731829</c:v>
                </c:pt>
                <c:pt idx="22">
                  <c:v>38618.59730848331</c:v>
                </c:pt>
                <c:pt idx="23">
                  <c:v>20475.48043242466</c:v>
                </c:pt>
                <c:pt idx="24">
                  <c:v>7221.273580999363</c:v>
                </c:pt>
                <c:pt idx="25">
                  <c:v>4121.146628456019</c:v>
                </c:pt>
                <c:pt idx="26">
                  <c:v>5270.599661650272</c:v>
                </c:pt>
                <c:pt idx="27">
                  <c:v>32420.6301068502</c:v>
                </c:pt>
                <c:pt idx="28">
                  <c:v>7081.352986830694</c:v>
                </c:pt>
                <c:pt idx="29">
                  <c:v>59615.56179583943</c:v>
                </c:pt>
                <c:pt idx="30">
                  <c:v>38550.51519045401</c:v>
                </c:pt>
                <c:pt idx="31">
                  <c:v>26013.737037310035</c:v>
                </c:pt>
                <c:pt idx="32">
                  <c:v>13866.400935472979</c:v>
                </c:pt>
                <c:pt idx="33">
                  <c:v>6790.5426380394065</c:v>
                </c:pt>
                <c:pt idx="34">
                  <c:v>28325.231150046977</c:v>
                </c:pt>
                <c:pt idx="35">
                  <c:v>59685.308485654634</c:v>
                </c:pt>
                <c:pt idx="36">
                  <c:v>73301.62022833273</c:v>
                </c:pt>
                <c:pt idx="37">
                  <c:v>30252.63694428642</c:v>
                </c:pt>
                <c:pt idx="38">
                  <c:v>73162.8997236198</c:v>
                </c:pt>
                <c:pt idx="39">
                  <c:v>55100.92870567605</c:v>
                </c:pt>
                <c:pt idx="40">
                  <c:v>28983.899987233952</c:v>
                </c:pt>
                <c:pt idx="41">
                  <c:v>32150.19064164233</c:v>
                </c:pt>
                <c:pt idx="42">
                  <c:v>13049.55170766206</c:v>
                </c:pt>
                <c:pt idx="43">
                  <c:v>17741.796186690855</c:v>
                </c:pt>
                <c:pt idx="44">
                  <c:v>72371.33117925281</c:v>
                </c:pt>
                <c:pt idx="45">
                  <c:v>15490.923818697333</c:v>
                </c:pt>
                <c:pt idx="46">
                  <c:v>6881.393820552714</c:v>
                </c:pt>
                <c:pt idx="47">
                  <c:v>8122.1448698495515</c:v>
                </c:pt>
                <c:pt idx="48">
                  <c:v>10756.207393712986</c:v>
                </c:pt>
                <c:pt idx="49">
                  <c:v>83776.29757004308</c:v>
                </c:pt>
                <c:pt idx="50">
                  <c:v>13462.318764533271</c:v>
                </c:pt>
                <c:pt idx="51">
                  <c:v>5047.901662064423</c:v>
                </c:pt>
                <c:pt idx="52">
                  <c:v>5137.972617512822</c:v>
                </c:pt>
                <c:pt idx="53">
                  <c:v>24920.143314208275</c:v>
                </c:pt>
                <c:pt idx="54">
                  <c:v>8644.031539583533</c:v>
                </c:pt>
                <c:pt idx="55">
                  <c:v>7313.540288170905</c:v>
                </c:pt>
                <c:pt idx="56">
                  <c:v>5840.851175082886</c:v>
                </c:pt>
                <c:pt idx="57">
                  <c:v>43707.021110981994</c:v>
                </c:pt>
                <c:pt idx="58">
                  <c:v>36937.7469310922</c:v>
                </c:pt>
                <c:pt idx="59">
                  <c:v>25865.183156004194</c:v>
                </c:pt>
                <c:pt idx="60">
                  <c:v>6360.388851570082</c:v>
                </c:pt>
                <c:pt idx="61">
                  <c:v>29932.219960187784</c:v>
                </c:pt>
                <c:pt idx="62">
                  <c:v>19029.629320296597</c:v>
                </c:pt>
                <c:pt idx="63">
                  <c:v>41654.689864734435</c:v>
                </c:pt>
                <c:pt idx="64">
                  <c:v>47857.23187021338</c:v>
                </c:pt>
                <c:pt idx="65">
                  <c:v>42990.58340090941</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9828.149548373814</c:v>
                </c:pt>
                <c:pt idx="1">
                  <c:v>34929.9538793339</c:v>
                </c:pt>
                <c:pt idx="2">
                  <c:v>31906.315204173057</c:v>
                </c:pt>
                <c:pt idx="3">
                  <c:v>14701.436908451078</c:v>
                </c:pt>
                <c:pt idx="4">
                  <c:v>4890.568810590236</c:v>
                </c:pt>
                <c:pt idx="5">
                  <c:v>30646.10650911672</c:v>
                </c:pt>
                <c:pt idx="6">
                  <c:v>33141.73993318966</c:v>
                </c:pt>
                <c:pt idx="7">
                  <c:v>45704.204009453984</c:v>
                </c:pt>
                <c:pt idx="8">
                  <c:v>48607.92987939494</c:v>
                </c:pt>
                <c:pt idx="9">
                  <c:v>30084.712371513047</c:v>
                </c:pt>
                <c:pt idx="10">
                  <c:v>28802.954515590845</c:v>
                </c:pt>
                <c:pt idx="11">
                  <c:v>21170.143242064914</c:v>
                </c:pt>
                <c:pt idx="12">
                  <c:v>57509.50460548472</c:v>
                </c:pt>
                <c:pt idx="13">
                  <c:v>48794.47064716172</c:v>
                </c:pt>
                <c:pt idx="14">
                  <c:v>72903.47520520256</c:v>
                </c:pt>
                <c:pt idx="15">
                  <c:v>16649.67313329289</c:v>
                </c:pt>
                <c:pt idx="16">
                  <c:v>34099.62923373333</c:v>
                </c:pt>
                <c:pt idx="17">
                  <c:v>38750.93823168162</c:v>
                </c:pt>
                <c:pt idx="18">
                  <c:v>29452.138496971755</c:v>
                </c:pt>
                <c:pt idx="19">
                  <c:v>44671.061922890796</c:v>
                </c:pt>
                <c:pt idx="20">
                  <c:v>43760.62752714231</c:v>
                </c:pt>
                <c:pt idx="21">
                  <c:v>72886.16485174838</c:v>
                </c:pt>
                <c:pt idx="22">
                  <c:v>44790.53334503436</c:v>
                </c:pt>
                <c:pt idx="23">
                  <c:v>34296.45111851981</c:v>
                </c:pt>
                <c:pt idx="24">
                  <c:v>59241.22670100126</c:v>
                </c:pt>
                <c:pt idx="25">
                  <c:v>39858.838078855355</c:v>
                </c:pt>
                <c:pt idx="26">
                  <c:v>42279.88539143649</c:v>
                </c:pt>
                <c:pt idx="27">
                  <c:v>28157.62616675396</c:v>
                </c:pt>
                <c:pt idx="28">
                  <c:v>45616.37777189671</c:v>
                </c:pt>
                <c:pt idx="29">
                  <c:v>48475.47843805724</c:v>
                </c:pt>
                <c:pt idx="30">
                  <c:v>50886.075698255125</c:v>
                </c:pt>
                <c:pt idx="31">
                  <c:v>37204.31706035114</c:v>
                </c:pt>
                <c:pt idx="32">
                  <c:v>28380.60006739211</c:v>
                </c:pt>
                <c:pt idx="33">
                  <c:v>13634.949124874402</c:v>
                </c:pt>
                <c:pt idx="34">
                  <c:v>16044.622537359795</c:v>
                </c:pt>
                <c:pt idx="35">
                  <c:v>13854.011234350115</c:v>
                </c:pt>
                <c:pt idx="36">
                  <c:v>12911.576699578733</c:v>
                </c:pt>
                <c:pt idx="37">
                  <c:v>5831.966313746426</c:v>
                </c:pt>
                <c:pt idx="38">
                  <c:v>20202.054042997952</c:v>
                </c:pt>
                <c:pt idx="39">
                  <c:v>7900.044408564297</c:v>
                </c:pt>
                <c:pt idx="40">
                  <c:v>10836.902429371772</c:v>
                </c:pt>
                <c:pt idx="41">
                  <c:v>39052.332748192304</c:v>
                </c:pt>
                <c:pt idx="42">
                  <c:v>47863.65119013953</c:v>
                </c:pt>
                <c:pt idx="43">
                  <c:v>19547.983146987823</c:v>
                </c:pt>
                <c:pt idx="44">
                  <c:v>21391.701519577524</c:v>
                </c:pt>
                <c:pt idx="45">
                  <c:v>33311.41552342931</c:v>
                </c:pt>
                <c:pt idx="46">
                  <c:v>22047.9352776151</c:v>
                </c:pt>
                <c:pt idx="47">
                  <c:v>49828.60676035165</c:v>
                </c:pt>
                <c:pt idx="48">
                  <c:v>20934.95537962398</c:v>
                </c:pt>
                <c:pt idx="49">
                  <c:v>29933.064763525967</c:v>
                </c:pt>
                <c:pt idx="50">
                  <c:v>20649.95175176769</c:v>
                </c:pt>
                <c:pt idx="51">
                  <c:v>24772.299178672</c:v>
                </c:pt>
                <c:pt idx="52">
                  <c:v>42536.28534074565</c:v>
                </c:pt>
                <c:pt idx="53">
                  <c:v>32865.026637747986</c:v>
                </c:pt>
                <c:pt idx="54">
                  <c:v>39742.80401472495</c:v>
                </c:pt>
                <c:pt idx="55">
                  <c:v>34832.559757967225</c:v>
                </c:pt>
                <c:pt idx="56">
                  <c:v>45225.94866627842</c:v>
                </c:pt>
                <c:pt idx="57">
                  <c:v>43702.62016959515</c:v>
                </c:pt>
                <c:pt idx="58">
                  <c:v>49255.99714394678</c:v>
                </c:pt>
                <c:pt idx="59">
                  <c:v>81466.36793486169</c:v>
                </c:pt>
                <c:pt idx="60">
                  <c:v>61526.6433819963</c:v>
                </c:pt>
                <c:pt idx="61">
                  <c:v>26176.65076653026</c:v>
                </c:pt>
                <c:pt idx="62">
                  <c:v>43370.753205795576</c:v>
                </c:pt>
                <c:pt idx="63">
                  <c:v>53555.90230884972</c:v>
                </c:pt>
                <c:pt idx="64">
                  <c:v>40710.41026983473</c:v>
                </c:pt>
                <c:pt idx="65">
                  <c:v>18607.855240452755</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6060.862296219942</c:v>
                </c:pt>
                <c:pt idx="1">
                  <c:v>3660.6401303328626</c:v>
                </c:pt>
                <c:pt idx="2">
                  <c:v>5291.459516205461</c:v>
                </c:pt>
                <c:pt idx="3">
                  <c:v>3067.625755792006</c:v>
                </c:pt>
                <c:pt idx="4">
                  <c:v>6716.927477651431</c:v>
                </c:pt>
                <c:pt idx="5">
                  <c:v>3412.6317754127026</c:v>
                </c:pt>
                <c:pt idx="6">
                  <c:v>5249.112389086873</c:v>
                </c:pt>
                <c:pt idx="7">
                  <c:v>4598.413728461352</c:v>
                </c:pt>
                <c:pt idx="8">
                  <c:v>155.83495239314368</c:v>
                </c:pt>
                <c:pt idx="9">
                  <c:v>2906.2838803504574</c:v>
                </c:pt>
                <c:pt idx="10">
                  <c:v>1543.5276375704818</c:v>
                </c:pt>
                <c:pt idx="11">
                  <c:v>729.8452247973914</c:v>
                </c:pt>
                <c:pt idx="12">
                  <c:v>4198.42050419312</c:v>
                </c:pt>
                <c:pt idx="13">
                  <c:v>3055.245215302458</c:v>
                </c:pt>
                <c:pt idx="14">
                  <c:v>5871.003664186682</c:v>
                </c:pt>
                <c:pt idx="15">
                  <c:v>6192.621437020908</c:v>
                </c:pt>
                <c:pt idx="16">
                  <c:v>5166.972776120081</c:v>
                </c:pt>
                <c:pt idx="17">
                  <c:v>7653.569153203321</c:v>
                </c:pt>
                <c:pt idx="18">
                  <c:v>8289.551995854426</c:v>
                </c:pt>
                <c:pt idx="19">
                  <c:v>7072.274981908145</c:v>
                </c:pt>
                <c:pt idx="20">
                  <c:v>4796.598540454712</c:v>
                </c:pt>
                <c:pt idx="21">
                  <c:v>6373.590295921214</c:v>
                </c:pt>
                <c:pt idx="22">
                  <c:v>10056.314693293103</c:v>
                </c:pt>
                <c:pt idx="23">
                  <c:v>9755.541908754361</c:v>
                </c:pt>
                <c:pt idx="24">
                  <c:v>560.7098016140865</c:v>
                </c:pt>
                <c:pt idx="25">
                  <c:v>4719.916975270271</c:v>
                </c:pt>
                <c:pt idx="26">
                  <c:v>2641.016918264217</c:v>
                </c:pt>
                <c:pt idx="27">
                  <c:v>73.00420363609379</c:v>
                </c:pt>
                <c:pt idx="28">
                  <c:v>5926.8025459669225</c:v>
                </c:pt>
                <c:pt idx="29">
                  <c:v>3350.7697059679654</c:v>
                </c:pt>
                <c:pt idx="30">
                  <c:v>1666.644583399233</c:v>
                </c:pt>
                <c:pt idx="31">
                  <c:v>6877.239200032359</c:v>
                </c:pt>
                <c:pt idx="32">
                  <c:v>2766.5180125755824</c:v>
                </c:pt>
                <c:pt idx="33">
                  <c:v>131.48241397362597</c:v>
                </c:pt>
                <c:pt idx="34">
                  <c:v>11817.359921559242</c:v>
                </c:pt>
                <c:pt idx="35">
                  <c:v>4537.476836101264</c:v>
                </c:pt>
                <c:pt idx="36">
                  <c:v>11628.308040689066</c:v>
                </c:pt>
                <c:pt idx="37">
                  <c:v>2428.756446703565</c:v>
                </c:pt>
                <c:pt idx="38">
                  <c:v>1679.8430735301465</c:v>
                </c:pt>
                <c:pt idx="39">
                  <c:v>367.7543313489882</c:v>
                </c:pt>
                <c:pt idx="40">
                  <c:v>2110.153613136482</c:v>
                </c:pt>
                <c:pt idx="41">
                  <c:v>1.8055061900068854</c:v>
                </c:pt>
                <c:pt idx="42">
                  <c:v>115.81768394291298</c:v>
                </c:pt>
                <c:pt idx="43">
                  <c:v>9417.89554080016</c:v>
                </c:pt>
                <c:pt idx="44">
                  <c:v>680.5087310701605</c:v>
                </c:pt>
                <c:pt idx="45">
                  <c:v>7481.232649193222</c:v>
                </c:pt>
                <c:pt idx="46">
                  <c:v>4781.2651017505195</c:v>
                </c:pt>
                <c:pt idx="47">
                  <c:v>1811.4464853613295</c:v>
                </c:pt>
                <c:pt idx="48">
                  <c:v>2182.1719682479566</c:v>
                </c:pt>
                <c:pt idx="49">
                  <c:v>1681.477601088431</c:v>
                </c:pt>
                <c:pt idx="50">
                  <c:v>2944.5091773712875</c:v>
                </c:pt>
                <c:pt idx="51">
                  <c:v>86.17086222701529</c:v>
                </c:pt>
                <c:pt idx="52">
                  <c:v>2814.4454540062397</c:v>
                </c:pt>
                <c:pt idx="53">
                  <c:v>1657.6657564592188</c:v>
                </c:pt>
                <c:pt idx="54">
                  <c:v>6090.375924705333</c:v>
                </c:pt>
                <c:pt idx="55">
                  <c:v>106.58587820288348</c:v>
                </c:pt>
                <c:pt idx="56">
                  <c:v>3968.2058942774056</c:v>
                </c:pt>
                <c:pt idx="57">
                  <c:v>28.829070325359154</c:v>
                </c:pt>
                <c:pt idx="58">
                  <c:v>2062.559615579296</c:v>
                </c:pt>
                <c:pt idx="59">
                  <c:v>6925.27770901234</c:v>
                </c:pt>
                <c:pt idx="60">
                  <c:v>3461.023187843436</c:v>
                </c:pt>
                <c:pt idx="61">
                  <c:v>3643.4746895994313</c:v>
                </c:pt>
                <c:pt idx="62">
                  <c:v>2520.3311904685056</c:v>
                </c:pt>
                <c:pt idx="63">
                  <c:v>3727.0552469010463</c:v>
                </c:pt>
                <c:pt idx="64">
                  <c:v>298.16969713470075</c:v>
                </c:pt>
                <c:pt idx="65">
                  <c:v>6511.38864126725</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66.17706267875536</c:v>
                </c:pt>
                <c:pt idx="1">
                  <c:v>4645.319861582867</c:v>
                </c:pt>
                <c:pt idx="2">
                  <c:v>739.2399977065136</c:v>
                </c:pt>
                <c:pt idx="3">
                  <c:v>169.0640127662516</c:v>
                </c:pt>
                <c:pt idx="4">
                  <c:v>1051.3723537638425</c:v>
                </c:pt>
                <c:pt idx="5">
                  <c:v>4013.587098001463</c:v>
                </c:pt>
                <c:pt idx="6">
                  <c:v>2759.5025427219844</c:v>
                </c:pt>
                <c:pt idx="7">
                  <c:v>6125.73466944509</c:v>
                </c:pt>
                <c:pt idx="8">
                  <c:v>307.38153725638534</c:v>
                </c:pt>
                <c:pt idx="9">
                  <c:v>147.58426024088197</c:v>
                </c:pt>
                <c:pt idx="10">
                  <c:v>1989.4531788981644</c:v>
                </c:pt>
                <c:pt idx="11">
                  <c:v>991.6626719470414</c:v>
                </c:pt>
                <c:pt idx="12">
                  <c:v>3842.0793412787516</c:v>
                </c:pt>
                <c:pt idx="13">
                  <c:v>269.09957717537225</c:v>
                </c:pt>
                <c:pt idx="14">
                  <c:v>275.809754739373</c:v>
                </c:pt>
                <c:pt idx="15">
                  <c:v>78.90032053134739</c:v>
                </c:pt>
                <c:pt idx="16">
                  <c:v>1962.2895234281516</c:v>
                </c:pt>
                <c:pt idx="17">
                  <c:v>37.83817143049036</c:v>
                </c:pt>
                <c:pt idx="18">
                  <c:v>2815.0681606765124</c:v>
                </c:pt>
                <c:pt idx="19">
                  <c:v>221.77869678102607</c:v>
                </c:pt>
                <c:pt idx="20">
                  <c:v>382.2371375694799</c:v>
                </c:pt>
                <c:pt idx="21">
                  <c:v>5251.883660068182</c:v>
                </c:pt>
                <c:pt idx="22">
                  <c:v>3710.4756808191605</c:v>
                </c:pt>
                <c:pt idx="23">
                  <c:v>148.90185851847502</c:v>
                </c:pt>
                <c:pt idx="24">
                  <c:v>163.4373858510283</c:v>
                </c:pt>
                <c:pt idx="25">
                  <c:v>3181.697639490016</c:v>
                </c:pt>
                <c:pt idx="26">
                  <c:v>743.0558764824046</c:v>
                </c:pt>
                <c:pt idx="27">
                  <c:v>1857.968434845648</c:v>
                </c:pt>
                <c:pt idx="28">
                  <c:v>3254.356104451512</c:v>
                </c:pt>
                <c:pt idx="29">
                  <c:v>1764.0962910004891</c:v>
                </c:pt>
                <c:pt idx="30">
                  <c:v>1155.7821697381319</c:v>
                </c:pt>
                <c:pt idx="31">
                  <c:v>18.21169934192418</c:v>
                </c:pt>
                <c:pt idx="32">
                  <c:v>48.12228674814047</c:v>
                </c:pt>
                <c:pt idx="33">
                  <c:v>162.20411062549968</c:v>
                </c:pt>
                <c:pt idx="34">
                  <c:v>141.7414833138094</c:v>
                </c:pt>
                <c:pt idx="35">
                  <c:v>3858.046723926902</c:v>
                </c:pt>
                <c:pt idx="36">
                  <c:v>3393.9840655677153</c:v>
                </c:pt>
                <c:pt idx="37">
                  <c:v>53.300078928648745</c:v>
                </c:pt>
                <c:pt idx="38">
                  <c:v>34.89029490534309</c:v>
                </c:pt>
                <c:pt idx="39">
                  <c:v>2149.44808392851</c:v>
                </c:pt>
                <c:pt idx="40">
                  <c:v>264.07782174293</c:v>
                </c:pt>
                <c:pt idx="41">
                  <c:v>4.784155237296673</c:v>
                </c:pt>
                <c:pt idx="42">
                  <c:v>4278.592071244894</c:v>
                </c:pt>
                <c:pt idx="43">
                  <c:v>563.7113803481657</c:v>
                </c:pt>
                <c:pt idx="44">
                  <c:v>41.97577560245263</c:v>
                </c:pt>
                <c:pt idx="45">
                  <c:v>1563.6012154711038</c:v>
                </c:pt>
                <c:pt idx="46">
                  <c:v>174.37836516831206</c:v>
                </c:pt>
                <c:pt idx="47">
                  <c:v>80.04145775438364</c:v>
                </c:pt>
                <c:pt idx="48">
                  <c:v>127.4856682765646</c:v>
                </c:pt>
                <c:pt idx="49">
                  <c:v>922.576988720719</c:v>
                </c:pt>
                <c:pt idx="50">
                  <c:v>623.393178634479</c:v>
                </c:pt>
                <c:pt idx="51">
                  <c:v>3041.652148016324</c:v>
                </c:pt>
                <c:pt idx="52">
                  <c:v>2077.337514757927</c:v>
                </c:pt>
                <c:pt idx="53">
                  <c:v>185.12837087718646</c:v>
                </c:pt>
                <c:pt idx="54">
                  <c:v>34.549686279867345</c:v>
                </c:pt>
                <c:pt idx="55">
                  <c:v>4355.346147405648</c:v>
                </c:pt>
                <c:pt idx="56">
                  <c:v>1276.4132468600394</c:v>
                </c:pt>
                <c:pt idx="57">
                  <c:v>330.53821803862184</c:v>
                </c:pt>
                <c:pt idx="58">
                  <c:v>87.97086866038566</c:v>
                </c:pt>
                <c:pt idx="59">
                  <c:v>3546.8669244567554</c:v>
                </c:pt>
                <c:pt idx="60">
                  <c:v>1178.7434836665016</c:v>
                </c:pt>
                <c:pt idx="61">
                  <c:v>2917.270380077098</c:v>
                </c:pt>
                <c:pt idx="62">
                  <c:v>6151.56756822112</c:v>
                </c:pt>
                <c:pt idx="63">
                  <c:v>346.5397742934472</c:v>
                </c:pt>
                <c:pt idx="64">
                  <c:v>46.13320864244389</c:v>
                </c:pt>
                <c:pt idx="65">
                  <c:v>2899.6323743143776</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7626.07307858795</c:v>
                </c:pt>
                <c:pt idx="1">
                  <c:v>-8468.103304588352</c:v>
                </c:pt>
                <c:pt idx="2">
                  <c:v>6289.827251080441</c:v>
                </c:pt>
                <c:pt idx="3">
                  <c:v>-10460.295069027008</c:v>
                </c:pt>
                <c:pt idx="4">
                  <c:v>7122.543349740312</c:v>
                </c:pt>
                <c:pt idx="5">
                  <c:v>-14704.443416021832</c:v>
                </c:pt>
                <c:pt idx="6">
                  <c:v>-3853.5948814424582</c:v>
                </c:pt>
                <c:pt idx="7">
                  <c:v>-2578.873821605308</c:v>
                </c:pt>
                <c:pt idx="8">
                  <c:v>19859.84706177422</c:v>
                </c:pt>
                <c:pt idx="9">
                  <c:v>-2462.1285636269467</c:v>
                </c:pt>
                <c:pt idx="10">
                  <c:v>-4116.5754839859455</c:v>
                </c:pt>
                <c:pt idx="11">
                  <c:v>-6963.383424975995</c:v>
                </c:pt>
                <c:pt idx="12">
                  <c:v>-8890.896430734329</c:v>
                </c:pt>
                <c:pt idx="13">
                  <c:v>4950.3901349647795</c:v>
                </c:pt>
                <c:pt idx="14">
                  <c:v>-20104.80017075216</c:v>
                </c:pt>
                <c:pt idx="15">
                  <c:v>-3542.2762554940246</c:v>
                </c:pt>
                <c:pt idx="16">
                  <c:v>-10831.783006887963</c:v>
                </c:pt>
                <c:pt idx="17">
                  <c:v>6171.229531035738</c:v>
                </c:pt>
                <c:pt idx="18">
                  <c:v>-717.7328498665335</c:v>
                </c:pt>
                <c:pt idx="19">
                  <c:v>-4261.435573541679</c:v>
                </c:pt>
                <c:pt idx="20">
                  <c:v>110.37627317601982</c:v>
                </c:pt>
                <c:pt idx="21">
                  <c:v>22107.771592814857</c:v>
                </c:pt>
                <c:pt idx="22">
                  <c:v>13654.860626469066</c:v>
                </c:pt>
                <c:pt idx="23">
                  <c:v>-4960.31009558492</c:v>
                </c:pt>
                <c:pt idx="24">
                  <c:v>-16005.390021576906</c:v>
                </c:pt>
                <c:pt idx="25">
                  <c:v>-7809.9192666097915</c:v>
                </c:pt>
                <c:pt idx="26">
                  <c:v>9535.865482725903</c:v>
                </c:pt>
                <c:pt idx="27">
                  <c:v>-2855.4794475253184</c:v>
                </c:pt>
                <c:pt idx="28">
                  <c:v>-6292.30569372852</c:v>
                </c:pt>
                <c:pt idx="29">
                  <c:v>18824.500813296298</c:v>
                </c:pt>
                <c:pt idx="30">
                  <c:v>1267.4019832042104</c:v>
                </c:pt>
                <c:pt idx="31">
                  <c:v>22494.501073223353</c:v>
                </c:pt>
                <c:pt idx="32">
                  <c:v>10185.54496312002</c:v>
                </c:pt>
                <c:pt idx="33">
                  <c:v>1085.3668634523874</c:v>
                </c:pt>
                <c:pt idx="34">
                  <c:v>-9612.24842505769</c:v>
                </c:pt>
                <c:pt idx="35">
                  <c:v>21542.608343396023</c:v>
                </c:pt>
                <c:pt idx="36">
                  <c:v>-11316.21197196134</c:v>
                </c:pt>
                <c:pt idx="37">
                  <c:v>-2148.647122421893</c:v>
                </c:pt>
                <c:pt idx="38">
                  <c:v>-6387.548577116268</c:v>
                </c:pt>
                <c:pt idx="39">
                  <c:v>-3833.730668127658</c:v>
                </c:pt>
                <c:pt idx="40">
                  <c:v>-8401.613307672756</c:v>
                </c:pt>
                <c:pt idx="41">
                  <c:v>-6824.882061506628</c:v>
                </c:pt>
                <c:pt idx="42">
                  <c:v>7998.944079447552</c:v>
                </c:pt>
                <c:pt idx="43">
                  <c:v>-446.7017586066099</c:v>
                </c:pt>
                <c:pt idx="44">
                  <c:v>-11332.62723712343</c:v>
                </c:pt>
                <c:pt idx="45">
                  <c:v>-15465.204374404724</c:v>
                </c:pt>
                <c:pt idx="46">
                  <c:v>-13198.846243779924</c:v>
                </c:pt>
                <c:pt idx="47">
                  <c:v>-2282.5518365699722</c:v>
                </c:pt>
                <c:pt idx="48">
                  <c:v>9728.746741619841</c:v>
                </c:pt>
                <c:pt idx="49">
                  <c:v>-4773.632082579885</c:v>
                </c:pt>
                <c:pt idx="50">
                  <c:v>-836.4615621631297</c:v>
                </c:pt>
                <c:pt idx="51">
                  <c:v>7491.534193144571</c:v>
                </c:pt>
                <c:pt idx="52">
                  <c:v>1882.1509695793798</c:v>
                </c:pt>
                <c:pt idx="53">
                  <c:v>14909.28880845325</c:v>
                </c:pt>
                <c:pt idx="54">
                  <c:v>-1364.809789660536</c:v>
                </c:pt>
                <c:pt idx="55">
                  <c:v>4686.907402691145</c:v>
                </c:pt>
                <c:pt idx="56">
                  <c:v>2121.9068844841822</c:v>
                </c:pt>
                <c:pt idx="57">
                  <c:v>-4239.64835703545</c:v>
                </c:pt>
                <c:pt idx="58">
                  <c:v>4965.106039043232</c:v>
                </c:pt>
                <c:pt idx="59">
                  <c:v>-19535.487515319728</c:v>
                </c:pt>
                <c:pt idx="60">
                  <c:v>-15709.542154321922</c:v>
                </c:pt>
                <c:pt idx="61">
                  <c:v>-14679.604343224153</c:v>
                </c:pt>
                <c:pt idx="62">
                  <c:v>-34681.911434306196</c:v>
                </c:pt>
                <c:pt idx="63">
                  <c:v>10917.721253123804</c:v>
                </c:pt>
                <c:pt idx="64">
                  <c:v>-14985.670256010968</c:v>
                </c:pt>
                <c:pt idx="65">
                  <c:v>-10252.06984442539</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6148.93828265564</c:v>
                </c:pt>
                <c:pt idx="1">
                  <c:v>4020.961834149104</c:v>
                </c:pt>
                <c:pt idx="2">
                  <c:v>3132.0487582268966</c:v>
                </c:pt>
                <c:pt idx="3">
                  <c:v>5301.917851179771</c:v>
                </c:pt>
                <c:pt idx="4">
                  <c:v>1691.0988849201603</c:v>
                </c:pt>
                <c:pt idx="5">
                  <c:v>3251.1617708686153</c:v>
                </c:pt>
                <c:pt idx="6">
                  <c:v>230.86425562716707</c:v>
                </c:pt>
                <c:pt idx="7">
                  <c:v>3218.654048302464</c:v>
                </c:pt>
                <c:pt idx="8">
                  <c:v>2553.0800197047874</c:v>
                </c:pt>
                <c:pt idx="9">
                  <c:v>241.35501983385083</c:v>
                </c:pt>
                <c:pt idx="10">
                  <c:v>3417.3913181789576</c:v>
                </c:pt>
                <c:pt idx="11">
                  <c:v>6554.233114741619</c:v>
                </c:pt>
                <c:pt idx="12">
                  <c:v>8370.370150778961</c:v>
                </c:pt>
                <c:pt idx="13">
                  <c:v>4215.1793681490435</c:v>
                </c:pt>
                <c:pt idx="14">
                  <c:v>6269.807035687065</c:v>
                </c:pt>
                <c:pt idx="15">
                  <c:v>56.67341738901168</c:v>
                </c:pt>
                <c:pt idx="16">
                  <c:v>1537.7857024466532</c:v>
                </c:pt>
                <c:pt idx="17">
                  <c:v>2583.716266430109</c:v>
                </c:pt>
                <c:pt idx="18">
                  <c:v>1688.256118318356</c:v>
                </c:pt>
                <c:pt idx="19">
                  <c:v>2020.599570423857</c:v>
                </c:pt>
                <c:pt idx="20">
                  <c:v>3712.622230019326</c:v>
                </c:pt>
                <c:pt idx="21">
                  <c:v>6299.0846115788945</c:v>
                </c:pt>
                <c:pt idx="22">
                  <c:v>6241.596515155282</c:v>
                </c:pt>
                <c:pt idx="23">
                  <c:v>2276.127824323695</c:v>
                </c:pt>
                <c:pt idx="24">
                  <c:v>161.99853598947846</c:v>
                </c:pt>
                <c:pt idx="25">
                  <c:v>2590.8463325548287</c:v>
                </c:pt>
                <c:pt idx="26">
                  <c:v>4480.7306403367065</c:v>
                </c:pt>
                <c:pt idx="27">
                  <c:v>107.78886581371279</c:v>
                </c:pt>
                <c:pt idx="28">
                  <c:v>95.50322746041925</c:v>
                </c:pt>
                <c:pt idx="29">
                  <c:v>3951.310435948948</c:v>
                </c:pt>
                <c:pt idx="30">
                  <c:v>54.894142181928146</c:v>
                </c:pt>
                <c:pt idx="31">
                  <c:v>1769.1780196226587</c:v>
                </c:pt>
                <c:pt idx="32">
                  <c:v>444.948864121626</c:v>
                </c:pt>
                <c:pt idx="33">
                  <c:v>7275.604660515952</c:v>
                </c:pt>
                <c:pt idx="34">
                  <c:v>174.77959991211918</c:v>
                </c:pt>
                <c:pt idx="35">
                  <c:v>7482.354776332322</c:v>
                </c:pt>
                <c:pt idx="36">
                  <c:v>3963.5293543787666</c:v>
                </c:pt>
                <c:pt idx="37">
                  <c:v>314.378196155351</c:v>
                </c:pt>
                <c:pt idx="38">
                  <c:v>5014.760598974283</c:v>
                </c:pt>
                <c:pt idx="39">
                  <c:v>2479.1062290139917</c:v>
                </c:pt>
                <c:pt idx="40">
                  <c:v>7482.340522601607</c:v>
                </c:pt>
                <c:pt idx="41">
                  <c:v>2513.8595865837688</c:v>
                </c:pt>
                <c:pt idx="42">
                  <c:v>4159.408647707923</c:v>
                </c:pt>
                <c:pt idx="43">
                  <c:v>5749.492558018621</c:v>
                </c:pt>
                <c:pt idx="44">
                  <c:v>2338.450507008586</c:v>
                </c:pt>
                <c:pt idx="45">
                  <c:v>267.51002614917013</c:v>
                </c:pt>
                <c:pt idx="46">
                  <c:v>151.52371719499087</c:v>
                </c:pt>
                <c:pt idx="47">
                  <c:v>42.308378735228686</c:v>
                </c:pt>
                <c:pt idx="48">
                  <c:v>5614.11175582266</c:v>
                </c:pt>
                <c:pt idx="49">
                  <c:v>4244.876115961801</c:v>
                </c:pt>
                <c:pt idx="50">
                  <c:v>741.6182152475083</c:v>
                </c:pt>
                <c:pt idx="51">
                  <c:v>3926.3407980954216</c:v>
                </c:pt>
                <c:pt idx="52">
                  <c:v>409.95102056917824</c:v>
                </c:pt>
                <c:pt idx="53">
                  <c:v>338.11689669424993</c:v>
                </c:pt>
                <c:pt idx="54">
                  <c:v>3010.5504448508796</c:v>
                </c:pt>
                <c:pt idx="55">
                  <c:v>130.17884669227217</c:v>
                </c:pt>
                <c:pt idx="56">
                  <c:v>5962.991619979532</c:v>
                </c:pt>
                <c:pt idx="57">
                  <c:v>2384.553361407615</c:v>
                </c:pt>
                <c:pt idx="58">
                  <c:v>264.2365383494524</c:v>
                </c:pt>
                <c:pt idx="59">
                  <c:v>6731.006875260823</c:v>
                </c:pt>
                <c:pt idx="60">
                  <c:v>4817.799651470165</c:v>
                </c:pt>
                <c:pt idx="61">
                  <c:v>223.39183045091613</c:v>
                </c:pt>
                <c:pt idx="62">
                  <c:v>253.17747715952686</c:v>
                </c:pt>
                <c:pt idx="63">
                  <c:v>2971.0277012812694</c:v>
                </c:pt>
                <c:pt idx="64">
                  <c:v>3370.5676249978105</c:v>
                </c:pt>
                <c:pt idx="65">
                  <c:v>96.15656270557346</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4566.233423129919</c:v>
                </c:pt>
                <c:pt idx="1">
                  <c:v>16019.689658800982</c:v>
                </c:pt>
                <c:pt idx="2">
                  <c:v>30798.94360321715</c:v>
                </c:pt>
                <c:pt idx="3">
                  <c:v>10136.68453067853</c:v>
                </c:pt>
                <c:pt idx="4">
                  <c:v>17338.051804406874</c:v>
                </c:pt>
                <c:pt idx="5">
                  <c:v>25969.093942990068</c:v>
                </c:pt>
                <c:pt idx="6">
                  <c:v>10998.968471628259</c:v>
                </c:pt>
                <c:pt idx="7">
                  <c:v>32486.303002053264</c:v>
                </c:pt>
                <c:pt idx="8">
                  <c:v>15985.52121786858</c:v>
                </c:pt>
                <c:pt idx="9">
                  <c:v>19583.0929866372</c:v>
                </c:pt>
                <c:pt idx="10">
                  <c:v>16864.344213552642</c:v>
                </c:pt>
                <c:pt idx="11">
                  <c:v>21210.671054714458</c:v>
                </c:pt>
                <c:pt idx="12">
                  <c:v>53802.16018518237</c:v>
                </c:pt>
                <c:pt idx="13">
                  <c:v>48198.443753622945</c:v>
                </c:pt>
                <c:pt idx="14">
                  <c:v>27488.18148344376</c:v>
                </c:pt>
                <c:pt idx="15">
                  <c:v>40617.667992006755</c:v>
                </c:pt>
                <c:pt idx="16">
                  <c:v>32881.057343424865</c:v>
                </c:pt>
                <c:pt idx="17">
                  <c:v>30461.65455800146</c:v>
                </c:pt>
                <c:pt idx="18">
                  <c:v>36527.09657778173</c:v>
                </c:pt>
                <c:pt idx="19">
                  <c:v>43609.37359812554</c:v>
                </c:pt>
                <c:pt idx="20">
                  <c:v>17008.19528847104</c:v>
                </c:pt>
                <c:pt idx="21">
                  <c:v>36372.77339061243</c:v>
                </c:pt>
                <c:pt idx="22">
                  <c:v>68405.04358188839</c:v>
                </c:pt>
                <c:pt idx="23">
                  <c:v>57386.16550983387</c:v>
                </c:pt>
                <c:pt idx="24">
                  <c:v>43307.90045640156</c:v>
                </c:pt>
                <c:pt idx="25">
                  <c:v>15132.768694361554</c:v>
                </c:pt>
                <c:pt idx="26">
                  <c:v>21364.88567786428</c:v>
                </c:pt>
                <c:pt idx="27">
                  <c:v>15194.432562060658</c:v>
                </c:pt>
                <c:pt idx="28">
                  <c:v>29075.79315619474</c:v>
                </c:pt>
                <c:pt idx="29">
                  <c:v>16901.60632534747</c:v>
                </c:pt>
                <c:pt idx="30">
                  <c:v>18806.905575831846</c:v>
                </c:pt>
                <c:pt idx="31">
                  <c:v>24157.77029672249</c:v>
                </c:pt>
                <c:pt idx="32">
                  <c:v>34709.15692134996</c:v>
                </c:pt>
                <c:pt idx="33">
                  <c:v>25269.43691655479</c:v>
                </c:pt>
                <c:pt idx="34">
                  <c:v>33910.7949661292</c:v>
                </c:pt>
                <c:pt idx="35">
                  <c:v>37750.51311348415</c:v>
                </c:pt>
                <c:pt idx="36">
                  <c:v>20459.3955226535</c:v>
                </c:pt>
                <c:pt idx="37">
                  <c:v>6640.769420202811</c:v>
                </c:pt>
                <c:pt idx="38">
                  <c:v>8127.025122340131</c:v>
                </c:pt>
                <c:pt idx="39">
                  <c:v>41235.54396136783</c:v>
                </c:pt>
                <c:pt idx="40">
                  <c:v>29718.167256044537</c:v>
                </c:pt>
                <c:pt idx="41">
                  <c:v>28030.599597151697</c:v>
                </c:pt>
                <c:pt idx="42">
                  <c:v>27883.947193884676</c:v>
                </c:pt>
                <c:pt idx="43">
                  <c:v>24273.36242021712</c:v>
                </c:pt>
                <c:pt idx="44">
                  <c:v>22061.127962170864</c:v>
                </c:pt>
                <c:pt idx="45">
                  <c:v>14659.578026249133</c:v>
                </c:pt>
                <c:pt idx="46">
                  <c:v>8840.827409188005</c:v>
                </c:pt>
                <c:pt idx="47">
                  <c:v>38804.634034882336</c:v>
                </c:pt>
                <c:pt idx="48">
                  <c:v>55748.25274889813</c:v>
                </c:pt>
                <c:pt idx="49">
                  <c:v>33682.42285712395</c:v>
                </c:pt>
                <c:pt idx="50">
                  <c:v>45664.790185268685</c:v>
                </c:pt>
                <c:pt idx="51">
                  <c:v>37021.373006516296</c:v>
                </c:pt>
                <c:pt idx="52">
                  <c:v>38958.91091524407</c:v>
                </c:pt>
                <c:pt idx="53">
                  <c:v>39864.808830474976</c:v>
                </c:pt>
                <c:pt idx="54">
                  <c:v>22522.149641399108</c:v>
                </c:pt>
                <c:pt idx="55">
                  <c:v>7529.014175074005</c:v>
                </c:pt>
                <c:pt idx="56">
                  <c:v>5513.7979483332565</c:v>
                </c:pt>
                <c:pt idx="57">
                  <c:v>2166.5841017928306</c:v>
                </c:pt>
                <c:pt idx="58">
                  <c:v>1148.4808623689905</c:v>
                </c:pt>
                <c:pt idx="59">
                  <c:v>17296.456556088902</c:v>
                </c:pt>
                <c:pt idx="60">
                  <c:v>23119.068201129714</c:v>
                </c:pt>
                <c:pt idx="61">
                  <c:v>21759.25146765021</c:v>
                </c:pt>
                <c:pt idx="62">
                  <c:v>20605.024652711258</c:v>
                </c:pt>
                <c:pt idx="63">
                  <c:v>6866.102806693869</c:v>
                </c:pt>
                <c:pt idx="64">
                  <c:v>4234.847005847409</c:v>
                </c:pt>
                <c:pt idx="65">
                  <c:v>24750.165823693987</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763.2009282278124</c:v>
                </c:pt>
                <c:pt idx="1">
                  <c:v>6868.2218909934245</c:v>
                </c:pt>
                <c:pt idx="2">
                  <c:v>7570.7585256307375</c:v>
                </c:pt>
                <c:pt idx="3">
                  <c:v>222.19230127443313</c:v>
                </c:pt>
                <c:pt idx="4">
                  <c:v>5712.040847683502</c:v>
                </c:pt>
                <c:pt idx="5">
                  <c:v>3515.1011774891767</c:v>
                </c:pt>
                <c:pt idx="6">
                  <c:v>5689.729963041673</c:v>
                </c:pt>
                <c:pt idx="7">
                  <c:v>5372.228057567898</c:v>
                </c:pt>
                <c:pt idx="8">
                  <c:v>6299.1499716259295</c:v>
                </c:pt>
                <c:pt idx="9">
                  <c:v>938.7434069068179</c:v>
                </c:pt>
                <c:pt idx="10">
                  <c:v>3077.2977168867747</c:v>
                </c:pt>
                <c:pt idx="11">
                  <c:v>4015.951925983718</c:v>
                </c:pt>
                <c:pt idx="12">
                  <c:v>8066.41908183907</c:v>
                </c:pt>
                <c:pt idx="13">
                  <c:v>8167.936972346212</c:v>
                </c:pt>
                <c:pt idx="14">
                  <c:v>623.049802026364</c:v>
                </c:pt>
                <c:pt idx="15">
                  <c:v>3217.2336392255893</c:v>
                </c:pt>
                <c:pt idx="16">
                  <c:v>172.40837173353623</c:v>
                </c:pt>
                <c:pt idx="17">
                  <c:v>2878.5386752598415</c:v>
                </c:pt>
                <c:pt idx="18">
                  <c:v>3184.2959042719767</c:v>
                </c:pt>
                <c:pt idx="19">
                  <c:v>8344.601298200554</c:v>
                </c:pt>
                <c:pt idx="20">
                  <c:v>6208.877400314867</c:v>
                </c:pt>
                <c:pt idx="21">
                  <c:v>1897.6569438668896</c:v>
                </c:pt>
                <c:pt idx="22">
                  <c:v>5301.33666639276</c:v>
                </c:pt>
                <c:pt idx="23">
                  <c:v>3085.8983081083115</c:v>
                </c:pt>
                <c:pt idx="24">
                  <c:v>706.7674199173244</c:v>
                </c:pt>
                <c:pt idx="25">
                  <c:v>5445.717103089351</c:v>
                </c:pt>
                <c:pt idx="26">
                  <c:v>396.9112425407548</c:v>
                </c:pt>
                <c:pt idx="27">
                  <c:v>7330.841108851752</c:v>
                </c:pt>
                <c:pt idx="28">
                  <c:v>7610.98265384844</c:v>
                </c:pt>
                <c:pt idx="29">
                  <c:v>1500.8556388071217</c:v>
                </c:pt>
                <c:pt idx="30">
                  <c:v>4007.522708314331</c:v>
                </c:pt>
                <c:pt idx="31">
                  <c:v>11652.997692636856</c:v>
                </c:pt>
                <c:pt idx="32">
                  <c:v>2509.128506404332</c:v>
                </c:pt>
                <c:pt idx="33">
                  <c:v>2338.17006186118</c:v>
                </c:pt>
                <c:pt idx="34">
                  <c:v>4229.278367208619</c:v>
                </c:pt>
                <c:pt idx="35">
                  <c:v>5035.209923162851</c:v>
                </c:pt>
                <c:pt idx="36">
                  <c:v>1254.0135289852992</c:v>
                </c:pt>
                <c:pt idx="37">
                  <c:v>720.444662713399</c:v>
                </c:pt>
                <c:pt idx="38">
                  <c:v>2258.7250533499923</c:v>
                </c:pt>
                <c:pt idx="39">
                  <c:v>5141.4299434508885</c:v>
                </c:pt>
                <c:pt idx="40">
                  <c:v>3222.757854723877</c:v>
                </c:pt>
                <c:pt idx="41">
                  <c:v>3831.6421895304757</c:v>
                </c:pt>
                <c:pt idx="42">
                  <c:v>8788.761741352278</c:v>
                </c:pt>
                <c:pt idx="43">
                  <c:v>5480.206363519761</c:v>
                </c:pt>
                <c:pt idx="44">
                  <c:v>4365.484812917889</c:v>
                </c:pt>
                <c:pt idx="45">
                  <c:v>12072.872881684787</c:v>
                </c:pt>
                <c:pt idx="46">
                  <c:v>4839.882745318116</c:v>
                </c:pt>
                <c:pt idx="47">
                  <c:v>305.2659513554733</c:v>
                </c:pt>
                <c:pt idx="48">
                  <c:v>4084.2906632826816</c:v>
                </c:pt>
                <c:pt idx="49">
                  <c:v>1935.2349795458554</c:v>
                </c:pt>
                <c:pt idx="50">
                  <c:v>9336.777457634407</c:v>
                </c:pt>
                <c:pt idx="51">
                  <c:v>4042.236154459023</c:v>
                </c:pt>
                <c:pt idx="52">
                  <c:v>2292.917262603867</c:v>
                </c:pt>
                <c:pt idx="53">
                  <c:v>144.93115754209637</c:v>
                </c:pt>
                <c:pt idx="54">
                  <c:v>9827.65296491917</c:v>
                </c:pt>
                <c:pt idx="55">
                  <c:v>5291.363799833767</c:v>
                </c:pt>
                <c:pt idx="56">
                  <c:v>528.7013365337343</c:v>
                </c:pt>
                <c:pt idx="57">
                  <c:v>3382.139769638451</c:v>
                </c:pt>
                <c:pt idx="58">
                  <c:v>7928.653947206229</c:v>
                </c:pt>
                <c:pt idx="59">
                  <c:v>1381.8189882718093</c:v>
                </c:pt>
                <c:pt idx="60">
                  <c:v>3418.911050479878</c:v>
                </c:pt>
                <c:pt idx="61">
                  <c:v>2565.7404232064728</c:v>
                </c:pt>
                <c:pt idx="62">
                  <c:v>4038.5766824785906</c:v>
                </c:pt>
                <c:pt idx="63">
                  <c:v>1476.917981963492</c:v>
                </c:pt>
                <c:pt idx="64">
                  <c:v>2988.2811679158417</c:v>
                </c:pt>
                <c:pt idx="65">
                  <c:v>6197.219660246005</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42.53890243739495</c:v>
                </c:pt>
                <c:pt idx="1">
                  <c:v>109.27143722020232</c:v>
                </c:pt>
                <c:pt idx="2">
                  <c:v>4520.867365493246</c:v>
                </c:pt>
                <c:pt idx="3">
                  <c:v>4225.960684809684</c:v>
                </c:pt>
                <c:pt idx="4">
                  <c:v>0.037033769514786645</c:v>
                </c:pt>
                <c:pt idx="5">
                  <c:v>1880.0776379047802</c:v>
                </c:pt>
                <c:pt idx="6">
                  <c:v>281.1915245708316</c:v>
                </c:pt>
                <c:pt idx="7">
                  <c:v>301.8796397149</c:v>
                </c:pt>
                <c:pt idx="8">
                  <c:v>63.372809103410745</c:v>
                </c:pt>
                <c:pt idx="9">
                  <c:v>229.85126382009037</c:v>
                </c:pt>
                <c:pt idx="10">
                  <c:v>377.4194546721842</c:v>
                </c:pt>
                <c:pt idx="11">
                  <c:v>69.74856433009545</c:v>
                </c:pt>
                <c:pt idx="12">
                  <c:v>137.348826066714</c:v>
                </c:pt>
                <c:pt idx="13">
                  <c:v>3772.60743964788</c:v>
                </c:pt>
                <c:pt idx="14">
                  <c:v>1747.1130504709515</c:v>
                </c:pt>
                <c:pt idx="15">
                  <c:v>4167.081681544957</c:v>
                </c:pt>
                <c:pt idx="16">
                  <c:v>148.7562837543696</c:v>
                </c:pt>
                <c:pt idx="17">
                  <c:v>5474.470884444707</c:v>
                </c:pt>
                <c:pt idx="18">
                  <c:v>19.495807391099166</c:v>
                </c:pt>
                <c:pt idx="19">
                  <c:v>1553.6323733901052</c:v>
                </c:pt>
                <c:pt idx="20">
                  <c:v>4710.683234389329</c:v>
                </c:pt>
                <c:pt idx="21">
                  <c:v>1840.278999317789</c:v>
                </c:pt>
                <c:pt idx="22">
                  <c:v>1214.4214186241281</c:v>
                </c:pt>
                <c:pt idx="23">
                  <c:v>2844.919341793724</c:v>
                </c:pt>
                <c:pt idx="24">
                  <c:v>1763.5860359202704</c:v>
                </c:pt>
                <c:pt idx="25">
                  <c:v>1072.915306225762</c:v>
                </c:pt>
                <c:pt idx="26">
                  <c:v>3295.6705668148493</c:v>
                </c:pt>
                <c:pt idx="27">
                  <c:v>369.9427945412196</c:v>
                </c:pt>
                <c:pt idx="28">
                  <c:v>144.76397066337978</c:v>
                </c:pt>
                <c:pt idx="29">
                  <c:v>376.333129002866</c:v>
                </c:pt>
                <c:pt idx="30">
                  <c:v>1950.868678672629</c:v>
                </c:pt>
                <c:pt idx="31">
                  <c:v>1667.0758715324694</c:v>
                </c:pt>
                <c:pt idx="32">
                  <c:v>1541.2301534693652</c:v>
                </c:pt>
                <c:pt idx="33">
                  <c:v>615.5428587608</c:v>
                </c:pt>
                <c:pt idx="34">
                  <c:v>6316.340715582359</c:v>
                </c:pt>
                <c:pt idx="35">
                  <c:v>1804.656941758947</c:v>
                </c:pt>
                <c:pt idx="36">
                  <c:v>1945.8149088634073</c:v>
                </c:pt>
                <c:pt idx="37">
                  <c:v>5310.7511278296715</c:v>
                </c:pt>
                <c:pt idx="38">
                  <c:v>1531.891650639618</c:v>
                </c:pt>
                <c:pt idx="39">
                  <c:v>3592.7054739624605</c:v>
                </c:pt>
                <c:pt idx="40">
                  <c:v>214.37290975220895</c:v>
                </c:pt>
                <c:pt idx="41">
                  <c:v>5815.898378331883</c:v>
                </c:pt>
                <c:pt idx="42">
                  <c:v>4125.36120018147</c:v>
                </c:pt>
                <c:pt idx="43">
                  <c:v>352.2127790898028</c:v>
                </c:pt>
                <c:pt idx="44">
                  <c:v>1296.2323012130767</c:v>
                </c:pt>
                <c:pt idx="45">
                  <c:v>1887.94550816874</c:v>
                </c:pt>
                <c:pt idx="46">
                  <c:v>0.0019774027031053743</c:v>
                </c:pt>
                <c:pt idx="47">
                  <c:v>257.4850740783741</c:v>
                </c:pt>
                <c:pt idx="48">
                  <c:v>208.52492212505877</c:v>
                </c:pt>
                <c:pt idx="49">
                  <c:v>697.1239598861497</c:v>
                </c:pt>
                <c:pt idx="50">
                  <c:v>1154.3679289378558</c:v>
                </c:pt>
                <c:pt idx="51">
                  <c:v>169.74938618402155</c:v>
                </c:pt>
                <c:pt idx="52">
                  <c:v>272.3814202984712</c:v>
                </c:pt>
                <c:pt idx="53">
                  <c:v>3501.9489627164235</c:v>
                </c:pt>
                <c:pt idx="54">
                  <c:v>4735.946604459141</c:v>
                </c:pt>
                <c:pt idx="55">
                  <c:v>64.97109701575968</c:v>
                </c:pt>
                <c:pt idx="56">
                  <c:v>2332.6444843015215</c:v>
                </c:pt>
                <c:pt idx="57">
                  <c:v>355.90217175503966</c:v>
                </c:pt>
                <c:pt idx="58">
                  <c:v>1.4984247203515988e-05</c:v>
                </c:pt>
                <c:pt idx="59">
                  <c:v>303.77243298302426</c:v>
                </c:pt>
                <c:pt idx="60">
                  <c:v>3052.858427149116</c:v>
                </c:pt>
                <c:pt idx="61">
                  <c:v>2746.8537832322972</c:v>
                </c:pt>
                <c:pt idx="62">
                  <c:v>4445.805678731424</c:v>
                </c:pt>
                <c:pt idx="63">
                  <c:v>2172.091925918324</c:v>
                </c:pt>
                <c:pt idx="64">
                  <c:v>95.18576844984784</c:v>
                </c:pt>
                <c:pt idx="65">
                  <c:v>2888.041969645688</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-985.3582137057379</c:v>
                </c:pt>
                <c:pt idx="1">
                  <c:v>-1270.8560163247485</c:v>
                </c:pt>
                <c:pt idx="2">
                  <c:v>-1951.1735529931898</c:v>
                </c:pt>
                <c:pt idx="3">
                  <c:v>-942.7303348160267</c:v>
                </c:pt>
                <c:pt idx="4">
                  <c:v>-1613.388735147386</c:v>
                </c:pt>
                <c:pt idx="5">
                  <c:v>-3546.438057520289</c:v>
                </c:pt>
                <c:pt idx="6">
                  <c:v>-61.44899189559336</c:v>
                </c:pt>
                <c:pt idx="7">
                  <c:v>-1401.5044174530112</c:v>
                </c:pt>
                <c:pt idx="8">
                  <c:v>-54.418860901977574</c:v>
                </c:pt>
                <c:pt idx="9">
                  <c:v>-2992.9070926940963</c:v>
                </c:pt>
                <c:pt idx="10">
                  <c:v>-2426.173813551959</c:v>
                </c:pt>
                <c:pt idx="11">
                  <c:v>-97.03459667003219</c:v>
                </c:pt>
                <c:pt idx="12">
                  <c:v>-1083.1381340886496</c:v>
                </c:pt>
                <c:pt idx="13">
                  <c:v>-1421.6531673165641</c:v>
                </c:pt>
                <c:pt idx="14">
                  <c:v>-1542.2290100279863</c:v>
                </c:pt>
                <c:pt idx="15">
                  <c:v>-2413.7073442171386</c:v>
                </c:pt>
                <c:pt idx="16">
                  <c:v>-3194.769777540876</c:v>
                </c:pt>
                <c:pt idx="17">
                  <c:v>-1477.671760703396</c:v>
                </c:pt>
                <c:pt idx="18">
                  <c:v>-1163.5177663462168</c:v>
                </c:pt>
                <c:pt idx="19">
                  <c:v>-1917.411435699603</c:v>
                </c:pt>
                <c:pt idx="20">
                  <c:v>-42.61771982177624</c:v>
                </c:pt>
                <c:pt idx="21">
                  <c:v>-780.5612366489859</c:v>
                </c:pt>
                <c:pt idx="22">
                  <c:v>-1609.0079900375322</c:v>
                </c:pt>
                <c:pt idx="23">
                  <c:v>-374.8185282155272</c:v>
                </c:pt>
                <c:pt idx="24">
                  <c:v>-1307.9394224893583</c:v>
                </c:pt>
                <c:pt idx="25">
                  <c:v>-3615.113946024</c:v>
                </c:pt>
                <c:pt idx="26">
                  <c:v>-1317.4380900815404</c:v>
                </c:pt>
                <c:pt idx="27">
                  <c:v>-0.3206426113412488</c:v>
                </c:pt>
                <c:pt idx="28">
                  <c:v>-2747.2893578448634</c:v>
                </c:pt>
                <c:pt idx="29">
                  <c:v>-3730.4800654658147</c:v>
                </c:pt>
                <c:pt idx="30">
                  <c:v>-2855.0619130436244</c:v>
                </c:pt>
                <c:pt idx="31">
                  <c:v>-2467.655991263688</c:v>
                </c:pt>
                <c:pt idx="32">
                  <c:v>-1055.485861449993</c:v>
                </c:pt>
                <c:pt idx="33">
                  <c:v>-1722.4576161994316</c:v>
                </c:pt>
                <c:pt idx="34">
                  <c:v>-1702.4549963333766</c:v>
                </c:pt>
                <c:pt idx="35">
                  <c:v>-2261.622357987456</c:v>
                </c:pt>
                <c:pt idx="36">
                  <c:v>-1155.1812999832546</c:v>
                </c:pt>
                <c:pt idx="37">
                  <c:v>-2212.7687605948868</c:v>
                </c:pt>
                <c:pt idx="38">
                  <c:v>-1526.6367527331495</c:v>
                </c:pt>
                <c:pt idx="39">
                  <c:v>-407.13931294811977</c:v>
                </c:pt>
                <c:pt idx="40">
                  <c:v>-105.5280389114759</c:v>
                </c:pt>
                <c:pt idx="41">
                  <c:v>-1387.8897863198172</c:v>
                </c:pt>
                <c:pt idx="42">
                  <c:v>-180.1277411544277</c:v>
                </c:pt>
                <c:pt idx="43">
                  <c:v>-4901.531088648506</c:v>
                </c:pt>
                <c:pt idx="44">
                  <c:v>-108.29351781527139</c:v>
                </c:pt>
                <c:pt idx="45">
                  <c:v>-3717.5573810565247</c:v>
                </c:pt>
                <c:pt idx="46">
                  <c:v>-1687.876166208409</c:v>
                </c:pt>
                <c:pt idx="47">
                  <c:v>-2092.0039786271273</c:v>
                </c:pt>
                <c:pt idx="48">
                  <c:v>-962.9140844951443</c:v>
                </c:pt>
                <c:pt idx="49">
                  <c:v>-3354.6952006311485</c:v>
                </c:pt>
                <c:pt idx="50">
                  <c:v>-3080.698712045379</c:v>
                </c:pt>
                <c:pt idx="51">
                  <c:v>-1736.2577171936696</c:v>
                </c:pt>
                <c:pt idx="52">
                  <c:v>-976.7310641543629</c:v>
                </c:pt>
                <c:pt idx="53">
                  <c:v>-1056.074684516107</c:v>
                </c:pt>
                <c:pt idx="54">
                  <c:v>-4726.339545611989</c:v>
                </c:pt>
                <c:pt idx="55">
                  <c:v>-1362.6480357737257</c:v>
                </c:pt>
                <c:pt idx="56">
                  <c:v>-1256.2451013090035</c:v>
                </c:pt>
                <c:pt idx="57">
                  <c:v>-935.0459760516886</c:v>
                </c:pt>
                <c:pt idx="58">
                  <c:v>-1509.6550873893223</c:v>
                </c:pt>
                <c:pt idx="59">
                  <c:v>-4756.87520883728</c:v>
                </c:pt>
                <c:pt idx="60">
                  <c:v>-4696.860655788296</c:v>
                </c:pt>
                <c:pt idx="61">
                  <c:v>-2894.782376670918</c:v>
                </c:pt>
                <c:pt idx="62">
                  <c:v>-3023.9596242318426</c:v>
                </c:pt>
                <c:pt idx="63">
                  <c:v>-2290.437211008364</c:v>
                </c:pt>
                <c:pt idx="64">
                  <c:v>-705.4807363322371</c:v>
                </c:pt>
                <c:pt idx="65">
                  <c:v>-3680.1041628593566</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1844.346101184942</c:v>
                </c:pt>
                <c:pt idx="1">
                  <c:v>1214.0175674993243</c:v>
                </c:pt>
                <c:pt idx="2">
                  <c:v>1859.7925293632459</c:v>
                </c:pt>
                <c:pt idx="3">
                  <c:v>1000.9529992981672</c:v>
                </c:pt>
                <c:pt idx="4">
                  <c:v>640.2937572862702</c:v>
                </c:pt>
                <c:pt idx="5">
                  <c:v>2524.173882584819</c:v>
                </c:pt>
                <c:pt idx="6">
                  <c:v>324.8342605254963</c:v>
                </c:pt>
                <c:pt idx="7">
                  <c:v>149.23413104518414</c:v>
                </c:pt>
                <c:pt idx="8">
                  <c:v>198.2752634641753</c:v>
                </c:pt>
                <c:pt idx="9">
                  <c:v>1090.541814213734</c:v>
                </c:pt>
                <c:pt idx="10">
                  <c:v>2324.5406236438416</c:v>
                </c:pt>
                <c:pt idx="11">
                  <c:v>87.16102088459014</c:v>
                </c:pt>
                <c:pt idx="12">
                  <c:v>1061.6341308236742</c:v>
                </c:pt>
                <c:pt idx="13">
                  <c:v>1068.7784110787713</c:v>
                </c:pt>
                <c:pt idx="14">
                  <c:v>1755.4595760107106</c:v>
                </c:pt>
                <c:pt idx="15">
                  <c:v>2742.6902994586285</c:v>
                </c:pt>
                <c:pt idx="16">
                  <c:v>922.3017837238212</c:v>
                </c:pt>
                <c:pt idx="17">
                  <c:v>1753.1343223277568</c:v>
                </c:pt>
                <c:pt idx="18">
                  <c:v>803.4588315510372</c:v>
                </c:pt>
                <c:pt idx="19">
                  <c:v>232.13355771089755</c:v>
                </c:pt>
                <c:pt idx="20">
                  <c:v>89.83043104085536</c:v>
                </c:pt>
                <c:pt idx="21">
                  <c:v>2377.7056568625194</c:v>
                </c:pt>
                <c:pt idx="22">
                  <c:v>2151.1184137564715</c:v>
                </c:pt>
                <c:pt idx="23">
                  <c:v>1279.7287417328787</c:v>
                </c:pt>
                <c:pt idx="24">
                  <c:v>308.8960943823033</c:v>
                </c:pt>
                <c:pt idx="25">
                  <c:v>64.96544672702406</c:v>
                </c:pt>
                <c:pt idx="26">
                  <c:v>3958.96495215829</c:v>
                </c:pt>
                <c:pt idx="27">
                  <c:v>997.0823059439472</c:v>
                </c:pt>
                <c:pt idx="28">
                  <c:v>3443.045671154027</c:v>
                </c:pt>
                <c:pt idx="29">
                  <c:v>4532.914504793322</c:v>
                </c:pt>
                <c:pt idx="30">
                  <c:v>3934.841351804724</c:v>
                </c:pt>
                <c:pt idx="31">
                  <c:v>2013.8663716877186</c:v>
                </c:pt>
                <c:pt idx="32">
                  <c:v>149.4110210490608</c:v>
                </c:pt>
                <c:pt idx="33">
                  <c:v>2209.0975853035056</c:v>
                </c:pt>
                <c:pt idx="34">
                  <c:v>308.27046608867255</c:v>
                </c:pt>
                <c:pt idx="35">
                  <c:v>191.60751208284344</c:v>
                </c:pt>
                <c:pt idx="36">
                  <c:v>482.6839300186685</c:v>
                </c:pt>
                <c:pt idx="37">
                  <c:v>858.5332636460587</c:v>
                </c:pt>
                <c:pt idx="38">
                  <c:v>3877.355414365792</c:v>
                </c:pt>
                <c:pt idx="39">
                  <c:v>478.2271033267521</c:v>
                </c:pt>
                <c:pt idx="40">
                  <c:v>1845.2479503694294</c:v>
                </c:pt>
                <c:pt idx="41">
                  <c:v>2641.900755521136</c:v>
                </c:pt>
                <c:pt idx="42">
                  <c:v>1775.904557243029</c:v>
                </c:pt>
                <c:pt idx="43">
                  <c:v>2200.595265305158</c:v>
                </c:pt>
                <c:pt idx="44">
                  <c:v>3653.5455389718536</c:v>
                </c:pt>
                <c:pt idx="45">
                  <c:v>2366.4374165302197</c:v>
                </c:pt>
                <c:pt idx="46">
                  <c:v>253.75980157156573</c:v>
                </c:pt>
                <c:pt idx="47">
                  <c:v>212.52400173327942</c:v>
                </c:pt>
                <c:pt idx="48">
                  <c:v>115.09213835840023</c:v>
                </c:pt>
                <c:pt idx="49">
                  <c:v>257.175014711012</c:v>
                </c:pt>
                <c:pt idx="50">
                  <c:v>771.432669949804</c:v>
                </c:pt>
                <c:pt idx="51">
                  <c:v>425.8410333891825</c:v>
                </c:pt>
                <c:pt idx="52">
                  <c:v>1687.1888799649064</c:v>
                </c:pt>
                <c:pt idx="53">
                  <c:v>2383.4626399533927</c:v>
                </c:pt>
                <c:pt idx="54">
                  <c:v>3006.3347436314593</c:v>
                </c:pt>
                <c:pt idx="55">
                  <c:v>3204.6305272526074</c:v>
                </c:pt>
                <c:pt idx="56">
                  <c:v>3353.5310687739307</c:v>
                </c:pt>
                <c:pt idx="57">
                  <c:v>2613.8397993529957</c:v>
                </c:pt>
                <c:pt idx="58">
                  <c:v>2282.260832404089</c:v>
                </c:pt>
                <c:pt idx="59">
                  <c:v>3763.334332568935</c:v>
                </c:pt>
                <c:pt idx="60">
                  <c:v>4244.797955817928</c:v>
                </c:pt>
                <c:pt idx="61">
                  <c:v>361.06254927004636</c:v>
                </c:pt>
                <c:pt idx="62">
                  <c:v>1767.7583942066583</c:v>
                </c:pt>
                <c:pt idx="63">
                  <c:v>1620.6037011071794</c:v>
                </c:pt>
                <c:pt idx="64">
                  <c:v>2601.9969281626495</c:v>
                </c:pt>
                <c:pt idx="65">
                  <c:v>3016.0065291685487</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1325.2415281786111</c:v>
                </c:pt>
                <c:pt idx="1">
                  <c:v>186.14788688354793</c:v>
                </c:pt>
                <c:pt idx="2">
                  <c:v>76.29358710881866</c:v>
                </c:pt>
                <c:pt idx="3">
                  <c:v>903.4017440996954</c:v>
                </c:pt>
                <c:pt idx="4">
                  <c:v>111.6117700989024</c:v>
                </c:pt>
                <c:pt idx="5">
                  <c:v>96.22143447986355</c:v>
                </c:pt>
                <c:pt idx="6">
                  <c:v>180.5615357851976</c:v>
                </c:pt>
                <c:pt idx="7">
                  <c:v>483.30193963483947</c:v>
                </c:pt>
                <c:pt idx="8">
                  <c:v>937.500763272802</c:v>
                </c:pt>
                <c:pt idx="9">
                  <c:v>311.6045325235402</c:v>
                </c:pt>
                <c:pt idx="10">
                  <c:v>474.3011680819814</c:v>
                </c:pt>
                <c:pt idx="11">
                  <c:v>63.08640806559296</c:v>
                </c:pt>
                <c:pt idx="12">
                  <c:v>74.87649476820366</c:v>
                </c:pt>
                <c:pt idx="13">
                  <c:v>856.4602736635904</c:v>
                </c:pt>
                <c:pt idx="14">
                  <c:v>233.84403617969787</c:v>
                </c:pt>
                <c:pt idx="15">
                  <c:v>94.64236127137126</c:v>
                </c:pt>
                <c:pt idx="16">
                  <c:v>100.03468875442212</c:v>
                </c:pt>
                <c:pt idx="17">
                  <c:v>1125.0723949639487</c:v>
                </c:pt>
                <c:pt idx="18">
                  <c:v>176.56661436314255</c:v>
                </c:pt>
                <c:pt idx="19">
                  <c:v>102.6815427822959</c:v>
                </c:pt>
                <c:pt idx="20">
                  <c:v>76.24963568093872</c:v>
                </c:pt>
                <c:pt idx="21">
                  <c:v>792.0234001940572</c:v>
                </c:pt>
                <c:pt idx="22">
                  <c:v>987.0971736408064</c:v>
                </c:pt>
                <c:pt idx="23">
                  <c:v>466.30888117344284</c:v>
                </c:pt>
                <c:pt idx="24">
                  <c:v>1203.947153376014</c:v>
                </c:pt>
                <c:pt idx="25">
                  <c:v>236.4770211170905</c:v>
                </c:pt>
                <c:pt idx="26">
                  <c:v>100.05702684265675</c:v>
                </c:pt>
                <c:pt idx="27">
                  <c:v>76.00458538173712</c:v>
                </c:pt>
                <c:pt idx="28">
                  <c:v>113.72602827105597</c:v>
                </c:pt>
                <c:pt idx="29">
                  <c:v>89.64386514178993</c:v>
                </c:pt>
                <c:pt idx="30">
                  <c:v>346.78408435400576</c:v>
                </c:pt>
                <c:pt idx="31">
                  <c:v>466.50430333108363</c:v>
                </c:pt>
                <c:pt idx="32">
                  <c:v>80.69250584220045</c:v>
                </c:pt>
                <c:pt idx="33">
                  <c:v>485.3483199783151</c:v>
                </c:pt>
                <c:pt idx="34">
                  <c:v>521.2421538324373</c:v>
                </c:pt>
                <c:pt idx="35">
                  <c:v>92.077343252269</c:v>
                </c:pt>
                <c:pt idx="36">
                  <c:v>750.1158574516694</c:v>
                </c:pt>
                <c:pt idx="37">
                  <c:v>746.6822240254676</c:v>
                </c:pt>
                <c:pt idx="38">
                  <c:v>859.1927484325716</c:v>
                </c:pt>
                <c:pt idx="39">
                  <c:v>162.81772200004121</c:v>
                </c:pt>
                <c:pt idx="40">
                  <c:v>723.0171315978628</c:v>
                </c:pt>
                <c:pt idx="41">
                  <c:v>827.0758915587363</c:v>
                </c:pt>
                <c:pt idx="42">
                  <c:v>275.72072458854245</c:v>
                </c:pt>
                <c:pt idx="43">
                  <c:v>79.14977693631587</c:v>
                </c:pt>
                <c:pt idx="44">
                  <c:v>81.05064987107792</c:v>
                </c:pt>
                <c:pt idx="45">
                  <c:v>113.17706148739818</c:v>
                </c:pt>
                <c:pt idx="46">
                  <c:v>701.198590248175</c:v>
                </c:pt>
                <c:pt idx="47">
                  <c:v>182.97721704464834</c:v>
                </c:pt>
                <c:pt idx="48">
                  <c:v>1198.4722346344383</c:v>
                </c:pt>
                <c:pt idx="49">
                  <c:v>257.59037217624655</c:v>
                </c:pt>
                <c:pt idx="50">
                  <c:v>99.0002133661553</c:v>
                </c:pt>
                <c:pt idx="51">
                  <c:v>111.5617669192537</c:v>
                </c:pt>
                <c:pt idx="52">
                  <c:v>109.4629692854934</c:v>
                </c:pt>
                <c:pt idx="53">
                  <c:v>90.6106563162657</c:v>
                </c:pt>
                <c:pt idx="54">
                  <c:v>118.76869273630274</c:v>
                </c:pt>
                <c:pt idx="55">
                  <c:v>803.5273028894994</c:v>
                </c:pt>
                <c:pt idx="56">
                  <c:v>690.2406415772693</c:v>
                </c:pt>
                <c:pt idx="57">
                  <c:v>348.834502265643</c:v>
                </c:pt>
                <c:pt idx="58">
                  <c:v>914.2482832815182</c:v>
                </c:pt>
                <c:pt idx="59">
                  <c:v>522.1223837550917</c:v>
                </c:pt>
                <c:pt idx="60">
                  <c:v>103.93047371961352</c:v>
                </c:pt>
                <c:pt idx="61">
                  <c:v>93.83087910762272</c:v>
                </c:pt>
                <c:pt idx="62">
                  <c:v>816.6954918225343</c:v>
                </c:pt>
                <c:pt idx="63">
                  <c:v>123.02617419331881</c:v>
                </c:pt>
                <c:pt idx="64">
                  <c:v>91.8833211677306</c:v>
                </c:pt>
                <c:pt idx="65">
                  <c:v>104.19084625244298</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250408.2424704191</c:v>
                </c:pt>
                <c:pt idx="1">
                  <c:v>335042.236643575</c:v>
                </c:pt>
                <c:pt idx="2">
                  <c:v>453180.91724753263</c:v>
                </c:pt>
                <c:pt idx="3">
                  <c:v>434128.4468308481</c:v>
                </c:pt>
                <c:pt idx="4">
                  <c:v>327074.9587310762</c:v>
                </c:pt>
                <c:pt idx="5">
                  <c:v>273525.39930693834</c:v>
                </c:pt>
                <c:pt idx="6">
                  <c:v>107943.89805472997</c:v>
                </c:pt>
                <c:pt idx="7">
                  <c:v>50615.846209524905</c:v>
                </c:pt>
                <c:pt idx="8">
                  <c:v>2538.9212736053846</c:v>
                </c:pt>
                <c:pt idx="9">
                  <c:v>16959.585750745777</c:v>
                </c:pt>
                <c:pt idx="10">
                  <c:v>107866.1948748006</c:v>
                </c:pt>
                <c:pt idx="11">
                  <c:v>166234.28832364394</c:v>
                </c:pt>
                <c:pt idx="12">
                  <c:v>300120.4615890742</c:v>
                </c:pt>
                <c:pt idx="13">
                  <c:v>334855.07020718604</c:v>
                </c:pt>
                <c:pt idx="14">
                  <c:v>519083.67966998386</c:v>
                </c:pt>
                <c:pt idx="15">
                  <c:v>393069.26995206624</c:v>
                </c:pt>
                <c:pt idx="16">
                  <c:v>435117.6135764382</c:v>
                </c:pt>
                <c:pt idx="17">
                  <c:v>230557.1155918448</c:v>
                </c:pt>
                <c:pt idx="18">
                  <c:v>138273.54988781922</c:v>
                </c:pt>
                <c:pt idx="19">
                  <c:v>57270.341571958714</c:v>
                </c:pt>
                <c:pt idx="20">
                  <c:v>2542.5126526184067</c:v>
                </c:pt>
                <c:pt idx="21">
                  <c:v>19538.025193117188</c:v>
                </c:pt>
                <c:pt idx="22">
                  <c:v>110545.35004090279</c:v>
                </c:pt>
                <c:pt idx="23">
                  <c:v>181915.3419619878</c:v>
                </c:pt>
                <c:pt idx="24">
                  <c:v>363887.90332366823</c:v>
                </c:pt>
                <c:pt idx="25">
                  <c:v>365527.1162866155</c:v>
                </c:pt>
                <c:pt idx="26">
                  <c:v>440744.9217614999</c:v>
                </c:pt>
                <c:pt idx="27">
                  <c:v>381320.8461613781</c:v>
                </c:pt>
                <c:pt idx="28">
                  <c:v>411979.92968249286</c:v>
                </c:pt>
                <c:pt idx="29">
                  <c:v>249489.0454554527</c:v>
                </c:pt>
                <c:pt idx="30">
                  <c:v>138464.89885856217</c:v>
                </c:pt>
                <c:pt idx="31">
                  <c:v>66188.6378091591</c:v>
                </c:pt>
                <c:pt idx="32">
                  <c:v>3404.531074376468</c:v>
                </c:pt>
                <c:pt idx="33">
                  <c:v>33352.36050277971</c:v>
                </c:pt>
                <c:pt idx="34">
                  <c:v>111136.42371410473</c:v>
                </c:pt>
                <c:pt idx="35">
                  <c:v>219245.00880057155</c:v>
                </c:pt>
                <c:pt idx="36">
                  <c:v>408255.86050347134</c:v>
                </c:pt>
                <c:pt idx="37">
                  <c:v>395182.7592334066</c:v>
                </c:pt>
                <c:pt idx="38">
                  <c:v>463792.5770903497</c:v>
                </c:pt>
                <c:pt idx="39">
                  <c:v>391685.61067648255</c:v>
                </c:pt>
                <c:pt idx="40">
                  <c:v>428641.6978844006</c:v>
                </c:pt>
                <c:pt idx="41">
                  <c:v>250264.99383788902</c:v>
                </c:pt>
                <c:pt idx="42">
                  <c:v>166958.29131540193</c:v>
                </c:pt>
                <c:pt idx="43">
                  <c:v>41142.815012730214</c:v>
                </c:pt>
                <c:pt idx="44">
                  <c:v>2923.8471838589876</c:v>
                </c:pt>
                <c:pt idx="45">
                  <c:v>32370.161951117654</c:v>
                </c:pt>
                <c:pt idx="46">
                  <c:v>116629.05893283065</c:v>
                </c:pt>
                <c:pt idx="47">
                  <c:v>187576.99918691072</c:v>
                </c:pt>
                <c:pt idx="48">
                  <c:v>361153.9436741308</c:v>
                </c:pt>
                <c:pt idx="49">
                  <c:v>409166.75737575657</c:v>
                </c:pt>
                <c:pt idx="50">
                  <c:v>437196.3767784258</c:v>
                </c:pt>
                <c:pt idx="51">
                  <c:v>462334.90254784265</c:v>
                </c:pt>
                <c:pt idx="52">
                  <c:v>344725.4516550708</c:v>
                </c:pt>
                <c:pt idx="53">
                  <c:v>264747.1339232274</c:v>
                </c:pt>
                <c:pt idx="54">
                  <c:v>160832.41196650226</c:v>
                </c:pt>
                <c:pt idx="55">
                  <c:v>40678.60845253988</c:v>
                </c:pt>
                <c:pt idx="56">
                  <c:v>3335.027066318359</c:v>
                </c:pt>
                <c:pt idx="57">
                  <c:v>27826.50537384733</c:v>
                </c:pt>
                <c:pt idx="58">
                  <c:v>98719.05577732548</c:v>
                </c:pt>
                <c:pt idx="59">
                  <c:v>276970.56373682234</c:v>
                </c:pt>
                <c:pt idx="60">
                  <c:v>385695.9503824992</c:v>
                </c:pt>
                <c:pt idx="61">
                  <c:v>405429.18628256634</c:v>
                </c:pt>
                <c:pt idx="62">
                  <c:v>610902.669449935</c:v>
                </c:pt>
                <c:pt idx="63">
                  <c:v>452326.80012218026</c:v>
                </c:pt>
                <c:pt idx="64">
                  <c:v>358142.73162843613</c:v>
                </c:pt>
                <c:pt idx="65">
                  <c:v>212580.81493916243</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Brand_Digital_I...</c:v>
                </c:pt>
                <c:pt idx="3">
                  <c:v>Distribution</c:v>
                </c:pt>
                <c:pt idx="4">
                  <c:v>E-com</c:v>
                </c:pt>
                <c:pt idx="5">
                  <c:v>Brand_OOH</c:v>
                </c:pt>
                <c:pt idx="6">
                  <c:v>Region_Digital_...</c:v>
                </c:pt>
                <c:pt idx="7">
                  <c:v>Brand_TV</c:v>
                </c:pt>
                <c:pt idx="8">
                  <c:v>Brand_Digital_P...</c:v>
                </c:pt>
                <c:pt idx="9">
                  <c:v>Brand_Digital_D...</c:v>
                </c:pt>
                <c:pt idx="10">
                  <c:v>Brand_Digital_V...</c:v>
                </c:pt>
                <c:pt idx="11">
                  <c:v>Brand_Digital_S...</c:v>
                </c:pt>
                <c:pt idx="12">
                  <c:v>Region_Digital_...</c:v>
                </c:pt>
                <c:pt idx="13">
                  <c:v>Region_Digital_...</c:v>
                </c:pt>
                <c:pt idx="14">
                  <c:v>POS</c:v>
                </c:pt>
                <c:pt idx="15">
                  <c:v>Region_OOH</c:v>
                </c:pt>
                <c:pt idx="16">
                  <c:v>PR</c:v>
                </c:pt>
                <c:pt idx="17">
                  <c:v>Price index</c:v>
                </c:pt>
                <c:pt idx="18">
                  <c:v>Region_Digital_...</c:v>
                </c:pt>
                <c:pt idx="19">
                  <c:v>Region_TV</c:v>
                </c:pt>
                <c:pt idx="20">
                  <c:v>Region_Digital_...</c:v>
                </c:pt>
              </c:strCache>
            </c:strRef>
          </c:cat>
          <c:val>
            <c:numRef>
              <c:f>Sheet1!$B$2:$B$22</c:f>
              <c:numCache>
                <c:formatCode>General</c:formatCode>
                <c:ptCount val="21"/>
                <c:pt idx="0">
                  <c:v>0.0</c:v>
                </c:pt>
                <c:pt idx="1">
                  <c:v>47.34917087419019</c:v>
                </c:pt>
                <c:pt idx="2">
                  <c:v>66.40205111235744</c:v>
                </c:pt>
                <c:pt idx="3">
                  <c:v>75.61864549649873</c:v>
                </c:pt>
                <c:pt idx="4">
                  <c:v>84.78429538234951</c:v>
                </c:pt>
                <c:pt idx="5">
                  <c:v>87.85840915817067</c:v>
                </c:pt>
                <c:pt idx="6">
                  <c:v>90.43347813464973</c:v>
                </c:pt>
                <c:pt idx="7">
                  <c:v>92.45982820212575</c:v>
                </c:pt>
                <c:pt idx="8">
                  <c:v>94.25057898206974</c:v>
                </c:pt>
                <c:pt idx="9">
                  <c:v>95.93171034168107</c:v>
                </c:pt>
                <c:pt idx="10">
                  <c:v>97.27254163964886</c:v>
                </c:pt>
                <c:pt idx="11">
                  <c:v>98.37761714971587</c:v>
                </c:pt>
                <c:pt idx="12">
                  <c:v>98.9222863464174</c:v>
                </c:pt>
                <c:pt idx="13">
                  <c:v>99.25335099940857</c:v>
                </c:pt>
                <c:pt idx="14">
                  <c:v>99.47608889822246</c:v>
                </c:pt>
                <c:pt idx="15">
                  <c:v>99.67764560298762</c:v>
                </c:pt>
                <c:pt idx="16">
                  <c:v>99.83510045584092</c:v>
                </c:pt>
                <c:pt idx="17">
                  <c:v>99.94468790437821</c:v>
                </c:pt>
                <c:pt idx="18">
                  <c:v>100.04389240440628</c:v>
                </c:pt>
                <c:pt idx="19">
                  <c:v>100.13492684284228</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018700"/>
              </a:solidFill>
            </c:spPr>
          </c:dPt>
          <c:dPt>
            <c:idx val="3"/>
            <c:spPr>
              <a:solidFill>
                <a:srgbClr val="573B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FFA52F"/>
              </a:solidFill>
            </c:spPr>
          </c:dPt>
          <c:dPt>
            <c:idx val="8"/>
            <c:spPr>
              <a:solidFill>
                <a:srgbClr val="00ACC6"/>
              </a:solidFill>
            </c:spPr>
          </c:dPt>
          <c:dPt>
            <c:idx val="9"/>
            <c:spPr>
              <a:solidFill>
                <a:srgbClr val="8C3BFF"/>
              </a:solidFill>
            </c:spPr>
          </c:dPt>
          <c:dPt>
            <c:idx val="10"/>
            <c:spPr>
              <a:solidFill>
                <a:srgbClr val="FF7ED1"/>
              </a:solidFill>
            </c:spPr>
          </c:dPt>
          <c:dPt>
            <c:idx val="11"/>
            <c:spPr>
              <a:solidFill>
                <a:srgbClr val="97FF00"/>
              </a:solidFill>
            </c:spPr>
          </c:dPt>
          <c:dPt>
            <c:idx val="12"/>
            <c:spPr>
              <a:solidFill>
                <a:srgbClr val="BF03B8"/>
              </a:solidFill>
            </c:spPr>
          </c:dPt>
          <c:dPt>
            <c:idx val="13"/>
            <c:spPr>
              <a:solidFill>
                <a:srgbClr val="BCB6FF"/>
              </a:solidFill>
            </c:spPr>
          </c:dPt>
          <c:dPt>
            <c:idx val="14"/>
            <c:spPr>
              <a:solidFill>
                <a:srgbClr val="0000DD"/>
              </a:solidFill>
            </c:spPr>
          </c:dPt>
          <c:dPt>
            <c:idx val="15"/>
            <c:spPr>
              <a:solidFill>
                <a:srgbClr val="790000"/>
              </a:solidFill>
            </c:spPr>
          </c:dPt>
          <c:dPt>
            <c:idx val="16"/>
            <c:spPr>
              <a:solidFill>
                <a:srgbClr val="00FDCF"/>
              </a:solidFill>
            </c:spPr>
          </c:dPt>
          <c:dPt>
            <c:idx val="17"/>
            <c:spPr>
              <a:solidFill>
                <a:srgbClr val="A17569"/>
              </a:solidFill>
            </c:spPr>
          </c:dPt>
          <c:dPt>
            <c:idx val="18"/>
            <c:spPr>
              <a:solidFill>
                <a:srgbClr val="645474"/>
              </a:solidFill>
            </c:spPr>
          </c:dPt>
          <c:dPt>
            <c:idx val="19"/>
            <c:spPr>
              <a:solidFill>
                <a:srgbClr val="0774D8"/>
              </a:solidFill>
            </c:spPr>
          </c:dPt>
          <c:dLbls>
            <c:dLbl>
              <c:idx val="0"/>
              <c:tx>
                <c:rich>
                  <a:bodyPr/>
                  <a:lstStyle/>
                  <a:p>
                    <a:r>
                      <a:t>47.35%</a:t>
                    </a:r>
                  </a:p>
                </c:rich>
              </c:tx>
              <c:dLblPos val="inEnd"/>
              <c:showLegendKey val="0"/>
              <c:showVal val="1"/>
              <c:showCatName val="0"/>
              <c:showSerName val="0"/>
              <c:showPercent val="0"/>
              <c:showBubbleSize val="0"/>
            </c:dLbl>
            <c:dLbl>
              <c:idx val="1"/>
              <c:tx>
                <c:rich>
                  <a:bodyPr/>
                  <a:lstStyle/>
                  <a:p>
                    <a:r>
                      <a:t>19.05%</a:t>
                    </a:r>
                  </a:p>
                </c:rich>
              </c:tx>
              <c:dLblPos val="inEnd"/>
              <c:showLegendKey val="0"/>
              <c:showVal val="1"/>
              <c:showCatName val="0"/>
              <c:showSerName val="0"/>
              <c:showPercent val="0"/>
              <c:showBubbleSize val="0"/>
            </c:dLbl>
            <c:dLbl>
              <c:idx val="2"/>
              <c:tx>
                <c:rich>
                  <a:bodyPr/>
                  <a:lstStyle/>
                  <a:p>
                    <a:r>
                      <a:t>9.22%</a:t>
                    </a:r>
                  </a:p>
                </c:rich>
              </c:tx>
              <c:dLblPos val="inEnd"/>
              <c:showLegendKey val="0"/>
              <c:showVal val="1"/>
              <c:showCatName val="0"/>
              <c:showSerName val="0"/>
              <c:showPercent val="0"/>
              <c:showBubbleSize val="0"/>
            </c:dLbl>
            <c:dLbl>
              <c:idx val="3"/>
              <c:tx>
                <c:rich>
                  <a:bodyPr/>
                  <a:lstStyle/>
                  <a:p>
                    <a:r>
                      <a:t>9.17%</a:t>
                    </a:r>
                  </a:p>
                </c:rich>
              </c:tx>
              <c:dLblPos val="inEnd"/>
              <c:showLegendKey val="0"/>
              <c:showVal val="1"/>
              <c:showCatName val="0"/>
              <c:showSerName val="0"/>
              <c:showPercent val="0"/>
              <c:showBubbleSize val="0"/>
            </c:dLbl>
            <c:dLbl>
              <c:idx val="4"/>
              <c:tx>
                <c:rich>
                  <a:bodyPr/>
                  <a:lstStyle/>
                  <a:p>
                    <a:r>
                      <a:t>3.07%</a:t>
                    </a:r>
                  </a:p>
                </c:rich>
              </c:tx>
              <c:dLblPos val="inEnd"/>
              <c:showLegendKey val="0"/>
              <c:showVal val="1"/>
              <c:showCatName val="0"/>
              <c:showSerName val="0"/>
              <c:showPercent val="0"/>
              <c:showBubbleSize val="0"/>
            </c:dLbl>
            <c:dLbl>
              <c:idx val="5"/>
              <c:tx>
                <c:rich>
                  <a:bodyPr/>
                  <a:lstStyle/>
                  <a:p>
                    <a:r>
                      <a:t>2.58%</a:t>
                    </a:r>
                  </a:p>
                </c:rich>
              </c:tx>
              <c:dLblPos val="inEnd"/>
              <c:showLegendKey val="0"/>
              <c:showVal val="1"/>
              <c:showCatName val="0"/>
              <c:showSerName val="0"/>
              <c:showPercent val="0"/>
              <c:showBubbleSize val="0"/>
            </c:dLbl>
            <c:dLbl>
              <c:idx val="6"/>
              <c:tx>
                <c:rich>
                  <a:bodyPr/>
                  <a:lstStyle/>
                  <a:p>
                    <a:r>
                      <a:t>2.03%</a:t>
                    </a:r>
                  </a:p>
                </c:rich>
              </c:tx>
              <c:dLblPos val="inEnd"/>
              <c:showLegendKey val="0"/>
              <c:showVal val="1"/>
              <c:showCatName val="0"/>
              <c:showSerName val="0"/>
              <c:showPercent val="0"/>
              <c:showBubbleSize val="0"/>
            </c:dLbl>
            <c:dLbl>
              <c:idx val="7"/>
              <c:tx>
                <c:rich>
                  <a:bodyPr/>
                  <a:lstStyle/>
                  <a:p>
                    <a:r>
                      <a:t>1.79%</a:t>
                    </a:r>
                  </a:p>
                </c:rich>
              </c:tx>
              <c:dLblPos val="inEnd"/>
              <c:showLegendKey val="0"/>
              <c:showVal val="1"/>
              <c:showCatName val="0"/>
              <c:showSerName val="0"/>
              <c:showPercent val="0"/>
              <c:showBubbleSize val="0"/>
            </c:dLbl>
            <c:dLbl>
              <c:idx val="8"/>
              <c:tx>
                <c:rich>
                  <a:bodyPr/>
                  <a:lstStyle/>
                  <a:p>
                    <a:r>
                      <a:t>1.68%</a:t>
                    </a:r>
                  </a:p>
                </c:rich>
              </c:tx>
              <c:dLblPos val="inEnd"/>
              <c:showLegendKey val="0"/>
              <c:showVal val="1"/>
              <c:showCatName val="0"/>
              <c:showSerName val="0"/>
              <c:showPercent val="0"/>
              <c:showBubbleSize val="0"/>
            </c:dLbl>
            <c:dLbl>
              <c:idx val="9"/>
              <c:tx>
                <c:rich>
                  <a:bodyPr/>
                  <a:lstStyle/>
                  <a:p>
                    <a:r>
                      <a:t>1.34%</a:t>
                    </a:r>
                  </a:p>
                </c:rich>
              </c:tx>
              <c:dLblPos val="inEnd"/>
              <c:showLegendKey val="0"/>
              <c:showVal val="1"/>
              <c:showCatName val="0"/>
              <c:showSerName val="0"/>
              <c:showPercent val="0"/>
              <c:showBubbleSize val="0"/>
            </c:dLbl>
            <c:dLbl>
              <c:idx val="10"/>
              <c:tx>
                <c:rich>
                  <a:bodyPr/>
                  <a:lstStyle/>
                  <a:p>
                    <a:r>
                      <a:t>1.11%</a:t>
                    </a:r>
                  </a:p>
                </c:rich>
              </c:tx>
              <c:dLblPos val="inEnd"/>
              <c:showLegendKey val="0"/>
              <c:showVal val="1"/>
              <c:showCatName val="0"/>
              <c:showSerName val="0"/>
              <c:showPercent val="0"/>
              <c:showBubbleSize val="0"/>
            </c:dLbl>
            <c:dLbl>
              <c:idx val="11"/>
              <c:tx>
                <c:rich>
                  <a:bodyPr/>
                  <a:lstStyle/>
                  <a:p>
                    <a:r>
                      <a:t>0.54%</a:t>
                    </a:r>
                  </a:p>
                </c:rich>
              </c:tx>
              <c:dLblPos val="inEnd"/>
              <c:showLegendKey val="0"/>
              <c:showVal val="1"/>
              <c:showCatName val="0"/>
              <c:showSerName val="0"/>
              <c:showPercent val="0"/>
              <c:showBubbleSize val="0"/>
            </c:dLbl>
            <c:dLbl>
              <c:idx val="12"/>
              <c:tx>
                <c:rich>
                  <a:bodyPr/>
                  <a:lstStyle/>
                  <a:p>
                    <a:r>
                      <a:t>0.33%</a:t>
                    </a:r>
                  </a:p>
                </c:rich>
              </c:tx>
              <c:dLblPos val="inEnd"/>
              <c:showLegendKey val="0"/>
              <c:showVal val="1"/>
              <c:showCatName val="0"/>
              <c:showSerName val="0"/>
              <c:showPercent val="0"/>
              <c:showBubbleSize val="0"/>
            </c:dLbl>
            <c:dLbl>
              <c:idx val="13"/>
              <c:tx>
                <c:rich>
                  <a:bodyPr/>
                  <a:lstStyle/>
                  <a:p>
                    <a:r>
                      <a:t>0.22%</a:t>
                    </a:r>
                  </a:p>
                </c:rich>
              </c:tx>
              <c:dLblPos val="inEnd"/>
              <c:showLegendKey val="0"/>
              <c:showVal val="1"/>
              <c:showCatName val="0"/>
              <c:showSerName val="0"/>
              <c:showPercent val="0"/>
              <c:showBubbleSize val="0"/>
            </c:dLbl>
            <c:dLbl>
              <c:idx val="14"/>
              <c:tx>
                <c:rich>
                  <a:bodyPr/>
                  <a:lstStyle/>
                  <a:p>
                    <a:r>
                      <a:t>0.2%</a:t>
                    </a:r>
                  </a:p>
                </c:rich>
              </c:tx>
              <c:dLblPos val="inEnd"/>
              <c:showLegendKey val="0"/>
              <c:showVal val="1"/>
              <c:showCatName val="0"/>
              <c:showSerName val="0"/>
              <c:showPercent val="0"/>
              <c:showBubbleSize val="0"/>
            </c:dLbl>
            <c:dLbl>
              <c:idx val="15"/>
              <c:tx>
                <c:rich>
                  <a:bodyPr/>
                  <a:lstStyle/>
                  <a:p>
                    <a:r>
                      <a:t>0.16%</a:t>
                    </a:r>
                  </a:p>
                </c:rich>
              </c:tx>
              <c:dLblPos val="inEnd"/>
              <c:showLegendKey val="0"/>
              <c:showVal val="1"/>
              <c:showCatName val="0"/>
              <c:showSerName val="0"/>
              <c:showPercent val="0"/>
              <c:showBubbleSize val="0"/>
            </c:dLbl>
            <c:dLbl>
              <c:idx val="16"/>
              <c:tx>
                <c:rich>
                  <a:bodyPr/>
                  <a:lstStyle/>
                  <a:p>
                    <a:r>
                      <a:t>0.11%</a:t>
                    </a:r>
                  </a:p>
                </c:rich>
              </c:tx>
              <c:dLblPos val="inEnd"/>
              <c:showLegendKey val="0"/>
              <c:showVal val="1"/>
              <c:showCatName val="0"/>
              <c:showSerName val="0"/>
              <c:showPercent val="0"/>
              <c:showBubbleSize val="0"/>
            </c:dLbl>
            <c:dLbl>
              <c:idx val="17"/>
              <c:tx>
                <c:rich>
                  <a:bodyPr/>
                  <a:lstStyle/>
                  <a:p>
                    <a:r>
                      <a:t>0.1%</a:t>
                    </a:r>
                  </a:p>
                </c:rich>
              </c:tx>
              <c:dLblPos val="inEnd"/>
              <c:showLegendKey val="0"/>
              <c:showVal val="1"/>
              <c:showCatName val="0"/>
              <c:showSerName val="0"/>
              <c:showPercent val="0"/>
              <c:showBubbleSize val="0"/>
            </c:dLbl>
            <c:dLbl>
              <c:idx val="18"/>
              <c:tx>
                <c:rich>
                  <a:bodyPr/>
                  <a:lstStyle/>
                  <a:p>
                    <a:r>
                      <a:t>0.09%</a:t>
                    </a:r>
                  </a:p>
                </c:rich>
              </c:tx>
              <c:dLblPos val="inEnd"/>
              <c:showLegendKey val="0"/>
              <c:showVal val="1"/>
              <c:showCatName val="0"/>
              <c:showSerName val="0"/>
              <c:showPercent val="0"/>
              <c:showBubbleSize val="0"/>
            </c:dLbl>
            <c:dLbl>
              <c:idx val="19"/>
              <c:tx>
                <c:rich>
                  <a:bodyPr/>
                  <a:lstStyle/>
                  <a:p>
                    <a:r>
                      <a:t>0.03%</a:t>
                    </a:r>
                  </a:p>
                </c:rich>
              </c:tx>
              <c:dLblPos val="inEnd"/>
              <c:showLegendKey val="0"/>
              <c:showVal val="1"/>
              <c:showCatName val="0"/>
              <c:showSerName val="0"/>
              <c:showPercent val="0"/>
              <c:showBubbleSize val="0"/>
            </c:dLbl>
            <c:dLbl>
              <c:idx val="20"/>
              <c:tx>
                <c:rich>
                  <a:bodyPr/>
                  <a:lstStyle/>
                  <a:p>
                    <a:r>
                      <a:t>-0.17%</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Brand_Digital_I...</c:v>
                </c:pt>
                <c:pt idx="3">
                  <c:v>Distribution</c:v>
                </c:pt>
                <c:pt idx="4">
                  <c:v>E-com</c:v>
                </c:pt>
                <c:pt idx="5">
                  <c:v>Brand_OOH</c:v>
                </c:pt>
                <c:pt idx="6">
                  <c:v>Region_Digital_...</c:v>
                </c:pt>
                <c:pt idx="7">
                  <c:v>Brand_TV</c:v>
                </c:pt>
                <c:pt idx="8">
                  <c:v>Brand_Digital_P...</c:v>
                </c:pt>
                <c:pt idx="9">
                  <c:v>Brand_Digital_D...</c:v>
                </c:pt>
                <c:pt idx="10">
                  <c:v>Brand_Digital_V...</c:v>
                </c:pt>
                <c:pt idx="11">
                  <c:v>Brand_Digital_S...</c:v>
                </c:pt>
                <c:pt idx="12">
                  <c:v>Region_Digital_...</c:v>
                </c:pt>
                <c:pt idx="13">
                  <c:v>Region_Digital_...</c:v>
                </c:pt>
                <c:pt idx="14">
                  <c:v>POS</c:v>
                </c:pt>
                <c:pt idx="15">
                  <c:v>Region_OOH</c:v>
                </c:pt>
                <c:pt idx="16">
                  <c:v>PR</c:v>
                </c:pt>
                <c:pt idx="17">
                  <c:v>Price index</c:v>
                </c:pt>
                <c:pt idx="18">
                  <c:v>Region_Digital_...</c:v>
                </c:pt>
                <c:pt idx="19">
                  <c:v>Region_TV</c:v>
                </c:pt>
                <c:pt idx="20">
                  <c:v>Region_Digital_...</c:v>
                </c:pt>
              </c:strCache>
            </c:strRef>
          </c:cat>
          <c:val>
            <c:numRef>
              <c:f>Sheet1!$C$2:$C$22</c:f>
              <c:numCache>
                <c:formatCode>General</c:formatCode>
                <c:ptCount val="21"/>
                <c:pt idx="0">
                  <c:v>47.349170874190186</c:v>
                </c:pt>
                <c:pt idx="1">
                  <c:v>19.052880238167237</c:v>
                </c:pt>
                <c:pt idx="2">
                  <c:v>9.216594384141292</c:v>
                </c:pt>
                <c:pt idx="3">
                  <c:v>9.16564988585078</c:v>
                </c:pt>
                <c:pt idx="4">
                  <c:v>3.074113775821152</c:v>
                </c:pt>
                <c:pt idx="5">
                  <c:v>2.5750689764790584</c:v>
                </c:pt>
                <c:pt idx="6">
                  <c:v>2.0263500674760295</c:v>
                </c:pt>
                <c:pt idx="7">
                  <c:v>1.7907507799439961</c:v>
                </c:pt>
                <c:pt idx="8">
                  <c:v>1.681131359611327</c:v>
                </c:pt>
                <c:pt idx="9">
                  <c:v>1.3408312979677923</c:v>
                </c:pt>
                <c:pt idx="10">
                  <c:v>1.105075510067003</c:v>
                </c:pt>
                <c:pt idx="11">
                  <c:v>0.5446691967015228</c:v>
                </c:pt>
                <c:pt idx="12">
                  <c:v>0.3310646529911705</c:v>
                </c:pt>
                <c:pt idx="13">
                  <c:v>0.22273789881389547</c:v>
                </c:pt>
                <c:pt idx="14">
                  <c:v>0.20155670476518245</c:v>
                </c:pt>
                <c:pt idx="15">
                  <c:v>0.15745485285327915</c:v>
                </c:pt>
                <c:pt idx="16">
                  <c:v>0.10958744853730054</c:v>
                </c:pt>
                <c:pt idx="17">
                  <c:v>0.09920450002806011</c:v>
                </c:pt>
                <c:pt idx="18">
                  <c:v>0.09103443843601272</c:v>
                </c:pt>
                <c:pt idx="19">
                  <c:v>0.03473463512353694</c:v>
                </c:pt>
                <c:pt idx="20">
                  <c:v>0.16966147796580372</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240354.11190366745</c:v>
                </c:pt>
                <c:pt idx="2">
                  <c:v>484825.4464855194</c:v>
                </c:pt>
                <c:pt idx="3">
                  <c:v>733324.07025671</c:v>
                </c:pt>
                <c:pt idx="4">
                  <c:v>985747.9485096931</c:v>
                </c:pt>
                <c:pt idx="5">
                  <c:v>1241982.9025759697</c:v>
                </c:pt>
                <c:pt idx="6">
                  <c:v>1501902.6543107033</c:v>
                </c:pt>
                <c:pt idx="7">
                  <c:v>1765368.9622507095</c:v>
                </c:pt>
                <c:pt idx="8">
                  <c:v>2032231.8528285027</c:v>
                </c:pt>
                <c:pt idx="9">
                  <c:v>2302329.948744774</c:v>
                </c:pt>
                <c:pt idx="10">
                  <c:v>2575490.895284176</c:v>
                </c:pt>
                <c:pt idx="11">
                  <c:v>2851531.8838477135</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2851531.8838477135</c:v>
                </c:pt>
                <c:pt idx="12">
                  <c:v>3130260.270509243</c:v>
                </c:pt>
                <c:pt idx="13">
                  <c:v>3411474.2857809067</c:v>
                </c:pt>
                <c:pt idx="14">
                  <c:v>3694963.8302755356</c:v>
                </c:pt>
                <c:pt idx="15">
                  <c:v>3980511.3494377136</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9756.417499542236</c:v>
                </c:pt>
                <c:pt idx="2">
                  <c:v>19520.1549782753</c:v>
                </c:pt>
                <c:pt idx="3">
                  <c:v>29291.171288967133</c:v>
                </c:pt>
                <c:pt idx="4">
                  <c:v>39069.42511034012</c:v>
                </c:pt>
                <c:pt idx="5">
                  <c:v>48854.87494659424</c:v>
                </c:pt>
                <c:pt idx="6">
                  <c:v>58647.47912979126</c:v>
                </c:pt>
                <c:pt idx="7">
                  <c:v>68447.19581842422</c:v>
                </c:pt>
                <c:pt idx="8">
                  <c:v>78253.9829993248</c:v>
                </c:pt>
                <c:pt idx="9">
                  <c:v>88067.7984919548</c:v>
                </c:pt>
                <c:pt idx="10">
                  <c:v>97888.5999455452</c:v>
                </c:pt>
                <c:pt idx="11">
                  <c:v>107716.34483575821</c:v>
                </c:pt>
                <c:pt idx="12">
                  <c:v>117550.99047756195</c:v>
                </c:pt>
                <c:pt idx="13">
                  <c:v>127392.49401569366</c:v>
                </c:pt>
                <c:pt idx="14">
                  <c:v>137240.81243038177</c:v>
                </c:pt>
                <c:pt idx="15">
                  <c:v>147095.90253782272</c:v>
                </c:pt>
                <c:pt idx="16">
                  <c:v>156957.7209868431</c:v>
                </c:pt>
                <c:pt idx="17">
                  <c:v>166826.2242693901</c:v>
                </c:pt>
                <c:pt idx="18">
                  <c:v>176701.36871099472</c:v>
                </c:pt>
                <c:pt idx="19">
                  <c:v>186583.11047935486</c:v>
                </c:pt>
                <c:pt idx="20">
                  <c:v>196471.4055814743</c:v>
                </c:pt>
                <c:pt idx="21">
                  <c:v>206366.2098660469</c:v>
                </c:pt>
                <c:pt idx="22">
                  <c:v>216267.47902441025</c:v>
                </c:pt>
                <c:pt idx="23">
                  <c:v>226175.16859006882</c:v>
                </c:pt>
                <c:pt idx="24">
                  <c:v>236089.2339439392</c:v>
                </c:pt>
                <c:pt idx="25">
                  <c:v>246009.63031101227</c:v>
                </c:pt>
                <c:pt idx="26">
                  <c:v>255936.31276226044</c:v>
                </c:pt>
                <c:pt idx="27">
                  <c:v>265869.2362174988</c:v>
                </c:pt>
                <c:pt idx="28">
                  <c:v>275808.3554472923</c:v>
                </c:pt>
                <c:pt idx="29">
                  <c:v>285753.62506866455</c:v>
                </c:pt>
                <c:pt idx="30">
                  <c:v>295704.99955272675</c:v>
                </c:pt>
                <c:pt idx="31">
                  <c:v>305662.433221817</c:v>
                </c:pt>
                <c:pt idx="32">
                  <c:v>315625.880253315</c:v>
                </c:pt>
                <c:pt idx="33">
                  <c:v>325595.29467630386</c:v>
                </c:pt>
                <c:pt idx="34">
                  <c:v>335570.6303792</c:v>
                </c:pt>
                <c:pt idx="35">
                  <c:v>345551.8411049843</c:v>
                </c:pt>
                <c:pt idx="36">
                  <c:v>355538.8804564476</c:v>
                </c:pt>
                <c:pt idx="37">
                  <c:v>365531.7018942833</c:v>
                </c:pt>
                <c:pt idx="38">
                  <c:v>375530.25874090195</c:v>
                </c:pt>
                <c:pt idx="39">
                  <c:v>385534.50418043137</c:v>
                </c:pt>
                <c:pt idx="40">
                  <c:v>395544.3912601471</c:v>
                </c:pt>
                <c:pt idx="41">
                  <c:v>405559.8728914261</c:v>
                </c:pt>
                <c:pt idx="42">
                  <c:v>415580.9018511772</c:v>
                </c:pt>
                <c:pt idx="43">
                  <c:v>425607.4307823181</c:v>
                </c:pt>
                <c:pt idx="44">
                  <c:v>435639.4121975899</c:v>
                </c:pt>
                <c:pt idx="45">
                  <c:v>445676.79847717285</c:v>
                </c:pt>
                <c:pt idx="46">
                  <c:v>455719.54187345505</c:v>
                </c:pt>
                <c:pt idx="47">
                  <c:v>465767.59450912476</c:v>
                </c:pt>
                <c:pt idx="48">
                  <c:v>475820.9083805084</c:v>
                </c:pt>
                <c:pt idx="49">
                  <c:v>485879.4353604317</c:v>
                </c:pt>
                <c:pt idx="50">
                  <c:v>495943.1271934509</c:v>
                </c:pt>
                <c:pt idx="51">
                  <c:v>506011.93550395966</c:v>
                </c:pt>
                <c:pt idx="52">
                  <c:v>516085.8117952347</c:v>
                </c:pt>
                <c:pt idx="53">
                  <c:v>526164.7074475288</c:v>
                </c:pt>
                <c:pt idx="54">
                  <c:v>536248.5737247467</c:v>
                </c:pt>
                <c:pt idx="55">
                  <c:v>546337.3617725372</c:v>
                </c:pt>
                <c:pt idx="56">
                  <c:v>556431.0226192474</c:v>
                </c:pt>
                <c:pt idx="57">
                  <c:v>566529.5071783066</c:v>
                </c:pt>
                <c:pt idx="58">
                  <c:v>576632.7662520409</c:v>
                </c:pt>
                <c:pt idx="59">
                  <c:v>586740.7505264282</c:v>
                </c:pt>
                <c:pt idx="60">
                  <c:v>596853.4105820656</c:v>
                </c:pt>
                <c:pt idx="61">
                  <c:v>606970.696885109</c:v>
                </c:pt>
                <c:pt idx="62">
                  <c:v>617092.5597968102</c:v>
                </c:pt>
                <c:pt idx="63">
                  <c:v>627218.949570179</c:v>
                </c:pt>
                <c:pt idx="64">
                  <c:v>637349.8163547516</c:v>
                </c:pt>
                <c:pt idx="65">
                  <c:v>647485.1101942062</c:v>
                </c:pt>
                <c:pt idx="66">
                  <c:v>657624.7810311317</c:v>
                </c:pt>
                <c:pt idx="67">
                  <c:v>667768.7787070274</c:v>
                </c:pt>
                <c:pt idx="68">
                  <c:v>677917.0529646873</c:v>
                </c:pt>
                <c:pt idx="69">
                  <c:v>688069.5534472466</c:v>
                </c:pt>
                <c:pt idx="70">
                  <c:v>698226.229701519</c:v>
                </c:pt>
                <c:pt idx="71">
                  <c:v>708387.0311813354</c:v>
                </c:pt>
                <c:pt idx="72">
                  <c:v>718551.9072451591</c:v>
                </c:pt>
                <c:pt idx="73">
                  <c:v>728720.8071579933</c:v>
                </c:pt>
                <c:pt idx="74">
                  <c:v>738893.68009758</c:v>
                </c:pt>
                <c:pt idx="75">
                  <c:v>749070.4751486778</c:v>
                </c:pt>
                <c:pt idx="76">
                  <c:v>759251.141310215</c:v>
                </c:pt>
                <c:pt idx="77">
                  <c:v>769435.6274957657</c:v>
                </c:pt>
                <c:pt idx="78">
                  <c:v>779623.8825316429</c:v>
                </c:pt>
                <c:pt idx="79">
                  <c:v>789815.855164051</c:v>
                </c:pt>
                <c:pt idx="80">
                  <c:v>800011.4940543175</c:v>
                </c:pt>
                <c:pt idx="81">
                  <c:v>810210.7477850914</c:v>
                </c:pt>
                <c:pt idx="82">
                  <c:v>820413.5648608208</c:v>
                </c:pt>
                <c:pt idx="83">
                  <c:v>830619.8937072754</c:v>
                </c:pt>
                <c:pt idx="84">
                  <c:v>840829.6826758385</c:v>
                </c:pt>
                <c:pt idx="85">
                  <c:v>851042.8800430298</c:v>
                </c:pt>
                <c:pt idx="86">
                  <c:v>861259.4340128899</c:v>
                </c:pt>
                <c:pt idx="87">
                  <c:v>871479.2927193642</c:v>
                </c:pt>
                <c:pt idx="88">
                  <c:v>881702.4042258263</c:v>
                </c:pt>
                <c:pt idx="89">
                  <c:v>891928.7165269852</c:v>
                </c:pt>
                <c:pt idx="90">
                  <c:v>902158.1775522232</c:v>
                </c:pt>
                <c:pt idx="91">
                  <c:v>912390.7351675034</c:v>
                </c:pt>
                <c:pt idx="92">
                  <c:v>922626.3371720314</c:v>
                </c:pt>
                <c:pt idx="93">
                  <c:v>932864.931306839</c:v>
                </c:pt>
                <c:pt idx="94">
                  <c:v>943106.4652500153</c:v>
                </c:pt>
                <c:pt idx="95">
                  <c:v>953350.8866233826</c:v>
                </c:pt>
                <c:pt idx="96">
                  <c:v>963598.1429891586</c:v>
                </c:pt>
                <c:pt idx="97">
                  <c:v>973848.1818580627</c:v>
                </c:pt>
                <c:pt idx="98">
                  <c:v>984100.9506821632</c:v>
                </c:pt>
                <c:pt idx="99">
                  <c:v>994356.3968653679</c:v>
                </c:pt>
                <c:pt idx="100">
                  <c:v>1004614.4677591324</c:v>
                </c:pt>
                <c:pt idx="101">
                  <c:v>1014875.1106653214</c:v>
                </c:pt>
                <c:pt idx="102">
                  <c:v>1025138.2728404999</c:v>
                </c:pt>
                <c:pt idx="103">
                  <c:v>1035403.9014930725</c:v>
                </c:pt>
                <c:pt idx="104">
                  <c:v>1045671.9437890053</c:v>
                </c:pt>
                <c:pt idx="105">
                  <c:v>1055942.3468499184</c:v>
                </c:pt>
                <c:pt idx="106">
                  <c:v>1066215.0577573776</c:v>
                </c:pt>
                <c:pt idx="107">
                  <c:v>1076490.0235538483</c:v>
                </c:pt>
                <c:pt idx="108">
                  <c:v>1086767.1912441254</c:v>
                </c:pt>
                <c:pt idx="109">
                  <c:v>1097046.5077958107</c:v>
                </c:pt>
                <c:pt idx="110">
                  <c:v>1107327.9201431274</c:v>
                </c:pt>
                <c:pt idx="111">
                  <c:v>1117611.375184536</c:v>
                </c:pt>
                <c:pt idx="112">
                  <c:v>1127896.8197932243</c:v>
                </c:pt>
                <c:pt idx="113">
                  <c:v>1138184.2008047104</c:v>
                </c:pt>
                <c:pt idx="114">
                  <c:v>1148473.4650335312</c:v>
                </c:pt>
                <c:pt idx="115">
                  <c:v>1158764.5592632294</c:v>
                </c:pt>
                <c:pt idx="116">
                  <c:v>1169057.4302549362</c:v>
                </c:pt>
                <c:pt idx="117">
                  <c:v>1179352.0247454643</c:v>
                </c:pt>
                <c:pt idx="118">
                  <c:v>1189648.2894506454</c:v>
                </c:pt>
                <c:pt idx="119">
                  <c:v>1199946.1710648537</c:v>
                </c:pt>
                <c:pt idx="120">
                  <c:v>1210245.6162667274</c:v>
                </c:pt>
                <c:pt idx="121">
                  <c:v>1220546.5717172623</c:v>
                </c:pt>
                <c:pt idx="122">
                  <c:v>1230848.9840607643</c:v>
                </c:pt>
                <c:pt idx="123">
                  <c:v>1241152.7999296188</c:v>
                </c:pt>
                <c:pt idx="124">
                  <c:v>1251457.9659442902</c:v>
                </c:pt>
                <c:pt idx="125">
                  <c:v>1261764.4287157059</c:v>
                </c:pt>
                <c:pt idx="126">
                  <c:v>1272072.1348452568</c:v>
                </c:pt>
                <c:pt idx="127">
                  <c:v>1282381.030928135</c:v>
                </c:pt>
                <c:pt idx="128">
                  <c:v>1292691.0635533333</c:v>
                </c:pt>
                <c:pt idx="129">
                  <c:v>1303002.179306984</c:v>
                </c:pt>
                <c:pt idx="130">
                  <c:v>1313314.3247737885</c:v>
                </c:pt>
                <c:pt idx="131">
                  <c:v>1323627.446536541</c:v>
                </c:pt>
                <c:pt idx="132">
                  <c:v>1333941.4911818504</c:v>
                </c:pt>
                <c:pt idx="133">
                  <c:v>1344256.405295372</c:v>
                </c:pt>
                <c:pt idx="134">
                  <c:v>1354572.1354718208</c:v>
                </c:pt>
                <c:pt idx="135">
                  <c:v>1364888.6283082962</c:v>
                </c:pt>
                <c:pt idx="136">
                  <c:v>1375205.8304109573</c:v>
                </c:pt>
                <c:pt idx="137">
                  <c:v>1385523.6883974075</c:v>
                </c:pt>
                <c:pt idx="138">
                  <c:v>1395842.1488933563</c:v>
                </c:pt>
                <c:pt idx="139">
                  <c:v>1406161.1585383415</c:v>
                </c:pt>
                <c:pt idx="140">
                  <c:v>1416480.663986683</c:v>
                </c:pt>
                <c:pt idx="141">
                  <c:v>1426800.6119074821</c:v>
                </c:pt>
                <c:pt idx="142">
                  <c:v>1437120.9489889145</c:v>
                </c:pt>
                <c:pt idx="143">
                  <c:v>1447441.621937275</c:v>
                </c:pt>
                <c:pt idx="144">
                  <c:v>1457762.5774793625</c:v>
                </c:pt>
                <c:pt idx="145">
                  <c:v>1468083.7623648643</c:v>
                </c:pt>
                <c:pt idx="146">
                  <c:v>1478405.1233673096</c:v>
                </c:pt>
                <c:pt idx="147">
                  <c:v>1488726.6072864532</c:v>
                </c:pt>
                <c:pt idx="148">
                  <c:v>1499048.1609487534</c:v>
                </c:pt>
                <c:pt idx="149">
                  <c:v>1509369.7312083244</c:v>
                </c:pt>
                <c:pt idx="150">
                  <c:v>1519691.264951229</c:v>
                </c:pt>
                <c:pt idx="151">
                  <c:v>1530012.709095955</c:v>
                </c:pt>
                <c:pt idx="152">
                  <c:v>1540334.0105919838</c:v>
                </c:pt>
                <c:pt idx="153">
                  <c:v>1550655.1164274216</c:v>
                </c:pt>
                <c:pt idx="154">
                  <c:v>1560975.9736242294</c:v>
                </c:pt>
                <c:pt idx="155">
                  <c:v>1571296.529243946</c:v>
                </c:pt>
                <c:pt idx="156">
                  <c:v>1581616.7303881645</c:v>
                </c:pt>
                <c:pt idx="157">
                  <c:v>1591936.5241999626</c:v>
                </c:pt>
                <c:pt idx="158">
                  <c:v>1602255.8578653336</c:v>
                </c:pt>
                <c:pt idx="159">
                  <c:v>1612574.6786136627</c:v>
                </c:pt>
                <c:pt idx="160">
                  <c:v>1622892.9337229729</c:v>
                </c:pt>
                <c:pt idx="161">
                  <c:v>1633210.57051754</c:v>
                </c:pt>
                <c:pt idx="162">
                  <c:v>1643527.5363726616</c:v>
                </c:pt>
                <c:pt idx="163">
                  <c:v>1653843.7787098885</c:v>
                </c:pt>
                <c:pt idx="164">
                  <c:v>1664159.2450094223</c:v>
                </c:pt>
                <c:pt idx="165">
                  <c:v>1674473.8828015327</c:v>
                </c:pt>
                <c:pt idx="166">
                  <c:v>1684787.6396727562</c:v>
                </c:pt>
                <c:pt idx="167">
                  <c:v>1695100.4632673264</c:v>
                </c:pt>
                <c:pt idx="168">
                  <c:v>1705412.3012871742</c:v>
                </c:pt>
                <c:pt idx="169">
                  <c:v>1715723.101495266</c:v>
                </c:pt>
                <c:pt idx="170">
                  <c:v>1726032.8117156029</c:v>
                </c:pt>
                <c:pt idx="171">
                  <c:v>1736341.3798351288</c:v>
                </c:pt>
                <c:pt idx="172">
                  <c:v>1746648.7538061142</c:v>
                </c:pt>
                <c:pt idx="173">
                  <c:v>1756954.8816461563</c:v>
                </c:pt>
                <c:pt idx="174">
                  <c:v>1767259.7114415169</c:v>
                </c:pt>
                <c:pt idx="175">
                  <c:v>1777563.191347599</c:v>
                </c:pt>
                <c:pt idx="176">
                  <c:v>1787865.2695889473</c:v>
                </c:pt>
                <c:pt idx="177">
                  <c:v>1798165.894464016</c:v>
                </c:pt>
                <c:pt idx="178">
                  <c:v>1808465.0143432617</c:v>
                </c:pt>
                <c:pt idx="179">
                  <c:v>1818762.577674389</c:v>
                </c:pt>
                <c:pt idx="180">
                  <c:v>1829058.5329794884</c:v>
                </c:pt>
                <c:pt idx="181">
                  <c:v>1839352.8288593292</c:v>
                </c:pt>
                <c:pt idx="182">
                  <c:v>1849645.4139947891</c:v>
                </c:pt>
                <c:pt idx="183">
                  <c:v>1859936.2371473312</c:v>
                </c:pt>
                <c:pt idx="184">
                  <c:v>1870225.2471604347</c:v>
                </c:pt>
                <c:pt idx="185">
                  <c:v>1880512.392961502</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1880512.392961502</c:v>
                </c:pt>
                <c:pt idx="186">
                  <c:v>1890797.6235628128</c:v>
                </c:pt>
                <c:pt idx="187">
                  <c:v>1901080.8880648613</c:v>
                </c:pt>
                <c:pt idx="188">
                  <c:v>1911362.135653019</c:v>
                </c:pt>
                <c:pt idx="189">
                  <c:v>1921641.3156061172</c:v>
                </c:pt>
                <c:pt idx="190">
                  <c:v>1931918.3772912025</c:v>
                </c:pt>
                <c:pt idx="191">
                  <c:v>1942193.2701678276</c:v>
                </c:pt>
                <c:pt idx="192">
                  <c:v>1952465.943789959</c:v>
                </c:pt>
                <c:pt idx="193">
                  <c:v>1962736.3478064537</c:v>
                </c:pt>
                <c:pt idx="194">
                  <c:v>1973004.4319615364</c:v>
                </c:pt>
                <c:pt idx="195">
                  <c:v>1983270.146098137</c:v>
                </c:pt>
                <c:pt idx="196">
                  <c:v>1993533.440158844</c:v>
                </c:pt>
                <c:pt idx="197">
                  <c:v>2003794.2641849518</c:v>
                </c:pt>
                <c:pt idx="198">
                  <c:v>2014052.568321228</c:v>
                </c:pt>
                <c:pt idx="199">
                  <c:v>2024308.3028149605</c:v>
                </c:pt>
                <c:pt idx="200">
                  <c:v>2034561.418018341</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4623395.571799278</c:v>
                </c:pt>
                <c:pt idx="2">
                  <c:v>9964315.774076939</c:v>
                </c:pt>
                <c:pt idx="3">
                  <c:v>16037904.237249374</c:v>
                </c:pt>
                <c:pt idx="4">
                  <c:v>22810964.81009674</c:v>
                </c:pt>
                <c:pt idx="5">
                  <c:v>30192984.63463211</c:v>
                </c:pt>
                <c:pt idx="6">
                  <c:v>38037634.84903622</c:v>
                </c:pt>
                <c:pt idx="7">
                  <c:v>46157225.82703352</c:v>
                </c:pt>
                <c:pt idx="8">
                  <c:v>54347443.10901356</c:v>
                </c:pt>
                <c:pt idx="9">
                  <c:v>62415018.31345844</c:v>
                </c:pt>
                <c:pt idx="10">
                  <c:v>70199994.21776962</c:v>
                </c:pt>
                <c:pt idx="11">
                  <c:v>77587446.92657185</c:v>
                </c:pt>
                <c:pt idx="12">
                  <c:v>84508402.46365547</c:v>
                </c:pt>
                <c:pt idx="13">
                  <c:v>90933196.95679045</c:v>
                </c:pt>
                <c:pt idx="14">
                  <c:v>96861482.34276247</c:v>
                </c:pt>
                <c:pt idx="15">
                  <c:v>102312167.29530096</c:v>
                </c:pt>
                <c:pt idx="16">
                  <c:v>107315078.91327143</c:v>
                </c:pt>
                <c:pt idx="17">
                  <c:v>111904889.5835743</c:v>
                </c:pt>
                <c:pt idx="18">
                  <c:v>116117134.88299322</c:v>
                </c:pt>
                <c:pt idx="19">
                  <c:v>119985864.53263521</c:v>
                </c:pt>
                <c:pt idx="20">
                  <c:v>123542439.75992155</c:v>
                </c:pt>
                <c:pt idx="21">
                  <c:v>126815071.77457762</c:v>
                </c:pt>
                <c:pt idx="22">
                  <c:v>129828803.2238369</c:v>
                </c:pt>
                <c:pt idx="23">
                  <c:v>132605730.02773857</c:v>
                </c:pt>
                <c:pt idx="24">
                  <c:v>135165333.90761662</c:v>
                </c:pt>
                <c:pt idx="25">
                  <c:v>137524847.02422428</c:v>
                </c:pt>
                <c:pt idx="26">
                  <c:v>139699604.0716195</c:v>
                </c:pt>
                <c:pt idx="27">
                  <c:v>141703358.83468485</c:v>
                </c:pt>
                <c:pt idx="28">
                  <c:v>143548555.58541155</c:v>
                </c:pt>
                <c:pt idx="29">
                  <c:v>145246553.63509512</c:v>
                </c:pt>
                <c:pt idx="30">
                  <c:v>146807807.82735968</c:v>
                </c:pt>
                <c:pt idx="31">
                  <c:v>148242010.0339384</c:v>
                </c:pt>
                <c:pt idx="32">
                  <c:v>149558197.63245916</c:v>
                </c:pt>
                <c:pt idx="33">
                  <c:v>150764835.0385275</c:v>
                </c:pt>
                <c:pt idx="34">
                  <c:v>151869873.9787526</c:v>
                </c:pt>
                <c:pt idx="35">
                  <c:v>152880797.5505786</c:v>
                </c:pt>
                <c:pt idx="36">
                  <c:v>153804652.36385536</c:v>
                </c:pt>
                <c:pt idx="37">
                  <c:v>154648072.2905836</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154648072.2905836</c:v>
                </c:pt>
                <c:pt idx="38">
                  <c:v>155417296.6207862</c:v>
                </c:pt>
                <c:pt idx="39">
                  <c:v>156118184.76731062</c:v>
                </c:pt>
                <c:pt idx="40">
                  <c:v>156756229.09692097</c:v>
                </c:pt>
                <c:pt idx="41">
                  <c:v>157336566.99427128</c:v>
                </c:pt>
                <c:pt idx="42">
                  <c:v>157863992.88644123</c:v>
                </c:pt>
                <c:pt idx="43">
                  <c:v>158342970.66089487</c:v>
                </c:pt>
                <c:pt idx="44">
                  <c:v>158777646.6887741</c:v>
                </c:pt>
                <c:pt idx="45">
                  <c:v>159171863.50682497</c:v>
                </c:pt>
                <c:pt idx="46">
                  <c:v>159529174.10355377</c:v>
                </c:pt>
                <c:pt idx="47">
                  <c:v>159852856.68783092</c:v>
                </c:pt>
                <c:pt idx="48">
                  <c:v>160145929.7814107</c:v>
                </c:pt>
                <c:pt idx="49">
                  <c:v>160411167.46276855</c:v>
                </c:pt>
                <c:pt idx="50">
                  <c:v>160651114.591434</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25496721.123691082</c:v>
                </c:pt>
                <c:pt idx="2">
                  <c:v>53189935.08292627</c:v>
                </c:pt>
                <c:pt idx="3">
                  <c:v>83054864.05819511</c:v>
                </c:pt>
                <c:pt idx="4">
                  <c:v>115001739.37077522</c:v>
                </c:pt>
                <c:pt idx="5">
                  <c:v>148869631.93045807</c:v>
                </c:pt>
                <c:pt idx="6">
                  <c:v>184425572.41568136</c:v>
                </c:pt>
                <c:pt idx="7">
                  <c:v>221370149.20286703</c:v>
                </c:pt>
                <c:pt idx="8">
                  <c:v>259349806.96949005</c:v>
                </c:pt>
                <c:pt idx="9">
                  <c:v>297974859.9317689</c:v>
                </c:pt>
                <c:pt idx="10">
                  <c:v>336841108.5439396</c:v>
                </c:pt>
                <c:pt idx="11">
                  <c:v>375552253.4935694</c:v>
                </c:pt>
                <c:pt idx="12">
                  <c:v>413740250.5477767</c:v>
                </c:pt>
                <c:pt idx="13">
                  <c:v>451081331.92933464</c:v>
                </c:pt>
                <c:pt idx="14">
                  <c:v>487306411.6659975</c:v>
                </c:pt>
                <c:pt idx="15">
                  <c:v>522205673.0098305</c:v>
                </c:pt>
                <c:pt idx="16">
                  <c:v>555628023.4552569</c:v>
                </c:pt>
                <c:pt idx="17">
                  <c:v>587476642.233758</c:v>
                </c:pt>
                <c:pt idx="18">
                  <c:v>617702021.7652745</c:v>
                </c:pt>
                <c:pt idx="19">
                  <c:v>646293800.7520981</c:v>
                </c:pt>
                <c:pt idx="20">
                  <c:v>673272421.3989062</c:v>
                </c:pt>
                <c:pt idx="21">
                  <c:v>698681325.0129242</c:v>
                </c:pt>
                <c:pt idx="22">
                  <c:v>722580103.6755023</c:v>
                </c:pt>
                <c:pt idx="23">
                  <c:v>745038789.088172</c:v>
                </c:pt>
                <c:pt idx="24">
                  <c:v>766133293.3522477</c:v>
                </c:pt>
                <c:pt idx="25">
                  <c:v>785941913.7967043</c:v>
                </c:pt>
                <c:pt idx="26">
                  <c:v>804542761.1311889</c:v>
                </c:pt>
                <c:pt idx="27">
                  <c:v>822011952.1207347</c:v>
                </c:pt>
                <c:pt idx="28">
                  <c:v>838422411.6465416</c:v>
                </c:pt>
                <c:pt idx="29">
                  <c:v>853843144.5786014</c:v>
                </c:pt>
                <c:pt idx="30">
                  <c:v>868338858.5863085</c:v>
                </c:pt>
                <c:pt idx="31">
                  <c:v>881969840.6352396</c:v>
                </c:pt>
                <c:pt idx="32">
                  <c:v>894792010.098774</c:v>
                </c:pt>
                <c:pt idx="33">
                  <c:v>906857089.0330348</c:v>
                </c:pt>
                <c:pt idx="34">
                  <c:v>918212844.8730536</c:v>
                </c:pt>
                <c:pt idx="35">
                  <c:v>928903372.6925187</c:v>
                </c:pt>
                <c:pt idx="36">
                  <c:v>938969393.5296087</c:v>
                </c:pt>
                <c:pt idx="37">
                  <c:v>948448552.4990721</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948448552.4990721</c:v>
                </c:pt>
                <c:pt idx="38">
                  <c:v>957375705.8725333</c:v>
                </c:pt>
                <c:pt idx="39">
                  <c:v>965783190.3683672</c:v>
                </c:pt>
                <c:pt idx="40">
                  <c:v>973701070.8532543</c:v>
                </c:pt>
                <c:pt idx="41">
                  <c:v>981157364.7714701</c:v>
                </c:pt>
                <c:pt idx="42">
                  <c:v>988178243.0877929</c:v>
                </c:pt>
                <c:pt idx="43">
                  <c:v>994788208.516079</c:v>
                </c:pt>
                <c:pt idx="44">
                  <c:v>1001010252.4330754</c:v>
                </c:pt>
                <c:pt idx="45">
                  <c:v>1006865992.2422318</c:v>
                </c:pt>
                <c:pt idx="46">
                  <c:v>1012375791.1288075</c:v>
                </c:pt>
                <c:pt idx="47">
                  <c:v>1017558862.1912713</c:v>
                </c:pt>
                <c:pt idx="48">
                  <c:v>1022433358.886816</c:v>
                </c:pt>
                <c:pt idx="49">
                  <c:v>1027016453.6221437</c:v>
                </c:pt>
                <c:pt idx="50">
                  <c:v>1031324406.1777596</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21180133.377206326</c:v>
                </c:pt>
                <c:pt idx="2">
                  <c:v>43099163.626125336</c:v>
                </c:pt>
                <c:pt idx="3">
                  <c:v>65353232.66110802</c:v>
                </c:pt>
                <c:pt idx="4">
                  <c:v>87517241.8940053</c:v>
                </c:pt>
                <c:pt idx="5">
                  <c:v>109187366.6844325</c:v>
                </c:pt>
                <c:pt idx="6">
                  <c:v>130017726.81411839</c:v>
                </c:pt>
                <c:pt idx="7">
                  <c:v>149743970.4684987</c:v>
                </c:pt>
                <c:pt idx="8">
                  <c:v>168191313.23111343</c:v>
                </c:pt>
                <c:pt idx="9">
                  <c:v>185269172.57104492</c:v>
                </c:pt>
                <c:pt idx="10">
                  <c:v>200957152.76145267</c:v>
                </c:pt>
                <c:pt idx="11">
                  <c:v>215287462.46575642</c:v>
                </c:pt>
                <c:pt idx="12">
                  <c:v>228327673.72295952</c:v>
                </c:pt>
                <c:pt idx="13">
                  <c:v>240166082.99506903</c:v>
                </c:pt>
                <c:pt idx="14">
                  <c:v>250900514.56080627</c:v>
                </c:pt>
                <c:pt idx="15">
                  <c:v>260630480.3768711</c:v>
                </c:pt>
                <c:pt idx="16">
                  <c:v>269452151.8447671</c:v>
                </c:pt>
                <c:pt idx="17">
                  <c:v>277455464.9770627</c:v>
                </c:pt>
                <c:pt idx="18">
                  <c:v>284722725.3674011</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284722725.3674011</c:v>
                </c:pt>
                <c:pt idx="19">
                  <c:v>291328198.0383978</c:v>
                </c:pt>
                <c:pt idx="20">
                  <c:v>297338298.72302246</c:v>
                </c:pt>
                <c:pt idx="21">
                  <c:v>302812118.88950205</c:v>
                </c:pt>
                <c:pt idx="22">
                  <c:v>307802107.6055169</c:v>
                </c:pt>
                <c:pt idx="23">
                  <c:v>312354799.5321326</c:v>
                </c:pt>
                <c:pt idx="24">
                  <c:v>316511524.1038618</c:v>
                </c:pt>
                <c:pt idx="25">
                  <c:v>320309061.22764254</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931657.3662157059</c:v>
                </c:pt>
                <c:pt idx="2">
                  <c:v>1894472.431221962</c:v>
                </c:pt>
                <c:pt idx="3">
                  <c:v>2888524.8825883865</c:v>
                </c:pt>
                <c:pt idx="4">
                  <c:v>3913772.235186577</c:v>
                </c:pt>
                <c:pt idx="5">
                  <c:v>4970040.547298431</c:v>
                </c:pt>
                <c:pt idx="6">
                  <c:v>6057015.971185207</c:v>
                </c:pt>
                <c:pt idx="7">
                  <c:v>7174237.393404961</c:v>
                </c:pt>
                <c:pt idx="8">
                  <c:v>8321090.422509193</c:v>
                </c:pt>
                <c:pt idx="9">
                  <c:v>9496802.97517395</c:v>
                </c:pt>
                <c:pt idx="10">
                  <c:v>10700442.695253849</c:v>
                </c:pt>
                <c:pt idx="11">
                  <c:v>11930916.413081646</c:v>
                </c:pt>
                <c:pt idx="12">
                  <c:v>13186971.814455986</c:v>
                </c:pt>
                <c:pt idx="13">
                  <c:v>14467201.440606594</c:v>
                </c:pt>
                <c:pt idx="14">
                  <c:v>15770049.083280563</c:v>
                </c:pt>
                <c:pt idx="15">
                  <c:v>17093818.57466173</c:v>
                </c:pt>
                <c:pt idx="16">
                  <c:v>18436684.90270996</c:v>
                </c:pt>
                <c:pt idx="17">
                  <c:v>19796707.511558056</c:v>
                </c:pt>
                <c:pt idx="18">
                  <c:v>21171845.577246666</c:v>
                </c:pt>
                <c:pt idx="19">
                  <c:v>22559974.984694004</c:v>
                </c:pt>
                <c:pt idx="20">
                  <c:v>23958906.67575121</c:v>
                </c:pt>
                <c:pt idx="21">
                  <c:v>25366405.993463993</c:v>
                </c:pt>
                <c:pt idx="22">
                  <c:v>26780212.616656303</c:v>
                </c:pt>
                <c:pt idx="23">
                  <c:v>28198060.663170338</c:v>
                </c:pt>
                <c:pt idx="24">
                  <c:v>29617698.540427685</c:v>
                </c:pt>
                <c:pt idx="25">
                  <c:v>31036908.137958527</c:v>
                </c:pt>
                <c:pt idx="26">
                  <c:v>32453522.987220287</c:v>
                </c:pt>
                <c:pt idx="27">
                  <c:v>33865445.0572691</c:v>
                </c:pt>
                <c:pt idx="28">
                  <c:v>35270659.90815878</c:v>
                </c:pt>
                <c:pt idx="29">
                  <c:v>36667249.984246254</c:v>
                </c:pt>
                <c:pt idx="30">
                  <c:v>38053405.89370632</c:v>
                </c:pt>
                <c:pt idx="31">
                  <c:v>39427435.585306644</c:v>
                </c:pt>
                <c:pt idx="32">
                  <c:v>40787771.39598608</c:v>
                </c:pt>
                <c:pt idx="33">
                  <c:v>42132975.00050068</c:v>
                </c:pt>
                <c:pt idx="34">
                  <c:v>43461740.34537315</c:v>
                </c:pt>
                <c:pt idx="35">
                  <c:v>44772894.69222641</c:v>
                </c:pt>
                <c:pt idx="36">
                  <c:v>46065397.929543495</c:v>
                </c:pt>
                <c:pt idx="37">
                  <c:v>47338340.33664465</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47338340.33664465</c:v>
                </c:pt>
                <c:pt idx="38">
                  <c:v>48590938.999578476</c:v>
                </c:pt>
                <c:pt idx="39">
                  <c:v>49822533.086259365</c:v>
                </c:pt>
                <c:pt idx="40">
                  <c:v>51032578.18846369</c:v>
                </c:pt>
                <c:pt idx="41">
                  <c:v>52220639.932453156</c:v>
                </c:pt>
                <c:pt idx="42">
                  <c:v>53386387.049087524</c:v>
                </c:pt>
                <c:pt idx="43">
                  <c:v>54529584.07964039</c:v>
                </c:pt>
                <c:pt idx="44">
                  <c:v>55650083.876310825</c:v>
                </c:pt>
                <c:pt idx="45">
                  <c:v>56747820.03757286</c:v>
                </c:pt>
                <c:pt idx="46">
                  <c:v>57822799.39906359</c:v>
                </c:pt>
                <c:pt idx="47">
                  <c:v>58875094.681379795</c:v>
                </c:pt>
                <c:pt idx="48">
                  <c:v>59904837.377503395</c:v>
                </c:pt>
                <c:pt idx="49">
                  <c:v>60912210.94516611</c:v>
                </c:pt>
                <c:pt idx="50">
                  <c:v>61897444.35344839</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1806070.2142381668</c:v>
                </c:pt>
                <c:pt idx="2">
                  <c:v>3689792.2214221954</c:v>
                </c:pt>
                <c:pt idx="3">
                  <c:v>5651098.094548225</c:v>
                </c:pt>
                <c:pt idx="4">
                  <c:v>7689362.690428257</c:v>
                </c:pt>
                <c:pt idx="5">
                  <c:v>9803357.4412179</c:v>
                </c:pt>
                <c:pt idx="6">
                  <c:v>11991212.538154125</c:v>
                </c:pt>
                <c:pt idx="7">
                  <c:v>14250389.922334671</c:v>
                </c:pt>
                <c:pt idx="8">
                  <c:v>16577669.346262455</c:v>
                </c:pt>
                <c:pt idx="9">
                  <c:v>18969149.45099783</c:v>
                </c:pt>
                <c:pt idx="10">
                  <c:v>21420265.313423634</c:v>
                </c:pt>
                <c:pt idx="11">
                  <c:v>23925823.269530296</c:v>
                </c:pt>
                <c:pt idx="12">
                  <c:v>26480053.043988705</c:v>
                </c:pt>
                <c:pt idx="13">
                  <c:v>29076676.362669945</c:v>
                </c:pt>
                <c:pt idx="14">
                  <c:v>31708990.35584736</c:v>
                </c:pt>
                <c:pt idx="15">
                  <c:v>34369963.2464447</c:v>
                </c:pt>
                <c:pt idx="16">
                  <c:v>37052339.13034296</c:v>
                </c:pt>
                <c:pt idx="17">
                  <c:v>39748748.15625</c:v>
                </c:pt>
                <c:pt idx="18">
                  <c:v>42451818.14574671</c:v>
                </c:pt>
                <c:pt idx="19">
                  <c:v>45154283.68191862</c:v>
                </c:pt>
                <c:pt idx="20">
                  <c:v>47849088.93409014</c:v>
                </c:pt>
                <c:pt idx="21">
                  <c:v>50529480.94848633</c:v>
                </c:pt>
                <c:pt idx="22">
                  <c:v>53189090.77195978</c:v>
                </c:pt>
                <c:pt idx="23">
                  <c:v>55822000.526581764</c:v>
                </c:pt>
                <c:pt idx="24">
                  <c:v>58422795.35002613</c:v>
                </c:pt>
                <c:pt idx="25">
                  <c:v>60986599.896217346</c:v>
                </c:pt>
                <c:pt idx="26">
                  <c:v>63509099.79789686</c:v>
                </c:pt>
                <c:pt idx="27">
                  <c:v>65986549.087070465</c:v>
                </c:pt>
                <c:pt idx="28">
                  <c:v>68415765.025774</c:v>
                </c:pt>
                <c:pt idx="29">
                  <c:v>70794112.10949278</c:v>
                </c:pt>
                <c:pt idx="30">
                  <c:v>73119477.17339993</c:v>
                </c:pt>
                <c:pt idx="31">
                  <c:v>75390237.57262278</c:v>
                </c:pt>
                <c:pt idx="32">
                  <c:v>77605224.3437562</c:v>
                </c:pt>
                <c:pt idx="33">
                  <c:v>79763682.11116314</c:v>
                </c:pt>
                <c:pt idx="34">
                  <c:v>81865227.30327892</c:v>
                </c:pt>
                <c:pt idx="35">
                  <c:v>83909806.01489305</c:v>
                </c:pt>
                <c:pt idx="36">
                  <c:v>85897652.61065912</c:v>
                </c:pt>
                <c:pt idx="37">
                  <c:v>87829249.92890644</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87829249.92890644</c:v>
                </c:pt>
                <c:pt idx="38">
                  <c:v>89705291.72438622</c:v>
                </c:pt>
                <c:pt idx="39">
                  <c:v>91526647.79143381</c:v>
                </c:pt>
                <c:pt idx="40">
                  <c:v>93294332.03911638</c:v>
                </c:pt>
                <c:pt idx="41">
                  <c:v>95009473.64871216</c:v>
                </c:pt>
                <c:pt idx="42">
                  <c:v>96673291.33052588</c:v>
                </c:pt>
                <c:pt idx="43">
                  <c:v>98287070.60960102</c:v>
                </c:pt>
                <c:pt idx="44">
                  <c:v>99852144.00553322</c:v>
                </c:pt>
                <c:pt idx="45">
                  <c:v>101369873.92689228</c:v>
                </c:pt>
                <c:pt idx="46">
                  <c:v>102841638.07253313</c:v>
                </c:pt>
                <c:pt idx="47">
                  <c:v>104268817.11706448</c:v>
                </c:pt>
                <c:pt idx="48">
                  <c:v>105652784.45302486</c:v>
                </c:pt>
                <c:pt idx="49">
                  <c:v>106994897.76534367</c:v>
                </c:pt>
                <c:pt idx="50">
                  <c:v>108296492.22237301</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13619861.41629982</c:v>
                </c:pt>
                <c:pt idx="2">
                  <c:v>28388611.710683823</c:v>
                </c:pt>
                <c:pt idx="3">
                  <c:v>44205765.51376963</c:v>
                </c:pt>
                <c:pt idx="4">
                  <c:v>60913452.8432498</c:v>
                </c:pt>
                <c:pt idx="5">
                  <c:v>78301711.89260721</c:v>
                </c:pt>
                <c:pt idx="6">
                  <c:v>96121448.60316038</c:v>
                </c:pt>
                <c:pt idx="7">
                  <c:v>114103475.64370823</c:v>
                </c:pt>
                <c:pt idx="8">
                  <c:v>131980307.65068626</c:v>
                </c:pt>
                <c:pt idx="9">
                  <c:v>149506649.73406935</c:v>
                </c:pt>
                <c:pt idx="10">
                  <c:v>166475088.8922515</c:v>
                </c:pt>
                <c:pt idx="11">
                  <c:v>182725064.83610344</c:v>
                </c:pt>
                <c:pt idx="12">
                  <c:v>198145032.0721612</c:v>
                </c:pt>
                <c:pt idx="13">
                  <c:v>212669140.42696238</c:v>
                </c:pt>
                <c:pt idx="14">
                  <c:v>226270426.01560736</c:v>
                </c:pt>
                <c:pt idx="15">
                  <c:v>238952477.30454922</c:v>
                </c:pt>
                <c:pt idx="16">
                  <c:v>250741094.82856512</c:v>
                </c:pt>
                <c:pt idx="17">
                  <c:v>261676888.28939104</c:v>
                </c:pt>
                <c:pt idx="18">
                  <c:v>271809245.87230444</c:v>
                </c:pt>
                <c:pt idx="19">
                  <c:v>281191749.793828</c:v>
                </c:pt>
                <c:pt idx="20">
                  <c:v>289878902.34674454</c:v>
                </c:pt>
                <c:pt idx="21">
                  <c:v>297923933.7881994</c:v>
                </c:pt>
                <c:pt idx="22">
                  <c:v>305377445.52590466</c:v>
                </c:pt>
                <c:pt idx="23">
                  <c:v>312286664.4327941</c:v>
                </c:pt>
                <c:pt idx="24">
                  <c:v>318695123.05090904</c:v>
                </c:pt>
                <c:pt idx="25">
                  <c:v>324642622.06518984</c:v>
                </c:pt>
                <c:pt idx="26">
                  <c:v>330165368.8807826</c:v>
                </c:pt>
                <c:pt idx="27">
                  <c:v>335296216.8723526</c:v>
                </c:pt>
                <c:pt idx="28">
                  <c:v>340064953.6555443</c:v>
                </c:pt>
                <c:pt idx="29">
                  <c:v>344498604.37750196</c:v>
                </c:pt>
                <c:pt idx="30">
                  <c:v>348621728.69603634</c:v>
                </c:pt>
                <c:pt idx="31">
                  <c:v>352456698.96325874</c:v>
                </c:pt>
                <c:pt idx="32">
                  <c:v>356023953.1371412</c:v>
                </c:pt>
                <c:pt idx="33">
                  <c:v>359342219.9019809</c:v>
                </c:pt>
                <c:pt idx="34">
                  <c:v>362428715.9877825</c:v>
                </c:pt>
                <c:pt idx="35">
                  <c:v>365299317.1839237</c:v>
                </c:pt>
                <c:pt idx="36">
                  <c:v>367968705.3659787</c:v>
                </c:pt>
                <c:pt idx="37">
                  <c:v>370450494.2253294</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370450494.2253294</c:v>
                </c:pt>
                <c:pt idx="38">
                  <c:v>372757336.47002554</c:v>
                </c:pt>
                <c:pt idx="39">
                  <c:v>374901015.163733</c:v>
                </c:pt>
                <c:pt idx="40">
                  <c:v>376892521.6639347</c:v>
                </c:pt>
                <c:pt idx="41">
                  <c:v>378742122.362123</c:v>
                </c:pt>
                <c:pt idx="42">
                  <c:v>380459416.15158415</c:v>
                </c:pt>
                <c:pt idx="43">
                  <c:v>382053384.27399826</c:v>
                </c:pt>
                <c:pt idx="44">
                  <c:v>383532433.93784904</c:v>
                </c:pt>
                <c:pt idx="45">
                  <c:v>384904436.8667731</c:v>
                </c:pt>
                <c:pt idx="46">
                  <c:v>386176763.7279463</c:v>
                </c:pt>
                <c:pt idx="47">
                  <c:v>387356315.2102399</c:v>
                </c:pt>
                <c:pt idx="48">
                  <c:v>388449550.36825323</c:v>
                </c:pt>
                <c:pt idx="49">
                  <c:v>389462512.7196531</c:v>
                </c:pt>
                <c:pt idx="50">
                  <c:v>390400854.47697496</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138749.888774395</c:v>
                </c:pt>
                <c:pt idx="2">
                  <c:v>277544.5626525879</c:v>
                </c:pt>
                <c:pt idx="3">
                  <c:v>416383.9582901001</c:v>
                </c:pt>
                <c:pt idx="4">
                  <c:v>555268.0122280121</c:v>
                </c:pt>
                <c:pt idx="5">
                  <c:v>694196.6608905792</c:v>
                </c:pt>
                <c:pt idx="6">
                  <c:v>833169.8405871391</c:v>
                </c:pt>
                <c:pt idx="7">
                  <c:v>972187.4875097275</c:v>
                </c:pt>
                <c:pt idx="8">
                  <c:v>1111249.5377388</c:v>
                </c:pt>
                <c:pt idx="9">
                  <c:v>1250355.927233696</c:v>
                </c:pt>
                <c:pt idx="10">
                  <c:v>1389506.5918440819</c:v>
                </c:pt>
                <c:pt idx="11">
                  <c:v>1528701.4673018456</c:v>
                </c:pt>
                <c:pt idx="12">
                  <c:v>1667940.4892220497</c:v>
                </c:pt>
                <c:pt idx="13">
                  <c:v>1807223.5931096077</c:v>
                </c:pt>
                <c:pt idx="14">
                  <c:v>1946550.7143497467</c:v>
                </c:pt>
                <c:pt idx="15">
                  <c:v>2085921.7882165909</c:v>
                </c:pt>
                <c:pt idx="16">
                  <c:v>2225336.7498669624</c:v>
                </c:pt>
                <c:pt idx="17">
                  <c:v>2364795.534345627</c:v>
                </c:pt>
                <c:pt idx="18">
                  <c:v>2504298.0765810013</c:v>
                </c:pt>
                <c:pt idx="19">
                  <c:v>2643844.3113889694</c:v>
                </c:pt>
                <c:pt idx="20">
                  <c:v>2783434.173470497</c:v>
                </c:pt>
                <c:pt idx="21">
                  <c:v>2923067.597413063</c:v>
                </c:pt>
                <c:pt idx="22">
                  <c:v>3062744.517689228</c:v>
                </c:pt>
                <c:pt idx="23">
                  <c:v>3202464.8686594963</c:v>
                </c:pt>
                <c:pt idx="24">
                  <c:v>3342228.584569454</c:v>
                </c:pt>
                <c:pt idx="25">
                  <c:v>3482035.5995516777</c:v>
                </c:pt>
                <c:pt idx="26">
                  <c:v>3621885.847624302</c:v>
                </c:pt>
                <c:pt idx="27">
                  <c:v>3761779.2626948357</c:v>
                </c:pt>
                <c:pt idx="28">
                  <c:v>3901715.77855587</c:v>
                </c:pt>
                <c:pt idx="29">
                  <c:v>4041695.3288874626</c:v>
                </c:pt>
                <c:pt idx="30">
                  <c:v>4181717.8472571373</c:v>
                </c:pt>
                <c:pt idx="31">
                  <c:v>4321783.267118931</c:v>
                </c:pt>
                <c:pt idx="32">
                  <c:v>4461891.521813393</c:v>
                </c:pt>
                <c:pt idx="33">
                  <c:v>4602042.544573784</c:v>
                </c:pt>
                <c:pt idx="34">
                  <c:v>4742236.268512726</c:v>
                </c:pt>
                <c:pt idx="35">
                  <c:v>4882472.6266384125</c:v>
                </c:pt>
                <c:pt idx="36">
                  <c:v>5022751.551843166</c:v>
                </c:pt>
                <c:pt idx="37">
                  <c:v>5163072.976906776</c:v>
                </c:pt>
                <c:pt idx="38">
                  <c:v>5303436.8345012665</c:v>
                </c:pt>
                <c:pt idx="39">
                  <c:v>5443843.057181835</c:v>
                </c:pt>
                <c:pt idx="40">
                  <c:v>5584291.577395916</c:v>
                </c:pt>
                <c:pt idx="41">
                  <c:v>5724782.327477932</c:v>
                </c:pt>
                <c:pt idx="42">
                  <c:v>5865315.239651203</c:v>
                </c:pt>
                <c:pt idx="43">
                  <c:v>6005890.246029377</c:v>
                </c:pt>
                <c:pt idx="44">
                  <c:v>6146507.278613567</c:v>
                </c:pt>
                <c:pt idx="45">
                  <c:v>6287166.269294262</c:v>
                </c:pt>
                <c:pt idx="46">
                  <c:v>6427867.149851799</c:v>
                </c:pt>
                <c:pt idx="47">
                  <c:v>6568609.851955414</c:v>
                </c:pt>
                <c:pt idx="48">
                  <c:v>6709394.307165146</c:v>
                </c:pt>
                <c:pt idx="49">
                  <c:v>6850220.446928978</c:v>
                </c:pt>
                <c:pt idx="50">
                  <c:v>6991088.202586651</c:v>
                </c:pt>
                <c:pt idx="51">
                  <c:v>7131997.505367279</c:v>
                </c:pt>
                <c:pt idx="52">
                  <c:v>7272948.286389828</c:v>
                </c:pt>
                <c:pt idx="53">
                  <c:v>7413940.4766635895</c:v>
                </c:pt>
                <c:pt idx="54">
                  <c:v>7554974.007088184</c:v>
                </c:pt>
                <c:pt idx="55">
                  <c:v>7696048.80845499</c:v>
                </c:pt>
                <c:pt idx="56">
                  <c:v>7837164.8114442825</c:v>
                </c:pt>
                <c:pt idx="57">
                  <c:v>7978321.946630001</c:v>
                </c:pt>
                <c:pt idx="58">
                  <c:v>8119520.144473076</c:v>
                </c:pt>
                <c:pt idx="59">
                  <c:v>8260759.33533144</c:v>
                </c:pt>
                <c:pt idx="60">
                  <c:v>8402039.449447632</c:v>
                </c:pt>
                <c:pt idx="61">
                  <c:v>8543360.41696167</c:v>
                </c:pt>
                <c:pt idx="62">
                  <c:v>8684722.167901516</c:v>
                </c:pt>
                <c:pt idx="63">
                  <c:v>8826124.63218832</c:v>
                </c:pt>
                <c:pt idx="64">
                  <c:v>8967567.739635468</c:v>
                </c:pt>
                <c:pt idx="65">
                  <c:v>9109051.419947147</c:v>
                </c:pt>
                <c:pt idx="66">
                  <c:v>9250575.602721214</c:v>
                </c:pt>
                <c:pt idx="67">
                  <c:v>9392140.217448235</c:v>
                </c:pt>
                <c:pt idx="68">
                  <c:v>9533745.193510532</c:v>
                </c:pt>
                <c:pt idx="69">
                  <c:v>9675390.46018219</c:v>
                </c:pt>
                <c:pt idx="70">
                  <c:v>9817075.946631908</c:v>
                </c:pt>
                <c:pt idx="71">
                  <c:v>9958801.5819211</c:v>
                </c:pt>
                <c:pt idx="72">
                  <c:v>10100567.295004368</c:v>
                </c:pt>
                <c:pt idx="73">
                  <c:v>10242373.014728546</c:v>
                </c:pt>
                <c:pt idx="74">
                  <c:v>10384218.669836044</c:v>
                </c:pt>
                <c:pt idx="75">
                  <c:v>10526104.188961029</c:v>
                </c:pt>
                <c:pt idx="76">
                  <c:v>10668029.500633717</c:v>
                </c:pt>
                <c:pt idx="77">
                  <c:v>10809994.533275604</c:v>
                </c:pt>
                <c:pt idx="78">
                  <c:v>10951999.215204239</c:v>
                </c:pt>
                <c:pt idx="79">
                  <c:v>11094043.474631786</c:v>
                </c:pt>
                <c:pt idx="80">
                  <c:v>11236127.239663124</c:v>
                </c:pt>
                <c:pt idx="81">
                  <c:v>11378250.438301086</c:v>
                </c:pt>
                <c:pt idx="82">
                  <c:v>11520412.998438835</c:v>
                </c:pt>
                <c:pt idx="83">
                  <c:v>11662614.847868443</c:v>
                </c:pt>
                <c:pt idx="84">
                  <c:v>11804855.914274216</c:v>
                </c:pt>
                <c:pt idx="85">
                  <c:v>11947136.12523985</c:v>
                </c:pt>
                <c:pt idx="86">
                  <c:v>12089455.408239365</c:v>
                </c:pt>
                <c:pt idx="87">
                  <c:v>12231813.690646172</c:v>
                </c:pt>
                <c:pt idx="88">
                  <c:v>12374210.899728775</c:v>
                </c:pt>
                <c:pt idx="89">
                  <c:v>12516646.962650776</c:v>
                </c:pt>
                <c:pt idx="90">
                  <c:v>12659121.806473732</c:v>
                </c:pt>
                <c:pt idx="91">
                  <c:v>12801635.358153343</c:v>
                </c:pt>
                <c:pt idx="92">
                  <c:v>12944187.54454279</c:v>
                </c:pt>
                <c:pt idx="93">
                  <c:v>13086778.292393208</c:v>
                </c:pt>
                <c:pt idx="94">
                  <c:v>13229407.528351784</c:v>
                </c:pt>
                <c:pt idx="95">
                  <c:v>13372075.178961277</c:v>
                </c:pt>
                <c:pt idx="96">
                  <c:v>13514781.170662403</c:v>
                </c:pt>
                <c:pt idx="97">
                  <c:v>13657525.429796219</c:v>
                </c:pt>
                <c:pt idx="98">
                  <c:v>13800307.882597446</c:v>
                </c:pt>
                <c:pt idx="99">
                  <c:v>13943128.455199718</c:v>
                </c:pt>
                <c:pt idx="100">
                  <c:v>14085987.073637009</c:v>
                </c:pt>
                <c:pt idx="101">
                  <c:v>14228883.66383791</c:v>
                </c:pt>
                <c:pt idx="102">
                  <c:v>14371818.151630878</c:v>
                </c:pt>
                <c:pt idx="103">
                  <c:v>14514790.46274376</c:v>
                </c:pt>
                <c:pt idx="104">
                  <c:v>14657800.522801876</c:v>
                </c:pt>
                <c:pt idx="105">
                  <c:v>14800848.25732851</c:v>
                </c:pt>
                <c:pt idx="106">
                  <c:v>14943933.591748238</c:v>
                </c:pt>
                <c:pt idx="107">
                  <c:v>15087056.451384544</c:v>
                </c:pt>
                <c:pt idx="108">
                  <c:v>15230216.761458397</c:v>
                </c:pt>
                <c:pt idx="109">
                  <c:v>15373414.447091103</c:v>
                </c:pt>
                <c:pt idx="110">
                  <c:v>15516649.433304787</c:v>
                </c:pt>
                <c:pt idx="111">
                  <c:v>15659921.645022392</c:v>
                </c:pt>
                <c:pt idx="112">
                  <c:v>15803231.007062435</c:v>
                </c:pt>
                <c:pt idx="113">
                  <c:v>15946577.44414854</c:v>
                </c:pt>
                <c:pt idx="114">
                  <c:v>16089960.880903244</c:v>
                </c:pt>
                <c:pt idx="115">
                  <c:v>16233381.241849422</c:v>
                </c:pt>
                <c:pt idx="116">
                  <c:v>16376838.451410294</c:v>
                </c:pt>
                <c:pt idx="117">
                  <c:v>16520332.433911324</c:v>
                </c:pt>
                <c:pt idx="118">
                  <c:v>16663863.11357975</c:v>
                </c:pt>
                <c:pt idx="119">
                  <c:v>16807430.4145422</c:v>
                </c:pt>
                <c:pt idx="120">
                  <c:v>16951034.260828972</c:v>
                </c:pt>
                <c:pt idx="121">
                  <c:v>17094674.57637024</c:v>
                </c:pt>
                <c:pt idx="122">
                  <c:v>17238351.285001278</c:v>
                </c:pt>
                <c:pt idx="123">
                  <c:v>17382064.3104558</c:v>
                </c:pt>
                <c:pt idx="124">
                  <c:v>17525813.576372623</c:v>
                </c:pt>
                <c:pt idx="125">
                  <c:v>17669599.006291866</c:v>
                </c:pt>
                <c:pt idx="126">
                  <c:v>17813420.52365637</c:v>
                </c:pt>
                <c:pt idx="127">
                  <c:v>17957278.05181408</c:v>
                </c:pt>
                <c:pt idx="128">
                  <c:v>18101171.51401472</c:v>
                </c:pt>
                <c:pt idx="129">
                  <c:v>18245100.833410263</c:v>
                </c:pt>
                <c:pt idx="130">
                  <c:v>18389065.93305731</c:v>
                </c:pt>
                <c:pt idx="131">
                  <c:v>18533066.735916138</c:v>
                </c:pt>
                <c:pt idx="132">
                  <c:v>18677103.164852142</c:v>
                </c:pt>
                <c:pt idx="133">
                  <c:v>18821175.14263296</c:v>
                </c:pt>
                <c:pt idx="134">
                  <c:v>18965282.591932297</c:v>
                </c:pt>
                <c:pt idx="135">
                  <c:v>19109425.435328484</c:v>
                </c:pt>
                <c:pt idx="136">
                  <c:v>19253603.595301628</c:v>
                </c:pt>
                <c:pt idx="137">
                  <c:v>19397816.99424219</c:v>
                </c:pt>
                <c:pt idx="138">
                  <c:v>19542065.5544405</c:v>
                </c:pt>
                <c:pt idx="139">
                  <c:v>19686349.19809532</c:v>
                </c:pt>
                <c:pt idx="140">
                  <c:v>19830667.84731102</c:v>
                </c:pt>
                <c:pt idx="141">
                  <c:v>19975021.424096107</c:v>
                </c:pt>
                <c:pt idx="142">
                  <c:v>20119409.850366592</c:v>
                </c:pt>
                <c:pt idx="143">
                  <c:v>20263833.047943592</c:v>
                </c:pt>
                <c:pt idx="144">
                  <c:v>20408290.938557148</c:v>
                </c:pt>
                <c:pt idx="145">
                  <c:v>20552783.443840504</c:v>
                </c:pt>
                <c:pt idx="146">
                  <c:v>20697310.485336304</c:v>
                </c:pt>
                <c:pt idx="147">
                  <c:v>20841871.984492302</c:v>
                </c:pt>
                <c:pt idx="148">
                  <c:v>20986467.862665653</c:v>
                </c:pt>
                <c:pt idx="149">
                  <c:v>21131098.04111862</c:v>
                </c:pt>
                <c:pt idx="150">
                  <c:v>21275762.441023827</c:v>
                </c:pt>
                <c:pt idx="151">
                  <c:v>21420460.983460426</c:v>
                </c:pt>
                <c:pt idx="152">
                  <c:v>21565193.58941412</c:v>
                </c:pt>
                <c:pt idx="153">
                  <c:v>21709960.179782867</c:v>
                </c:pt>
                <c:pt idx="154">
                  <c:v>21854760.67536831</c:v>
                </c:pt>
                <c:pt idx="155">
                  <c:v>21999594.996885777</c:v>
                </c:pt>
                <c:pt idx="156">
                  <c:v>22144463.06495571</c:v>
                </c:pt>
                <c:pt idx="157">
                  <c:v>22289364.800109863</c:v>
                </c:pt>
                <c:pt idx="158">
                  <c:v>22434300.122788906</c:v>
                </c:pt>
                <c:pt idx="159">
                  <c:v>22579268.953342438</c:v>
                </c:pt>
                <c:pt idx="160">
                  <c:v>22724271.21203041</c:v>
                </c:pt>
                <c:pt idx="161">
                  <c:v>22869306.81902361</c:v>
                </c:pt>
                <c:pt idx="162">
                  <c:v>23014375.694400787</c:v>
                </c:pt>
                <c:pt idx="163">
                  <c:v>23159477.758155823</c:v>
                </c:pt>
                <c:pt idx="164">
                  <c:v>23304612.930187225</c:v>
                </c:pt>
                <c:pt idx="165">
                  <c:v>23449781.130308628</c:v>
                </c:pt>
                <c:pt idx="166">
                  <c:v>23594982.278244972</c:v>
                </c:pt>
                <c:pt idx="167">
                  <c:v>23740216.293628216</c:v>
                </c:pt>
                <c:pt idx="168">
                  <c:v>23885483.0960083</c:v>
                </c:pt>
                <c:pt idx="169">
                  <c:v>24030782.604842186</c:v>
                </c:pt>
                <c:pt idx="170">
                  <c:v>24176114.739500046</c:v>
                </c:pt>
                <c:pt idx="171">
                  <c:v>24321479.419265747</c:v>
                </c:pt>
                <c:pt idx="172">
                  <c:v>24466876.563333035</c:v>
                </c:pt>
                <c:pt idx="173">
                  <c:v>24612306.090810776</c:v>
                </c:pt>
                <c:pt idx="174">
                  <c:v>24757767.920720577</c:v>
                </c:pt>
                <c:pt idx="175">
                  <c:v>24903261.971995354</c:v>
                </c:pt>
                <c:pt idx="176">
                  <c:v>25048788.163484097</c:v>
                </c:pt>
                <c:pt idx="177">
                  <c:v>25194346.41394663</c:v>
                </c:pt>
                <c:pt idx="178">
                  <c:v>25339936.642059326</c:v>
                </c:pt>
                <c:pt idx="179">
                  <c:v>25485558.766410828</c:v>
                </c:pt>
                <c:pt idx="180">
                  <c:v>25631212.705502987</c:v>
                </c:pt>
                <c:pt idx="181">
                  <c:v>25776898.377755642</c:v>
                </c:pt>
                <c:pt idx="182">
                  <c:v>25922615.701500893</c:v>
                </c:pt>
                <c:pt idx="183">
                  <c:v>26068364.59498644</c:v>
                </c:pt>
                <c:pt idx="184">
                  <c:v>26214144.976376534</c:v>
                </c:pt>
                <c:pt idx="185">
                  <c:v>26359956.763747692</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26359956.763747692</c:v>
                </c:pt>
                <c:pt idx="186">
                  <c:v>26505799.875095844</c:v>
                </c:pt>
                <c:pt idx="187">
                  <c:v>26651674.22832966</c:v>
                </c:pt>
                <c:pt idx="188">
                  <c:v>26797579.741275787</c:v>
                </c:pt>
                <c:pt idx="189">
                  <c:v>26943516.331677437</c:v>
                </c:pt>
                <c:pt idx="190">
                  <c:v>27089483.917194366</c:v>
                </c:pt>
                <c:pt idx="191">
                  <c:v>27235482.415401936</c:v>
                </c:pt>
                <c:pt idx="192">
                  <c:v>27381511.74379444</c:v>
                </c:pt>
                <c:pt idx="193">
                  <c:v>27527571.819780827</c:v>
                </c:pt>
                <c:pt idx="194">
                  <c:v>27673662.560691833</c:v>
                </c:pt>
                <c:pt idx="195">
                  <c:v>27819783.883771896</c:v>
                </c:pt>
                <c:pt idx="196">
                  <c:v>27965935.706184864</c:v>
                </c:pt>
                <c:pt idx="197">
                  <c:v>28112117.945014477</c:v>
                </c:pt>
                <c:pt idx="198">
                  <c:v>28258330.517261982</c:v>
                </c:pt>
                <c:pt idx="199">
                  <c:v>28404573.339845657</c:v>
                </c:pt>
                <c:pt idx="200">
                  <c:v>28550846.329605103</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4866531.165558815</c:v>
                </c:pt>
                <c:pt idx="2">
                  <c:v>10262036.418263435</c:v>
                </c:pt>
                <c:pt idx="3">
                  <c:v>16214320.101641178</c:v>
                </c:pt>
                <c:pt idx="4">
                  <c:v>22740184.725323677</c:v>
                </c:pt>
                <c:pt idx="5">
                  <c:v>29841654.395452976</c:v>
                </c:pt>
                <c:pt idx="6">
                  <c:v>37502596.773861885</c:v>
                </c:pt>
                <c:pt idx="7">
                  <c:v>45686393.47394085</c:v>
                </c:pt>
                <c:pt idx="8">
                  <c:v>54335316.0650835</c:v>
                </c:pt>
                <c:pt idx="9">
                  <c:v>63372088.82747698</c:v>
                </c:pt>
                <c:pt idx="10">
                  <c:v>72703754.54716825</c:v>
                </c:pt>
                <c:pt idx="11">
                  <c:v>82227481.3761363</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82227481.3761363</c:v>
                </c:pt>
                <c:pt idx="12">
                  <c:v>91837501.90168571</c:v>
                </c:pt>
                <c:pt idx="13">
                  <c:v>101432117.00182009</c:v>
                </c:pt>
                <c:pt idx="14">
                  <c:v>110919719.91342735</c:v>
                </c:pt>
                <c:pt idx="15">
                  <c:v>120223082.31397676</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236593.85988378525</c:v>
                </c:pt>
                <c:pt idx="2">
                  <c:v>474247.42862701416</c:v>
                </c:pt>
                <c:pt idx="3">
                  <c:v>712947.8193225861</c:v>
                </c:pt>
                <c:pt idx="4">
                  <c:v>952681.7776985168</c:v>
                </c:pt>
                <c:pt idx="5">
                  <c:v>1193435.6841874123</c:v>
                </c:pt>
                <c:pt idx="6">
                  <c:v>1435195.5563063622</c:v>
                </c:pt>
                <c:pt idx="7">
                  <c:v>1677947.0513558388</c:v>
                </c:pt>
                <c:pt idx="8">
                  <c:v>1921675.4694185257</c:v>
                </c:pt>
                <c:pt idx="9">
                  <c:v>2166365.756696224</c:v>
                </c:pt>
                <c:pt idx="10">
                  <c:v>2412002.509147644</c:v>
                </c:pt>
                <c:pt idx="11">
                  <c:v>2658569.976451397</c:v>
                </c:pt>
                <c:pt idx="12">
                  <c:v>2906052.066286087</c:v>
                </c:pt>
                <c:pt idx="13">
                  <c:v>3154432.3489255905</c:v>
                </c:pt>
                <c:pt idx="14">
                  <c:v>3403694.062153816</c:v>
                </c:pt>
                <c:pt idx="15">
                  <c:v>3653820.1164913177</c:v>
                </c:pt>
                <c:pt idx="16">
                  <c:v>3904793.1007375717</c:v>
                </c:pt>
                <c:pt idx="17">
                  <c:v>4156595.287818432</c:v>
                </c:pt>
                <c:pt idx="18">
                  <c:v>4409208.640949249</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4409208.640949249</c:v>
                </c:pt>
                <c:pt idx="19">
                  <c:v>4662614.82008791</c:v>
                </c:pt>
                <c:pt idx="20">
                  <c:v>4916795.188700676</c:v>
                </c:pt>
                <c:pt idx="21">
                  <c:v>5171730.820810318</c:v>
                </c:pt>
                <c:pt idx="22">
                  <c:v>5427402.508341312</c:v>
                </c:pt>
                <c:pt idx="23">
                  <c:v>5683790.768744469</c:v>
                </c:pt>
                <c:pt idx="24">
                  <c:v>5940875.852898598</c:v>
                </c:pt>
                <c:pt idx="25">
                  <c:v>6198637.753280163</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6562693.634384155</c:v>
                </c:pt>
                <c:pt idx="2">
                  <c:v>14616152.118050098</c:v>
                </c:pt>
                <c:pt idx="3">
                  <c:v>22850632.69235277</c:v>
                </c:pt>
                <c:pt idx="4">
                  <c:v>30025206.041531086</c:v>
                </c:pt>
                <c:pt idx="5">
                  <c:v>35719350.426804066</c:v>
                </c:pt>
                <c:pt idx="6">
                  <c:v>40109270.09605265</c:v>
                </c:pt>
                <c:pt idx="7">
                  <c:v>43521027.11950207</c:v>
                </c:pt>
                <c:pt idx="8">
                  <c:v>46226564.40686178</c:v>
                </c:pt>
                <c:pt idx="9">
                  <c:v>48411928.25313425</c:v>
                </c:pt>
                <c:pt idx="10">
                  <c:v>50198077.872027874</c:v>
                </c:pt>
                <c:pt idx="11">
                  <c:v>51665417.88953161</c:v>
                </c:pt>
                <c:pt idx="12">
                  <c:v>52870958.239289284</c:v>
                </c:pt>
                <c:pt idx="13">
                  <c:v>53858383.6656003</c:v>
                </c:pt>
                <c:pt idx="14">
                  <c:v>54663371.07260275</c:v>
                </c:pt>
                <c:pt idx="15">
                  <c:v>55316173.26855278</c:v>
                </c:pt>
                <c:pt idx="16">
                  <c:v>55842808.13215399</c:v>
                </c:pt>
                <c:pt idx="17">
                  <c:v>56265629.56978083</c:v>
                </c:pt>
                <c:pt idx="18">
                  <c:v>56603678.7295022</c:v>
                </c:pt>
                <c:pt idx="19">
                  <c:v>56872989.9054389</c:v>
                </c:pt>
                <c:pt idx="20">
                  <c:v>57086907.74028301</c:v>
                </c:pt>
                <c:pt idx="21">
                  <c:v>57256419.227207184</c:v>
                </c:pt>
                <c:pt idx="22">
                  <c:v>57390485.92570686</c:v>
                </c:pt>
                <c:pt idx="23">
                  <c:v>57496360.136900425</c:v>
                </c:pt>
                <c:pt idx="24">
                  <c:v>57579873.20324373</c:v>
                </c:pt>
                <c:pt idx="25">
                  <c:v>57645689.58602953</c:v>
                </c:pt>
                <c:pt idx="26">
                  <c:v>57697524.92217779</c:v>
                </c:pt>
                <c:pt idx="27">
                  <c:v>57738329.36619902</c:v>
                </c:pt>
                <c:pt idx="28">
                  <c:v>57770439.31913519</c:v>
                </c:pt>
                <c:pt idx="29">
                  <c:v>57795701.46620846</c:v>
                </c:pt>
                <c:pt idx="30">
                  <c:v>57815573.221159935</c:v>
                </c:pt>
                <c:pt idx="31">
                  <c:v>57831203.47199154</c:v>
                </c:pt>
                <c:pt idx="32">
                  <c:v>57843497.125929356</c:v>
                </c:pt>
                <c:pt idx="33">
                  <c:v>57853166.48046255</c:v>
                </c:pt>
                <c:pt idx="34">
                  <c:v>57860771.97336388</c:v>
                </c:pt>
                <c:pt idx="35">
                  <c:v>57866754.425590515</c:v>
                </c:pt>
                <c:pt idx="36">
                  <c:v>57871460.50397301</c:v>
                </c:pt>
                <c:pt idx="37">
                  <c:v>57875162.8004632</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57875162.8004632</c:v>
                </c:pt>
                <c:pt idx="38">
                  <c:v>57878075.64915991</c:v>
                </c:pt>
                <c:pt idx="39">
                  <c:v>57880367.57615137</c:v>
                </c:pt>
                <c:pt idx="40">
                  <c:v>57882171.09350586</c:v>
                </c:pt>
                <c:pt idx="41">
                  <c:v>57883590.40102959</c:v>
                </c:pt>
                <c:pt idx="42">
                  <c:v>57884707.44120979</c:v>
                </c:pt>
                <c:pt idx="43">
                  <c:v>57885586.65875578</c:v>
                </c:pt>
                <c:pt idx="44">
                  <c:v>57886278.74159813</c:v>
                </c:pt>
                <c:pt idx="45">
                  <c:v>57886823.56127167</c:v>
                </c:pt>
                <c:pt idx="46">
                  <c:v>57887252.484069824</c:v>
                </c:pt>
                <c:pt idx="47">
                  <c:v>57887590.1877327</c:v>
                </c:pt>
                <c:pt idx="48">
                  <c:v>57887856.08956814</c:v>
                </c:pt>
                <c:pt idx="49">
                  <c:v>57888065.46921635</c:v>
                </c:pt>
                <c:pt idx="50">
                  <c:v>57888230.35143757</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17999347.680556297</c:v>
                </c:pt>
                <c:pt idx="2">
                  <c:v>38956659.11769724</c:v>
                </c:pt>
                <c:pt idx="3">
                  <c:v>61848037.13604832</c:v>
                </c:pt>
                <c:pt idx="4">
                  <c:v>85186381.50202417</c:v>
                </c:pt>
                <c:pt idx="5">
                  <c:v>107567819.55514002</c:v>
                </c:pt>
                <c:pt idx="6">
                  <c:v>128095134.56596518</c:v>
                </c:pt>
                <c:pt idx="7">
                  <c:v>146431563.87498856</c:v>
                </c:pt>
                <c:pt idx="8">
                  <c:v>162616413.80753803</c:v>
                </c:pt>
                <c:pt idx="9">
                  <c:v>176860696.85850573</c:v>
                </c:pt>
                <c:pt idx="10">
                  <c:v>189417100.0612812</c:v>
                </c:pt>
                <c:pt idx="11">
                  <c:v>200520113.82201004</c:v>
                </c:pt>
                <c:pt idx="12">
                  <c:v>210367114.42697048</c:v>
                </c:pt>
                <c:pt idx="13">
                  <c:v>219118063.65319538</c:v>
                </c:pt>
                <c:pt idx="14">
                  <c:v>226901814.82331657</c:v>
                </c:pt>
                <c:pt idx="15">
                  <c:v>233823596.23340702</c:v>
                </c:pt>
                <c:pt idx="16">
                  <c:v>239971563.7527523</c:v>
                </c:pt>
                <c:pt idx="17">
                  <c:v>245421822.08762026</c:v>
                </c:pt>
                <c:pt idx="18">
                  <c:v>250241947.61454058</c:v>
                </c:pt>
                <c:pt idx="19">
                  <c:v>254493278.14061213</c:v>
                </c:pt>
                <c:pt idx="20">
                  <c:v>258232287.10349703</c:v>
                </c:pt>
                <c:pt idx="21">
                  <c:v>261511333.77260447</c:v>
                </c:pt>
                <c:pt idx="22">
                  <c:v>264379025.58750296</c:v>
                </c:pt>
                <c:pt idx="23">
                  <c:v>266880367.63654804</c:v>
                </c:pt>
                <c:pt idx="24">
                  <c:v>269056818.82343674</c:v>
                </c:pt>
                <c:pt idx="25">
                  <c:v>270946329.2128968</c:v>
                </c:pt>
                <c:pt idx="26">
                  <c:v>272583399.3889618</c:v>
                </c:pt>
                <c:pt idx="27">
                  <c:v>273999179.4073291</c:v>
                </c:pt>
                <c:pt idx="28">
                  <c:v>275221610.1859436</c:v>
                </c:pt>
                <c:pt idx="29">
                  <c:v>276275601.8461213</c:v>
                </c:pt>
                <c:pt idx="30">
                  <c:v>277183239.6512904</c:v>
                </c:pt>
                <c:pt idx="31">
                  <c:v>277964007.20025015</c:v>
                </c:pt>
                <c:pt idx="32">
                  <c:v>278635017.2174721</c:v>
                </c:pt>
                <c:pt idx="33">
                  <c:v>279211241.8047495</c:v>
                </c:pt>
                <c:pt idx="34">
                  <c:v>279705735.8305044</c:v>
                </c:pt>
                <c:pt idx="35">
                  <c:v>280129848.9103193</c:v>
                </c:pt>
                <c:pt idx="36">
                  <c:v>280493423.0033736</c:v>
                </c:pt>
                <c:pt idx="37">
                  <c:v>280804973.94436693</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280804973.94436693</c:v>
                </c:pt>
                <c:pt idx="38">
                  <c:v>281071856.2393131</c:v>
                </c:pt>
                <c:pt idx="39">
                  <c:v>281300411.2000532</c:v>
                </c:pt>
                <c:pt idx="40">
                  <c:v>281496099.0150728</c:v>
                </c:pt>
                <c:pt idx="41">
                  <c:v>281663615.69592714</c:v>
                </c:pt>
                <c:pt idx="42">
                  <c:v>281806996.04007244</c:v>
                </c:pt>
                <c:pt idx="43">
                  <c:v>281929703.84767103</c:v>
                </c:pt>
                <c:pt idx="44">
                  <c:v>282034710.65172815</c:v>
                </c:pt>
                <c:pt idx="45">
                  <c:v>282124564.1910696</c:v>
                </c:pt>
                <c:pt idx="46">
                  <c:v>282201447.7924862</c:v>
                </c:pt>
                <c:pt idx="47">
                  <c:v>282267231.74517345</c:v>
                </c:pt>
                <c:pt idx="48">
                  <c:v>282323517.6574354</c:v>
                </c:pt>
                <c:pt idx="49">
                  <c:v>282371676.6891346</c:v>
                </c:pt>
                <c:pt idx="50">
                  <c:v>282412882.4584055</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14634510.856039047</c:v>
                </c:pt>
                <c:pt idx="2">
                  <c:v>29221707.46521759</c:v>
                </c:pt>
                <c:pt idx="3">
                  <c:v>42297410.5462966</c:v>
                </c:pt>
                <c:pt idx="4">
                  <c:v>53227754.86222744</c:v>
                </c:pt>
                <c:pt idx="5">
                  <c:v>62087913.23482704</c:v>
                </c:pt>
                <c:pt idx="6">
                  <c:v>69235822.72852182</c:v>
                </c:pt>
                <c:pt idx="7">
                  <c:v>75041292.0593524</c:v>
                </c:pt>
                <c:pt idx="8">
                  <c:v>79799021.06900978</c:v>
                </c:pt>
                <c:pt idx="9">
                  <c:v>83726231.97194624</c:v>
                </c:pt>
                <c:pt idx="10">
                  <c:v>86982089.40629959</c:v>
                </c:pt>
                <c:pt idx="11">
                  <c:v>89686350.39072323</c:v>
                </c:pt>
                <c:pt idx="12">
                  <c:v>91932494.55215645</c:v>
                </c:pt>
                <c:pt idx="13">
                  <c:v>93795986.33172512</c:v>
                </c:pt>
                <c:pt idx="14">
                  <c:v>95339256.0758586</c:v>
                </c:pt>
                <c:pt idx="15">
                  <c:v>96614710.37918472</c:v>
                </c:pt>
                <c:pt idx="16">
                  <c:v>97666635.43350363</c:v>
                </c:pt>
                <c:pt idx="17">
                  <c:v>98532503.48337364</c:v>
                </c:pt>
                <c:pt idx="18">
                  <c:v>99243960.92202616</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99243960.92202616</c:v>
                </c:pt>
                <c:pt idx="19">
                  <c:v>99827639.53166199</c:v>
                </c:pt>
                <c:pt idx="20">
                  <c:v>100305857.44093943</c:v>
                </c:pt>
                <c:pt idx="21">
                  <c:v>100697238.6104374</c:v>
                </c:pt>
                <c:pt idx="22">
                  <c:v>101017262.53663969</c:v>
                </c:pt>
                <c:pt idx="23">
                  <c:v>101278749.34002209</c:v>
                </c:pt>
                <c:pt idx="24">
                  <c:v>101492283.781394</c:v>
                </c:pt>
                <c:pt idx="25">
                  <c:v>101666582.0327611</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1012407.1814427376</c:v>
                </c:pt>
                <c:pt idx="2">
                  <c:v>2088933.142343998</c:v>
                </c:pt>
                <c:pt idx="3">
                  <c:v>3223911.2497143745</c:v>
                </c:pt>
                <c:pt idx="4">
                  <c:v>4409282.035666943</c:v>
                </c:pt>
                <c:pt idx="5">
                  <c:v>5634824.464170456</c:v>
                </c:pt>
                <c:pt idx="6">
                  <c:v>6888633.334061146</c:v>
                </c:pt>
                <c:pt idx="7">
                  <c:v>8157799.142581463</c:v>
                </c:pt>
                <c:pt idx="8">
                  <c:v>9429202.011376858</c:v>
                </c:pt>
                <c:pt idx="9">
                  <c:v>10690306.08430767</c:v>
                </c:pt>
                <c:pt idx="10">
                  <c:v>11929843.922734737</c:v>
                </c:pt>
                <c:pt idx="11">
                  <c:v>13138309.977180481</c:v>
                </c:pt>
                <c:pt idx="12">
                  <c:v>14308226.893612385</c:v>
                </c:pt>
                <c:pt idx="13">
                  <c:v>15434193.281041622</c:v>
                </c:pt>
                <c:pt idx="14">
                  <c:v>16512754.662401676</c:v>
                </c:pt>
                <c:pt idx="15">
                  <c:v>17542155.4304595</c:v>
                </c:pt>
                <c:pt idx="16">
                  <c:v>18522030.086472034</c:v>
                </c:pt>
                <c:pt idx="17">
                  <c:v>19453082.055640697</c:v>
                </c:pt>
                <c:pt idx="18">
                  <c:v>20336783.893037796</c:v>
                </c:pt>
                <c:pt idx="19">
                  <c:v>21175118.33873892</c:v>
                </c:pt>
                <c:pt idx="20">
                  <c:v>21970368.059606075</c:v>
                </c:pt>
                <c:pt idx="21">
                  <c:v>22724953.881062508</c:v>
                </c:pt>
                <c:pt idx="22">
                  <c:v>23441316.602365017</c:v>
                </c:pt>
                <c:pt idx="23">
                  <c:v>24121835.33680296</c:v>
                </c:pt>
                <c:pt idx="24">
                  <c:v>24768774.872993946</c:v>
                </c:pt>
                <c:pt idx="25">
                  <c:v>25384255.09422016</c:v>
                </c:pt>
                <c:pt idx="26">
                  <c:v>25970236.497845173</c:v>
                </c:pt>
                <c:pt idx="27">
                  <c:v>26528516.99328661</c:v>
                </c:pt>
                <c:pt idx="28">
                  <c:v>27060736.237248898</c:v>
                </c:pt>
                <c:pt idx="29">
                  <c:v>27568384.70131302</c:v>
                </c:pt>
                <c:pt idx="30">
                  <c:v>28052815.43210125</c:v>
                </c:pt>
                <c:pt idx="31">
                  <c:v>28515257.06418848</c:v>
                </c:pt>
                <c:pt idx="32">
                  <c:v>28956827.10171461</c:v>
                </c:pt>
                <c:pt idx="33">
                  <c:v>29378544.822299004</c:v>
                </c:pt>
                <c:pt idx="34">
                  <c:v>29781343.401486874</c:v>
                </c:pt>
                <c:pt idx="35">
                  <c:v>30166081.02960682</c:v>
                </c:pt>
                <c:pt idx="36">
                  <c:v>30533550.91348791</c:v>
                </c:pt>
                <c:pt idx="37">
                  <c:v>30884490.13725376</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30884490.13725376</c:v>
                </c:pt>
                <c:pt idx="38">
                  <c:v>31219587.410069466</c:v>
                </c:pt>
                <c:pt idx="39">
                  <c:v>31539489.76239586</c:v>
                </c:pt>
                <c:pt idx="40">
                  <c:v>31844808.271932602</c:v>
                </c:pt>
                <c:pt idx="41">
                  <c:v>32136122.910357</c:v>
                </c:pt>
                <c:pt idx="42">
                  <c:v>32413986.605164528</c:v>
                </c:pt>
                <c:pt idx="43">
                  <c:v>32678928.609824657</c:v>
                </c:pt>
                <c:pt idx="44">
                  <c:v>32931457.271407127</c:v>
                </c:pt>
                <c:pt idx="45">
                  <c:v>33172062.279056072</c:v>
                </c:pt>
                <c:pt idx="46">
                  <c:v>33401216.46998167</c:v>
                </c:pt>
                <c:pt idx="47">
                  <c:v>33619377.2623744</c:v>
                </c:pt>
                <c:pt idx="48">
                  <c:v>33826987.77741432</c:v>
                </c:pt>
                <c:pt idx="49">
                  <c:v>34024477.705379486</c:v>
                </c:pt>
                <c:pt idx="50">
                  <c:v>34212263.96409798</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-730111.9150295258</c:v>
                </c:pt>
                <c:pt idx="2">
                  <c:v>-1525178.6553111076</c:v>
                </c:pt>
                <c:pt idx="3">
                  <c:v>-2380725.509393692</c:v>
                </c:pt>
                <c:pt idx="4">
                  <c:v>-3288848.2125263214</c:v>
                </c:pt>
                <c:pt idx="5">
                  <c:v>-4238415.685420513</c:v>
                </c:pt>
                <c:pt idx="6">
                  <c:v>-5215791.102325439</c:v>
                </c:pt>
                <c:pt idx="7">
                  <c:v>-6205986.657013416</c:v>
                </c:pt>
                <c:pt idx="8">
                  <c:v>-7194030.274217606</c:v>
                </c:pt>
                <c:pt idx="9">
                  <c:v>-8166257.561861038</c:v>
                </c:pt>
                <c:pt idx="10">
                  <c:v>-9111280.882117271</c:v>
                </c:pt>
                <c:pt idx="11">
                  <c:v>-10020505.268127918</c:v>
                </c:pt>
                <c:pt idx="12">
                  <c:v>-10888197.462144852</c:v>
                </c:pt>
                <c:pt idx="13">
                  <c:v>-11711213.66603899</c:v>
                </c:pt>
                <c:pt idx="14">
                  <c:v>-12488530.456543922</c:v>
                </c:pt>
                <c:pt idx="15">
                  <c:v>-13220711.157726288</c:v>
                </c:pt>
                <c:pt idx="16">
                  <c:v>-13909401.304786205</c:v>
                </c:pt>
                <c:pt idx="17">
                  <c:v>-14556904.185843945</c:v>
                </c:pt>
                <c:pt idx="18">
                  <c:v>-15165853.641949177</c:v>
                </c:pt>
                <c:pt idx="19">
                  <c:v>-15738980.014581203</c:v>
                </c:pt>
                <c:pt idx="20">
                  <c:v>-16278954.686364174</c:v>
                </c:pt>
                <c:pt idx="21">
                  <c:v>-16788295.58140087</c:v>
                </c:pt>
                <c:pt idx="22">
                  <c:v>-17269317.006473064</c:v>
                </c:pt>
                <c:pt idx="23">
                  <c:v>-17724109.995621204</c:v>
                </c:pt>
                <c:pt idx="24">
                  <c:v>-18154542.49124956</c:v>
                </c:pt>
                <c:pt idx="25">
                  <c:v>-18562271.5773468</c:v>
                </c:pt>
                <c:pt idx="26">
                  <c:v>-18948762.325102806</c:v>
                </c:pt>
                <c:pt idx="27">
                  <c:v>-19315309.59413433</c:v>
                </c:pt>
                <c:pt idx="28">
                  <c:v>-19663060.427210808</c:v>
                </c:pt>
                <c:pt idx="29">
                  <c:v>-19993035.585089684</c:v>
                </c:pt>
                <c:pt idx="30">
                  <c:v>-20306149.388499737</c:v>
                </c:pt>
                <c:pt idx="31">
                  <c:v>-20603227.44770336</c:v>
                </c:pt>
                <c:pt idx="32">
                  <c:v>-20885022.128645897</c:v>
                </c:pt>
                <c:pt idx="33">
                  <c:v>-21152225.774083138</c:v>
                </c:pt>
                <c:pt idx="34">
                  <c:v>-21405481.800486088</c:v>
                </c:pt>
                <c:pt idx="35">
                  <c:v>-21645393.849319458</c:v>
                </c:pt>
                <c:pt idx="36">
                  <c:v>-21872533.19964838</c:v>
                </c:pt>
                <c:pt idx="37">
                  <c:v>-22087444.65821743</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-22087444.65821743</c:v>
                </c:pt>
                <c:pt idx="38">
                  <c:v>-22290651.140013218</c:v>
                </c:pt>
                <c:pt idx="39">
                  <c:v>-22482657.141586304</c:v>
                </c:pt>
                <c:pt idx="40">
                  <c:v>-22663951.293981075</c:v>
                </c:pt>
                <c:pt idx="41">
                  <c:v>-22835008.164327145</c:v>
                </c:pt>
                <c:pt idx="42">
                  <c:v>-22996289.456241608</c:v>
                </c:pt>
                <c:pt idx="43">
                  <c:v>-23148244.74022627</c:v>
                </c:pt>
                <c:pt idx="44">
                  <c:v>-23291311.82693386</c:v>
                </c:pt>
                <c:pt idx="45">
                  <c:v>-23425916.878859043</c:v>
                </c:pt>
                <c:pt idx="46">
                  <c:v>-23552474.34004259</c:v>
                </c:pt>
                <c:pt idx="47">
                  <c:v>-23671386.748955727</c:v>
                </c:pt>
                <c:pt idx="48">
                  <c:v>-23783044.48683119</c:v>
                </c:pt>
                <c:pt idx="49">
                  <c:v>-23887825.50242567</c:v>
                </c:pt>
                <c:pt idx="50">
                  <c:v>-23986095.044451714</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2237993.1034054756</c:v>
                </c:pt>
                <c:pt idx="2">
                  <c:v>4856761.104406357</c:v>
                </c:pt>
                <c:pt idx="3">
                  <c:v>7592371.007224083</c:v>
                </c:pt>
                <c:pt idx="4">
                  <c:v>10164458.987019062</c:v>
                </c:pt>
                <c:pt idx="5">
                  <c:v>12416978.389884949</c:v>
                </c:pt>
                <c:pt idx="6">
                  <c:v>14326468.569022179</c:v>
                </c:pt>
                <c:pt idx="7">
                  <c:v>15935535.863907814</c:v>
                </c:pt>
                <c:pt idx="8">
                  <c:v>17299842.50038147</c:v>
                </c:pt>
                <c:pt idx="9">
                  <c:v>18466571.224176884</c:v>
                </c:pt>
                <c:pt idx="10">
                  <c:v>19470716.560583115</c:v>
                </c:pt>
                <c:pt idx="11">
                  <c:v>20337444.83313799</c:v>
                </c:pt>
                <c:pt idx="12">
                  <c:v>21085346.139575005</c:v>
                </c:pt>
                <c:pt idx="13">
                  <c:v>21729000.858930588</c:v>
                </c:pt>
                <c:pt idx="14">
                  <c:v>22280642.543397903</c:v>
                </c:pt>
                <c:pt idx="15">
                  <c:v>22751096.626810074</c:v>
                </c:pt>
                <c:pt idx="16">
                  <c:v>23150235.98515463</c:v>
                </c:pt>
                <c:pt idx="17">
                  <c:v>23487155.135712624</c:v>
                </c:pt>
                <c:pt idx="18">
                  <c:v>23770205.183742523</c:v>
                </c:pt>
                <c:pt idx="19">
                  <c:v>24006977.898698807</c:v>
                </c:pt>
                <c:pt idx="20">
                  <c:v>24204286.906910896</c:v>
                </c:pt>
                <c:pt idx="21">
                  <c:v>24368167.106549263</c:v>
                </c:pt>
                <c:pt idx="22">
                  <c:v>24503897.51718521</c:v>
                </c:pt>
                <c:pt idx="23">
                  <c:v>24616044.688195705</c:v>
                </c:pt>
                <c:pt idx="24">
                  <c:v>24708520.646463394</c:v>
                </c:pt>
                <c:pt idx="25">
                  <c:v>24784648.992423058</c:v>
                </c:pt>
                <c:pt idx="26">
                  <c:v>24847233.69664955</c:v>
                </c:pt>
                <c:pt idx="27">
                  <c:v>24898626.532640457</c:v>
                </c:pt>
                <c:pt idx="28">
                  <c:v>24940790.4425745</c:v>
                </c:pt>
                <c:pt idx="29">
                  <c:v>24975357.269438267</c:v>
                </c:pt>
                <c:pt idx="30">
                  <c:v>25003679.146000385</c:v>
                </c:pt>
                <c:pt idx="31">
                  <c:v>25026873.426940918</c:v>
                </c:pt>
                <c:pt idx="32">
                  <c:v>25045861.432224274</c:v>
                </c:pt>
                <c:pt idx="33">
                  <c:v>25061401.490428448</c:v>
                </c:pt>
                <c:pt idx="34">
                  <c:v>25074116.87734461</c:v>
                </c:pt>
                <c:pt idx="35">
                  <c:v>25084519.27609825</c:v>
                </c:pt>
                <c:pt idx="36">
                  <c:v>25093028.368424416</c:v>
                </c:pt>
                <c:pt idx="37">
                  <c:v>25099988.123162746</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25099988.123162746</c:v>
                </c:pt>
                <c:pt idx="38">
                  <c:v>25105680.29103136</c:v>
                </c:pt>
                <c:pt idx="39">
                  <c:v>25110335.55324936</c:v>
                </c:pt>
                <c:pt idx="40">
                  <c:v>25114142.711060047</c:v>
                </c:pt>
                <c:pt idx="41">
                  <c:v>25117256.246712208</c:v>
                </c:pt>
                <c:pt idx="42">
                  <c:v>25119802.535513878</c:v>
                </c:pt>
                <c:pt idx="43">
                  <c:v>25121884.943757057</c:v>
                </c:pt>
                <c:pt idx="44">
                  <c:v>25123588.008526802</c:v>
                </c:pt>
                <c:pt idx="45">
                  <c:v>25124980.862277508</c:v>
                </c:pt>
                <c:pt idx="46">
                  <c:v>25126120.037069798</c:v>
                </c:pt>
                <c:pt idx="47">
                  <c:v>25127051.75982523</c:v>
                </c:pt>
                <c:pt idx="48">
                  <c:v>25127813.830364704</c:v>
                </c:pt>
                <c:pt idx="49">
                  <c:v>25128437.157670498</c:v>
                </c:pt>
                <c:pt idx="50">
                  <c:v>25128947.016335964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-1759645.8880963326</c:v>
                </c:pt>
                <c:pt idx="2">
                  <c:v>-3515174.5535144806</c:v>
                </c:pt>
                <c:pt idx="3">
                  <c:v>-5266675.92974329</c:v>
                </c:pt>
                <c:pt idx="4">
                  <c:v>-7014252.051490307</c:v>
                </c:pt>
                <c:pt idx="5">
                  <c:v>-8758017.09742403</c:v>
                </c:pt>
                <c:pt idx="6">
                  <c:v>-10498097.345689297</c:v>
                </c:pt>
                <c:pt idx="7">
                  <c:v>-12234631.03774929</c:v>
                </c:pt>
                <c:pt idx="8">
                  <c:v>-13967768.147171497</c:v>
                </c:pt>
                <c:pt idx="9">
                  <c:v>-15697670.051255226</c:v>
                </c:pt>
                <c:pt idx="10">
                  <c:v>-17424509.104715824</c:v>
                </c:pt>
                <c:pt idx="11">
                  <c:v>-19148468.116152287</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-19148468.116152287</c:v>
                </c:pt>
                <c:pt idx="12">
                  <c:v>-20869739.729490757</c:v>
                </c:pt>
                <c:pt idx="13">
                  <c:v>-22588525.714219093</c:v>
                </c:pt>
                <c:pt idx="14">
                  <c:v>-24305036.169724464</c:v>
                </c:pt>
                <c:pt idx="15">
                  <c:v>-26019488.650562286</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-1990243.5825004578</c:v>
                </c:pt>
                <c:pt idx="2">
                  <c:v>-3980479.8450217247</c:v>
                </c:pt>
                <c:pt idx="3">
                  <c:v>-5970708.828711033</c:v>
                </c:pt>
                <c:pt idx="4">
                  <c:v>-7960930.57488966</c:v>
                </c:pt>
                <c:pt idx="5">
                  <c:v>-9951145.125053406</c:v>
                </c:pt>
                <c:pt idx="6">
                  <c:v>-11941352.520870209</c:v>
                </c:pt>
                <c:pt idx="7">
                  <c:v>-13931552.804181576</c:v>
                </c:pt>
                <c:pt idx="8">
                  <c:v>-15921746.017000675</c:v>
                </c:pt>
                <c:pt idx="9">
                  <c:v>-17911932.201508045</c:v>
                </c:pt>
                <c:pt idx="10">
                  <c:v>-19902111.400054455</c:v>
                </c:pt>
                <c:pt idx="11">
                  <c:v>-21892283.65516424</c:v>
                </c:pt>
                <c:pt idx="12">
                  <c:v>-23882449.009522438</c:v>
                </c:pt>
                <c:pt idx="13">
                  <c:v>-25872607.505984306</c:v>
                </c:pt>
                <c:pt idx="14">
                  <c:v>-27862759.18756962</c:v>
                </c:pt>
                <c:pt idx="15">
                  <c:v>-29852904.097462177</c:v>
                </c:pt>
                <c:pt idx="16">
                  <c:v>-31843042.279013157</c:v>
                </c:pt>
                <c:pt idx="17">
                  <c:v>-33833173.77573061</c:v>
                </c:pt>
                <c:pt idx="18">
                  <c:v>-35823298.631289005</c:v>
                </c:pt>
                <c:pt idx="19">
                  <c:v>-37813416.889520645</c:v>
                </c:pt>
                <c:pt idx="20">
                  <c:v>-39803528.594418526</c:v>
                </c:pt>
                <c:pt idx="21">
                  <c:v>-41793633.79013395</c:v>
                </c:pt>
                <c:pt idx="22">
                  <c:v>-43783732.52097559</c:v>
                </c:pt>
                <c:pt idx="23">
                  <c:v>-45773824.83140993</c:v>
                </c:pt>
                <c:pt idx="24">
                  <c:v>-47763910.76605606</c:v>
                </c:pt>
                <c:pt idx="25">
                  <c:v>-49753990.36968899</c:v>
                </c:pt>
                <c:pt idx="26">
                  <c:v>-51744063.68723774</c:v>
                </c:pt>
                <c:pt idx="27">
                  <c:v>-53734130.7637825</c:v>
                </c:pt>
                <c:pt idx="28">
                  <c:v>-55724191.64455271</c:v>
                </c:pt>
                <c:pt idx="29">
                  <c:v>-57714246.374931335</c:v>
                </c:pt>
                <c:pt idx="30">
                  <c:v>-59704295.00044727</c:v>
                </c:pt>
                <c:pt idx="31">
                  <c:v>-61694337.56677818</c:v>
                </c:pt>
                <c:pt idx="32">
                  <c:v>-63684374.119746685</c:v>
                </c:pt>
                <c:pt idx="33">
                  <c:v>-65674404.705323696</c:v>
                </c:pt>
                <c:pt idx="34">
                  <c:v>-67664429.3696208</c:v>
                </c:pt>
                <c:pt idx="35">
                  <c:v>-69654448.15889502</c:v>
                </c:pt>
                <c:pt idx="36">
                  <c:v>-71644461.11954355</c:v>
                </c:pt>
                <c:pt idx="37">
                  <c:v>-73634468.29810572</c:v>
                </c:pt>
                <c:pt idx="38">
                  <c:v>-75624469.7412591</c:v>
                </c:pt>
                <c:pt idx="39">
                  <c:v>-77614465.49581957</c:v>
                </c:pt>
                <c:pt idx="40">
                  <c:v>-79604455.60873985</c:v>
                </c:pt>
                <c:pt idx="41">
                  <c:v>-81594440.12710857</c:v>
                </c:pt>
                <c:pt idx="42">
                  <c:v>-83584419.09814882</c:v>
                </c:pt>
                <c:pt idx="43">
                  <c:v>-85574392.56921768</c:v>
                </c:pt>
                <c:pt idx="44">
                  <c:v>-87564360.58780241</c:v>
                </c:pt>
                <c:pt idx="45">
                  <c:v>-89554323.20152283</c:v>
                </c:pt>
                <c:pt idx="46">
                  <c:v>-91544280.45812654</c:v>
                </c:pt>
                <c:pt idx="47">
                  <c:v>-93534232.40549088</c:v>
                </c:pt>
                <c:pt idx="48">
                  <c:v>-95524179.09161949</c:v>
                </c:pt>
                <c:pt idx="49">
                  <c:v>-97514120.56463957</c:v>
                </c:pt>
                <c:pt idx="50">
                  <c:v>-99504056.87280655</c:v>
                </c:pt>
                <c:pt idx="51">
                  <c:v>-101493988.06449604</c:v>
                </c:pt>
                <c:pt idx="52">
                  <c:v>-103483914.18820477</c:v>
                </c:pt>
                <c:pt idx="53">
                  <c:v>-105473835.29255247</c:v>
                </c:pt>
                <c:pt idx="54">
                  <c:v>-107463751.42627525</c:v>
                </c:pt>
                <c:pt idx="55">
                  <c:v>-109453662.63822746</c:v>
                </c:pt>
                <c:pt idx="56">
                  <c:v>-111443568.97738075</c:v>
                </c:pt>
                <c:pt idx="57">
                  <c:v>-113433470.4928217</c:v>
                </c:pt>
                <c:pt idx="58">
                  <c:v>-115423367.23374796</c:v>
                </c:pt>
                <c:pt idx="59">
                  <c:v>-117413259.24947357</c:v>
                </c:pt>
                <c:pt idx="60">
                  <c:v>-119403146.58941793</c:v>
                </c:pt>
                <c:pt idx="61">
                  <c:v>-121393029.30311489</c:v>
                </c:pt>
                <c:pt idx="62">
                  <c:v>-123382907.44020319</c:v>
                </c:pt>
                <c:pt idx="63">
                  <c:v>-125372781.05042982</c:v>
                </c:pt>
                <c:pt idx="64">
                  <c:v>-127362650.18364525</c:v>
                </c:pt>
                <c:pt idx="65">
                  <c:v>-129352514.8898058</c:v>
                </c:pt>
                <c:pt idx="66">
                  <c:v>-131342375.21896887</c:v>
                </c:pt>
                <c:pt idx="67">
                  <c:v>-133332231.22129297</c:v>
                </c:pt>
                <c:pt idx="68">
                  <c:v>-135322082.9470353</c:v>
                </c:pt>
                <c:pt idx="69">
                  <c:v>-137311930.44655275</c:v>
                </c:pt>
                <c:pt idx="70">
                  <c:v>-139301773.77029848</c:v>
                </c:pt>
                <c:pt idx="71">
                  <c:v>-141291612.96881866</c:v>
                </c:pt>
                <c:pt idx="72">
                  <c:v>-143281448.09275484</c:v>
                </c:pt>
                <c:pt idx="73">
                  <c:v>-145271279.192842</c:v>
                </c:pt>
                <c:pt idx="74">
                  <c:v>-147261106.31990242</c:v>
                </c:pt>
                <c:pt idx="75">
                  <c:v>-149250929.52485132</c:v>
                </c:pt>
                <c:pt idx="76">
                  <c:v>-151240748.85868979</c:v>
                </c:pt>
                <c:pt idx="77">
                  <c:v>-153230564.37250423</c:v>
                </c:pt>
                <c:pt idx="78">
                  <c:v>-155220376.11746836</c:v>
                </c:pt>
                <c:pt idx="79">
                  <c:v>-157210184.14483595</c:v>
                </c:pt>
                <c:pt idx="80">
                  <c:v>-159199988.50594568</c:v>
                </c:pt>
                <c:pt idx="81">
                  <c:v>-161189789.2522149</c:v>
                </c:pt>
                <c:pt idx="82">
                  <c:v>-163179586.43513918</c:v>
                </c:pt>
                <c:pt idx="83">
                  <c:v>-165169380.10629272</c:v>
                </c:pt>
                <c:pt idx="84">
                  <c:v>-167159170.31732416</c:v>
                </c:pt>
                <c:pt idx="85">
                  <c:v>-169148957.11995697</c:v>
                </c:pt>
                <c:pt idx="86">
                  <c:v>-171138740.5659871</c:v>
                </c:pt>
                <c:pt idx="87">
                  <c:v>-173128520.70728064</c:v>
                </c:pt>
                <c:pt idx="88">
                  <c:v>-175118297.59577417</c:v>
                </c:pt>
                <c:pt idx="89">
                  <c:v>-177108071.283473</c:v>
                </c:pt>
                <c:pt idx="90">
                  <c:v>-179097841.82244778</c:v>
                </c:pt>
                <c:pt idx="91">
                  <c:v>-181087609.2648325</c:v>
                </c:pt>
                <c:pt idx="92">
                  <c:v>-183077373.66282797</c:v>
                </c:pt>
                <c:pt idx="93">
                  <c:v>-185067135.06869316</c:v>
                </c:pt>
                <c:pt idx="94">
                  <c:v>-187056893.53474998</c:v>
                </c:pt>
                <c:pt idx="95">
                  <c:v>-189046649.11337662</c:v>
                </c:pt>
                <c:pt idx="96">
                  <c:v>-191036401.85701084</c:v>
                </c:pt>
                <c:pt idx="97">
                  <c:v>-193026151.81814194</c:v>
                </c:pt>
                <c:pt idx="98">
                  <c:v>-195015899.04931784</c:v>
                </c:pt>
                <c:pt idx="99">
                  <c:v>-197005643.60313463</c:v>
                </c:pt>
                <c:pt idx="100">
                  <c:v>-198995385.53224087</c:v>
                </c:pt>
                <c:pt idx="101">
                  <c:v>-200985124.88933468</c:v>
                </c:pt>
                <c:pt idx="102">
                  <c:v>-202974861.7271595</c:v>
                </c:pt>
                <c:pt idx="103">
                  <c:v>-204964596.09850693</c:v>
                </c:pt>
                <c:pt idx="104">
                  <c:v>-206954328.056211</c:v>
                </c:pt>
                <c:pt idx="105">
                  <c:v>-208944057.65315008</c:v>
                </c:pt>
                <c:pt idx="106">
                  <c:v>-210933784.94224262</c:v>
                </c:pt>
                <c:pt idx="107">
                  <c:v>-212923509.97644615</c:v>
                </c:pt>
                <c:pt idx="108">
                  <c:v>-214913232.80875587</c:v>
                </c:pt>
                <c:pt idx="109">
                  <c:v>-216902953.4922042</c:v>
                </c:pt>
                <c:pt idx="110">
                  <c:v>-218892672.07985687</c:v>
                </c:pt>
                <c:pt idx="111">
                  <c:v>-220882388.62481546</c:v>
                </c:pt>
                <c:pt idx="112">
                  <c:v>-222872103.18020678</c:v>
                </c:pt>
                <c:pt idx="113">
                  <c:v>-224861815.7991953</c:v>
                </c:pt>
                <c:pt idx="114">
                  <c:v>-226851526.53496647</c:v>
                </c:pt>
                <c:pt idx="115">
                  <c:v>-228841235.44073677</c:v>
                </c:pt>
                <c:pt idx="116">
                  <c:v>-230830942.56974506</c:v>
                </c:pt>
                <c:pt idx="117">
                  <c:v>-232820647.97525454</c:v>
                </c:pt>
                <c:pt idx="118">
                  <c:v>-234810351.71054935</c:v>
                </c:pt>
                <c:pt idx="119">
                  <c:v>-236800053.82893515</c:v>
                </c:pt>
                <c:pt idx="120">
                  <c:v>-238789754.38373327</c:v>
                </c:pt>
                <c:pt idx="121">
                  <c:v>-240779453.42828274</c:v>
                </c:pt>
                <c:pt idx="122">
                  <c:v>-242769151.01593924</c:v>
                </c:pt>
                <c:pt idx="123">
                  <c:v>-244758847.20007038</c:v>
                </c:pt>
                <c:pt idx="124">
                  <c:v>-246748542.0340557</c:v>
                </c:pt>
                <c:pt idx="125">
                  <c:v>-248738235.5712843</c:v>
                </c:pt>
                <c:pt idx="126">
                  <c:v>-250727927.86515474</c:v>
                </c:pt>
                <c:pt idx="127">
                  <c:v>-252717618.96907187</c:v>
                </c:pt>
                <c:pt idx="128">
                  <c:v>-254707308.93644667</c:v>
                </c:pt>
                <c:pt idx="129">
                  <c:v>-256696997.82069302</c:v>
                </c:pt>
                <c:pt idx="130">
                  <c:v>-258686685.6752262</c:v>
                </c:pt>
                <c:pt idx="131">
                  <c:v>-260676372.55346346</c:v>
                </c:pt>
                <c:pt idx="132">
                  <c:v>-262666058.50881815</c:v>
                </c:pt>
                <c:pt idx="133">
                  <c:v>-264655743.59470463</c:v>
                </c:pt>
                <c:pt idx="134">
                  <c:v>-266645427.86452818</c:v>
                </c:pt>
                <c:pt idx="135">
                  <c:v>-268635111.3716917</c:v>
                </c:pt>
                <c:pt idx="136">
                  <c:v>-270624794.16958904</c:v>
                </c:pt>
                <c:pt idx="137">
                  <c:v>-272614476.3116026</c:v>
                </c:pt>
                <c:pt idx="138">
                  <c:v>-274604157.85110664</c:v>
                </c:pt>
                <c:pt idx="139">
                  <c:v>-276593838.84146166</c:v>
                </c:pt>
                <c:pt idx="140">
                  <c:v>-278583519.3360133</c:v>
                </c:pt>
                <c:pt idx="141">
                  <c:v>-280573199.3880925</c:v>
                </c:pt>
                <c:pt idx="142">
                  <c:v>-282562879.0510111</c:v>
                </c:pt>
                <c:pt idx="143">
                  <c:v>-284552558.3780627</c:v>
                </c:pt>
                <c:pt idx="144">
                  <c:v>-286542237.42252064</c:v>
                </c:pt>
                <c:pt idx="145">
                  <c:v>-288531916.23763514</c:v>
                </c:pt>
                <c:pt idx="146">
                  <c:v>-290521594.8766327</c:v>
                </c:pt>
                <c:pt idx="147">
                  <c:v>-292511273.39271355</c:v>
                </c:pt>
                <c:pt idx="148">
                  <c:v>-294500951.83905125</c:v>
                </c:pt>
                <c:pt idx="149">
                  <c:v>-296490630.2687917</c:v>
                </c:pt>
                <c:pt idx="150">
                  <c:v>-298480308.7350488</c:v>
                </c:pt>
                <c:pt idx="151">
                  <c:v>-300469987.29090405</c:v>
                </c:pt>
                <c:pt idx="152">
                  <c:v>-302459665.989408</c:v>
                </c:pt>
                <c:pt idx="153">
                  <c:v>-304449344.8835726</c:v>
                </c:pt>
                <c:pt idx="154">
                  <c:v>-306439024.0263758</c:v>
                </c:pt>
                <c:pt idx="155">
                  <c:v>-308428703.47075605</c:v>
                </c:pt>
                <c:pt idx="156">
                  <c:v>-310418383.26961184</c:v>
                </c:pt>
                <c:pt idx="157">
                  <c:v>-312408063.47580004</c:v>
                </c:pt>
                <c:pt idx="158">
                  <c:v>-314397744.14213467</c:v>
                </c:pt>
                <c:pt idx="159">
                  <c:v>-316387425.32138634</c:v>
                </c:pt>
                <c:pt idx="160">
                  <c:v>-318377107.066277</c:v>
                </c:pt>
                <c:pt idx="161">
                  <c:v>-320366789.42948246</c:v>
                </c:pt>
                <c:pt idx="162">
                  <c:v>-322356472.46362734</c:v>
                </c:pt>
                <c:pt idx="163">
                  <c:v>-324346156.2212901</c:v>
                </c:pt>
                <c:pt idx="164">
                  <c:v>-326335840.7549906</c:v>
                </c:pt>
                <c:pt idx="165">
                  <c:v>-328325526.11719847</c:v>
                </c:pt>
                <c:pt idx="166">
                  <c:v>-330315212.36032724</c:v>
                </c:pt>
                <c:pt idx="167">
                  <c:v>-332304899.5367327</c:v>
                </c:pt>
                <c:pt idx="168">
                  <c:v>-334294587.6987128</c:v>
                </c:pt>
                <c:pt idx="169">
                  <c:v>-336284276.89850473</c:v>
                </c:pt>
                <c:pt idx="170">
                  <c:v>-338273967.1882844</c:v>
                </c:pt>
                <c:pt idx="171">
                  <c:v>-340263658.6201649</c:v>
                </c:pt>
                <c:pt idx="172">
                  <c:v>-342253351.2461939</c:v>
                </c:pt>
                <c:pt idx="173">
                  <c:v>-344243045.11835384</c:v>
                </c:pt>
                <c:pt idx="174">
                  <c:v>-346232740.2885585</c:v>
                </c:pt>
                <c:pt idx="175">
                  <c:v>-348222436.8086524</c:v>
                </c:pt>
                <c:pt idx="176">
                  <c:v>-350212134.73041105</c:v>
                </c:pt>
                <c:pt idx="177">
                  <c:v>-352201834.105536</c:v>
                </c:pt>
                <c:pt idx="178">
                  <c:v>-354191534.98565674</c:v>
                </c:pt>
                <c:pt idx="179">
                  <c:v>-356181237.4223256</c:v>
                </c:pt>
                <c:pt idx="180">
                  <c:v>-358170941.4670205</c:v>
                </c:pt>
                <c:pt idx="181">
                  <c:v>-360160647.1711407</c:v>
                </c:pt>
                <c:pt idx="182">
                  <c:v>-362150354.5860052</c:v>
                </c:pt>
                <c:pt idx="183">
                  <c:v>-364140063.76285267</c:v>
                </c:pt>
                <c:pt idx="184">
                  <c:v>-366129774.75283957</c:v>
                </c:pt>
                <c:pt idx="185">
                  <c:v>-368119487.6070385</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-368119487.6070385</c:v>
                </c:pt>
                <c:pt idx="186">
                  <c:v>-370109202.3764372</c:v>
                </c:pt>
                <c:pt idx="187">
                  <c:v>-372098919.11193514</c:v>
                </c:pt>
                <c:pt idx="188">
                  <c:v>-374088637.864347</c:v>
                </c:pt>
                <c:pt idx="189">
                  <c:v>-376078358.6843939</c:v>
                </c:pt>
                <c:pt idx="190">
                  <c:v>-378068081.6227088</c:v>
                </c:pt>
                <c:pt idx="191">
                  <c:v>-380057806.7298322</c:v>
                </c:pt>
                <c:pt idx="192">
                  <c:v>-382047534.05621004</c:v>
                </c:pt>
                <c:pt idx="193">
                  <c:v>-384037263.65219355</c:v>
                </c:pt>
                <c:pt idx="194">
                  <c:v>-386026995.56803846</c:v>
                </c:pt>
                <c:pt idx="195">
                  <c:v>-388016729.85390186</c:v>
                </c:pt>
                <c:pt idx="196">
                  <c:v>-390006466.55984116</c:v>
                </c:pt>
                <c:pt idx="197">
                  <c:v>-391996205.73581505</c:v>
                </c:pt>
                <c:pt idx="198">
                  <c:v>-393985947.4316788</c:v>
                </c:pt>
                <c:pt idx="199">
                  <c:v>-395975691.69718504</c:v>
                </c:pt>
                <c:pt idx="200">
                  <c:v>-397965438.58198166</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2623395.5717992783</c:v>
                </c:pt>
                <c:pt idx="2">
                  <c:v>5964315.774076939</c:v>
                </c:pt>
                <c:pt idx="3">
                  <c:v>10037904.237249374</c:v>
                </c:pt>
                <c:pt idx="4">
                  <c:v>14810964.81009674</c:v>
                </c:pt>
                <c:pt idx="5">
                  <c:v>20192984.63463211</c:v>
                </c:pt>
                <c:pt idx="6">
                  <c:v>26037634.849036217</c:v>
                </c:pt>
                <c:pt idx="7">
                  <c:v>32157225.82703352</c:v>
                </c:pt>
                <c:pt idx="8">
                  <c:v>38347443.10901356</c:v>
                </c:pt>
                <c:pt idx="9">
                  <c:v>44415018.31345844</c:v>
                </c:pt>
                <c:pt idx="10">
                  <c:v>50199994.21776962</c:v>
                </c:pt>
                <c:pt idx="11">
                  <c:v>55587446.926571846</c:v>
                </c:pt>
                <c:pt idx="12">
                  <c:v>60508402.46365547</c:v>
                </c:pt>
                <c:pt idx="13">
                  <c:v>64933196.95679045</c:v>
                </c:pt>
                <c:pt idx="14">
                  <c:v>68861482.34276247</c:v>
                </c:pt>
                <c:pt idx="15">
                  <c:v>72312167.29530096</c:v>
                </c:pt>
                <c:pt idx="16">
                  <c:v>75315078.91327143</c:v>
                </c:pt>
                <c:pt idx="17">
                  <c:v>77904889.5835743</c:v>
                </c:pt>
                <c:pt idx="18">
                  <c:v>80117134.88299322</c:v>
                </c:pt>
                <c:pt idx="19">
                  <c:v>81985864.53263521</c:v>
                </c:pt>
                <c:pt idx="20">
                  <c:v>83542439.75992155</c:v>
                </c:pt>
                <c:pt idx="21">
                  <c:v>84815071.77457762</c:v>
                </c:pt>
                <c:pt idx="22">
                  <c:v>85828803.2238369</c:v>
                </c:pt>
                <c:pt idx="23">
                  <c:v>86605730.02773857</c:v>
                </c:pt>
                <c:pt idx="24">
                  <c:v>87165333.90761662</c:v>
                </c:pt>
                <c:pt idx="25">
                  <c:v>87524847.02422428</c:v>
                </c:pt>
                <c:pt idx="26">
                  <c:v>87699604.07161951</c:v>
                </c:pt>
                <c:pt idx="27">
                  <c:v>87703358.83468485</c:v>
                </c:pt>
                <c:pt idx="28">
                  <c:v>87548555.58541155</c:v>
                </c:pt>
                <c:pt idx="29">
                  <c:v>87246553.63509512</c:v>
                </c:pt>
                <c:pt idx="30">
                  <c:v>86807807.82735968</c:v>
                </c:pt>
                <c:pt idx="31">
                  <c:v>86242010.03393841</c:v>
                </c:pt>
                <c:pt idx="32">
                  <c:v>85558197.63245916</c:v>
                </c:pt>
                <c:pt idx="33">
                  <c:v>84764835.03852749</c:v>
                </c:pt>
                <c:pt idx="34">
                  <c:v>83869873.97875261</c:v>
                </c:pt>
                <c:pt idx="35">
                  <c:v>82880797.5505786</c:v>
                </c:pt>
                <c:pt idx="36">
                  <c:v>81804652.36385536</c:v>
                </c:pt>
                <c:pt idx="37">
                  <c:v>80648072.29058361</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80648072.29058361</c:v>
                </c:pt>
                <c:pt idx="38">
                  <c:v>79417296.62078619</c:v>
                </c:pt>
                <c:pt idx="39">
                  <c:v>78118184.76731062</c:v>
                </c:pt>
                <c:pt idx="40">
                  <c:v>76756229.09692097</c:v>
                </c:pt>
                <c:pt idx="41">
                  <c:v>75336566.99427128</c:v>
                </c:pt>
                <c:pt idx="42">
                  <c:v>73863992.88644123</c:v>
                </c:pt>
                <c:pt idx="43">
                  <c:v>72342970.66089487</c:v>
                </c:pt>
                <c:pt idx="44">
                  <c:v>70777646.68877411</c:v>
                </c:pt>
                <c:pt idx="45">
                  <c:v>69171863.50682497</c:v>
                </c:pt>
                <c:pt idx="46">
                  <c:v>67529174.10355377</c:v>
                </c:pt>
                <c:pt idx="47">
                  <c:v>65852856.687830925</c:v>
                </c:pt>
                <c:pt idx="48">
                  <c:v>64145929.781410694</c:v>
                </c:pt>
                <c:pt idx="49">
                  <c:v>62411167.462768555</c:v>
                </c:pt>
                <c:pt idx="50">
                  <c:v>60651114.591434</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23496721.123691082</c:v>
                </c:pt>
                <c:pt idx="2">
                  <c:v>49189935.08292627</c:v>
                </c:pt>
                <c:pt idx="3">
                  <c:v>77054864.05819511</c:v>
                </c:pt>
                <c:pt idx="4">
                  <c:v>107001739.37077522</c:v>
                </c:pt>
                <c:pt idx="5">
                  <c:v>138869631.93045807</c:v>
                </c:pt>
                <c:pt idx="6">
                  <c:v>172425572.41568136</c:v>
                </c:pt>
                <c:pt idx="7">
                  <c:v>207370149.20286703</c:v>
                </c:pt>
                <c:pt idx="8">
                  <c:v>243349806.96949005</c:v>
                </c:pt>
                <c:pt idx="9">
                  <c:v>279974859.9317689</c:v>
                </c:pt>
                <c:pt idx="10">
                  <c:v>316841108.5439396</c:v>
                </c:pt>
                <c:pt idx="11">
                  <c:v>353552253.4935694</c:v>
                </c:pt>
                <c:pt idx="12">
                  <c:v>389740250.5477767</c:v>
                </c:pt>
                <c:pt idx="13">
                  <c:v>425081331.92933464</c:v>
                </c:pt>
                <c:pt idx="14">
                  <c:v>459306411.6659975</c:v>
                </c:pt>
                <c:pt idx="15">
                  <c:v>492205673.0098305</c:v>
                </c:pt>
                <c:pt idx="16">
                  <c:v>523628023.45525694</c:v>
                </c:pt>
                <c:pt idx="17">
                  <c:v>553476642.233758</c:v>
                </c:pt>
                <c:pt idx="18">
                  <c:v>581702021.7652745</c:v>
                </c:pt>
                <c:pt idx="19">
                  <c:v>608293800.7520981</c:v>
                </c:pt>
                <c:pt idx="20">
                  <c:v>633272421.3989062</c:v>
                </c:pt>
                <c:pt idx="21">
                  <c:v>656681325.0129242</c:v>
                </c:pt>
                <c:pt idx="22">
                  <c:v>678580103.6755023</c:v>
                </c:pt>
                <c:pt idx="23">
                  <c:v>699038789.088172</c:v>
                </c:pt>
                <c:pt idx="24">
                  <c:v>718133293.3522477</c:v>
                </c:pt>
                <c:pt idx="25">
                  <c:v>735941913.7967043</c:v>
                </c:pt>
                <c:pt idx="26">
                  <c:v>752542761.1311889</c:v>
                </c:pt>
                <c:pt idx="27">
                  <c:v>768011952.1207347</c:v>
                </c:pt>
                <c:pt idx="28">
                  <c:v>782422411.6465416</c:v>
                </c:pt>
                <c:pt idx="29">
                  <c:v>795843144.5786014</c:v>
                </c:pt>
                <c:pt idx="30">
                  <c:v>808338858.5863085</c:v>
                </c:pt>
                <c:pt idx="31">
                  <c:v>819969840.6352396</c:v>
                </c:pt>
                <c:pt idx="32">
                  <c:v>830792010.098774</c:v>
                </c:pt>
                <c:pt idx="33">
                  <c:v>840857089.0330348</c:v>
                </c:pt>
                <c:pt idx="34">
                  <c:v>850212844.8730536</c:v>
                </c:pt>
                <c:pt idx="35">
                  <c:v>858903372.6925187</c:v>
                </c:pt>
                <c:pt idx="36">
                  <c:v>866969393.5296087</c:v>
                </c:pt>
                <c:pt idx="37">
                  <c:v>874448552.4990721</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874448552.4990721</c:v>
                </c:pt>
                <c:pt idx="38">
                  <c:v>881375705.8725333</c:v>
                </c:pt>
                <c:pt idx="39">
                  <c:v>887783190.3683672</c:v>
                </c:pt>
                <c:pt idx="40">
                  <c:v>893701070.8532543</c:v>
                </c:pt>
                <c:pt idx="41">
                  <c:v>899157364.7714701</c:v>
                </c:pt>
                <c:pt idx="42">
                  <c:v>904178243.0877929</c:v>
                </c:pt>
                <c:pt idx="43">
                  <c:v>908788208.516079</c:v>
                </c:pt>
                <c:pt idx="44">
                  <c:v>913010252.4330754</c:v>
                </c:pt>
                <c:pt idx="45">
                  <c:v>916865992.2422318</c:v>
                </c:pt>
                <c:pt idx="46">
                  <c:v>920375791.1288075</c:v>
                </c:pt>
                <c:pt idx="47">
                  <c:v>923558862.1912713</c:v>
                </c:pt>
                <c:pt idx="48">
                  <c:v>926433358.886816</c:v>
                </c:pt>
                <c:pt idx="49">
                  <c:v>929016453.6221437</c:v>
                </c:pt>
                <c:pt idx="50">
                  <c:v>931324406.1777596</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19180133.377206326</c:v>
                </c:pt>
                <c:pt idx="2">
                  <c:v>39099163.626125336</c:v>
                </c:pt>
                <c:pt idx="3">
                  <c:v>59353232.66110802</c:v>
                </c:pt>
                <c:pt idx="4">
                  <c:v>79517241.8940053</c:v>
                </c:pt>
                <c:pt idx="5">
                  <c:v>99187366.6844325</c:v>
                </c:pt>
                <c:pt idx="6">
                  <c:v>118017726.81411839</c:v>
                </c:pt>
                <c:pt idx="7">
                  <c:v>135743970.4684987</c:v>
                </c:pt>
                <c:pt idx="8">
                  <c:v>152191313.23111343</c:v>
                </c:pt>
                <c:pt idx="9">
                  <c:v>167269172.57104492</c:v>
                </c:pt>
                <c:pt idx="10">
                  <c:v>180957152.76145267</c:v>
                </c:pt>
                <c:pt idx="11">
                  <c:v>193287462.46575642</c:v>
                </c:pt>
                <c:pt idx="12">
                  <c:v>204327673.72295952</c:v>
                </c:pt>
                <c:pt idx="13">
                  <c:v>214166082.99506903</c:v>
                </c:pt>
                <c:pt idx="14">
                  <c:v>222900514.56080627</c:v>
                </c:pt>
                <c:pt idx="15">
                  <c:v>230630480.3768711</c:v>
                </c:pt>
                <c:pt idx="16">
                  <c:v>237452151.8447671</c:v>
                </c:pt>
                <c:pt idx="17">
                  <c:v>243455464.9770627</c:v>
                </c:pt>
                <c:pt idx="18">
                  <c:v>248722725.36740112</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248722725.36740112</c:v>
                </c:pt>
                <c:pt idx="19">
                  <c:v>253328198.0383978</c:v>
                </c:pt>
                <c:pt idx="20">
                  <c:v>257338298.72302246</c:v>
                </c:pt>
                <c:pt idx="21">
                  <c:v>260812118.88950205</c:v>
                </c:pt>
                <c:pt idx="22">
                  <c:v>263802107.6055169</c:v>
                </c:pt>
                <c:pt idx="23">
                  <c:v>266354799.53213263</c:v>
                </c:pt>
                <c:pt idx="24">
                  <c:v>268511524.1038618</c:v>
                </c:pt>
                <c:pt idx="25">
                  <c:v>270309061.22764254</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-1068342.6337842941</c:v>
                </c:pt>
                <c:pt idx="2">
                  <c:v>-2105527.568778038</c:v>
                </c:pt>
                <c:pt idx="3">
                  <c:v>-3111475.1174116135</c:v>
                </c:pt>
                <c:pt idx="4">
                  <c:v>-4086227.764813423</c:v>
                </c:pt>
                <c:pt idx="5">
                  <c:v>-5029959.452701569</c:v>
                </c:pt>
                <c:pt idx="6">
                  <c:v>-5942984.028814793</c:v>
                </c:pt>
                <c:pt idx="7">
                  <c:v>-6825762.606595039</c:v>
                </c:pt>
                <c:pt idx="8">
                  <c:v>-7678909.577490807</c:v>
                </c:pt>
                <c:pt idx="9">
                  <c:v>-8503197.02482605</c:v>
                </c:pt>
                <c:pt idx="10">
                  <c:v>-9299557.304746151</c:v>
                </c:pt>
                <c:pt idx="11">
                  <c:v>-10069083.586918354</c:v>
                </c:pt>
                <c:pt idx="12">
                  <c:v>-10813028.185544014</c:v>
                </c:pt>
                <c:pt idx="13">
                  <c:v>-11532798.559393406</c:v>
                </c:pt>
                <c:pt idx="14">
                  <c:v>-12229950.916719437</c:v>
                </c:pt>
                <c:pt idx="15">
                  <c:v>-12906181.425338268</c:v>
                </c:pt>
                <c:pt idx="16">
                  <c:v>-13563315.097290039</c:v>
                </c:pt>
                <c:pt idx="17">
                  <c:v>-14203292.488441944</c:v>
                </c:pt>
                <c:pt idx="18">
                  <c:v>-14828154.422753334</c:v>
                </c:pt>
                <c:pt idx="19">
                  <c:v>-15440025.015305996</c:v>
                </c:pt>
                <c:pt idx="20">
                  <c:v>-16041093.32424879</c:v>
                </c:pt>
                <c:pt idx="21">
                  <c:v>-16633594.006536007</c:v>
                </c:pt>
                <c:pt idx="22">
                  <c:v>-17219787.383343697</c:v>
                </c:pt>
                <c:pt idx="23">
                  <c:v>-17801939.336829662</c:v>
                </c:pt>
                <c:pt idx="24">
                  <c:v>-18382301.459572315</c:v>
                </c:pt>
                <c:pt idx="25">
                  <c:v>-18963091.862041473</c:v>
                </c:pt>
                <c:pt idx="26">
                  <c:v>-19546477.012779713</c:v>
                </c:pt>
                <c:pt idx="27">
                  <c:v>-20134554.942730904</c:v>
                </c:pt>
                <c:pt idx="28">
                  <c:v>-20729340.09184122</c:v>
                </c:pt>
                <c:pt idx="29">
                  <c:v>-21332750.015753746</c:v>
                </c:pt>
                <c:pt idx="30">
                  <c:v>-21946594.10629368</c:v>
                </c:pt>
                <c:pt idx="31">
                  <c:v>-22572564.414693356</c:v>
                </c:pt>
                <c:pt idx="32">
                  <c:v>-23212228.60401392</c:v>
                </c:pt>
                <c:pt idx="33">
                  <c:v>-23867024.99949932</c:v>
                </c:pt>
                <c:pt idx="34">
                  <c:v>-24538259.654626846</c:v>
                </c:pt>
                <c:pt idx="35">
                  <c:v>-25227105.30777359</c:v>
                </c:pt>
                <c:pt idx="36">
                  <c:v>-25934602.070456505</c:v>
                </c:pt>
                <c:pt idx="37">
                  <c:v>-26661659.66335535</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-26661659.66335535</c:v>
                </c:pt>
                <c:pt idx="38">
                  <c:v>-27409061.000421524</c:v>
                </c:pt>
                <c:pt idx="39">
                  <c:v>-28177466.913740635</c:v>
                </c:pt>
                <c:pt idx="40">
                  <c:v>-28967421.811536312</c:v>
                </c:pt>
                <c:pt idx="41">
                  <c:v>-29779360.067546844</c:v>
                </c:pt>
                <c:pt idx="42">
                  <c:v>-30613612.950912476</c:v>
                </c:pt>
                <c:pt idx="43">
                  <c:v>-31470415.92035961</c:v>
                </c:pt>
                <c:pt idx="44">
                  <c:v>-32349916.123689175</c:v>
                </c:pt>
                <c:pt idx="45">
                  <c:v>-33252179.96242714</c:v>
                </c:pt>
                <c:pt idx="46">
                  <c:v>-34177200.60093641</c:v>
                </c:pt>
                <c:pt idx="47">
                  <c:v>-35124905.318620205</c:v>
                </c:pt>
                <c:pt idx="48">
                  <c:v>-36095162.622496605</c:v>
                </c:pt>
                <c:pt idx="49">
                  <c:v>-37087789.05483389</c:v>
                </c:pt>
                <c:pt idx="50">
                  <c:v>-38102555.64655161</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-193929.7857618332</c:v>
                </c:pt>
                <c:pt idx="2">
                  <c:v>-310207.77857780457</c:v>
                </c:pt>
                <c:pt idx="3">
                  <c:v>-348901.9054517746</c:v>
                </c:pt>
                <c:pt idx="4">
                  <c:v>-310637.309571743</c:v>
                </c:pt>
                <c:pt idx="5">
                  <c:v>-196642.55878210068</c:v>
                </c:pt>
                <c:pt idx="6">
                  <c:v>-8787.461845874786</c:v>
                </c:pt>
                <c:pt idx="7">
                  <c:v>250389.92233467102</c:v>
                </c:pt>
                <c:pt idx="8">
                  <c:v>577669.346262455</c:v>
                </c:pt>
                <c:pt idx="9">
                  <c:v>969149.4509978294</c:v>
                </c:pt>
                <c:pt idx="10">
                  <c:v>1420265.3134236336</c:v>
                </c:pt>
                <c:pt idx="11">
                  <c:v>1925823.2695302963</c:v>
                </c:pt>
                <c:pt idx="12">
                  <c:v>2480053.0439887047</c:v>
                </c:pt>
                <c:pt idx="13">
                  <c:v>3076676.3626699448</c:v>
                </c:pt>
                <c:pt idx="14">
                  <c:v>3708990.3558473587</c:v>
                </c:pt>
                <c:pt idx="15">
                  <c:v>4369963.246444702</c:v>
                </c:pt>
                <c:pt idx="16">
                  <c:v>5052339.13034296</c:v>
                </c:pt>
                <c:pt idx="17">
                  <c:v>5748748.15625</c:v>
                </c:pt>
                <c:pt idx="18">
                  <c:v>6451818.145746708</c:v>
                </c:pt>
                <c:pt idx="19">
                  <c:v>7154283.681918621</c:v>
                </c:pt>
                <c:pt idx="20">
                  <c:v>7849088.9340901375</c:v>
                </c:pt>
                <c:pt idx="21">
                  <c:v>8529480.948486328</c:v>
                </c:pt>
                <c:pt idx="22">
                  <c:v>9189090.771959782</c:v>
                </c:pt>
                <c:pt idx="23">
                  <c:v>9822000.526581764</c:v>
                </c:pt>
                <c:pt idx="24">
                  <c:v>10422795.35002613</c:v>
                </c:pt>
                <c:pt idx="25">
                  <c:v>10986599.896217346</c:v>
                </c:pt>
                <c:pt idx="26">
                  <c:v>11509099.797896862</c:v>
                </c:pt>
                <c:pt idx="27">
                  <c:v>11986549.087070465</c:v>
                </c:pt>
                <c:pt idx="28">
                  <c:v>12415765.025774002</c:v>
                </c:pt>
                <c:pt idx="29">
                  <c:v>12794112.109492779</c:v>
                </c:pt>
                <c:pt idx="30">
                  <c:v>13119477.173399925</c:v>
                </c:pt>
                <c:pt idx="31">
                  <c:v>13390237.572622776</c:v>
                </c:pt>
                <c:pt idx="32">
                  <c:v>13605224.343756199</c:v>
                </c:pt>
                <c:pt idx="33">
                  <c:v>13763682.11116314</c:v>
                </c:pt>
                <c:pt idx="34">
                  <c:v>13865227.303278923</c:v>
                </c:pt>
                <c:pt idx="35">
                  <c:v>13909806.014893055</c:v>
                </c:pt>
                <c:pt idx="36">
                  <c:v>13897652.610659122</c:v>
                </c:pt>
                <c:pt idx="37">
                  <c:v>13829249.92890644</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13829249.92890644</c:v>
                </c:pt>
                <c:pt idx="38">
                  <c:v>13705291.724386215</c:v>
                </c:pt>
                <c:pt idx="39">
                  <c:v>13526647.791433811</c:v>
                </c:pt>
                <c:pt idx="40">
                  <c:v>13294332.039116383</c:v>
                </c:pt>
                <c:pt idx="41">
                  <c:v>13009473.648712158</c:v>
                </c:pt>
                <c:pt idx="42">
                  <c:v>12673291.330525875</c:v>
                </c:pt>
                <c:pt idx="43">
                  <c:v>12287070.60960102</c:v>
                </c:pt>
                <c:pt idx="44">
                  <c:v>11852144.005533218</c:v>
                </c:pt>
                <c:pt idx="45">
                  <c:v>11369873.92689228</c:v>
                </c:pt>
                <c:pt idx="46">
                  <c:v>10841638.07253313</c:v>
                </c:pt>
                <c:pt idx="47">
                  <c:v>10268817.117064476</c:v>
                </c:pt>
                <c:pt idx="48">
                  <c:v>9652784.453024864</c:v>
                </c:pt>
                <c:pt idx="49">
                  <c:v>8994897.765343666</c:v>
                </c:pt>
                <c:pt idx="50">
                  <c:v>8296492.222373009</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11619861.41629982</c:v>
                </c:pt>
                <c:pt idx="2">
                  <c:v>24388611.710683823</c:v>
                </c:pt>
                <c:pt idx="3">
                  <c:v>38205765.51376963</c:v>
                </c:pt>
                <c:pt idx="4">
                  <c:v>52913452.8432498</c:v>
                </c:pt>
                <c:pt idx="5">
                  <c:v>68301711.89260721</c:v>
                </c:pt>
                <c:pt idx="6">
                  <c:v>84121448.60316038</c:v>
                </c:pt>
                <c:pt idx="7">
                  <c:v>100103475.64370823</c:v>
                </c:pt>
                <c:pt idx="8">
                  <c:v>115980307.65068626</c:v>
                </c:pt>
                <c:pt idx="9">
                  <c:v>131506649.73406935</c:v>
                </c:pt>
                <c:pt idx="10">
                  <c:v>146475088.8922515</c:v>
                </c:pt>
                <c:pt idx="11">
                  <c:v>160725064.83610344</c:v>
                </c:pt>
                <c:pt idx="12">
                  <c:v>174145032.0721612</c:v>
                </c:pt>
                <c:pt idx="13">
                  <c:v>186669140.42696238</c:v>
                </c:pt>
                <c:pt idx="14">
                  <c:v>198270426.01560736</c:v>
                </c:pt>
                <c:pt idx="15">
                  <c:v>208952477.30454922</c:v>
                </c:pt>
                <c:pt idx="16">
                  <c:v>218741094.82856512</c:v>
                </c:pt>
                <c:pt idx="17">
                  <c:v>227676888.28939104</c:v>
                </c:pt>
                <c:pt idx="18">
                  <c:v>235809245.87230444</c:v>
                </c:pt>
                <c:pt idx="19">
                  <c:v>243191749.793828</c:v>
                </c:pt>
                <c:pt idx="20">
                  <c:v>249878902.34674454</c:v>
                </c:pt>
                <c:pt idx="21">
                  <c:v>255923933.78819942</c:v>
                </c:pt>
                <c:pt idx="22">
                  <c:v>261377445.52590466</c:v>
                </c:pt>
                <c:pt idx="23">
                  <c:v>266286664.4327941</c:v>
                </c:pt>
                <c:pt idx="24">
                  <c:v>270695123.05090904</c:v>
                </c:pt>
                <c:pt idx="25">
                  <c:v>274642622.06518984</c:v>
                </c:pt>
                <c:pt idx="26">
                  <c:v>278165368.8807826</c:v>
                </c:pt>
                <c:pt idx="27">
                  <c:v>281296216.8723526</c:v>
                </c:pt>
                <c:pt idx="28">
                  <c:v>284064953.6555443</c:v>
                </c:pt>
                <c:pt idx="29">
                  <c:v>286498604.37750196</c:v>
                </c:pt>
                <c:pt idx="30">
                  <c:v>288621728.69603634</c:v>
                </c:pt>
                <c:pt idx="31">
                  <c:v>290456698.96325874</c:v>
                </c:pt>
                <c:pt idx="32">
                  <c:v>292023953.1371412</c:v>
                </c:pt>
                <c:pt idx="33">
                  <c:v>293342219.9019809</c:v>
                </c:pt>
                <c:pt idx="34">
                  <c:v>294428715.9877825</c:v>
                </c:pt>
                <c:pt idx="35">
                  <c:v>295299317.1839237</c:v>
                </c:pt>
                <c:pt idx="36">
                  <c:v>295968705.3659787</c:v>
                </c:pt>
                <c:pt idx="37">
                  <c:v>296450494.2253294</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296450494.2253294</c:v>
                </c:pt>
                <c:pt idx="38">
                  <c:v>296757336.47002554</c:v>
                </c:pt>
                <c:pt idx="39">
                  <c:v>296901015.163733</c:v>
                </c:pt>
                <c:pt idx="40">
                  <c:v>296892521.6639347</c:v>
                </c:pt>
                <c:pt idx="41">
                  <c:v>296742122.362123</c:v>
                </c:pt>
                <c:pt idx="42">
                  <c:v>296459416.15158415</c:v>
                </c:pt>
                <c:pt idx="43">
                  <c:v>296053384.27399826</c:v>
                </c:pt>
                <c:pt idx="44">
                  <c:v>295532433.93784904</c:v>
                </c:pt>
                <c:pt idx="45">
                  <c:v>294904436.8667731</c:v>
                </c:pt>
                <c:pt idx="46">
                  <c:v>294176763.7279463</c:v>
                </c:pt>
                <c:pt idx="47">
                  <c:v>293356315.2102399</c:v>
                </c:pt>
                <c:pt idx="48">
                  <c:v>292449550.36825323</c:v>
                </c:pt>
                <c:pt idx="49">
                  <c:v>291462512.7196531</c:v>
                </c:pt>
                <c:pt idx="50">
                  <c:v>290400854.47697496</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-1861250.111225605</c:v>
                </c:pt>
                <c:pt idx="2">
                  <c:v>-3722455.437347412</c:v>
                </c:pt>
                <c:pt idx="3">
                  <c:v>-5583616.0417099</c:v>
                </c:pt>
                <c:pt idx="4">
                  <c:v>-7444731.987771988</c:v>
                </c:pt>
                <c:pt idx="5">
                  <c:v>-9305803.33910942</c:v>
                </c:pt>
                <c:pt idx="6">
                  <c:v>-11166830.15941286</c:v>
                </c:pt>
                <c:pt idx="7">
                  <c:v>-13027812.512490273</c:v>
                </c:pt>
                <c:pt idx="8">
                  <c:v>-14888750.4622612</c:v>
                </c:pt>
                <c:pt idx="9">
                  <c:v>-16749644.072766304</c:v>
                </c:pt>
                <c:pt idx="10">
                  <c:v>-18610493.408155918</c:v>
                </c:pt>
                <c:pt idx="11">
                  <c:v>-20471298.532698154</c:v>
                </c:pt>
                <c:pt idx="12">
                  <c:v>-22332059.51077795</c:v>
                </c:pt>
                <c:pt idx="13">
                  <c:v>-24192776.406890392</c:v>
                </c:pt>
                <c:pt idx="14">
                  <c:v>-26053449.285650253</c:v>
                </c:pt>
                <c:pt idx="15">
                  <c:v>-27914078.21178341</c:v>
                </c:pt>
                <c:pt idx="16">
                  <c:v>-29774663.250133038</c:v>
                </c:pt>
                <c:pt idx="17">
                  <c:v>-31635204.465654373</c:v>
                </c:pt>
                <c:pt idx="18">
                  <c:v>-33495701.923419</c:v>
                </c:pt>
                <c:pt idx="19">
                  <c:v>-35356155.68861103</c:v>
                </c:pt>
                <c:pt idx="20">
                  <c:v>-37216565.8265295</c:v>
                </c:pt>
                <c:pt idx="21">
                  <c:v>-39076932.40258694</c:v>
                </c:pt>
                <c:pt idx="22">
                  <c:v>-40937255.48231077</c:v>
                </c:pt>
                <c:pt idx="23">
                  <c:v>-42797535.1313405</c:v>
                </c:pt>
                <c:pt idx="24">
                  <c:v>-44657771.415430546</c:v>
                </c:pt>
                <c:pt idx="25">
                  <c:v>-46517964.40044832</c:v>
                </c:pt>
                <c:pt idx="26">
                  <c:v>-48378114.1523757</c:v>
                </c:pt>
                <c:pt idx="27">
                  <c:v>-50238220.737305164</c:v>
                </c:pt>
                <c:pt idx="28">
                  <c:v>-52098284.22144413</c:v>
                </c:pt>
                <c:pt idx="29">
                  <c:v>-53958304.67111254</c:v>
                </c:pt>
                <c:pt idx="30">
                  <c:v>-55818282.15274286</c:v>
                </c:pt>
                <c:pt idx="31">
                  <c:v>-57678216.73288107</c:v>
                </c:pt>
                <c:pt idx="32">
                  <c:v>-59538108.47818661</c:v>
                </c:pt>
                <c:pt idx="33">
                  <c:v>-61397957.455426216</c:v>
                </c:pt>
                <c:pt idx="34">
                  <c:v>-63257763.731487274</c:v>
                </c:pt>
                <c:pt idx="35">
                  <c:v>-65117527.37336159</c:v>
                </c:pt>
                <c:pt idx="36">
                  <c:v>-66977248.44815683</c:v>
                </c:pt>
                <c:pt idx="37">
                  <c:v>-68836927.02309322</c:v>
                </c:pt>
                <c:pt idx="38">
                  <c:v>-70696563.16549873</c:v>
                </c:pt>
                <c:pt idx="39">
                  <c:v>-72556156.94281816</c:v>
                </c:pt>
                <c:pt idx="40">
                  <c:v>-74415708.42260408</c:v>
                </c:pt>
                <c:pt idx="41">
                  <c:v>-76275217.67252207</c:v>
                </c:pt>
                <c:pt idx="42">
                  <c:v>-78134684.7603488</c:v>
                </c:pt>
                <c:pt idx="43">
                  <c:v>-79994109.75397062</c:v>
                </c:pt>
                <c:pt idx="44">
                  <c:v>-81853492.72138643</c:v>
                </c:pt>
                <c:pt idx="45">
                  <c:v>-83712833.73070574</c:v>
                </c:pt>
                <c:pt idx="46">
                  <c:v>-85572132.8501482</c:v>
                </c:pt>
                <c:pt idx="47">
                  <c:v>-87431390.14804459</c:v>
                </c:pt>
                <c:pt idx="48">
                  <c:v>-89290605.69283485</c:v>
                </c:pt>
                <c:pt idx="49">
                  <c:v>-91149779.55307102</c:v>
                </c:pt>
                <c:pt idx="50">
                  <c:v>-93008911.79741335</c:v>
                </c:pt>
                <c:pt idx="51">
                  <c:v>-94868002.49463272</c:v>
                </c:pt>
                <c:pt idx="52">
                  <c:v>-96727051.71361017</c:v>
                </c:pt>
                <c:pt idx="53">
                  <c:v>-98586059.52333641</c:v>
                </c:pt>
                <c:pt idx="54">
                  <c:v>-100445025.99291182</c:v>
                </c:pt>
                <c:pt idx="55">
                  <c:v>-102303951.19154501</c:v>
                </c:pt>
                <c:pt idx="56">
                  <c:v>-104162835.18855572</c:v>
                </c:pt>
                <c:pt idx="57">
                  <c:v>-106021678.05337</c:v>
                </c:pt>
                <c:pt idx="58">
                  <c:v>-107880479.85552692</c:v>
                </c:pt>
                <c:pt idx="59">
                  <c:v>-109739240.66466856</c:v>
                </c:pt>
                <c:pt idx="60">
                  <c:v>-111597960.55055237</c:v>
                </c:pt>
                <c:pt idx="61">
                  <c:v>-113456639.58303833</c:v>
                </c:pt>
                <c:pt idx="62">
                  <c:v>-115315277.83209848</c:v>
                </c:pt>
                <c:pt idx="63">
                  <c:v>-117173875.36781168</c:v>
                </c:pt>
                <c:pt idx="64">
                  <c:v>-119032432.26036453</c:v>
                </c:pt>
                <c:pt idx="65">
                  <c:v>-120890948.58005285</c:v>
                </c:pt>
                <c:pt idx="66">
                  <c:v>-122749424.39727879</c:v>
                </c:pt>
                <c:pt idx="67">
                  <c:v>-124607859.78255177</c:v>
                </c:pt>
                <c:pt idx="68">
                  <c:v>-126466254.80648947</c:v>
                </c:pt>
                <c:pt idx="69">
                  <c:v>-128324609.53981781</c:v>
                </c:pt>
                <c:pt idx="70">
                  <c:v>-130182924.05336809</c:v>
                </c:pt>
                <c:pt idx="71">
                  <c:v>-132041198.4180789</c:v>
                </c:pt>
                <c:pt idx="72">
                  <c:v>-133899432.70499563</c:v>
                </c:pt>
                <c:pt idx="73">
                  <c:v>-135757626.98527145</c:v>
                </c:pt>
                <c:pt idx="74">
                  <c:v>-137615781.33016396</c:v>
                </c:pt>
                <c:pt idx="75">
                  <c:v>-139473895.81103897</c:v>
                </c:pt>
                <c:pt idx="76">
                  <c:v>-141331970.49936628</c:v>
                </c:pt>
                <c:pt idx="77">
                  <c:v>-143190005.4667244</c:v>
                </c:pt>
                <c:pt idx="78">
                  <c:v>-145048000.78479576</c:v>
                </c:pt>
                <c:pt idx="79">
                  <c:v>-146905956.5253682</c:v>
                </c:pt>
                <c:pt idx="80">
                  <c:v>-148763872.76033688</c:v>
                </c:pt>
                <c:pt idx="81">
                  <c:v>-150621749.5616989</c:v>
                </c:pt>
                <c:pt idx="82">
                  <c:v>-152479587.00156116</c:v>
                </c:pt>
                <c:pt idx="83">
                  <c:v>-154337385.15213156</c:v>
                </c:pt>
                <c:pt idx="84">
                  <c:v>-156195144.08572578</c:v>
                </c:pt>
                <c:pt idx="85">
                  <c:v>-158052863.87476015</c:v>
                </c:pt>
                <c:pt idx="86">
                  <c:v>-159910544.59176064</c:v>
                </c:pt>
                <c:pt idx="87">
                  <c:v>-161768186.30935383</c:v>
                </c:pt>
                <c:pt idx="88">
                  <c:v>-163625789.10027122</c:v>
                </c:pt>
                <c:pt idx="89">
                  <c:v>-165483353.03734922</c:v>
                </c:pt>
                <c:pt idx="90">
                  <c:v>-167340878.19352627</c:v>
                </c:pt>
                <c:pt idx="91">
                  <c:v>-169198364.64184666</c:v>
                </c:pt>
                <c:pt idx="92">
                  <c:v>-171055812.4554572</c:v>
                </c:pt>
                <c:pt idx="93">
                  <c:v>-172913221.7076068</c:v>
                </c:pt>
                <c:pt idx="94">
                  <c:v>-174770592.47164822</c:v>
                </c:pt>
                <c:pt idx="95">
                  <c:v>-176627924.82103872</c:v>
                </c:pt>
                <c:pt idx="96">
                  <c:v>-178485218.8293376</c:v>
                </c:pt>
                <c:pt idx="97">
                  <c:v>-180342474.57020378</c:v>
                </c:pt>
                <c:pt idx="98">
                  <c:v>-182199692.11740255</c:v>
                </c:pt>
                <c:pt idx="99">
                  <c:v>-184056871.54480028</c:v>
                </c:pt>
                <c:pt idx="100">
                  <c:v>-185914012.926363</c:v>
                </c:pt>
                <c:pt idx="101">
                  <c:v>-187771116.3361621</c:v>
                </c:pt>
                <c:pt idx="102">
                  <c:v>-189628181.84836912</c:v>
                </c:pt>
                <c:pt idx="103">
                  <c:v>-191485209.53725624</c:v>
                </c:pt>
                <c:pt idx="104">
                  <c:v>-193342199.47719812</c:v>
                </c:pt>
                <c:pt idx="105">
                  <c:v>-195199151.7426715</c:v>
                </c:pt>
                <c:pt idx="106">
                  <c:v>-197056066.40825176</c:v>
                </c:pt>
                <c:pt idx="107">
                  <c:v>-198912943.54861546</c:v>
                </c:pt>
                <c:pt idx="108">
                  <c:v>-200769783.2385416</c:v>
                </c:pt>
                <c:pt idx="109">
                  <c:v>-202626585.5529089</c:v>
                </c:pt>
                <c:pt idx="110">
                  <c:v>-204483350.5666952</c:v>
                </c:pt>
                <c:pt idx="111">
                  <c:v>-206340078.3549776</c:v>
                </c:pt>
                <c:pt idx="112">
                  <c:v>-208196768.99293756</c:v>
                </c:pt>
                <c:pt idx="113">
                  <c:v>-210053422.55585146</c:v>
                </c:pt>
                <c:pt idx="114">
                  <c:v>-211910039.11909676</c:v>
                </c:pt>
                <c:pt idx="115">
                  <c:v>-213766618.75815058</c:v>
                </c:pt>
                <c:pt idx="116">
                  <c:v>-215623161.5485897</c:v>
                </c:pt>
                <c:pt idx="117">
                  <c:v>-217479667.56608868</c:v>
                </c:pt>
                <c:pt idx="118">
                  <c:v>-219336136.88642025</c:v>
                </c:pt>
                <c:pt idx="119">
                  <c:v>-221192569.5854578</c:v>
                </c:pt>
                <c:pt idx="120">
                  <c:v>-223048965.73917103</c:v>
                </c:pt>
                <c:pt idx="121">
                  <c:v>-224905325.42362976</c:v>
                </c:pt>
                <c:pt idx="122">
                  <c:v>-226761648.71499872</c:v>
                </c:pt>
                <c:pt idx="123">
                  <c:v>-228617935.6895442</c:v>
                </c:pt>
                <c:pt idx="124">
                  <c:v>-230474186.42362738</c:v>
                </c:pt>
                <c:pt idx="125">
                  <c:v>-232330400.99370813</c:v>
                </c:pt>
                <c:pt idx="126">
                  <c:v>-234186579.47634363</c:v>
                </c:pt>
                <c:pt idx="127">
                  <c:v>-236042721.94818592</c:v>
                </c:pt>
                <c:pt idx="128">
                  <c:v>-237898828.48598528</c:v>
                </c:pt>
                <c:pt idx="129">
                  <c:v>-239754899.16658974</c:v>
                </c:pt>
                <c:pt idx="130">
                  <c:v>-241610934.0669427</c:v>
                </c:pt>
                <c:pt idx="131">
                  <c:v>-243466933.26408386</c:v>
                </c:pt>
                <c:pt idx="132">
                  <c:v>-245322896.83514786</c:v>
                </c:pt>
                <c:pt idx="133">
                  <c:v>-247178824.85736704</c:v>
                </c:pt>
                <c:pt idx="134">
                  <c:v>-249034717.4080677</c:v>
                </c:pt>
                <c:pt idx="135">
                  <c:v>-250890574.56467152</c:v>
                </c:pt>
                <c:pt idx="136">
                  <c:v>-252746396.40469837</c:v>
                </c:pt>
                <c:pt idx="137">
                  <c:v>-254602183.0057578</c:v>
                </c:pt>
                <c:pt idx="138">
                  <c:v>-256457934.4455595</c:v>
                </c:pt>
                <c:pt idx="139">
                  <c:v>-258313650.80190468</c:v>
                </c:pt>
                <c:pt idx="140">
                  <c:v>-260169332.15268898</c:v>
                </c:pt>
                <c:pt idx="141">
                  <c:v>-262024978.5759039</c:v>
                </c:pt>
                <c:pt idx="142">
                  <c:v>-263880590.1496334</c:v>
                </c:pt>
                <c:pt idx="143">
                  <c:v>-265736166.9520564</c:v>
                </c:pt>
                <c:pt idx="144">
                  <c:v>-267591709.06144285</c:v>
                </c:pt>
                <c:pt idx="145">
                  <c:v>-269447216.5561595</c:v>
                </c:pt>
                <c:pt idx="146">
                  <c:v>-271302689.5146637</c:v>
                </c:pt>
                <c:pt idx="147">
                  <c:v>-273158128.0155077</c:v>
                </c:pt>
                <c:pt idx="148">
                  <c:v>-275013532.13733435</c:v>
                </c:pt>
                <c:pt idx="149">
                  <c:v>-276868901.9588814</c:v>
                </c:pt>
                <c:pt idx="150">
                  <c:v>-278724237.5589762</c:v>
                </c:pt>
                <c:pt idx="151">
                  <c:v>-280579539.0165396</c:v>
                </c:pt>
                <c:pt idx="152">
                  <c:v>-282434806.4105859</c:v>
                </c:pt>
                <c:pt idx="153">
                  <c:v>-284290039.82021713</c:v>
                </c:pt>
                <c:pt idx="154">
                  <c:v>-286145239.3246317</c:v>
                </c:pt>
                <c:pt idx="155">
                  <c:v>-288000405.0031142</c:v>
                </c:pt>
                <c:pt idx="156">
                  <c:v>-289855536.9350443</c:v>
                </c:pt>
                <c:pt idx="157">
                  <c:v>-291710635.19989014</c:v>
                </c:pt>
                <c:pt idx="158">
                  <c:v>-293565699.8772111</c:v>
                </c:pt>
                <c:pt idx="159">
                  <c:v>-295420731.04665756</c:v>
                </c:pt>
                <c:pt idx="160">
                  <c:v>-297275728.7879696</c:v>
                </c:pt>
                <c:pt idx="161">
                  <c:v>-299130693.1809764</c:v>
                </c:pt>
                <c:pt idx="162">
                  <c:v>-300985624.3055992</c:v>
                </c:pt>
                <c:pt idx="163">
                  <c:v>-302840522.2418442</c:v>
                </c:pt>
                <c:pt idx="164">
                  <c:v>-304695387.0698128</c:v>
                </c:pt>
                <c:pt idx="165">
                  <c:v>-306550218.8696914</c:v>
                </c:pt>
                <c:pt idx="166">
                  <c:v>-308405017.721755</c:v>
                </c:pt>
                <c:pt idx="167">
                  <c:v>-310259783.7063718</c:v>
                </c:pt>
                <c:pt idx="168">
                  <c:v>-312114516.9039917</c:v>
                </c:pt>
                <c:pt idx="169">
                  <c:v>-313969217.3951578</c:v>
                </c:pt>
                <c:pt idx="170">
                  <c:v>-315823885.26049995</c:v>
                </c:pt>
                <c:pt idx="171">
                  <c:v>-317678520.58073425</c:v>
                </c:pt>
                <c:pt idx="172">
                  <c:v>-319533123.43666697</c:v>
                </c:pt>
                <c:pt idx="173">
                  <c:v>-321387693.9091892</c:v>
                </c:pt>
                <c:pt idx="174">
                  <c:v>-323242232.0792794</c:v>
                </c:pt>
                <c:pt idx="175">
                  <c:v>-325096738.02800465</c:v>
                </c:pt>
                <c:pt idx="176">
                  <c:v>-326951211.8365159</c:v>
                </c:pt>
                <c:pt idx="177">
                  <c:v>-328805653.5860534</c:v>
                </c:pt>
                <c:pt idx="178">
                  <c:v>-330660063.3579407</c:v>
                </c:pt>
                <c:pt idx="179">
                  <c:v>-332514441.2335892</c:v>
                </c:pt>
                <c:pt idx="180">
                  <c:v>-334368787.294497</c:v>
                </c:pt>
                <c:pt idx="181">
                  <c:v>-336223101.62224436</c:v>
                </c:pt>
                <c:pt idx="182">
                  <c:v>-338077384.2984991</c:v>
                </c:pt>
                <c:pt idx="183">
                  <c:v>-339931635.40501356</c:v>
                </c:pt>
                <c:pt idx="184">
                  <c:v>-341785855.02362347</c:v>
                </c:pt>
                <c:pt idx="185">
                  <c:v>-343640043.2362523</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-343640043.2362523</c:v>
                </c:pt>
                <c:pt idx="186">
                  <c:v>-345494200.12490416</c:v>
                </c:pt>
                <c:pt idx="187">
                  <c:v>-347348325.77167034</c:v>
                </c:pt>
                <c:pt idx="188">
                  <c:v>-349202420.2587242</c:v>
                </c:pt>
                <c:pt idx="189">
                  <c:v>-351056483.66832256</c:v>
                </c:pt>
                <c:pt idx="190">
                  <c:v>-352910516.08280563</c:v>
                </c:pt>
                <c:pt idx="191">
                  <c:v>-354764517.58459806</c:v>
                </c:pt>
                <c:pt idx="192">
                  <c:v>-356618488.25620556</c:v>
                </c:pt>
                <c:pt idx="193">
                  <c:v>-358472428.1802192</c:v>
                </c:pt>
                <c:pt idx="194">
                  <c:v>-360326337.43930817</c:v>
                </c:pt>
                <c:pt idx="195">
                  <c:v>-362180216.1162281</c:v>
                </c:pt>
                <c:pt idx="196">
                  <c:v>-364034064.29381514</c:v>
                </c:pt>
                <c:pt idx="197">
                  <c:v>-365887882.0549855</c:v>
                </c:pt>
                <c:pt idx="198">
                  <c:v>-367741669.482738</c:v>
                </c:pt>
                <c:pt idx="199">
                  <c:v>-369595426.66015434</c:v>
                </c:pt>
                <c:pt idx="200">
                  <c:v>-371449153.6703949</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2866531.165558815</c:v>
                </c:pt>
                <c:pt idx="2">
                  <c:v>6262036.418263435</c:v>
                </c:pt>
                <c:pt idx="3">
                  <c:v>10214320.101641178</c:v>
                </c:pt>
                <c:pt idx="4">
                  <c:v>14740184.725323677</c:v>
                </c:pt>
                <c:pt idx="5">
                  <c:v>19841654.395452976</c:v>
                </c:pt>
                <c:pt idx="6">
                  <c:v>25502596.773861885</c:v>
                </c:pt>
                <c:pt idx="7">
                  <c:v>31686393.47394085</c:v>
                </c:pt>
                <c:pt idx="8">
                  <c:v>38335316.0650835</c:v>
                </c:pt>
                <c:pt idx="9">
                  <c:v>45372088.82747698</c:v>
                </c:pt>
                <c:pt idx="10">
                  <c:v>52703754.547168255</c:v>
                </c:pt>
                <c:pt idx="11">
                  <c:v>60227481.3761363</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60227481.3761363</c:v>
                </c:pt>
                <c:pt idx="12">
                  <c:v>67837501.90168571</c:v>
                </c:pt>
                <c:pt idx="13">
                  <c:v>75432117.00182009</c:v>
                </c:pt>
                <c:pt idx="14">
                  <c:v>82919719.91342735</c:v>
                </c:pt>
                <c:pt idx="15">
                  <c:v>90223082.31397676</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-1763406.1401162148</c:v>
                </c:pt>
                <c:pt idx="2">
                  <c:v>-3525752.571372986</c:v>
                </c:pt>
                <c:pt idx="3">
                  <c:v>-5287052.180677414</c:v>
                </c:pt>
                <c:pt idx="4">
                  <c:v>-7047318.222301483</c:v>
                </c:pt>
                <c:pt idx="5">
                  <c:v>-8806564.315812588</c:v>
                </c:pt>
                <c:pt idx="6">
                  <c:v>-10564804.443693638</c:v>
                </c:pt>
                <c:pt idx="7">
                  <c:v>-12322052.948644161</c:v>
                </c:pt>
                <c:pt idx="8">
                  <c:v>-14078324.530581474</c:v>
                </c:pt>
                <c:pt idx="9">
                  <c:v>-15833634.243303776</c:v>
                </c:pt>
                <c:pt idx="10">
                  <c:v>-17587997.490852356</c:v>
                </c:pt>
                <c:pt idx="11">
                  <c:v>-19341430.023548603</c:v>
                </c:pt>
                <c:pt idx="12">
                  <c:v>-21093947.933713913</c:v>
                </c:pt>
                <c:pt idx="13">
                  <c:v>-22845567.65107441</c:v>
                </c:pt>
                <c:pt idx="14">
                  <c:v>-24596305.937846184</c:v>
                </c:pt>
                <c:pt idx="15">
                  <c:v>-26346179.883508682</c:v>
                </c:pt>
                <c:pt idx="16">
                  <c:v>-28095206.89926243</c:v>
                </c:pt>
                <c:pt idx="17">
                  <c:v>-29843404.71218157</c:v>
                </c:pt>
                <c:pt idx="18">
                  <c:v>-31590791.35905075</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-31590791.35905075</c:v>
                </c:pt>
                <c:pt idx="19">
                  <c:v>-33337385.17991209</c:v>
                </c:pt>
                <c:pt idx="20">
                  <c:v>-35083204.811299324</c:v>
                </c:pt>
                <c:pt idx="21">
                  <c:v>-36828269.17918968</c:v>
                </c:pt>
                <c:pt idx="22">
                  <c:v>-38572597.49165869</c:v>
                </c:pt>
                <c:pt idx="23">
                  <c:v>-40316209.23125553</c:v>
                </c:pt>
                <c:pt idx="24">
                  <c:v>-42059124.1471014</c:v>
                </c:pt>
                <c:pt idx="25">
                  <c:v>-43801362.24671984</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4562693.634384155</c:v>
                </c:pt>
                <c:pt idx="2">
                  <c:v>10616152.118050098</c:v>
                </c:pt>
                <c:pt idx="3">
                  <c:v>16850632.69235277</c:v>
                </c:pt>
                <c:pt idx="4">
                  <c:v>22025206.041531086</c:v>
                </c:pt>
                <c:pt idx="5">
                  <c:v>25719350.426804066</c:v>
                </c:pt>
                <c:pt idx="6">
                  <c:v>28109270.096052647</c:v>
                </c:pt>
                <c:pt idx="7">
                  <c:v>29521027.119502068</c:v>
                </c:pt>
                <c:pt idx="8">
                  <c:v>30226564.406861782</c:v>
                </c:pt>
                <c:pt idx="9">
                  <c:v>30411928.25313425</c:v>
                </c:pt>
                <c:pt idx="10">
                  <c:v>30198077.872027874</c:v>
                </c:pt>
                <c:pt idx="11">
                  <c:v>29665417.889531612</c:v>
                </c:pt>
                <c:pt idx="12">
                  <c:v>28870958.239289284</c:v>
                </c:pt>
                <c:pt idx="13">
                  <c:v>27858383.6656003</c:v>
                </c:pt>
                <c:pt idx="14">
                  <c:v>26663371.07260275</c:v>
                </c:pt>
                <c:pt idx="15">
                  <c:v>25316173.26855278</c:v>
                </c:pt>
                <c:pt idx="16">
                  <c:v>23842808.132153988</c:v>
                </c:pt>
                <c:pt idx="17">
                  <c:v>22265629.569780827</c:v>
                </c:pt>
                <c:pt idx="18">
                  <c:v>20603678.7295022</c:v>
                </c:pt>
                <c:pt idx="19">
                  <c:v>18872989.9054389</c:v>
                </c:pt>
                <c:pt idx="20">
                  <c:v>17086907.740283012</c:v>
                </c:pt>
                <c:pt idx="21">
                  <c:v>15256419.227207184</c:v>
                </c:pt>
                <c:pt idx="22">
                  <c:v>13390485.925706863</c:v>
                </c:pt>
                <c:pt idx="23">
                  <c:v>11496360.136900425</c:v>
                </c:pt>
                <c:pt idx="24">
                  <c:v>9579873.203243732</c:v>
                </c:pt>
                <c:pt idx="25">
                  <c:v>7645689.58602953</c:v>
                </c:pt>
                <c:pt idx="26">
                  <c:v>5697524.922177792</c:v>
                </c:pt>
                <c:pt idx="27">
                  <c:v>3738329.3661990166</c:v>
                </c:pt>
                <c:pt idx="28">
                  <c:v>1770439.319135189</c:v>
                </c:pt>
                <c:pt idx="29">
                  <c:v>-204298.53379154205</c:v>
                </c:pt>
                <c:pt idx="30">
                  <c:v>-2184426.778840065</c:v>
                </c:pt>
                <c:pt idx="31">
                  <c:v>-4168796.528008461</c:v>
                </c:pt>
                <c:pt idx="32">
                  <c:v>-6156502.874070644</c:v>
                </c:pt>
                <c:pt idx="33">
                  <c:v>-8146833.519537449</c:v>
                </c:pt>
                <c:pt idx="34">
                  <c:v>-10139228.026636124</c:v>
                </c:pt>
                <c:pt idx="35">
                  <c:v>-12133245.574409485</c:v>
                </c:pt>
                <c:pt idx="36">
                  <c:v>-14128539.496026993</c:v>
                </c:pt>
                <c:pt idx="37">
                  <c:v>-16124837.1995368</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-16124837.1995368</c:v>
                </c:pt>
                <c:pt idx="38">
                  <c:v>-18121924.35084009</c:v>
                </c:pt>
                <c:pt idx="39">
                  <c:v>-20119632.42384863</c:v>
                </c:pt>
                <c:pt idx="40">
                  <c:v>-22117828.90649414</c:v>
                </c:pt>
                <c:pt idx="41">
                  <c:v>-24116409.598970413</c:v>
                </c:pt>
                <c:pt idx="42">
                  <c:v>-26115292.558790207</c:v>
                </c:pt>
                <c:pt idx="43">
                  <c:v>-28114413.34124422</c:v>
                </c:pt>
                <c:pt idx="44">
                  <c:v>-30113721.25840187</c:v>
                </c:pt>
                <c:pt idx="45">
                  <c:v>-32113176.438728333</c:v>
                </c:pt>
                <c:pt idx="46">
                  <c:v>-34112747.515930176</c:v>
                </c:pt>
                <c:pt idx="47">
                  <c:v>-36112409.8122673</c:v>
                </c:pt>
                <c:pt idx="48">
                  <c:v>-38112143.91043186</c:v>
                </c:pt>
                <c:pt idx="49">
                  <c:v>-40111934.53078365</c:v>
                </c:pt>
                <c:pt idx="50">
                  <c:v>-42111769.64856243</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15999347.680556297</c:v>
                </c:pt>
                <c:pt idx="2">
                  <c:v>34956659.11769724</c:v>
                </c:pt>
                <c:pt idx="3">
                  <c:v>55848037.13604832</c:v>
                </c:pt>
                <c:pt idx="4">
                  <c:v>77186381.50202417</c:v>
                </c:pt>
                <c:pt idx="5">
                  <c:v>97567819.55514002</c:v>
                </c:pt>
                <c:pt idx="6">
                  <c:v>116095134.56596518</c:v>
                </c:pt>
                <c:pt idx="7">
                  <c:v>132431563.87498856</c:v>
                </c:pt>
                <c:pt idx="8">
                  <c:v>146616413.80753803</c:v>
                </c:pt>
                <c:pt idx="9">
                  <c:v>158860696.85850573</c:v>
                </c:pt>
                <c:pt idx="10">
                  <c:v>169417100.0612812</c:v>
                </c:pt>
                <c:pt idx="11">
                  <c:v>178520113.82201004</c:v>
                </c:pt>
                <c:pt idx="12">
                  <c:v>186367114.42697048</c:v>
                </c:pt>
                <c:pt idx="13">
                  <c:v>193118063.65319538</c:v>
                </c:pt>
                <c:pt idx="14">
                  <c:v>198901814.82331657</c:v>
                </c:pt>
                <c:pt idx="15">
                  <c:v>203823596.23340702</c:v>
                </c:pt>
                <c:pt idx="16">
                  <c:v>207971563.7527523</c:v>
                </c:pt>
                <c:pt idx="17">
                  <c:v>211421822.08762026</c:v>
                </c:pt>
                <c:pt idx="18">
                  <c:v>214241947.61454058</c:v>
                </c:pt>
                <c:pt idx="19">
                  <c:v>216493278.14061213</c:v>
                </c:pt>
                <c:pt idx="20">
                  <c:v>218232287.10349703</c:v>
                </c:pt>
                <c:pt idx="21">
                  <c:v>219511333.77260447</c:v>
                </c:pt>
                <c:pt idx="22">
                  <c:v>220379025.58750296</c:v>
                </c:pt>
                <c:pt idx="23">
                  <c:v>220880367.63654804</c:v>
                </c:pt>
                <c:pt idx="24">
                  <c:v>221056818.82343674</c:v>
                </c:pt>
                <c:pt idx="25">
                  <c:v>220946329.21289682</c:v>
                </c:pt>
                <c:pt idx="26">
                  <c:v>220583399.3889618</c:v>
                </c:pt>
                <c:pt idx="27">
                  <c:v>219999179.40732908</c:v>
                </c:pt>
                <c:pt idx="28">
                  <c:v>219221610.1859436</c:v>
                </c:pt>
                <c:pt idx="29">
                  <c:v>218275601.8461213</c:v>
                </c:pt>
                <c:pt idx="30">
                  <c:v>217183239.65129042</c:v>
                </c:pt>
                <c:pt idx="31">
                  <c:v>215964007.20025015</c:v>
                </c:pt>
                <c:pt idx="32">
                  <c:v>214635017.21747208</c:v>
                </c:pt>
                <c:pt idx="33">
                  <c:v>213211241.8047495</c:v>
                </c:pt>
                <c:pt idx="34">
                  <c:v>211705735.83050442</c:v>
                </c:pt>
                <c:pt idx="35">
                  <c:v>210129848.91031933</c:v>
                </c:pt>
                <c:pt idx="36">
                  <c:v>208493423.00337362</c:v>
                </c:pt>
                <c:pt idx="37">
                  <c:v>206804973.94436693</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206804973.94436693</c:v>
                </c:pt>
                <c:pt idx="38">
                  <c:v>205071856.23931313</c:v>
                </c:pt>
                <c:pt idx="39">
                  <c:v>203300411.20005322</c:v>
                </c:pt>
                <c:pt idx="40">
                  <c:v>201496099.01507282</c:v>
                </c:pt>
                <c:pt idx="41">
                  <c:v>199663615.69592714</c:v>
                </c:pt>
                <c:pt idx="42">
                  <c:v>197806996.04007244</c:v>
                </c:pt>
                <c:pt idx="43">
                  <c:v>195929703.84767103</c:v>
                </c:pt>
                <c:pt idx="44">
                  <c:v>194034710.65172815</c:v>
                </c:pt>
                <c:pt idx="45">
                  <c:v>192124564.1910696</c:v>
                </c:pt>
                <c:pt idx="46">
                  <c:v>190201447.7924862</c:v>
                </c:pt>
                <c:pt idx="47">
                  <c:v>188267231.74517345</c:v>
                </c:pt>
                <c:pt idx="48">
                  <c:v>186323517.65743542</c:v>
                </c:pt>
                <c:pt idx="49">
                  <c:v>184371676.6891346</c:v>
                </c:pt>
                <c:pt idx="50">
                  <c:v>182412882.4584055</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12634510.856039047</c:v>
                </c:pt>
                <c:pt idx="2">
                  <c:v>25221707.46521759</c:v>
                </c:pt>
                <c:pt idx="3">
                  <c:v>36297410.5462966</c:v>
                </c:pt>
                <c:pt idx="4">
                  <c:v>45227754.86222744</c:v>
                </c:pt>
                <c:pt idx="5">
                  <c:v>52087913.23482704</c:v>
                </c:pt>
                <c:pt idx="6">
                  <c:v>57235822.728521824</c:v>
                </c:pt>
                <c:pt idx="7">
                  <c:v>61041292.0593524</c:v>
                </c:pt>
                <c:pt idx="8">
                  <c:v>63799021.06900978</c:v>
                </c:pt>
                <c:pt idx="9">
                  <c:v>65726231.97194624</c:v>
                </c:pt>
                <c:pt idx="10">
                  <c:v>66982089.40629959</c:v>
                </c:pt>
                <c:pt idx="11">
                  <c:v>67686350.39072323</c:v>
                </c:pt>
                <c:pt idx="12">
                  <c:v>67932494.55215645</c:v>
                </c:pt>
                <c:pt idx="13">
                  <c:v>67795986.33172512</c:v>
                </c:pt>
                <c:pt idx="14">
                  <c:v>67339256.0758586</c:v>
                </c:pt>
                <c:pt idx="15">
                  <c:v>66614710.37918472</c:v>
                </c:pt>
                <c:pt idx="16">
                  <c:v>65666635.43350363</c:v>
                </c:pt>
                <c:pt idx="17">
                  <c:v>64532503.48337364</c:v>
                </c:pt>
                <c:pt idx="18">
                  <c:v>63243960.92202616</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63243960.92202616</c:v>
                </c:pt>
                <c:pt idx="19">
                  <c:v>61827639.53166199</c:v>
                </c:pt>
                <c:pt idx="20">
                  <c:v>60305857.44093943</c:v>
                </c:pt>
                <c:pt idx="21">
                  <c:v>58697238.61043739</c:v>
                </c:pt>
                <c:pt idx="22">
                  <c:v>57017262.53663969</c:v>
                </c:pt>
                <c:pt idx="23">
                  <c:v>55278749.34002209</c:v>
                </c:pt>
                <c:pt idx="24">
                  <c:v>53492283.781394005</c:v>
                </c:pt>
                <c:pt idx="25">
                  <c:v>51666582.0327611</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-987592.8185572624</c:v>
                </c:pt>
                <c:pt idx="2">
                  <c:v>-1911066.857656002</c:v>
                </c:pt>
                <c:pt idx="3">
                  <c:v>-2776088.7502856255</c:v>
                </c:pt>
                <c:pt idx="4">
                  <c:v>-3590717.9643330574</c:v>
                </c:pt>
                <c:pt idx="5">
                  <c:v>-4365175.535829544</c:v>
                </c:pt>
                <c:pt idx="6">
                  <c:v>-5111366.665938854</c:v>
                </c:pt>
                <c:pt idx="7">
                  <c:v>-5842200.857418537</c:v>
                </c:pt>
                <c:pt idx="8">
                  <c:v>-6570797.988623142</c:v>
                </c:pt>
                <c:pt idx="9">
                  <c:v>-7309693.915692329</c:v>
                </c:pt>
                <c:pt idx="10">
                  <c:v>-8070156.077265263</c:v>
                </c:pt>
                <c:pt idx="11">
                  <c:v>-8861690.022819519</c:v>
                </c:pt>
                <c:pt idx="12">
                  <c:v>-9691773.106387615</c:v>
                </c:pt>
                <c:pt idx="13">
                  <c:v>-10565806.718958378</c:v>
                </c:pt>
                <c:pt idx="14">
                  <c:v>-11487245.337598324</c:v>
                </c:pt>
                <c:pt idx="15">
                  <c:v>-12457844.5695405</c:v>
                </c:pt>
                <c:pt idx="16">
                  <c:v>-13477969.913527966</c:v>
                </c:pt>
                <c:pt idx="17">
                  <c:v>-14546917.944359303</c:v>
                </c:pt>
                <c:pt idx="18">
                  <c:v>-15663216.106962204</c:v>
                </c:pt>
                <c:pt idx="19">
                  <c:v>-16824881.66126108</c:v>
                </c:pt>
                <c:pt idx="20">
                  <c:v>-18029631.940393925</c:v>
                </c:pt>
                <c:pt idx="21">
                  <c:v>-19275046.118937492</c:v>
                </c:pt>
                <c:pt idx="22">
                  <c:v>-20558683.397634983</c:v>
                </c:pt>
                <c:pt idx="23">
                  <c:v>-21878164.66319704</c:v>
                </c:pt>
                <c:pt idx="24">
                  <c:v>-23231225.127006054</c:v>
                </c:pt>
                <c:pt idx="25">
                  <c:v>-24615744.90577984</c:v>
                </c:pt>
                <c:pt idx="26">
                  <c:v>-26029763.502154827</c:v>
                </c:pt>
                <c:pt idx="27">
                  <c:v>-27471483.00671339</c:v>
                </c:pt>
                <c:pt idx="28">
                  <c:v>-28939263.762751102</c:v>
                </c:pt>
                <c:pt idx="29">
                  <c:v>-30431615.29868698</c:v>
                </c:pt>
                <c:pt idx="30">
                  <c:v>-31947184.56789875</c:v>
                </c:pt>
                <c:pt idx="31">
                  <c:v>-33484742.93581152</c:v>
                </c:pt>
                <c:pt idx="32">
                  <c:v>-35043172.89828539</c:v>
                </c:pt>
                <c:pt idx="33">
                  <c:v>-36621455.177701</c:v>
                </c:pt>
                <c:pt idx="34">
                  <c:v>-38218656.59851313</c:v>
                </c:pt>
                <c:pt idx="35">
                  <c:v>-39833918.97039318</c:v>
                </c:pt>
                <c:pt idx="36">
                  <c:v>-41466449.08651209</c:v>
                </c:pt>
                <c:pt idx="37">
                  <c:v>-43115509.86274624</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-43115509.86274624</c:v>
                </c:pt>
                <c:pt idx="38">
                  <c:v>-44780412.589930534</c:v>
                </c:pt>
                <c:pt idx="39">
                  <c:v>-46460510.23760414</c:v>
                </c:pt>
                <c:pt idx="40">
                  <c:v>-48155191.7280674</c:v>
                </c:pt>
                <c:pt idx="41">
                  <c:v>-49863877.089643</c:v>
                </c:pt>
                <c:pt idx="42">
                  <c:v>-51586013.39483547</c:v>
                </c:pt>
                <c:pt idx="43">
                  <c:v>-53321071.39017534</c:v>
                </c:pt>
                <c:pt idx="44">
                  <c:v>-55068542.72859287</c:v>
                </c:pt>
                <c:pt idx="45">
                  <c:v>-56827937.72094393</c:v>
                </c:pt>
                <c:pt idx="46">
                  <c:v>-58598783.53001833</c:v>
                </c:pt>
                <c:pt idx="47">
                  <c:v>-60380622.7376256</c:v>
                </c:pt>
                <c:pt idx="48">
                  <c:v>-62173012.22258568</c:v>
                </c:pt>
                <c:pt idx="49">
                  <c:v>-63975522.294620514</c:v>
                </c:pt>
                <c:pt idx="50">
                  <c:v>-65787736.03590202</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-2730111.9150295258</c:v>
                </c:pt>
                <c:pt idx="2">
                  <c:v>-5525178.655311108</c:v>
                </c:pt>
                <c:pt idx="3">
                  <c:v>-8380725.509393692</c:v>
                </c:pt>
                <c:pt idx="4">
                  <c:v>-11288848.212526321</c:v>
                </c:pt>
                <c:pt idx="5">
                  <c:v>-14238415.685420513</c:v>
                </c:pt>
                <c:pt idx="6">
                  <c:v>-17215791.10232544</c:v>
                </c:pt>
                <c:pt idx="7">
                  <c:v>-20205986.657013416</c:v>
                </c:pt>
                <c:pt idx="8">
                  <c:v>-23194030.274217606</c:v>
                </c:pt>
                <c:pt idx="9">
                  <c:v>-26166257.56186104</c:v>
                </c:pt>
                <c:pt idx="10">
                  <c:v>-29111280.88211727</c:v>
                </c:pt>
                <c:pt idx="11">
                  <c:v>-32020505.26812792</c:v>
                </c:pt>
                <c:pt idx="12">
                  <c:v>-34888197.46214485</c:v>
                </c:pt>
                <c:pt idx="13">
                  <c:v>-37711213.66603899</c:v>
                </c:pt>
                <c:pt idx="14">
                  <c:v>-40488530.45654392</c:v>
                </c:pt>
                <c:pt idx="15">
                  <c:v>-43220711.15772629</c:v>
                </c:pt>
                <c:pt idx="16">
                  <c:v>-45909401.304786205</c:v>
                </c:pt>
                <c:pt idx="17">
                  <c:v>-48556904.185843945</c:v>
                </c:pt>
                <c:pt idx="18">
                  <c:v>-51165853.64194918</c:v>
                </c:pt>
                <c:pt idx="19">
                  <c:v>-53738980.0145812</c:v>
                </c:pt>
                <c:pt idx="20">
                  <c:v>-56278954.686364174</c:v>
                </c:pt>
                <c:pt idx="21">
                  <c:v>-58788295.58140087</c:v>
                </c:pt>
                <c:pt idx="22">
                  <c:v>-61269317.006473064</c:v>
                </c:pt>
                <c:pt idx="23">
                  <c:v>-63724109.995621204</c:v>
                </c:pt>
                <c:pt idx="24">
                  <c:v>-66154542.49124956</c:v>
                </c:pt>
                <c:pt idx="25">
                  <c:v>-68562271.5773468</c:v>
                </c:pt>
                <c:pt idx="26">
                  <c:v>-70948762.3251028</c:v>
                </c:pt>
                <c:pt idx="27">
                  <c:v>-73315309.59413433</c:v>
                </c:pt>
                <c:pt idx="28">
                  <c:v>-75663060.42721081</c:v>
                </c:pt>
                <c:pt idx="29">
                  <c:v>-77993035.58508968</c:v>
                </c:pt>
                <c:pt idx="30">
                  <c:v>-80306149.38849974</c:v>
                </c:pt>
                <c:pt idx="31">
                  <c:v>-82603227.44770336</c:v>
                </c:pt>
                <c:pt idx="32">
                  <c:v>-84885022.1286459</c:v>
                </c:pt>
                <c:pt idx="33">
                  <c:v>-87152225.77408314</c:v>
                </c:pt>
                <c:pt idx="34">
                  <c:v>-89405481.80048609</c:v>
                </c:pt>
                <c:pt idx="35">
                  <c:v>-91645393.84931946</c:v>
                </c:pt>
                <c:pt idx="36">
                  <c:v>-93872533.19964838</c:v>
                </c:pt>
                <c:pt idx="37">
                  <c:v>-96087444.65821743</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-96087444.65821743</c:v>
                </c:pt>
                <c:pt idx="38">
                  <c:v>-98290651.14001322</c:v>
                </c:pt>
                <c:pt idx="39">
                  <c:v>-100482657.1415863</c:v>
                </c:pt>
                <c:pt idx="40">
                  <c:v>-102663951.29398108</c:v>
                </c:pt>
                <c:pt idx="41">
                  <c:v>-104835008.16432714</c:v>
                </c:pt>
                <c:pt idx="42">
                  <c:v>-106996289.45624161</c:v>
                </c:pt>
                <c:pt idx="43">
                  <c:v>-109148244.74022627</c:v>
                </c:pt>
                <c:pt idx="44">
                  <c:v>-111291311.82693386</c:v>
                </c:pt>
                <c:pt idx="45">
                  <c:v>-113425916.87885904</c:v>
                </c:pt>
                <c:pt idx="46">
                  <c:v>-115552474.34004259</c:v>
                </c:pt>
                <c:pt idx="47">
                  <c:v>-117671386.74895573</c:v>
                </c:pt>
                <c:pt idx="48">
                  <c:v>-119783044.48683119</c:v>
                </c:pt>
                <c:pt idx="49">
                  <c:v>-121887825.50242567</c:v>
                </c:pt>
                <c:pt idx="50">
                  <c:v>-123986095.04445171</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237993.10340547562</c:v>
                </c:pt>
                <c:pt idx="2">
                  <c:v>856761.1044063568</c:v>
                </c:pt>
                <c:pt idx="3">
                  <c:v>1592371.007224083</c:v>
                </c:pt>
                <c:pt idx="4">
                  <c:v>2164458.987019062</c:v>
                </c:pt>
                <c:pt idx="5">
                  <c:v>2416978.3898849487</c:v>
                </c:pt>
                <c:pt idx="6">
                  <c:v>2326468.5690221786</c:v>
                </c:pt>
                <c:pt idx="7">
                  <c:v>1935535.863907814</c:v>
                </c:pt>
                <c:pt idx="8">
                  <c:v>1299842.5003814697</c:v>
                </c:pt>
                <c:pt idx="9">
                  <c:v>466571.2241768837</c:v>
                </c:pt>
                <c:pt idx="10">
                  <c:v>-529283.4394168854</c:v>
                </c:pt>
                <c:pt idx="11">
                  <c:v>-1662555.166862011</c:v>
                </c:pt>
                <c:pt idx="12">
                  <c:v>-2914653.8604249954</c:v>
                </c:pt>
                <c:pt idx="13">
                  <c:v>-4270999.141069412</c:v>
                </c:pt>
                <c:pt idx="14">
                  <c:v>-5719357.456602097</c:v>
                </c:pt>
                <c:pt idx="15">
                  <c:v>-7248903.373189926</c:v>
                </c:pt>
                <c:pt idx="16">
                  <c:v>-8849764.014845371</c:v>
                </c:pt>
                <c:pt idx="17">
                  <c:v>-10512844.864287376</c:v>
                </c:pt>
                <c:pt idx="18">
                  <c:v>-12229794.816257477</c:v>
                </c:pt>
                <c:pt idx="19">
                  <c:v>-13993022.101301193</c:v>
                </c:pt>
                <c:pt idx="20">
                  <c:v>-15795713.093089104</c:v>
                </c:pt>
                <c:pt idx="21">
                  <c:v>-17631832.893450737</c:v>
                </c:pt>
                <c:pt idx="22">
                  <c:v>-19496102.48281479</c:v>
                </c:pt>
                <c:pt idx="23">
                  <c:v>-21383955.311804295</c:v>
                </c:pt>
                <c:pt idx="24">
                  <c:v>-23291479.353536606</c:v>
                </c:pt>
                <c:pt idx="25">
                  <c:v>-25215351.007576942</c:v>
                </c:pt>
                <c:pt idx="26">
                  <c:v>-27152766.30335045</c:v>
                </c:pt>
                <c:pt idx="27">
                  <c:v>-29101373.467359543</c:v>
                </c:pt>
                <c:pt idx="28">
                  <c:v>-31059209.5574255</c:v>
                </c:pt>
                <c:pt idx="29">
                  <c:v>-33024642.730561733</c:v>
                </c:pt>
                <c:pt idx="30">
                  <c:v>-34996320.853999615</c:v>
                </c:pt>
                <c:pt idx="31">
                  <c:v>-36973126.57305908</c:v>
                </c:pt>
                <c:pt idx="32">
                  <c:v>-38954138.56777573</c:v>
                </c:pt>
                <c:pt idx="33">
                  <c:v>-40938598.50957155</c:v>
                </c:pt>
                <c:pt idx="34">
                  <c:v>-42925883.12265539</c:v>
                </c:pt>
                <c:pt idx="35">
                  <c:v>-44915480.72390175</c:v>
                </c:pt>
                <c:pt idx="36">
                  <c:v>-46906971.631575584</c:v>
                </c:pt>
                <c:pt idx="37">
                  <c:v>-48900011.87683725</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-48900011.87683725</c:v>
                </c:pt>
                <c:pt idx="38">
                  <c:v>-50894319.70896864</c:v>
                </c:pt>
                <c:pt idx="39">
                  <c:v>-52889664.44675064</c:v>
                </c:pt>
                <c:pt idx="40">
                  <c:v>-54885857.28893995</c:v>
                </c:pt>
                <c:pt idx="41">
                  <c:v>-56882743.75328779</c:v>
                </c:pt>
                <c:pt idx="42">
                  <c:v>-58880197.46448612</c:v>
                </c:pt>
                <c:pt idx="43">
                  <c:v>-60878115.05624294</c:v>
                </c:pt>
                <c:pt idx="44">
                  <c:v>-62876411.9914732</c:v>
                </c:pt>
                <c:pt idx="45">
                  <c:v>-64875019.13772249</c:v>
                </c:pt>
                <c:pt idx="46">
                  <c:v>-66873879.9629302</c:v>
                </c:pt>
                <c:pt idx="47">
                  <c:v>-68872948.24017477</c:v>
                </c:pt>
                <c:pt idx="48">
                  <c:v>-70872186.1696353</c:v>
                </c:pt>
                <c:pt idx="49">
                  <c:v>-72871562.8423295</c:v>
                </c:pt>
                <c:pt idx="50">
                  <c:v>-74871052.98366404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Profit 2026,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#N/A</c:v>
                </c:pt>
                <c:pt idx="1">
                  <c:v>0.12017705595183373</c:v>
                </c:pt>
                <c:pt idx="2">
                  <c:v>0.12120636162137985</c:v>
                </c:pt>
                <c:pt idx="3">
                  <c:v>0.12222067837611834</c:v>
                </c:pt>
                <c:pt idx="4">
                  <c:v>0.12321849356371165</c:v>
                </c:pt>
                <c:pt idx="5">
                  <c:v>0.12419829025759697</c:v>
                </c:pt>
                <c:pt idx="6">
                  <c:v>0.12515855452589195</c:v>
                </c:pt>
                <c:pt idx="7">
                  <c:v>0.12609778301790783</c:v>
                </c:pt>
                <c:pt idx="8">
                  <c:v>0.12701449080178143</c:v>
                </c:pt>
                <c:pt idx="9">
                  <c:v>0.12790721937470967</c:v>
                </c:pt>
                <c:pt idx="10">
                  <c:v>0.1287745447642088</c:v>
                </c:pt>
                <c:pt idx="11">
                  <c:v>0.12961508562944152</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0.12961508562944152</c:v>
                </c:pt>
                <c:pt idx="12">
                  <c:v>0.13042751127121846</c:v>
                </c:pt>
                <c:pt idx="13">
                  <c:v>0.1312105494531118</c:v>
                </c:pt>
                <c:pt idx="14">
                  <c:v>0.131962993938412</c:v>
                </c:pt>
                <c:pt idx="15">
                  <c:v>0.13268371164792378</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#N/A</c:v>
                </c:pt>
                <c:pt idx="1">
                  <c:v>0.004878208749771118</c:v>
                </c:pt>
                <c:pt idx="2">
                  <c:v>0.004880038744568825</c:v>
                </c:pt>
                <c:pt idx="3">
                  <c:v>0.004881861881494522</c:v>
                </c:pt>
                <c:pt idx="4">
                  <c:v>0.004883678138792515</c:v>
                </c:pt>
                <c:pt idx="5">
                  <c:v>0.004885487494659424</c:v>
                </c:pt>
                <c:pt idx="6">
                  <c:v>0.004887289927482605</c:v>
                </c:pt>
                <c:pt idx="7">
                  <c:v>0.004889085415601731</c:v>
                </c:pt>
                <c:pt idx="8">
                  <c:v>0.0048908739374578</c:v>
                </c:pt>
                <c:pt idx="9">
                  <c:v>0.0048926554717752665</c:v>
                </c:pt>
                <c:pt idx="10">
                  <c:v>0.0048944299972772595</c:v>
                </c:pt>
                <c:pt idx="11">
                  <c:v>0.004896197492534464</c:v>
                </c:pt>
                <c:pt idx="12">
                  <c:v>0.004897957936565081</c:v>
                </c:pt>
                <c:pt idx="13">
                  <c:v>0.00489971130829591</c:v>
                </c:pt>
                <c:pt idx="14">
                  <c:v>0.004901457586799349</c:v>
                </c:pt>
                <c:pt idx="15">
                  <c:v>0.004903196751260757</c:v>
                </c:pt>
                <c:pt idx="16">
                  <c:v>0.004904928780838847</c:v>
                </c:pt>
                <c:pt idx="17">
                  <c:v>0.004906653654982062</c:v>
                </c:pt>
                <c:pt idx="18">
                  <c:v>0.004908371353083187</c:v>
                </c:pt>
                <c:pt idx="19">
                  <c:v>0.0049100818547198645</c:v>
                </c:pt>
                <c:pt idx="20">
                  <c:v>0.004911785139536858</c:v>
                </c:pt>
                <c:pt idx="21">
                  <c:v>0.004913481187286831</c:v>
                </c:pt>
                <c:pt idx="22">
                  <c:v>0.004915169977827505</c:v>
                </c:pt>
                <c:pt idx="23">
                  <c:v>0.004916851491088453</c:v>
                </c:pt>
                <c:pt idx="24">
                  <c:v>0.0049185257071654</c:v>
                </c:pt>
                <c:pt idx="25">
                  <c:v>0.004920192606220245</c:v>
                </c:pt>
                <c:pt idx="26">
                  <c:v>0.0049218521685050086</c:v>
                </c:pt>
                <c:pt idx="27">
                  <c:v>0.004923504374398126</c:v>
                </c:pt>
                <c:pt idx="28">
                  <c:v>0.004925149204415934</c:v>
                </c:pt>
                <c:pt idx="29">
                  <c:v>0.004926786639114906</c:v>
                </c:pt>
                <c:pt idx="30">
                  <c:v>0.0049284166592121125</c:v>
                </c:pt>
                <c:pt idx="31">
                  <c:v>0.004930039245513177</c:v>
                </c:pt>
                <c:pt idx="32">
                  <c:v>0.004931654378958046</c:v>
                </c:pt>
                <c:pt idx="33">
                  <c:v>0.004933262040550059</c:v>
                </c:pt>
                <c:pt idx="34">
                  <c:v>0.0049348622114588235</c:v>
                </c:pt>
                <c:pt idx="35">
                  <c:v>0.004936454872928347</c:v>
                </c:pt>
                <c:pt idx="36">
                  <c:v>0.00493804000633955</c:v>
                </c:pt>
                <c:pt idx="37">
                  <c:v>0.004939617593165991</c:v>
                </c:pt>
                <c:pt idx="38">
                  <c:v>0.0049411876150118675</c:v>
                </c:pt>
                <c:pt idx="39">
                  <c:v>0.004942750053595274</c:v>
                </c:pt>
                <c:pt idx="40">
                  <c:v>0.004944304890751839</c:v>
                </c:pt>
                <c:pt idx="41">
                  <c:v>0.004945852108432025</c:v>
                </c:pt>
                <c:pt idx="42">
                  <c:v>0.004947391688704491</c:v>
                </c:pt>
                <c:pt idx="43">
                  <c:v>0.004948923613747885</c:v>
                </c:pt>
                <c:pt idx="44">
                  <c:v>0.004950447865881703</c:v>
                </c:pt>
                <c:pt idx="45">
                  <c:v>0.0049519644275241425</c:v>
                </c:pt>
                <c:pt idx="46">
                  <c:v>0.004953473281233207</c:v>
                </c:pt>
                <c:pt idx="47">
                  <c:v>0.00495497440967154</c:v>
                </c:pt>
                <c:pt idx="48">
                  <c:v>0.004956467795630296</c:v>
                </c:pt>
                <c:pt idx="49">
                  <c:v>0.004957953422045221</c:v>
                </c:pt>
                <c:pt idx="50">
                  <c:v>0.004959431271934509</c:v>
                </c:pt>
                <c:pt idx="51">
                  <c:v>0.004960901328470193</c:v>
                </c:pt>
                <c:pt idx="52">
                  <c:v>0.00496236357495418</c:v>
                </c:pt>
                <c:pt idx="53">
                  <c:v>0.004963817994788008</c:v>
                </c:pt>
                <c:pt idx="54">
                  <c:v>0.0049652645715254325</c:v>
                </c:pt>
                <c:pt idx="55">
                  <c:v>0.004966703288841247</c:v>
                </c:pt>
                <c:pt idx="56">
                  <c:v>0.004968134130528995</c:v>
                </c:pt>
                <c:pt idx="57">
                  <c:v>0.0049695570805114615</c:v>
                </c:pt>
                <c:pt idx="58">
                  <c:v>0.004970972122862421</c:v>
                </c:pt>
                <c:pt idx="59">
                  <c:v>0.004972379241749392</c:v>
                </c:pt>
                <c:pt idx="60">
                  <c:v>0.004973778421517213</c:v>
                </c:pt>
                <c:pt idx="61">
                  <c:v>0.004975169646599254</c:v>
                </c:pt>
                <c:pt idx="62">
                  <c:v>0.004976552901587179</c:v>
                </c:pt>
                <c:pt idx="63">
                  <c:v>0.004977928171191897</c:v>
                </c:pt>
                <c:pt idx="64">
                  <c:v>0.004979295440271497</c:v>
                </c:pt>
                <c:pt idx="65">
                  <c:v>0.004980654693801587</c:v>
                </c:pt>
                <c:pt idx="66">
                  <c:v>0.004982005916902513</c:v>
                </c:pt>
                <c:pt idx="67">
                  <c:v>0.004983349094828563</c:v>
                </c:pt>
                <c:pt idx="68">
                  <c:v>0.004984684212975642</c:v>
                </c:pt>
                <c:pt idx="69">
                  <c:v>0.004986011256864106</c:v>
                </c:pt>
                <c:pt idx="70">
                  <c:v>0.004987330212153707</c:v>
                </c:pt>
                <c:pt idx="71">
                  <c:v>0.004988641064657292</c:v>
                </c:pt>
                <c:pt idx="72">
                  <c:v>0.0049899438003136055</c:v>
                </c:pt>
                <c:pt idx="73">
                  <c:v>0.0049912384051917355</c:v>
                </c:pt>
                <c:pt idx="74">
                  <c:v>0.004992524865524189</c:v>
                </c:pt>
                <c:pt idx="75">
                  <c:v>0.004993803167657852</c:v>
                </c:pt>
                <c:pt idx="76">
                  <c:v>0.0049950732980935195</c:v>
                </c:pt>
                <c:pt idx="77">
                  <c:v>0.0049963352434789976</c:v>
                </c:pt>
                <c:pt idx="78">
                  <c:v>0.004997588990587455</c:v>
                </c:pt>
                <c:pt idx="79">
                  <c:v>0.004998834526354754</c:v>
                </c:pt>
                <c:pt idx="80">
                  <c:v>0.0050000718378394845</c:v>
                </c:pt>
                <c:pt idx="81">
                  <c:v>0.00500130091225365</c:v>
                </c:pt>
                <c:pt idx="82">
                  <c:v>0.005002521736956225</c:v>
                </c:pt>
                <c:pt idx="83">
                  <c:v>0.005003734299441418</c:v>
                </c:pt>
                <c:pt idx="84">
                  <c:v>0.0050049385873561815</c:v>
                </c:pt>
                <c:pt idx="85">
                  <c:v>0.0050061345884884105</c:v>
                </c:pt>
                <c:pt idx="86">
                  <c:v>0.005007322290772616</c:v>
                </c:pt>
                <c:pt idx="87">
                  <c:v>0.005008501682295196</c:v>
                </c:pt>
                <c:pt idx="88">
                  <c:v>0.005009672751283104</c:v>
                </c:pt>
                <c:pt idx="89">
                  <c:v>0.005010835486106658</c:v>
                </c:pt>
                <c:pt idx="90">
                  <c:v>0.005011989875290129</c:v>
                </c:pt>
                <c:pt idx="91">
                  <c:v>0.005013135907513754</c:v>
                </c:pt>
                <c:pt idx="92">
                  <c:v>0.005014273571587127</c:v>
                </c:pt>
                <c:pt idx="93">
                  <c:v>0.0050154028564883815</c:v>
                </c:pt>
                <c:pt idx="94">
                  <c:v>0.005016523751329868</c:v>
                </c:pt>
                <c:pt idx="95">
                  <c:v>0.005017636245386224</c:v>
                </c:pt>
                <c:pt idx="96">
                  <c:v>0.005018740328068535</c:v>
                </c:pt>
                <c:pt idx="97">
                  <c:v>0.005019835988959086</c:v>
                </c:pt>
                <c:pt idx="98">
                  <c:v>0.005020923217766139</c:v>
                </c:pt>
                <c:pt idx="99">
                  <c:v>0.005022002004370545</c:v>
                </c:pt>
                <c:pt idx="100">
                  <c:v>0.005023072338795662</c:v>
                </c:pt>
                <c:pt idx="101">
                  <c:v>0.005024134211214462</c:v>
                </c:pt>
                <c:pt idx="102">
                  <c:v>0.005025187611963235</c:v>
                </c:pt>
                <c:pt idx="103">
                  <c:v>0.0050262325315197694</c:v>
                </c:pt>
                <c:pt idx="104">
                  <c:v>0.005027268960524064</c:v>
                </c:pt>
                <c:pt idx="105">
                  <c:v>0.005028296889761516</c:v>
                </c:pt>
                <c:pt idx="106">
                  <c:v>0.00502931631017631</c:v>
                </c:pt>
                <c:pt idx="107">
                  <c:v>0.00503032721286845</c:v>
                </c:pt>
                <c:pt idx="108">
                  <c:v>0.005031329589093173</c:v>
                </c:pt>
                <c:pt idx="109">
                  <c:v>0.005032323430256012</c:v>
                </c:pt>
                <c:pt idx="110">
                  <c:v>0.005033308727923307</c:v>
                </c:pt>
                <c:pt idx="111">
                  <c:v>0.005034285473804216</c:v>
                </c:pt>
                <c:pt idx="112">
                  <c:v>0.00503525365979118</c:v>
                </c:pt>
                <c:pt idx="113">
                  <c:v>0.005036213277896949</c:v>
                </c:pt>
                <c:pt idx="114">
                  <c:v>0.005037164320322505</c:v>
                </c:pt>
                <c:pt idx="115">
                  <c:v>0.0050381067794053455</c:v>
                </c:pt>
                <c:pt idx="116">
                  <c:v>0.0050390406476505875</c:v>
                </c:pt>
                <c:pt idx="117">
                  <c:v>0.005039965917715659</c:v>
                </c:pt>
                <c:pt idx="118">
                  <c:v>0.005040882582417989</c:v>
                </c:pt>
                <c:pt idx="119">
                  <c:v>0.005041790634726276</c:v>
                </c:pt>
                <c:pt idx="120">
                  <c:v>0.005042690067778031</c:v>
                </c:pt>
                <c:pt idx="121">
                  <c:v>0.00504358087486472</c:v>
                </c:pt>
                <c:pt idx="122">
                  <c:v>0.0050444630494293615</c:v>
                </c:pt>
                <c:pt idx="123">
                  <c:v>0.005045336585079751</c:v>
                </c:pt>
                <c:pt idx="124">
                  <c:v>0.005046201475581815</c:v>
                </c:pt>
                <c:pt idx="125">
                  <c:v>0.005047057714862823</c:v>
                </c:pt>
                <c:pt idx="126">
                  <c:v>0.0050479052970049875</c:v>
                </c:pt>
                <c:pt idx="127">
                  <c:v>0.005048744216252499</c:v>
                </c:pt>
                <c:pt idx="128">
                  <c:v>0.005049574467005208</c:v>
                </c:pt>
                <c:pt idx="129">
                  <c:v>0.005050396043825519</c:v>
                </c:pt>
                <c:pt idx="130">
                  <c:v>0.005051208941437648</c:v>
                </c:pt>
                <c:pt idx="131">
                  <c:v>0.005052013154719622</c:v>
                </c:pt>
                <c:pt idx="132">
                  <c:v>0.00505280867871913</c:v>
                </c:pt>
                <c:pt idx="133">
                  <c:v>0.005053595508629218</c:v>
                </c:pt>
                <c:pt idx="134">
                  <c:v>0.005054373639820227</c:v>
                </c:pt>
                <c:pt idx="135">
                  <c:v>0.005055143067808504</c:v>
                </c:pt>
                <c:pt idx="136">
                  <c:v>0.005055903788275578</c:v>
                </c:pt>
                <c:pt idx="137">
                  <c:v>0.0050566557970708305</c:v>
                </c:pt>
                <c:pt idx="138">
                  <c:v>0.0050573990901933204</c:v>
                </c:pt>
                <c:pt idx="139">
                  <c:v>0.005058133663806984</c:v>
                </c:pt>
                <c:pt idx="140">
                  <c:v>0.0050588595142381535</c:v>
                </c:pt>
                <c:pt idx="141">
                  <c:v>0.005059576637969795</c:v>
                </c:pt>
                <c:pt idx="142">
                  <c:v>0.005060285031651107</c:v>
                </c:pt>
                <c:pt idx="143">
                  <c:v>0.005060984692088374</c:v>
                </c:pt>
                <c:pt idx="144">
                  <c:v>0.005061675616247786</c:v>
                </c:pt>
                <c:pt idx="145">
                  <c:v>0.005062357801258153</c:v>
                </c:pt>
                <c:pt idx="146">
                  <c:v>0.005063031244408594</c:v>
                </c:pt>
                <c:pt idx="147">
                  <c:v>0.005063695943151201</c:v>
                </c:pt>
                <c:pt idx="148">
                  <c:v>0.0050643518950971396</c:v>
                </c:pt>
                <c:pt idx="149">
                  <c:v>0.005064999098014511</c:v>
                </c:pt>
                <c:pt idx="150">
                  <c:v>0.00506563754983743</c:v>
                </c:pt>
                <c:pt idx="151">
                  <c:v>0.005066267248662102</c:v>
                </c:pt>
                <c:pt idx="152">
                  <c:v>0.005066888192736789</c:v>
                </c:pt>
                <c:pt idx="153">
                  <c:v>0.00506750038048177</c:v>
                </c:pt>
                <c:pt idx="154">
                  <c:v>0.005068103810468278</c:v>
                </c:pt>
                <c:pt idx="155">
                  <c:v>0.005068698481432084</c:v>
                </c:pt>
                <c:pt idx="156">
                  <c:v>0.005069284392269758</c:v>
                </c:pt>
                <c:pt idx="157">
                  <c:v>0.005069861542038098</c:v>
                </c:pt>
                <c:pt idx="158">
                  <c:v>0.005070429929953587</c:v>
                </c:pt>
                <c:pt idx="159">
                  <c:v>0.005070989555388876</c:v>
                </c:pt>
                <c:pt idx="160">
                  <c:v>0.00507154041788429</c:v>
                </c:pt>
                <c:pt idx="161">
                  <c:v>0.005072082517135217</c:v>
                </c:pt>
                <c:pt idx="162">
                  <c:v>0.005072615853002042</c:v>
                </c:pt>
                <c:pt idx="163">
                  <c:v>0.005073140425490456</c:v>
                </c:pt>
                <c:pt idx="164">
                  <c:v>0.005073656234784824</c:v>
                </c:pt>
                <c:pt idx="165">
                  <c:v>0.005074163281216766</c:v>
                </c:pt>
                <c:pt idx="166">
                  <c:v>0.005074661565279386</c:v>
                </c:pt>
                <c:pt idx="167">
                  <c:v>0.005075151087626725</c:v>
                </c:pt>
                <c:pt idx="168">
                  <c:v>0.005075631849068971</c:v>
                </c:pt>
                <c:pt idx="169">
                  <c:v>0.00507610385057771</c:v>
                </c:pt>
                <c:pt idx="170">
                  <c:v>0.005076567093281185</c:v>
                </c:pt>
                <c:pt idx="171">
                  <c:v>0.005077021578465289</c:v>
                </c:pt>
                <c:pt idx="172">
                  <c:v>0.005077467307575913</c:v>
                </c:pt>
                <c:pt idx="173">
                  <c:v>0.005077904282214324</c:v>
                </c:pt>
                <c:pt idx="174">
                  <c:v>0.00507833250414229</c:v>
                </c:pt>
                <c:pt idx="175">
                  <c:v>0.0050787519752788545</c:v>
                </c:pt>
                <c:pt idx="176">
                  <c:v>0.005079162697695873</c:v>
                </c:pt>
                <c:pt idx="177">
                  <c:v>0.0050795646736271636</c:v>
                </c:pt>
                <c:pt idx="178">
                  <c:v>0.0050799579054586</c:v>
                </c:pt>
                <c:pt idx="179">
                  <c:v>0.0050803423957385165</c:v>
                </c:pt>
                <c:pt idx="180">
                  <c:v>0.005080718147165246</c:v>
                </c:pt>
                <c:pt idx="181">
                  <c:v>0.0050810851625948325</c:v>
                </c:pt>
                <c:pt idx="182">
                  <c:v>0.005081443445040629</c:v>
                </c:pt>
                <c:pt idx="183">
                  <c:v>0.005081792997670304</c:v>
                </c:pt>
                <c:pt idx="184">
                  <c:v>0.005082133823805529</c:v>
                </c:pt>
                <c:pt idx="185">
                  <c:v>0.005082465926922979</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0.005082465926922979</c:v>
                </c:pt>
                <c:pt idx="186">
                  <c:v>0.005082789310652722</c:v>
                </c:pt>
                <c:pt idx="187">
                  <c:v>0.005083103978783051</c:v>
                </c:pt>
                <c:pt idx="188">
                  <c:v>0.0050834099352473905</c:v>
                </c:pt>
                <c:pt idx="189">
                  <c:v>0.0050837071841431675</c:v>
                </c:pt>
                <c:pt idx="190">
                  <c:v>0.0050839957297136905</c:v>
                </c:pt>
                <c:pt idx="191">
                  <c:v>0.005084275576355569</c:v>
                </c:pt>
                <c:pt idx="192">
                  <c:v>0.005084546728619685</c:v>
                </c:pt>
                <c:pt idx="193">
                  <c:v>0.005084809191208429</c:v>
                </c:pt>
                <c:pt idx="194">
                  <c:v>0.005085062968973032</c:v>
                </c:pt>
                <c:pt idx="195">
                  <c:v>0.0050853080669183</c:v>
                </c:pt>
                <c:pt idx="196">
                  <c:v>0.005085544490201132</c:v>
                </c:pt>
                <c:pt idx="197">
                  <c:v>0.005085772244124243</c:v>
                </c:pt>
                <c:pt idx="198">
                  <c:v>0.005085991334144516</c:v>
                </c:pt>
                <c:pt idx="199">
                  <c:v>0.005086201765866735</c:v>
                </c:pt>
                <c:pt idx="200">
                  <c:v>0.005086403545045853</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#N/A</c:v>
                </c:pt>
                <c:pt idx="1">
                  <c:v>2.3116977858996393</c:v>
                </c:pt>
                <c:pt idx="2">
                  <c:v>2.4910789435192346</c:v>
                </c:pt>
                <c:pt idx="3">
                  <c:v>2.6729840395415625</c:v>
                </c:pt>
                <c:pt idx="4">
                  <c:v>2.8513706012620927</c:v>
                </c:pt>
                <c:pt idx="5">
                  <c:v>3.019298463463211</c:v>
                </c:pt>
                <c:pt idx="6">
                  <c:v>3.1698029040863513</c:v>
                </c:pt>
                <c:pt idx="7">
                  <c:v>3.2969447019309657</c:v>
                </c:pt>
                <c:pt idx="8">
                  <c:v>3.396715194313347</c:v>
                </c:pt>
                <c:pt idx="9">
                  <c:v>3.467501017414358</c:v>
                </c:pt>
                <c:pt idx="10">
                  <c:v>3.509999710888481</c:v>
                </c:pt>
                <c:pt idx="11">
                  <c:v>3.526702133025993</c:v>
                </c:pt>
                <c:pt idx="12">
                  <c:v>3.5211834359856446</c:v>
                </c:pt>
                <c:pt idx="13">
                  <c:v>3.497430652184248</c:v>
                </c:pt>
                <c:pt idx="14">
                  <c:v>3.4593386550986596</c:v>
                </c:pt>
                <c:pt idx="15">
                  <c:v>3.410405576510032</c:v>
                </c:pt>
                <c:pt idx="16">
                  <c:v>3.353596216039732</c:v>
                </c:pt>
                <c:pt idx="17">
                  <c:v>3.291320281869832</c:v>
                </c:pt>
                <c:pt idx="18">
                  <c:v>3.225475968972034</c:v>
                </c:pt>
                <c:pt idx="19">
                  <c:v>3.1575227508588215</c:v>
                </c:pt>
                <c:pt idx="20">
                  <c:v>3.0885609939980387</c:v>
                </c:pt>
                <c:pt idx="21">
                  <c:v>3.0194064708232764</c:v>
                </c:pt>
                <c:pt idx="22">
                  <c:v>2.950654618723566</c:v>
                </c:pt>
                <c:pt idx="23">
                  <c:v>2.882733261472578</c:v>
                </c:pt>
                <c:pt idx="24">
                  <c:v>2.8159444564086793</c:v>
                </c:pt>
                <c:pt idx="25">
                  <c:v>2.7504969404844855</c:v>
                </c:pt>
                <c:pt idx="26">
                  <c:v>2.6865308475311442</c:v>
                </c:pt>
                <c:pt idx="27">
                  <c:v>2.624136274716386</c:v>
                </c:pt>
                <c:pt idx="28">
                  <c:v>2.5633670640252064</c:v>
                </c:pt>
                <c:pt idx="29">
                  <c:v>2.5042509247430194</c:v>
                </c:pt>
                <c:pt idx="30">
                  <c:v>2.446796797122661</c:v>
                </c:pt>
                <c:pt idx="31">
                  <c:v>2.391000161837716</c:v>
                </c:pt>
                <c:pt idx="32">
                  <c:v>2.3368468380071743</c:v>
                </c:pt>
                <c:pt idx="33">
                  <c:v>2.2843156824019317</c:v>
                </c:pt>
                <c:pt idx="34">
                  <c:v>2.2333804996875384</c:v>
                </c:pt>
                <c:pt idx="35">
                  <c:v>2.184011393579694</c:v>
                </c:pt>
                <c:pt idx="36">
                  <c:v>2.136175727275769</c:v>
                </c:pt>
                <c:pt idx="37">
                  <c:v>2.0898388147376163</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2.0898388147376163</c:v>
                </c:pt>
                <c:pt idx="38">
                  <c:v>2.044964429220871</c:v>
                </c:pt>
                <c:pt idx="39">
                  <c:v>2.001515189324495</c:v>
                </c:pt>
                <c:pt idx="40">
                  <c:v>1.959452863711512</c:v>
                </c:pt>
                <c:pt idx="41">
                  <c:v>1.9187386218813571</c:v>
                </c:pt>
                <c:pt idx="42">
                  <c:v>1.8793332486481098</c:v>
                </c:pt>
                <c:pt idx="43">
                  <c:v>1.8411973332662195</c:v>
                </c:pt>
                <c:pt idx="44">
                  <c:v>1.8042914396451604</c:v>
                </c:pt>
                <c:pt idx="45">
                  <c:v>1.7685762611869442</c:v>
                </c:pt>
                <c:pt idx="46">
                  <c:v>1.7340127619951498</c:v>
                </c:pt>
                <c:pt idx="47">
                  <c:v>1.7005623051896908</c:v>
                </c:pt>
                <c:pt idx="48">
                  <c:v>1.6681867685563614</c:v>
                </c:pt>
                <c:pt idx="49">
                  <c:v>1.636848647579271</c:v>
                </c:pt>
                <c:pt idx="50">
                  <c:v>1.60651114591434</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#N/A</c:v>
                </c:pt>
                <c:pt idx="1">
                  <c:v>12.74836056184554</c:v>
                </c:pt>
                <c:pt idx="2">
                  <c:v>13.297483770731569</c:v>
                </c:pt>
                <c:pt idx="3">
                  <c:v>13.842477343032519</c:v>
                </c:pt>
                <c:pt idx="4">
                  <c:v>14.375217421346903</c:v>
                </c:pt>
                <c:pt idx="5">
                  <c:v>14.886963193045807</c:v>
                </c:pt>
                <c:pt idx="6">
                  <c:v>15.36879770130678</c:v>
                </c:pt>
                <c:pt idx="7">
                  <c:v>15.812153514490502</c:v>
                </c:pt>
                <c:pt idx="8">
                  <c:v>16.209362935593127</c:v>
                </c:pt>
                <c:pt idx="9">
                  <c:v>16.55415888509827</c:v>
                </c:pt>
                <c:pt idx="10">
                  <c:v>16.84205542719698</c:v>
                </c:pt>
                <c:pt idx="11">
                  <c:v>17.070556976980427</c:v>
                </c:pt>
                <c:pt idx="12">
                  <c:v>17.239177106157364</c:v>
                </c:pt>
                <c:pt idx="13">
                  <c:v>17.3492819972821</c:v>
                </c:pt>
                <c:pt idx="14">
                  <c:v>17.403800416642767</c:v>
                </c:pt>
                <c:pt idx="15">
                  <c:v>17.40685576699435</c:v>
                </c:pt>
                <c:pt idx="16">
                  <c:v>17.36337573297678</c:v>
                </c:pt>
                <c:pt idx="17">
                  <c:v>17.278724771581118</c:v>
                </c:pt>
                <c:pt idx="18">
                  <c:v>17.15838949347985</c:v>
                </c:pt>
                <c:pt idx="19">
                  <c:v>17.007731598739422</c:v>
                </c:pt>
                <c:pt idx="20">
                  <c:v>16.831810534972657</c:v>
                </c:pt>
                <c:pt idx="21">
                  <c:v>16.63526964316486</c:v>
                </c:pt>
                <c:pt idx="22">
                  <c:v>16.422275083534142</c:v>
                </c:pt>
                <c:pt idx="23">
                  <c:v>16.19649541496026</c:v>
                </c:pt>
                <c:pt idx="24">
                  <c:v>15.961110278171827</c:v>
                </c:pt>
                <c:pt idx="25">
                  <c:v>15.718838275934086</c:v>
                </c:pt>
                <c:pt idx="26">
                  <c:v>15.471976175599785</c:v>
                </c:pt>
                <c:pt idx="27">
                  <c:v>15.222443557791383</c:v>
                </c:pt>
                <c:pt idx="28">
                  <c:v>14.971828779402529</c:v>
                </c:pt>
                <c:pt idx="29">
                  <c:v>14.721433527217265</c:v>
                </c:pt>
                <c:pt idx="30">
                  <c:v>14.472314309771807</c:v>
                </c:pt>
                <c:pt idx="31">
                  <c:v>14.2253200102458</c:v>
                </c:pt>
                <c:pt idx="32">
                  <c:v>13.981125157793343</c:v>
                </c:pt>
                <c:pt idx="33">
                  <c:v>13.740258924742951</c:v>
                </c:pt>
                <c:pt idx="34">
                  <c:v>13.503130071662552</c:v>
                </c:pt>
                <c:pt idx="35">
                  <c:v>13.270048181321696</c:v>
                </c:pt>
                <c:pt idx="36">
                  <c:v>13.041241576800122</c:v>
                </c:pt>
                <c:pt idx="37">
                  <c:v>12.816872331068542</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12.816872331068542</c:v>
                </c:pt>
                <c:pt idx="38">
                  <c:v>12.597048761480702</c:v>
                </c:pt>
                <c:pt idx="39">
                  <c:v>12.381835773953426</c:v>
                </c:pt>
                <c:pt idx="40">
                  <c:v>12.171263385665679</c:v>
                </c:pt>
                <c:pt idx="41">
                  <c:v>11.965333716725246</c:v>
                </c:pt>
                <c:pt idx="42">
                  <c:v>11.764026703426106</c:v>
                </c:pt>
                <c:pt idx="43">
                  <c:v>11.567304750186965</c:v>
                </c:pt>
                <c:pt idx="44">
                  <c:v>11.375116504921312</c:v>
                </c:pt>
                <c:pt idx="45">
                  <c:v>11.187399913802576</c:v>
                </c:pt>
                <c:pt idx="46">
                  <c:v>11.00408468618269</c:v>
                </c:pt>
                <c:pt idx="47">
                  <c:v>10.825094278630546</c:v>
                </c:pt>
                <c:pt idx="48">
                  <c:v>10.650347488404334</c:v>
                </c:pt>
                <c:pt idx="49">
                  <c:v>10.479759730838202</c:v>
                </c:pt>
                <c:pt idx="50">
                  <c:v>10.313244061777597</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#N/A</c:v>
                </c:pt>
                <c:pt idx="1">
                  <c:v>10.590066688603162</c:v>
                </c:pt>
                <c:pt idx="2">
                  <c:v>10.774790906531335</c:v>
                </c:pt>
                <c:pt idx="3">
                  <c:v>10.892205443518003</c:v>
                </c:pt>
                <c:pt idx="4">
                  <c:v>10.939655236750662</c:v>
                </c:pt>
                <c:pt idx="5">
                  <c:v>10.91873666844325</c:v>
                </c:pt>
                <c:pt idx="6">
                  <c:v>10.8348105678432</c:v>
                </c:pt>
                <c:pt idx="7">
                  <c:v>10.69599789060705</c:v>
                </c:pt>
                <c:pt idx="8">
                  <c:v>10.51195707694459</c:v>
                </c:pt>
                <c:pt idx="9">
                  <c:v>10.292731809502495</c:v>
                </c:pt>
                <c:pt idx="10">
                  <c:v>10.047857638072633</c:v>
                </c:pt>
                <c:pt idx="11">
                  <c:v>9.785793748443474</c:v>
                </c:pt>
                <c:pt idx="12">
                  <c:v>9.51365307178998</c:v>
                </c:pt>
                <c:pt idx="13">
                  <c:v>9.237157038271885</c:v>
                </c:pt>
                <c:pt idx="14">
                  <c:v>8.960732662885938</c:v>
                </c:pt>
                <c:pt idx="15">
                  <c:v>8.687682679229036</c:v>
                </c:pt>
                <c:pt idx="16">
                  <c:v>8.420379745148972</c:v>
                </c:pt>
                <c:pt idx="17">
                  <c:v>8.16045485226655</c:v>
                </c:pt>
                <c:pt idx="18">
                  <c:v>7.90896459353892</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7.90896459353892</c:v>
                </c:pt>
                <c:pt idx="19">
                  <c:v>7.666531527326257</c:v>
                </c:pt>
                <c:pt idx="20">
                  <c:v>7.433457468075561</c:v>
                </c:pt>
                <c:pt idx="21">
                  <c:v>7.2098123545119535</c:v>
                </c:pt>
                <c:pt idx="22">
                  <c:v>6.9955024455799295</c:v>
                </c:pt>
                <c:pt idx="23">
                  <c:v>6.790321728959405</c:v>
                </c:pt>
                <c:pt idx="24">
                  <c:v>6.593990085497121</c:v>
                </c:pt>
                <c:pt idx="25">
                  <c:v>6.406181224552851</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#N/A</c:v>
                </c:pt>
                <c:pt idx="1">
                  <c:v>0.4658286831078529</c:v>
                </c:pt>
                <c:pt idx="2">
                  <c:v>0.4736181078054905</c:v>
                </c:pt>
                <c:pt idx="3">
                  <c:v>0.4814208137647311</c:v>
                </c:pt>
                <c:pt idx="4">
                  <c:v>0.4892215293983221</c:v>
                </c:pt>
                <c:pt idx="5">
                  <c:v>0.49700405472984316</c:v>
                </c:pt>
                <c:pt idx="6">
                  <c:v>0.5047513309321006</c:v>
                </c:pt>
                <c:pt idx="7">
                  <c:v>0.5124455281003544</c:v>
                </c:pt>
                <c:pt idx="8">
                  <c:v>0.5200681514068246</c:v>
                </c:pt>
                <c:pt idx="9">
                  <c:v>0.5276001652874417</c:v>
                </c:pt>
                <c:pt idx="10">
                  <c:v>0.5350221347626924</c:v>
                </c:pt>
                <c:pt idx="11">
                  <c:v>0.542314382412802</c:v>
                </c:pt>
                <c:pt idx="12">
                  <c:v>0.549457158935666</c:v>
                </c:pt>
                <c:pt idx="13">
                  <c:v>0.5564308246387152</c:v>
                </c:pt>
                <c:pt idx="14">
                  <c:v>0.5632160386885916</c:v>
                </c:pt>
                <c:pt idx="15">
                  <c:v>0.5697939524887244</c:v>
                </c:pt>
                <c:pt idx="16">
                  <c:v>0.5761464032096862</c:v>
                </c:pt>
                <c:pt idx="17">
                  <c:v>0.5822561032811193</c:v>
                </c:pt>
                <c:pt idx="18">
                  <c:v>0.5881068215901851</c:v>
                </c:pt>
                <c:pt idx="19">
                  <c:v>0.5936835522287895</c:v>
                </c:pt>
                <c:pt idx="20">
                  <c:v>0.5989726668937803</c:v>
                </c:pt>
                <c:pt idx="21">
                  <c:v>0.6039620474634284</c:v>
                </c:pt>
                <c:pt idx="22">
                  <c:v>0.6086411958330978</c:v>
                </c:pt>
                <c:pt idx="23">
                  <c:v>0.6130013187645725</c:v>
                </c:pt>
                <c:pt idx="24">
                  <c:v>0.6170353862589101</c:v>
                </c:pt>
                <c:pt idx="25">
                  <c:v>0.6207381627591705</c:v>
                </c:pt>
                <c:pt idx="26">
                  <c:v>0.6241062112926978</c:v>
                </c:pt>
                <c:pt idx="27">
                  <c:v>0.6271378714309092</c:v>
                </c:pt>
                <c:pt idx="28">
                  <c:v>0.6298332126456925</c:v>
                </c:pt>
                <c:pt idx="29">
                  <c:v>0.6321939652456251</c:v>
                </c:pt>
                <c:pt idx="30">
                  <c:v>0.6342234315617721</c:v>
                </c:pt>
                <c:pt idx="31">
                  <c:v>0.6359263804081717</c:v>
                </c:pt>
                <c:pt idx="32">
                  <c:v>0.6373089280622825</c:v>
                </c:pt>
                <c:pt idx="33">
                  <c:v>0.6383784090984952</c:v>
                </c:pt>
                <c:pt idx="34">
                  <c:v>0.6391432403731346</c:v>
                </c:pt>
                <c:pt idx="35">
                  <c:v>0.6396127813175202</c:v>
                </c:pt>
                <c:pt idx="36">
                  <c:v>0.6397971934658819</c:v>
                </c:pt>
                <c:pt idx="37">
                  <c:v>0.6397073018465493</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0.6397073018465493</c:v>
                </c:pt>
                <c:pt idx="38">
                  <c:v>0.6393544605207694</c:v>
                </c:pt>
                <c:pt idx="39">
                  <c:v>0.6387504241828124</c:v>
                </c:pt>
                <c:pt idx="40">
                  <c:v>0.6379072273557961</c:v>
                </c:pt>
                <c:pt idx="41">
                  <c:v>0.6368370723469897</c:v>
                </c:pt>
                <c:pt idx="42">
                  <c:v>0.6355522267748515</c:v>
                </c:pt>
                <c:pt idx="43">
                  <c:v>0.6340649311586092</c:v>
                </c:pt>
                <c:pt idx="44">
                  <c:v>0.6323873167762594</c:v>
                </c:pt>
                <c:pt idx="45">
                  <c:v>0.6305313337508096</c:v>
                </c:pt>
                <c:pt idx="46">
                  <c:v>0.6285086891202564</c:v>
                </c:pt>
                <c:pt idx="47">
                  <c:v>0.6263307944827637</c:v>
                </c:pt>
                <c:pt idx="48">
                  <c:v>0.624008722682327</c:v>
                </c:pt>
                <c:pt idx="49">
                  <c:v>0.6215531729098582</c:v>
                </c:pt>
                <c:pt idx="50">
                  <c:v>0.6189744435344839</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#N/A</c:v>
                </c:pt>
                <c:pt idx="1">
                  <c:v>0.9030351071190834</c:v>
                </c:pt>
                <c:pt idx="2">
                  <c:v>0.9224480553555489</c:v>
                </c:pt>
                <c:pt idx="3">
                  <c:v>0.9418496824247042</c:v>
                </c:pt>
                <c:pt idx="4">
                  <c:v>0.9611703363035321</c:v>
                </c:pt>
                <c:pt idx="5">
                  <c:v>0.9803357441217899</c:v>
                </c:pt>
                <c:pt idx="6">
                  <c:v>0.9992677115128438</c:v>
                </c:pt>
                <c:pt idx="7">
                  <c:v>1.0178849944524766</c:v>
                </c:pt>
                <c:pt idx="8">
                  <c:v>1.0361043341414033</c:v>
                </c:pt>
                <c:pt idx="9">
                  <c:v>1.0538416361665461</c:v>
                </c:pt>
                <c:pt idx="10">
                  <c:v>1.0710132656711817</c:v>
                </c:pt>
                <c:pt idx="11">
                  <c:v>1.0875374213422861</c:v>
                </c:pt>
                <c:pt idx="12">
                  <c:v>1.1033355434995293</c:v>
                </c:pt>
                <c:pt idx="13">
                  <c:v>1.1183337062565364</c:v>
                </c:pt>
                <c:pt idx="14">
                  <c:v>1.1324639412802628</c:v>
                </c:pt>
                <c:pt idx="15">
                  <c:v>1.1456654415481566</c:v>
                </c:pt>
                <c:pt idx="16">
                  <c:v>1.1578855978232174</c:v>
                </c:pt>
                <c:pt idx="17">
                  <c:v>1.169080828125</c:v>
                </c:pt>
                <c:pt idx="18">
                  <c:v>1.1792171707151864</c:v>
                </c:pt>
                <c:pt idx="19">
                  <c:v>1.1882706232083848</c:v>
                </c:pt>
                <c:pt idx="20">
                  <c:v>1.1962272233522535</c:v>
                </c:pt>
                <c:pt idx="21">
                  <c:v>1.203082879725865</c:v>
                </c:pt>
                <c:pt idx="22">
                  <c:v>1.2088429720899951</c:v>
                </c:pt>
                <c:pt idx="23">
                  <c:v>1.2135217505778644</c:v>
                </c:pt>
                <c:pt idx="24">
                  <c:v>1.217141569792211</c:v>
                </c:pt>
                <c:pt idx="25">
                  <c:v>1.2197319979243468</c:v>
                </c:pt>
                <c:pt idx="26">
                  <c:v>1.2213288422672472</c:v>
                </c:pt>
                <c:pt idx="27">
                  <c:v>1.2219731312420457</c:v>
                </c:pt>
                <c:pt idx="28">
                  <c:v>1.2217100897459643</c:v>
                </c:pt>
                <c:pt idx="29">
                  <c:v>1.220588139818841</c:v>
                </c:pt>
                <c:pt idx="30">
                  <c:v>1.2186579528899988</c:v>
                </c:pt>
                <c:pt idx="31">
                  <c:v>1.2159715737519803</c:v>
                </c:pt>
                <c:pt idx="32">
                  <c:v>1.2125816303711907</c:v>
                </c:pt>
                <c:pt idx="33">
                  <c:v>1.2085406380479264</c:v>
                </c:pt>
                <c:pt idx="34">
                  <c:v>1.2039004015188077</c:v>
                </c:pt>
                <c:pt idx="35">
                  <c:v>1.1987115144984721</c:v>
                </c:pt>
                <c:pt idx="36">
                  <c:v>1.1930229529258212</c:v>
                </c:pt>
                <c:pt idx="37">
                  <c:v>1.186881755796033</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1.186881755796033</c:v>
                </c:pt>
                <c:pt idx="38">
                  <c:v>1.180332785847187</c:v>
                </c:pt>
                <c:pt idx="39">
                  <c:v>1.1734185614286385</c:v>
                </c:pt>
                <c:pt idx="40">
                  <c:v>1.1661791504889547</c:v>
                </c:pt>
                <c:pt idx="41">
                  <c:v>1.1586521176672215</c:v>
                </c:pt>
                <c:pt idx="42">
                  <c:v>1.1508725158395938</c:v>
                </c:pt>
                <c:pt idx="43">
                  <c:v>1.1428729140651281</c:v>
                </c:pt>
                <c:pt idx="44">
                  <c:v>1.134683454608332</c:v>
                </c:pt>
                <c:pt idx="45">
                  <c:v>1.1263319325210253</c:v>
                </c:pt>
                <c:pt idx="46">
                  <c:v>1.1178438920927514</c:v>
                </c:pt>
                <c:pt idx="47">
                  <c:v>1.10924273528792</c:v>
                </c:pt>
                <c:pt idx="48">
                  <c:v>1.1005498380523424</c:v>
                </c:pt>
                <c:pt idx="49">
                  <c:v>1.0917846710749353</c:v>
                </c:pt>
                <c:pt idx="50">
                  <c:v>1.08296492222373</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#N/A</c:v>
                </c:pt>
                <c:pt idx="1">
                  <c:v>6.80993070814991</c:v>
                </c:pt>
                <c:pt idx="2">
                  <c:v>7.0971529276709555</c:v>
                </c:pt>
                <c:pt idx="3">
                  <c:v>7.367627585628271</c:v>
                </c:pt>
                <c:pt idx="4">
                  <c:v>7.614181605406225</c:v>
                </c:pt>
                <c:pt idx="5">
                  <c:v>7.830171189260721</c:v>
                </c:pt>
                <c:pt idx="6">
                  <c:v>8.010120716930032</c:v>
                </c:pt>
                <c:pt idx="7">
                  <c:v>8.150248260264874</c:v>
                </c:pt>
                <c:pt idx="8">
                  <c:v>8.248769228167891</c:v>
                </c:pt>
                <c:pt idx="9">
                  <c:v>8.305924985226074</c:v>
                </c:pt>
                <c:pt idx="10">
                  <c:v>8.323754444612575</c:v>
                </c:pt>
                <c:pt idx="11">
                  <c:v>8.305684765277428</c:v>
                </c:pt>
                <c:pt idx="12">
                  <c:v>8.256043003006717</c:v>
                </c:pt>
                <c:pt idx="13">
                  <c:v>8.179582324113937</c:v>
                </c:pt>
                <c:pt idx="14">
                  <c:v>8.08108664341455</c:v>
                </c:pt>
                <c:pt idx="15">
                  <c:v>7.965082576818308</c:v>
                </c:pt>
                <c:pt idx="16">
                  <c:v>7.83565921339266</c:v>
                </c:pt>
                <c:pt idx="17">
                  <c:v>7.69637906733503</c:v>
                </c:pt>
                <c:pt idx="18">
                  <c:v>7.5502568297862345</c:v>
                </c:pt>
                <c:pt idx="19">
                  <c:v>7.399782889311264</c:v>
                </c:pt>
                <c:pt idx="20">
                  <c:v>7.246972558668613</c:v>
                </c:pt>
                <c:pt idx="21">
                  <c:v>7.093426994957129</c:v>
                </c:pt>
                <c:pt idx="22">
                  <c:v>6.9403964892251055</c:v>
                </c:pt>
                <c:pt idx="23">
                  <c:v>6.788840531147698</c:v>
                </c:pt>
                <c:pt idx="24">
                  <c:v>6.6394817302272715</c:v>
                </c:pt>
                <c:pt idx="25">
                  <c:v>6.492852441303797</c:v>
                </c:pt>
                <c:pt idx="26">
                  <c:v>6.349334016938127</c:v>
                </c:pt>
                <c:pt idx="27">
                  <c:v>6.209189201339863</c:v>
                </c:pt>
                <c:pt idx="28">
                  <c:v>6.072588458134719</c:v>
                </c:pt>
                <c:pt idx="29">
                  <c:v>5.93963110995693</c:v>
                </c:pt>
                <c:pt idx="30">
                  <c:v>5.810362144933939</c:v>
                </c:pt>
                <c:pt idx="31">
                  <c:v>5.684785467149335</c:v>
                </c:pt>
                <c:pt idx="32">
                  <c:v>5.562874267767832</c:v>
                </c:pt>
                <c:pt idx="33">
                  <c:v>5.444579089423953</c:v>
                </c:pt>
                <c:pt idx="34">
                  <c:v>5.32983405864386</c:v>
                </c:pt>
                <c:pt idx="35">
                  <c:v>5.218561674056053</c:v>
                </c:pt>
                <c:pt idx="36">
                  <c:v>5.110676463416371</c:v>
                </c:pt>
                <c:pt idx="37">
                  <c:v>5.006087759801749</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5.006087759801749</c:v>
                </c:pt>
                <c:pt idx="38">
                  <c:v>4.904701795658231</c:v>
                </c:pt>
                <c:pt idx="39">
                  <c:v>4.80642327132991</c:v>
                </c:pt>
                <c:pt idx="40">
                  <c:v>4.711156520799184</c:v>
                </c:pt>
                <c:pt idx="41">
                  <c:v>4.618806370269793</c:v>
                </c:pt>
                <c:pt idx="42">
                  <c:v>4.5292787637093355</c:v>
                </c:pt>
                <c:pt idx="43">
                  <c:v>4.442481212488352</c:v>
                </c:pt>
                <c:pt idx="44">
                  <c:v>4.358323112930103</c:v>
                </c:pt>
                <c:pt idx="45">
                  <c:v>4.276715965186368</c:v>
                </c:pt>
                <c:pt idx="46">
                  <c:v>4.197573518782025</c:v>
                </c:pt>
                <c:pt idx="47">
                  <c:v>4.120811863938722</c:v>
                </c:pt>
                <c:pt idx="48">
                  <c:v>4.046349483002638</c:v>
                </c:pt>
                <c:pt idx="49">
                  <c:v>3.9741072726495217</c:v>
                </c:pt>
                <c:pt idx="50">
                  <c:v>3.9040085447697495</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#N/A</c:v>
                </c:pt>
                <c:pt idx="1">
                  <c:v>0.06937494438719749</c:v>
                </c:pt>
                <c:pt idx="2">
                  <c:v>0.06938614066314697</c:v>
                </c:pt>
                <c:pt idx="3">
                  <c:v>0.06939732638168335</c:v>
                </c:pt>
                <c:pt idx="4">
                  <c:v>0.0694085015285015</c:v>
                </c:pt>
                <c:pt idx="5">
                  <c:v>0.06941966608905792</c:v>
                </c:pt>
                <c:pt idx="6">
                  <c:v>0.06943082004892825</c:v>
                </c:pt>
                <c:pt idx="7">
                  <c:v>0.06944196339355196</c:v>
                </c:pt>
                <c:pt idx="8">
                  <c:v>0.069453096108675</c:v>
                </c:pt>
                <c:pt idx="9">
                  <c:v>0.06946421817964978</c:v>
                </c:pt>
                <c:pt idx="10">
                  <c:v>0.0694753295922041</c:v>
                </c:pt>
                <c:pt idx="11">
                  <c:v>0.06948643033190208</c:v>
                </c:pt>
                <c:pt idx="12">
                  <c:v>0.06949752038425207</c:v>
                </c:pt>
                <c:pt idx="13">
                  <c:v>0.06950859973498491</c:v>
                </c:pt>
                <c:pt idx="14">
                  <c:v>0.06951966836963382</c:v>
                </c:pt>
                <c:pt idx="15">
                  <c:v>0.06953072627388636</c:v>
                </c:pt>
                <c:pt idx="16">
                  <c:v>0.06954177343334257</c:v>
                </c:pt>
                <c:pt idx="17">
                  <c:v>0.06955280983369491</c:v>
                </c:pt>
                <c:pt idx="18">
                  <c:v>0.06956383546058337</c:v>
                </c:pt>
                <c:pt idx="19">
                  <c:v>0.06957485029970972</c:v>
                </c:pt>
                <c:pt idx="20">
                  <c:v>0.06958585433676243</c:v>
                </c:pt>
                <c:pt idx="21">
                  <c:v>0.06959684755745388</c:v>
                </c:pt>
                <c:pt idx="22">
                  <c:v>0.06960782994748245</c:v>
                </c:pt>
                <c:pt idx="23">
                  <c:v>0.06961880149259775</c:v>
                </c:pt>
                <c:pt idx="24">
                  <c:v>0.0696297621785303</c:v>
                </c:pt>
                <c:pt idx="25">
                  <c:v>0.06964071199103355</c:v>
                </c:pt>
                <c:pt idx="26">
                  <c:v>0.06965165091585196</c:v>
                </c:pt>
                <c:pt idx="27">
                  <c:v>0.06966257893879325</c:v>
                </c:pt>
                <c:pt idx="28">
                  <c:v>0.06967349604564053</c:v>
                </c:pt>
                <c:pt idx="29">
                  <c:v>0.06968440222219763</c:v>
                </c:pt>
                <c:pt idx="30">
                  <c:v>0.06969529745428563</c:v>
                </c:pt>
                <c:pt idx="31">
                  <c:v>0.06970618172772469</c:v>
                </c:pt>
                <c:pt idx="32">
                  <c:v>0.06971705502833427</c:v>
                </c:pt>
                <c:pt idx="33">
                  <c:v>0.06972791734202703</c:v>
                </c:pt>
                <c:pt idx="34">
                  <c:v>0.06973876865459891</c:v>
                </c:pt>
                <c:pt idx="35">
                  <c:v>0.06974960895197732</c:v>
                </c:pt>
                <c:pt idx="36">
                  <c:v>0.06976043822004398</c:v>
                </c:pt>
                <c:pt idx="37">
                  <c:v>0.06977125644468617</c:v>
                </c:pt>
                <c:pt idx="38">
                  <c:v>0.06978206361185876</c:v>
                </c:pt>
                <c:pt idx="39">
                  <c:v>0.06979285970745942</c:v>
                </c:pt>
                <c:pt idx="40">
                  <c:v>0.06980364471744895</c:v>
                </c:pt>
                <c:pt idx="41">
                  <c:v>0.06981441862777966</c:v>
                </c:pt>
                <c:pt idx="42">
                  <c:v>0.06982518142441908</c:v>
                </c:pt>
                <c:pt idx="43">
                  <c:v>0.06983593309336485</c:v>
                </c:pt>
                <c:pt idx="44">
                  <c:v>0.06984667362060872</c:v>
                </c:pt>
                <c:pt idx="45">
                  <c:v>0.06985740299215847</c:v>
                </c:pt>
                <c:pt idx="46">
                  <c:v>0.06986812119404129</c:v>
                </c:pt>
                <c:pt idx="47">
                  <c:v>0.06987882821229163</c:v>
                </c:pt>
                <c:pt idx="48">
                  <c:v>0.06988952403297027</c:v>
                </c:pt>
                <c:pt idx="49">
                  <c:v>0.06990020864213242</c:v>
                </c:pt>
                <c:pt idx="50">
                  <c:v>0.06991088202586651</c:v>
                </c:pt>
                <c:pt idx="51">
                  <c:v>0.06992154417026744</c:v>
                </c:pt>
                <c:pt idx="52">
                  <c:v>0.06993219506144065</c:v>
                </c:pt>
                <c:pt idx="53">
                  <c:v>0.06994283468550556</c:v>
                </c:pt>
                <c:pt idx="54">
                  <c:v>0.0699534630285943</c:v>
                </c:pt>
                <c:pt idx="55">
                  <c:v>0.06996408007686356</c:v>
                </c:pt>
                <c:pt idx="56">
                  <c:v>0.0699746858164668</c:v>
                </c:pt>
                <c:pt idx="57">
                  <c:v>0.0699852802335965</c:v>
                </c:pt>
                <c:pt idx="58">
                  <c:v>0.06999586331442306</c:v>
                </c:pt>
                <c:pt idx="59">
                  <c:v>0.0700064350451817</c:v>
                </c:pt>
                <c:pt idx="60">
                  <c:v>0.0700169954120636</c:v>
                </c:pt>
                <c:pt idx="61">
                  <c:v>0.07002754440132516</c:v>
                </c:pt>
                <c:pt idx="62">
                  <c:v>0.07003808199920578</c:v>
                </c:pt>
                <c:pt idx="63">
                  <c:v>0.0700486081919708</c:v>
                </c:pt>
                <c:pt idx="64">
                  <c:v>0.0700591229659021</c:v>
                </c:pt>
                <c:pt idx="65">
                  <c:v>0.07006962630728575</c:v>
                </c:pt>
                <c:pt idx="66">
                  <c:v>0.07008011820243344</c:v>
                </c:pt>
                <c:pt idx="67">
                  <c:v>0.07009059863767339</c:v>
                </c:pt>
                <c:pt idx="68">
                  <c:v>0.07010106759934215</c:v>
                </c:pt>
                <c:pt idx="69">
                  <c:v>0.07011152507378399</c:v>
                </c:pt>
                <c:pt idx="70">
                  <c:v>0.07012197104737078</c:v>
                </c:pt>
                <c:pt idx="71">
                  <c:v>0.07013240550648663</c:v>
                </c:pt>
                <c:pt idx="72">
                  <c:v>0.07014282843753034</c:v>
                </c:pt>
                <c:pt idx="73">
                  <c:v>0.07015323982690785</c:v>
                </c:pt>
                <c:pt idx="74">
                  <c:v>0.07016363966105435</c:v>
                </c:pt>
                <c:pt idx="75">
                  <c:v>0.07017402792640685</c:v>
                </c:pt>
                <c:pt idx="76">
                  <c:v>0.07018440460943234</c:v>
                </c:pt>
                <c:pt idx="77">
                  <c:v>0.07019476969659483</c:v>
                </c:pt>
                <c:pt idx="78">
                  <c:v>0.07020512317438615</c:v>
                </c:pt>
                <c:pt idx="79">
                  <c:v>0.0702154650293151</c:v>
                </c:pt>
                <c:pt idx="80">
                  <c:v>0.07022579524789453</c:v>
                </c:pt>
                <c:pt idx="81">
                  <c:v>0.07023611381667337</c:v>
                </c:pt>
                <c:pt idx="82">
                  <c:v>0.07024642072218802</c:v>
                </c:pt>
                <c:pt idx="83">
                  <c:v>0.07025671595101471</c:v>
                </c:pt>
                <c:pt idx="84">
                  <c:v>0.07026699948972748</c:v>
                </c:pt>
                <c:pt idx="85">
                  <c:v>0.07027727132494029</c:v>
                </c:pt>
                <c:pt idx="86">
                  <c:v>0.07028753144325212</c:v>
                </c:pt>
                <c:pt idx="87">
                  <c:v>0.07029777983129984</c:v>
                </c:pt>
                <c:pt idx="88">
                  <c:v>0.07030801647573168</c:v>
                </c:pt>
                <c:pt idx="89">
                  <c:v>0.07031824136320661</c:v>
                </c:pt>
                <c:pt idx="90">
                  <c:v>0.07032845448040963</c:v>
                </c:pt>
                <c:pt idx="91">
                  <c:v>0.07033865581402936</c:v>
                </c:pt>
                <c:pt idx="92">
                  <c:v>0.07034884535077603</c:v>
                </c:pt>
                <c:pt idx="93">
                  <c:v>0.07035902307738284</c:v>
                </c:pt>
                <c:pt idx="94">
                  <c:v>0.07036918898059459</c:v>
                </c:pt>
                <c:pt idx="95">
                  <c:v>0.07037934304716462</c:v>
                </c:pt>
                <c:pt idx="96">
                  <c:v>0.07038948526386668</c:v>
                </c:pt>
                <c:pt idx="97">
                  <c:v>0.07039961561750628</c:v>
                </c:pt>
                <c:pt idx="98">
                  <c:v>0.07040973409488493</c:v>
                </c:pt>
                <c:pt idx="99">
                  <c:v>0.07041984068282686</c:v>
                </c:pt>
                <c:pt idx="100">
                  <c:v>0.07042993536818504</c:v>
                </c:pt>
                <c:pt idx="101">
                  <c:v>0.07044001813781144</c:v>
                </c:pt>
                <c:pt idx="102">
                  <c:v>0.07045008897858274</c:v>
                </c:pt>
                <c:pt idx="103">
                  <c:v>0.07046014787739689</c:v>
                </c:pt>
                <c:pt idx="104">
                  <c:v>0.07047019482116286</c:v>
                </c:pt>
                <c:pt idx="105">
                  <c:v>0.07048022979680243</c:v>
                </c:pt>
                <c:pt idx="106">
                  <c:v>0.07049025279126526</c:v>
                </c:pt>
                <c:pt idx="107">
                  <c:v>0.07050026379151657</c:v>
                </c:pt>
                <c:pt idx="108">
                  <c:v>0.07051026278452961</c:v>
                </c:pt>
                <c:pt idx="109">
                  <c:v>0.07052024975729863</c:v>
                </c:pt>
                <c:pt idx="110">
                  <c:v>0.07053022469683994</c:v>
                </c:pt>
                <c:pt idx="111">
                  <c:v>0.07054018759019096</c:v>
                </c:pt>
                <c:pt idx="112">
                  <c:v>0.07055013842438587</c:v>
                </c:pt>
                <c:pt idx="113">
                  <c:v>0.07056007718649797</c:v>
                </c:pt>
                <c:pt idx="114">
                  <c:v>0.07057000386361072</c:v>
                </c:pt>
                <c:pt idx="115">
                  <c:v>0.07057991844282357</c:v>
                </c:pt>
                <c:pt idx="116">
                  <c:v>0.07058982091125127</c:v>
                </c:pt>
                <c:pt idx="117">
                  <c:v>0.0705997112560313</c:v>
                </c:pt>
                <c:pt idx="118">
                  <c:v>0.07060958946432097</c:v>
                </c:pt>
                <c:pt idx="119">
                  <c:v>0.07061945552328655</c:v>
                </c:pt>
                <c:pt idx="120">
                  <c:v>0.07062930942012072</c:v>
                </c:pt>
                <c:pt idx="121">
                  <c:v>0.07063915114202578</c:v>
                </c:pt>
                <c:pt idx="122">
                  <c:v>0.07064898067623475</c:v>
                </c:pt>
                <c:pt idx="123">
                  <c:v>0.07065879800998293</c:v>
                </c:pt>
                <c:pt idx="124">
                  <c:v>0.07066860313053477</c:v>
                </c:pt>
                <c:pt idx="125">
                  <c:v>0.07067839602516747</c:v>
                </c:pt>
                <c:pt idx="126">
                  <c:v>0.07068817668117607</c:v>
                </c:pt>
                <c:pt idx="127">
                  <c:v>0.0706979450858822</c:v>
                </c:pt>
                <c:pt idx="128">
                  <c:v>0.07070770122662</c:v>
                </c:pt>
                <c:pt idx="129">
                  <c:v>0.07071744509073745</c:v>
                </c:pt>
                <c:pt idx="130">
                  <c:v>0.07072717666560503</c:v>
                </c:pt>
                <c:pt idx="131">
                  <c:v>0.07073689593861121</c:v>
                </c:pt>
                <c:pt idx="132">
                  <c:v>0.07074660289716721</c:v>
                </c:pt>
                <c:pt idx="133">
                  <c:v>0.07075629752869535</c:v>
                </c:pt>
                <c:pt idx="134">
                  <c:v>0.0707659798206429</c:v>
                </c:pt>
                <c:pt idx="135">
                  <c:v>0.07077564976047586</c:v>
                </c:pt>
                <c:pt idx="136">
                  <c:v>0.07078530733566775</c:v>
                </c:pt>
                <c:pt idx="137">
                  <c:v>0.07079495253373062</c:v>
                </c:pt>
                <c:pt idx="138">
                  <c:v>0.07080458534217572</c:v>
                </c:pt>
                <c:pt idx="139">
                  <c:v>0.07081420574854433</c:v>
                </c:pt>
                <c:pt idx="140">
                  <c:v>0.0708238137403965</c:v>
                </c:pt>
                <c:pt idx="141">
                  <c:v>0.07083340930530535</c:v>
                </c:pt>
                <c:pt idx="142">
                  <c:v>0.07084299243086828</c:v>
                </c:pt>
                <c:pt idx="143">
                  <c:v>0.07085256310469787</c:v>
                </c:pt>
                <c:pt idx="144">
                  <c:v>0.07086212131443455</c:v>
                </c:pt>
                <c:pt idx="145">
                  <c:v>0.07087166704772588</c:v>
                </c:pt>
                <c:pt idx="146">
                  <c:v>0.07088120029224762</c:v>
                </c:pt>
                <c:pt idx="147">
                  <c:v>0.0708907210356881</c:v>
                </c:pt>
                <c:pt idx="148">
                  <c:v>0.07090022926576234</c:v>
                </c:pt>
                <c:pt idx="149">
                  <c:v>0.07090972497019672</c:v>
                </c:pt>
                <c:pt idx="150">
                  <c:v>0.07091920813674608</c:v>
                </c:pt>
                <c:pt idx="151">
                  <c:v>0.07092867875318022</c:v>
                </c:pt>
                <c:pt idx="152">
                  <c:v>0.0709381368072833</c:v>
                </c:pt>
                <c:pt idx="153">
                  <c:v>0.07094758228687212</c:v>
                </c:pt>
                <c:pt idx="154">
                  <c:v>0.07095701517976724</c:v>
                </c:pt>
                <c:pt idx="155">
                  <c:v>0.07096643547382508</c:v>
                </c:pt>
                <c:pt idx="156">
                  <c:v>0.07097584315690933</c:v>
                </c:pt>
                <c:pt idx="157">
                  <c:v>0.0709852382169104</c:v>
                </c:pt>
                <c:pt idx="158">
                  <c:v>0.07099462064173705</c:v>
                </c:pt>
                <c:pt idx="159">
                  <c:v>0.07100399041931585</c:v>
                </c:pt>
                <c:pt idx="160">
                  <c:v>0.07101334753759503</c:v>
                </c:pt>
                <c:pt idx="161">
                  <c:v>0.07102269198454537</c:v>
                </c:pt>
                <c:pt idx="162">
                  <c:v>0.07103202374815058</c:v>
                </c:pt>
                <c:pt idx="163">
                  <c:v>0.0710413428164289</c:v>
                </c:pt>
                <c:pt idx="164">
                  <c:v>0.07105064917740007</c:v>
                </c:pt>
                <c:pt idx="165">
                  <c:v>0.07105994281911705</c:v>
                </c:pt>
                <c:pt idx="166">
                  <c:v>0.07106922372965353</c:v>
                </c:pt>
                <c:pt idx="167">
                  <c:v>0.07107849189709047</c:v>
                </c:pt>
                <c:pt idx="168">
                  <c:v>0.07108774730954852</c:v>
                </c:pt>
                <c:pt idx="169">
                  <c:v>0.0710969899551544</c:v>
                </c:pt>
                <c:pt idx="170">
                  <c:v>0.07110621982205896</c:v>
                </c:pt>
                <c:pt idx="171">
                  <c:v>0.07111543689843786</c:v>
                </c:pt>
                <c:pt idx="172">
                  <c:v>0.07112464117247976</c:v>
                </c:pt>
                <c:pt idx="173">
                  <c:v>0.07113383263240108</c:v>
                </c:pt>
                <c:pt idx="174">
                  <c:v>0.07114301126643845</c:v>
                </c:pt>
                <c:pt idx="175">
                  <c:v>0.07115217706284387</c:v>
                </c:pt>
                <c:pt idx="176">
                  <c:v>0.07116133000989801</c:v>
                </c:pt>
                <c:pt idx="177">
                  <c:v>0.07117047009589443</c:v>
                </c:pt>
                <c:pt idx="178">
                  <c:v>0.0711795973091554</c:v>
                </c:pt>
                <c:pt idx="179">
                  <c:v>0.07118871163801907</c:v>
                </c:pt>
                <c:pt idx="180">
                  <c:v>0.07119781307084164</c:v>
                </c:pt>
                <c:pt idx="181">
                  <c:v>0.07120690159601006</c:v>
                </c:pt>
                <c:pt idx="182">
                  <c:v>0.07121597720192553</c:v>
                </c:pt>
                <c:pt idx="183">
                  <c:v>0.07122503987701213</c:v>
                </c:pt>
                <c:pt idx="184">
                  <c:v>0.07123408960971885</c:v>
                </c:pt>
                <c:pt idx="185">
                  <c:v>0.07124312638850727</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0.07124312638850727</c:v>
                </c:pt>
                <c:pt idx="186">
                  <c:v>0.07125215020187055</c:v>
                </c:pt>
                <c:pt idx="187">
                  <c:v>0.07126116103831459</c:v>
                </c:pt>
                <c:pt idx="188">
                  <c:v>0.07127015888637178</c:v>
                </c:pt>
                <c:pt idx="189">
                  <c:v>0.07127914373459639</c:v>
                </c:pt>
                <c:pt idx="190">
                  <c:v>0.07128811557156413</c:v>
                </c:pt>
                <c:pt idx="191">
                  <c:v>0.07129707438586894</c:v>
                </c:pt>
                <c:pt idx="192">
                  <c:v>0.07130602016613136</c:v>
                </c:pt>
                <c:pt idx="193">
                  <c:v>0.07131495290098659</c:v>
                </c:pt>
                <c:pt idx="194">
                  <c:v>0.07132387257910267</c:v>
                </c:pt>
                <c:pt idx="195">
                  <c:v>0.07133277918915872</c:v>
                </c:pt>
                <c:pt idx="196">
                  <c:v>0.07134167271985935</c:v>
                </c:pt>
                <c:pt idx="197">
                  <c:v>0.07135055315993521</c:v>
                </c:pt>
                <c:pt idx="198">
                  <c:v>0.07135942049813632</c:v>
                </c:pt>
                <c:pt idx="199">
                  <c:v>0.07136827472323029</c:v>
                </c:pt>
                <c:pt idx="200">
                  <c:v>0.07137711582401275</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#N/A</c:v>
                </c:pt>
                <c:pt idx="1">
                  <c:v>2.4332655827794074</c:v>
                </c:pt>
                <c:pt idx="2">
                  <c:v>2.5655091045658587</c:v>
                </c:pt>
                <c:pt idx="3">
                  <c:v>2.702386683606863</c:v>
                </c:pt>
                <c:pt idx="4">
                  <c:v>2.8425230906654595</c:v>
                </c:pt>
                <c:pt idx="5">
                  <c:v>2.9841654395452974</c:v>
                </c:pt>
                <c:pt idx="6">
                  <c:v>3.125216397821824</c:v>
                </c:pt>
                <c:pt idx="7">
                  <c:v>3.2633138195672036</c:v>
                </c:pt>
                <c:pt idx="8">
                  <c:v>3.395957254067719</c:v>
                </c:pt>
                <c:pt idx="9">
                  <c:v>3.520671601526499</c:v>
                </c:pt>
                <c:pt idx="10">
                  <c:v>3.635187727358413</c:v>
                </c:pt>
                <c:pt idx="11">
                  <c:v>3.7376127898243774</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3.7376127898243774</c:v>
                </c:pt>
                <c:pt idx="12">
                  <c:v>3.8265625792369047</c:v>
                </c:pt>
                <c:pt idx="13">
                  <c:v>3.9012352693007726</c:v>
                </c:pt>
                <c:pt idx="14">
                  <c:v>3.961418568336691</c:v>
                </c:pt>
                <c:pt idx="15">
                  <c:v>4.007436077132559</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#N/A</c:v>
                </c:pt>
                <c:pt idx="1">
                  <c:v>0.11829692994189263</c:v>
                </c:pt>
                <c:pt idx="2">
                  <c:v>0.11856185715675353</c:v>
                </c:pt>
                <c:pt idx="3">
                  <c:v>0.11882463655376434</c:v>
                </c:pt>
                <c:pt idx="4">
                  <c:v>0.1190852222123146</c:v>
                </c:pt>
                <c:pt idx="5">
                  <c:v>0.11934356841874122</c:v>
                </c:pt>
                <c:pt idx="6">
                  <c:v>0.11959962969219684</c:v>
                </c:pt>
                <c:pt idx="7">
                  <c:v>0.11985336081113133</c:v>
                </c:pt>
                <c:pt idx="8">
                  <c:v>0.12010471683865785</c:v>
                </c:pt>
                <c:pt idx="9">
                  <c:v>0.12035365314979024</c:v>
                </c:pt>
                <c:pt idx="10">
                  <c:v>0.1206001254573822</c:v>
                </c:pt>
                <c:pt idx="11">
                  <c:v>0.12084408983869986</c:v>
                </c:pt>
                <c:pt idx="12">
                  <c:v>0.12108550276192029</c:v>
                </c:pt>
                <c:pt idx="13">
                  <c:v>0.12132432111252271</c:v>
                </c:pt>
                <c:pt idx="14">
                  <c:v>0.12156050221977915</c:v>
                </c:pt>
                <c:pt idx="15">
                  <c:v>0.12179400388304393</c:v>
                </c:pt>
                <c:pt idx="16">
                  <c:v>0.12202478439804912</c:v>
                </c:pt>
                <c:pt idx="17">
                  <c:v>0.12225280258289506</c:v>
                </c:pt>
                <c:pt idx="18">
                  <c:v>0.12247801780414581</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0.12247801780414581</c:v>
                </c:pt>
                <c:pt idx="19">
                  <c:v>0.12270039000231342</c:v>
                </c:pt>
                <c:pt idx="20">
                  <c:v>0.1229198797175169</c:v>
                </c:pt>
                <c:pt idx="21">
                  <c:v>0.12313644811453138</c:v>
                </c:pt>
                <c:pt idx="22">
                  <c:v>0.1233500570077571</c:v>
                </c:pt>
                <c:pt idx="23">
                  <c:v>0.12356066888574932</c:v>
                </c:pt>
                <c:pt idx="24">
                  <c:v>0.12376824693538745</c:v>
                </c:pt>
                <c:pt idx="25">
                  <c:v>0.12397275506560326</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#N/A</c:v>
                </c:pt>
                <c:pt idx="1">
                  <c:v>3.2813468171920777</c:v>
                </c:pt>
                <c:pt idx="2">
                  <c:v>3.6540380295125248</c:v>
                </c:pt>
                <c:pt idx="3">
                  <c:v>3.8084387820587953</c:v>
                </c:pt>
                <c:pt idx="4">
                  <c:v>3.7531507551913856</c:v>
                </c:pt>
                <c:pt idx="5">
                  <c:v>3.5719350426804066</c:v>
                </c:pt>
                <c:pt idx="6">
                  <c:v>3.342439174671054</c:v>
                </c:pt>
                <c:pt idx="7">
                  <c:v>3.108644794250148</c:v>
                </c:pt>
                <c:pt idx="8">
                  <c:v>2.8891602754288614</c:v>
                </c:pt>
                <c:pt idx="9">
                  <c:v>2.6895515696185694</c:v>
                </c:pt>
                <c:pt idx="10">
                  <c:v>2.5099038936013938</c:v>
                </c:pt>
                <c:pt idx="11">
                  <c:v>2.3484280858878006</c:v>
                </c:pt>
                <c:pt idx="12">
                  <c:v>2.2029565933037203</c:v>
                </c:pt>
                <c:pt idx="13">
                  <c:v>2.0714762948307808</c:v>
                </c:pt>
                <c:pt idx="14">
                  <c:v>1.9522632525929553</c:v>
                </c:pt>
                <c:pt idx="15">
                  <c:v>1.8438724422850927</c:v>
                </c:pt>
                <c:pt idx="16">
                  <c:v>1.7450877541298122</c:v>
                </c:pt>
                <c:pt idx="17">
                  <c:v>1.6548714579347301</c:v>
                </c:pt>
                <c:pt idx="18">
                  <c:v>1.572324409152839</c:v>
                </c:pt>
                <c:pt idx="19">
                  <c:v>1.4966576290904974</c:v>
                </c:pt>
                <c:pt idx="20">
                  <c:v>1.4271726935070752</c:v>
                </c:pt>
                <c:pt idx="21">
                  <c:v>1.3632480768382662</c:v>
                </c:pt>
                <c:pt idx="22">
                  <c:v>1.304329225584247</c:v>
                </c:pt>
                <c:pt idx="23">
                  <c:v>1.2499208725413136</c:v>
                </c:pt>
                <c:pt idx="24">
                  <c:v>1.1995806917342444</c:v>
                </c:pt>
                <c:pt idx="25">
                  <c:v>1.1529137917205905</c:v>
                </c:pt>
                <c:pt idx="26">
                  <c:v>1.1095677869649576</c:v>
                </c:pt>
                <c:pt idx="27">
                  <c:v>1.0692283215962781</c:v>
                </c:pt>
                <c:pt idx="28">
                  <c:v>1.0316149878416998</c:v>
                </c:pt>
                <c:pt idx="29">
                  <c:v>0.9964776114863527</c:v>
                </c:pt>
                <c:pt idx="30">
                  <c:v>0.9635928870193322</c:v>
                </c:pt>
                <c:pt idx="31">
                  <c:v>0.9327613463224442</c:v>
                </c:pt>
                <c:pt idx="32">
                  <c:v>0.9038046425926461</c:v>
                </c:pt>
                <c:pt idx="33">
                  <c:v>0.8765631284918568</c:v>
                </c:pt>
                <c:pt idx="34">
                  <c:v>0.8508937054906452</c:v>
                </c:pt>
                <c:pt idx="35">
                  <c:v>0.8266679203655788</c:v>
                </c:pt>
                <c:pt idx="36">
                  <c:v>0.8037702847774029</c:v>
                </c:pt>
                <c:pt idx="37">
                  <c:v>0.782096794600854</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0.782096794600854</c:v>
                </c:pt>
                <c:pt idx="38">
                  <c:v>0.7615536269626304</c:v>
                </c:pt>
                <c:pt idx="39">
                  <c:v>0.7420559945660432</c:v>
                </c:pt>
                <c:pt idx="40">
                  <c:v>0.7235271386688232</c:v>
                </c:pt>
                <c:pt idx="41">
                  <c:v>0.705897443914995</c:v>
                </c:pt>
                <c:pt idx="42">
                  <c:v>0.6891036600144023</c:v>
                </c:pt>
                <c:pt idx="43">
                  <c:v>0.6730882169622765</c:v>
                </c:pt>
                <c:pt idx="44">
                  <c:v>0.6577986220636151</c:v>
                </c:pt>
                <c:pt idx="45">
                  <c:v>0.6431869284585741</c:v>
                </c:pt>
                <c:pt idx="46">
                  <c:v>0.6292092661311938</c:v>
                </c:pt>
                <c:pt idx="47">
                  <c:v>0.6158254275290712</c:v>
                </c:pt>
                <c:pt idx="48">
                  <c:v>0.6029985009330014</c:v>
                </c:pt>
                <c:pt idx="49">
                  <c:v>0.5906945456042484</c:v>
                </c:pt>
                <c:pt idx="50">
                  <c:v>0.5788823035143756</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#N/A</c:v>
                </c:pt>
                <c:pt idx="1">
                  <c:v>8.999673840278149</c:v>
                </c:pt>
                <c:pt idx="2">
                  <c:v>9.73916477942431</c:v>
                </c:pt>
                <c:pt idx="3">
                  <c:v>10.308006189341386</c:v>
                </c:pt>
                <c:pt idx="4">
                  <c:v>10.648297687753022</c:v>
                </c:pt>
                <c:pt idx="5">
                  <c:v>10.756781955514002</c:v>
                </c:pt>
                <c:pt idx="6">
                  <c:v>10.674594547163764</c:v>
                </c:pt>
                <c:pt idx="7">
                  <c:v>10.45939741964204</c:v>
                </c:pt>
                <c:pt idx="8">
                  <c:v>10.163525862971127</c:v>
                </c:pt>
                <c:pt idx="9">
                  <c:v>9.825594269916985</c:v>
                </c:pt>
                <c:pt idx="10">
                  <c:v>9.47085500306406</c:v>
                </c:pt>
                <c:pt idx="11">
                  <c:v>9.114550628273184</c:v>
                </c:pt>
                <c:pt idx="12">
                  <c:v>8.765296434457104</c:v>
                </c:pt>
                <c:pt idx="13">
                  <c:v>8.427617832815207</c:v>
                </c:pt>
                <c:pt idx="14">
                  <c:v>8.103636243689877</c:v>
                </c:pt>
                <c:pt idx="15">
                  <c:v>7.794119874446901</c:v>
                </c:pt>
                <c:pt idx="16">
                  <c:v>7.4991113672735095</c:v>
                </c:pt>
                <c:pt idx="17">
                  <c:v>7.218288884930008</c:v>
                </c:pt>
                <c:pt idx="18">
                  <c:v>6.951165211515016</c:v>
                </c:pt>
                <c:pt idx="19">
                  <c:v>6.6971915300161085</c:v>
                </c:pt>
                <c:pt idx="20">
                  <c:v>6.455807177587426</c:v>
                </c:pt>
                <c:pt idx="21">
                  <c:v>6.226460327919154</c:v>
                </c:pt>
                <c:pt idx="22">
                  <c:v>6.008614217897795</c:v>
                </c:pt>
                <c:pt idx="23">
                  <c:v>5.801747122533653</c:v>
                </c:pt>
                <c:pt idx="24">
                  <c:v>5.605350392154932</c:v>
                </c:pt>
                <c:pt idx="25">
                  <c:v>5.418926584257936</c:v>
                </c:pt>
                <c:pt idx="26">
                  <c:v>5.241988449787727</c:v>
                </c:pt>
                <c:pt idx="27">
                  <c:v>5.074058877913502</c:v>
                </c:pt>
                <c:pt idx="28">
                  <c:v>4.914671610463278</c:v>
                </c:pt>
                <c:pt idx="29">
                  <c:v>4.763372445622781</c:v>
                </c:pt>
                <c:pt idx="30">
                  <c:v>4.61972066085484</c:v>
                </c:pt>
                <c:pt idx="31">
                  <c:v>4.483290438713712</c:v>
                </c:pt>
                <c:pt idx="32">
                  <c:v>4.353672144023001</c:v>
                </c:pt>
                <c:pt idx="33">
                  <c:v>4.2304733606780225</c:v>
                </c:pt>
                <c:pt idx="34">
                  <c:v>4.113319644566241</c:v>
                </c:pt>
                <c:pt idx="35">
                  <c:v>4.001854984433133</c:v>
                </c:pt>
                <c:pt idx="36">
                  <c:v>3.895741986157967</c:v>
                </c:pt>
                <c:pt idx="37">
                  <c:v>3.7946618100590124</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3.7946618100590124</c:v>
                </c:pt>
                <c:pt idx="38">
                  <c:v>3.698313897885699</c:v>
                </c:pt>
                <c:pt idx="39">
                  <c:v>3.6064155282058104</c:v>
                </c:pt>
                <c:pt idx="40">
                  <c:v>3.5187012376884104</c:v>
                </c:pt>
                <c:pt idx="41">
                  <c:v>3.434922142633258</c:v>
                </c:pt>
                <c:pt idx="42">
                  <c:v>3.3548451909532435</c:v>
                </c:pt>
                <c:pt idx="43">
                  <c:v>3.278252370321756</c:v>
                </c:pt>
                <c:pt idx="44">
                  <c:v>3.2049398937696383</c:v>
                </c:pt>
                <c:pt idx="45">
                  <c:v>3.1347173799007733</c:v>
                </c:pt>
                <c:pt idx="46">
                  <c:v>3.067407041222676</c:v>
                </c:pt>
                <c:pt idx="47">
                  <c:v>3.0028428909061007</c:v>
                </c:pt>
                <c:pt idx="48">
                  <c:v>2.9408699755982854</c:v>
                </c:pt>
                <c:pt idx="49">
                  <c:v>2.881343639685047</c:v>
                </c:pt>
                <c:pt idx="50">
                  <c:v>2.824128824584055</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#N/A</c:v>
                </c:pt>
                <c:pt idx="1">
                  <c:v>7.317255428019523</c:v>
                </c:pt>
                <c:pt idx="2">
                  <c:v>7.305426866304398</c:v>
                </c:pt>
                <c:pt idx="3">
                  <c:v>7.049568424382766</c:v>
                </c:pt>
                <c:pt idx="4">
                  <c:v>6.65346935777843</c:v>
                </c:pt>
                <c:pt idx="5">
                  <c:v>6.208791323482704</c:v>
                </c:pt>
                <c:pt idx="6">
                  <c:v>5.769651894043485</c:v>
                </c:pt>
                <c:pt idx="7">
                  <c:v>5.360092289953743</c:v>
                </c:pt>
                <c:pt idx="8">
                  <c:v>4.987438816813111</c:v>
                </c:pt>
                <c:pt idx="9">
                  <c:v>4.651457331774791</c:v>
                </c:pt>
                <c:pt idx="10">
                  <c:v>4.3491044703149795</c:v>
                </c:pt>
                <c:pt idx="11">
                  <c:v>4.076652290487419</c:v>
                </c:pt>
                <c:pt idx="12">
                  <c:v>3.830520606339852</c:v>
                </c:pt>
                <c:pt idx="13">
                  <c:v>3.6075379358355817</c:v>
                </c:pt>
                <c:pt idx="14">
                  <c:v>3.404973431280664</c:v>
                </c:pt>
                <c:pt idx="15">
                  <c:v>3.220490345972824</c:v>
                </c:pt>
                <c:pt idx="16">
                  <c:v>3.0520823572969884</c:v>
                </c:pt>
                <c:pt idx="17">
                  <c:v>2.8980148083345187</c:v>
                </c:pt>
                <c:pt idx="18">
                  <c:v>2.756776692278504</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2.756776692278504</c:v>
                </c:pt>
                <c:pt idx="19">
                  <c:v>2.6270431455700525</c:v>
                </c:pt>
                <c:pt idx="20">
                  <c:v>2.5076464360234856</c:v>
                </c:pt>
                <c:pt idx="21">
                  <c:v>2.3975533002485094</c:v>
                </c:pt>
                <c:pt idx="22">
                  <c:v>2.29584687583272</c:v>
                </c:pt>
                <c:pt idx="23">
                  <c:v>2.201711942174393</c:v>
                </c:pt>
                <c:pt idx="24">
                  <c:v>2.114422578779042</c:v>
                </c:pt>
                <c:pt idx="25">
                  <c:v>2.0333316406552218</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#N/A</c:v>
                </c:pt>
                <c:pt idx="1">
                  <c:v>0.5062035907213688</c:v>
                </c:pt>
                <c:pt idx="2">
                  <c:v>0.5222332855859995</c:v>
                </c:pt>
                <c:pt idx="3">
                  <c:v>0.5373185416190625</c:v>
                </c:pt>
                <c:pt idx="4">
                  <c:v>0.5511602544583678</c:v>
                </c:pt>
                <c:pt idx="5">
                  <c:v>0.5634824464170456</c:v>
                </c:pt>
                <c:pt idx="6">
                  <c:v>0.5740527778384288</c:v>
                </c:pt>
                <c:pt idx="7">
                  <c:v>0.5826999387558188</c:v>
                </c:pt>
                <c:pt idx="8">
                  <c:v>0.5893251257110536</c:v>
                </c:pt>
                <c:pt idx="9">
                  <c:v>0.5939058935726483</c:v>
                </c:pt>
                <c:pt idx="10">
                  <c:v>0.5964921961367369</c:v>
                </c:pt>
                <c:pt idx="11">
                  <c:v>0.5971959080536582</c:v>
                </c:pt>
                <c:pt idx="12">
                  <c:v>0.5961761205671827</c:v>
                </c:pt>
                <c:pt idx="13">
                  <c:v>0.5936228185016008</c:v>
                </c:pt>
                <c:pt idx="14">
                  <c:v>0.589741237942917</c:v>
                </c:pt>
                <c:pt idx="15">
                  <c:v>0.58473851434865</c:v>
                </c:pt>
                <c:pt idx="16">
                  <c:v>0.5788134402022511</c:v>
                </c:pt>
                <c:pt idx="17">
                  <c:v>0.5721494722247265</c:v>
                </c:pt>
                <c:pt idx="18">
                  <c:v>0.5649106636954944</c:v>
                </c:pt>
                <c:pt idx="19">
                  <c:v>0.5572399562826031</c:v>
                </c:pt>
                <c:pt idx="20">
                  <c:v>0.5492592014901518</c:v>
                </c:pt>
                <c:pt idx="21">
                  <c:v>0.5410703305014882</c:v>
                </c:pt>
                <c:pt idx="22">
                  <c:v>0.5327571955082958</c:v>
                </c:pt>
                <c:pt idx="23">
                  <c:v>0.5243877247131078</c:v>
                </c:pt>
                <c:pt idx="24">
                  <c:v>0.5160161431873739</c:v>
                </c:pt>
                <c:pt idx="25">
                  <c:v>0.5076851018844032</c:v>
                </c:pt>
                <c:pt idx="26">
                  <c:v>0.499427624958561</c:v>
                </c:pt>
                <c:pt idx="27">
                  <c:v>0.49126883320901127</c:v>
                </c:pt>
                <c:pt idx="28">
                  <c:v>0.48322743280801606</c:v>
                </c:pt>
                <c:pt idx="29">
                  <c:v>0.47531697760884517</c:v>
                </c:pt>
                <c:pt idx="30">
                  <c:v>0.46754692386835417</c:v>
                </c:pt>
                <c:pt idx="31">
                  <c:v>0.45992350103529805</c:v>
                </c:pt>
                <c:pt idx="32">
                  <c:v>0.4524504234642908</c:v>
                </c:pt>
                <c:pt idx="33">
                  <c:v>0.4451294670045304</c:v>
                </c:pt>
                <c:pt idx="34">
                  <c:v>0.437960932374807</c:v>
                </c:pt>
                <c:pt idx="35">
                  <c:v>0.43094401470866883</c:v>
                </c:pt>
                <c:pt idx="36">
                  <c:v>0.42407709602066546</c:v>
                </c:pt>
                <c:pt idx="37">
                  <c:v>0.41735797482775355</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0.41735797482775355</c:v>
                </c:pt>
                <c:pt idx="38">
                  <c:v>0.41078404486933506</c:v>
                </c:pt>
                <c:pt idx="39">
                  <c:v>0.40435243285122896</c:v>
                </c:pt>
                <c:pt idx="40">
                  <c:v>0.39806010339915754</c:v>
                </c:pt>
                <c:pt idx="41">
                  <c:v>0.3919039379311829</c:v>
                </c:pt>
                <c:pt idx="42">
                  <c:v>0.3858807929186253</c:v>
                </c:pt>
                <c:pt idx="43">
                  <c:v>0.3799875419747053</c:v>
                </c:pt>
                <c:pt idx="44">
                  <c:v>0.3742211053568992</c:v>
                </c:pt>
                <c:pt idx="45">
                  <c:v>0.3685784697672897</c:v>
                </c:pt>
                <c:pt idx="46">
                  <c:v>0.3630567007606703</c:v>
                </c:pt>
                <c:pt idx="47">
                  <c:v>0.35765294959972765</c:v>
                </c:pt>
                <c:pt idx="48">
                  <c:v>0.35236445601473254</c:v>
                </c:pt>
                <c:pt idx="49">
                  <c:v>0.3471885480140764</c:v>
                </c:pt>
                <c:pt idx="50">
                  <c:v>0.3421226396409798</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#N/A</c:v>
                </c:pt>
                <c:pt idx="1">
                  <c:v>-0.3650559575147629</c:v>
                </c:pt>
                <c:pt idx="2">
                  <c:v>-0.38129466382777694</c:v>
                </c:pt>
                <c:pt idx="3">
                  <c:v>-0.39678758489894866</c:v>
                </c:pt>
                <c:pt idx="4">
                  <c:v>-0.41110602656579015</c:v>
                </c:pt>
                <c:pt idx="5">
                  <c:v>-0.4238415685420513</c:v>
                </c:pt>
                <c:pt idx="6">
                  <c:v>-0.43464925852711994</c:v>
                </c:pt>
                <c:pt idx="7">
                  <c:v>-0.443284761215244</c:v>
                </c:pt>
                <c:pt idx="8">
                  <c:v>-0.44962689213860035</c:v>
                </c:pt>
                <c:pt idx="9">
                  <c:v>-0.45368097565894655</c:v>
                </c:pt>
                <c:pt idx="10">
                  <c:v>-0.4555640441058636</c:v>
                </c:pt>
                <c:pt idx="11">
                  <c:v>-0.45547751218763266</c:v>
                </c:pt>
                <c:pt idx="12">
                  <c:v>-0.45367489425603547</c:v>
                </c:pt>
                <c:pt idx="13">
                  <c:v>-0.4504312948476535</c:v>
                </c:pt>
                <c:pt idx="14">
                  <c:v>-0.4460189448765687</c:v>
                </c:pt>
                <c:pt idx="15">
                  <c:v>-0.44069037192420957</c:v>
                </c:pt>
                <c:pt idx="16">
                  <c:v>-0.43466879077456894</c:v>
                </c:pt>
                <c:pt idx="17">
                  <c:v>-0.42814424076011603</c:v>
                </c:pt>
                <c:pt idx="18">
                  <c:v>-0.421273712276366</c:v>
                </c:pt>
                <c:pt idx="19">
                  <c:v>-0.4141836845942422</c:v>
                </c:pt>
                <c:pt idx="20">
                  <c:v>-0.40697386715910433</c:v>
                </c:pt>
                <c:pt idx="21">
                  <c:v>-0.3997213233666874</c:v>
                </c:pt>
                <c:pt idx="22">
                  <c:v>-0.3924844774198424</c:v>
                </c:pt>
                <c:pt idx="23">
                  <c:v>-0.3853067390352436</c:v>
                </c:pt>
                <c:pt idx="24">
                  <c:v>-0.37821963523436586</c:v>
                </c:pt>
                <c:pt idx="25">
                  <c:v>-0.371245431546936</c:v>
                </c:pt>
                <c:pt idx="26">
                  <c:v>-0.36439927548274625</c:v>
                </c:pt>
                <c:pt idx="27">
                  <c:v>-0.35769091840989503</c:v>
                </c:pt>
                <c:pt idx="28">
                  <c:v>-0.35112607905733584</c:v>
                </c:pt>
                <c:pt idx="29">
                  <c:v>-0.3447075100877532</c:v>
                </c:pt>
                <c:pt idx="30">
                  <c:v>-0.33843582314166226</c:v>
                </c:pt>
                <c:pt idx="31">
                  <c:v>-0.33231012012424777</c:v>
                </c:pt>
                <c:pt idx="32">
                  <c:v>-0.32632847076009214</c:v>
                </c:pt>
                <c:pt idx="33">
                  <c:v>-0.32048826930429</c:v>
                </c:pt>
                <c:pt idx="34">
                  <c:v>-0.3147864970659719</c:v>
                </c:pt>
                <c:pt idx="35">
                  <c:v>-0.3092199121331351</c:v>
                </c:pt>
                <c:pt idx="36">
                  <c:v>-0.3037851833284497</c:v>
                </c:pt>
                <c:pt idx="37">
                  <c:v>-0.2984789818678031</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-0.2984789818678031</c:v>
                </c:pt>
                <c:pt idx="38">
                  <c:v>-0.2932980413159634</c:v>
                </c:pt>
                <c:pt idx="39">
                  <c:v>-0.28823919412290133</c:v>
                </c:pt>
                <c:pt idx="40">
                  <c:v>-0.28329939117476344</c:v>
                </c:pt>
                <c:pt idx="41">
                  <c:v>-0.27847570932106275</c:v>
                </c:pt>
                <c:pt idx="42">
                  <c:v>-0.27376535066954294</c:v>
                </c:pt>
                <c:pt idx="43">
                  <c:v>-0.26916563651425895</c:v>
                </c:pt>
                <c:pt idx="44">
                  <c:v>-0.26467399803333935</c:v>
                </c:pt>
                <c:pt idx="45">
                  <c:v>-0.260287965320656</c:v>
                </c:pt>
                <c:pt idx="46">
                  <c:v>-0.25600515587002814</c:v>
                </c:pt>
                <c:pt idx="47">
                  <c:v>-0.251823263286763</c:v>
                </c:pt>
                <c:pt idx="48">
                  <c:v>-0.24774004673782488</c:v>
                </c:pt>
                <c:pt idx="49">
                  <c:v>-0.24375332145332318</c:v>
                </c:pt>
                <c:pt idx="50">
                  <c:v>-0.23986095044451713</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#N/A</c:v>
                </c:pt>
                <c:pt idx="1">
                  <c:v>1.1189965517027378</c:v>
                </c:pt>
                <c:pt idx="2">
                  <c:v>1.2141902761015892</c:v>
                </c:pt>
                <c:pt idx="3">
                  <c:v>1.2653951678706805</c:v>
                </c:pt>
                <c:pt idx="4">
                  <c:v>1.2705573733773827</c:v>
                </c:pt>
                <c:pt idx="5">
                  <c:v>1.241697838988495</c:v>
                </c:pt>
                <c:pt idx="6">
                  <c:v>1.1938723807518483</c:v>
                </c:pt>
                <c:pt idx="7">
                  <c:v>1.138252561707701</c:v>
                </c:pt>
                <c:pt idx="8">
                  <c:v>1.0812401562738418</c:v>
                </c:pt>
                <c:pt idx="9">
                  <c:v>1.0259206235653824</c:v>
                </c:pt>
                <c:pt idx="10">
                  <c:v>0.9735358280291557</c:v>
                </c:pt>
                <c:pt idx="11">
                  <c:v>0.9244293105971814</c:v>
                </c:pt>
                <c:pt idx="12">
                  <c:v>0.8785560891489586</c:v>
                </c:pt>
                <c:pt idx="13">
                  <c:v>0.835730802266561</c:v>
                </c:pt>
                <c:pt idx="14">
                  <c:v>0.7957372336927823</c:v>
                </c:pt>
                <c:pt idx="15">
                  <c:v>0.7583698875603357</c:v>
                </c:pt>
                <c:pt idx="16">
                  <c:v>0.7234448745360822</c:v>
                </c:pt>
                <c:pt idx="17">
                  <c:v>0.690798680462136</c:v>
                </c:pt>
                <c:pt idx="18">
                  <c:v>0.6602834773261812</c:v>
                </c:pt>
                <c:pt idx="19">
                  <c:v>0.6317625762815475</c:v>
                </c:pt>
                <c:pt idx="20">
                  <c:v>0.6051071726727724</c:v>
                </c:pt>
                <c:pt idx="21">
                  <c:v>0.5801944549178396</c:v>
                </c:pt>
                <c:pt idx="22">
                  <c:v>0.5569067617542094</c:v>
                </c:pt>
                <c:pt idx="23">
                  <c:v>0.535131406265124</c:v>
                </c:pt>
                <c:pt idx="24">
                  <c:v>0.5147608468013207</c:v>
                </c:pt>
                <c:pt idx="25">
                  <c:v>0.49569297984846117</c:v>
                </c:pt>
                <c:pt idx="26">
                  <c:v>0.4778314172432606</c:v>
                </c:pt>
                <c:pt idx="27">
                  <c:v>0.46108567653037885</c:v>
                </c:pt>
                <c:pt idx="28">
                  <c:v>0.4453712579031161</c:v>
                </c:pt>
                <c:pt idx="29">
                  <c:v>0.4306096080937632</c:v>
                </c:pt>
                <c:pt idx="30">
                  <c:v>0.4167279857666731</c:v>
                </c:pt>
                <c:pt idx="31">
                  <c:v>0.40365924882162774</c:v>
                </c:pt>
                <c:pt idx="32">
                  <c:v>0.3913415848785043</c:v>
                </c:pt>
                <c:pt idx="33">
                  <c:v>0.379718204400431</c:v>
                </c:pt>
                <c:pt idx="34">
                  <c:v>0.36873701290212657</c:v>
                </c:pt>
                <c:pt idx="35">
                  <c:v>0.35835027537283215</c:v>
                </c:pt>
                <c:pt idx="36">
                  <c:v>0.34851428289478353</c:v>
                </c:pt>
                <c:pt idx="37">
                  <c:v>0.33918902869138845</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0.33918902869138845</c:v>
                </c:pt>
                <c:pt idx="38">
                  <c:v>0.3303378985662021</c:v>
                </c:pt>
                <c:pt idx="39">
                  <c:v>0.3219273788878123</c:v>
                </c:pt>
                <c:pt idx="40">
                  <c:v>0.31392678388825057</c:v>
                </c:pt>
                <c:pt idx="41">
                  <c:v>0.30630800300868544</c:v>
                </c:pt>
                <c:pt idx="42">
                  <c:v>0.2990452682799271</c:v>
                </c:pt>
                <c:pt idx="43">
                  <c:v>0.2921149412064774</c:v>
                </c:pt>
                <c:pt idx="44">
                  <c:v>0.28549531827871366</c:v>
                </c:pt>
                <c:pt idx="45">
                  <c:v>0.27916645402530565</c:v>
                </c:pt>
                <c:pt idx="46">
                  <c:v>0.2731100004029326</c:v>
                </c:pt>
                <c:pt idx="47">
                  <c:v>0.26730906127473647</c:v>
                </c:pt>
                <c:pt idx="48">
                  <c:v>0.2617480607329657</c:v>
                </c:pt>
                <c:pt idx="49">
                  <c:v>0.25641262405786225</c:v>
                </c:pt>
                <c:pt idx="50">
                  <c:v>0.2512894701633596</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250958.19991493225</c:v>
                </c:pt>
                <c:pt idx="2">
                  <c:v>506222.06729888916</c:v>
                </c:pt>
                <c:pt idx="3">
                  <c:v>765698.0444545746</c:v>
                </c:pt>
                <c:pt idx="4">
                  <c:v>1029280.0495986938</c:v>
                </c:pt>
                <c:pt idx="5">
                  <c:v>1296849.4316387177</c:v>
                </c:pt>
                <c:pt idx="6">
                  <c:v>1568275.0140151978</c:v>
                </c:pt>
                <c:pt idx="7">
                  <c:v>1843413.2321872711</c:v>
                </c:pt>
                <c:pt idx="8">
                  <c:v>2122108.3681755066</c:v>
                </c:pt>
                <c:pt idx="9">
                  <c:v>2404192.8843574524</c:v>
                </c:pt>
                <c:pt idx="10">
                  <c:v>2689487.857328415</c:v>
                </c:pt>
                <c:pt idx="11">
                  <c:v>2977803.5111675262</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2977803.5111675262</c:v>
                </c:pt>
                <c:pt idx="12">
                  <c:v>3268939.8478679657</c:v>
                </c:pt>
                <c:pt idx="13">
                  <c:v>3562687.3711681366</c:v>
                </c:pt>
                <c:pt idx="14">
                  <c:v>3858827.8984355927</c:v>
                </c:pt>
                <c:pt idx="15">
                  <c:v>4157135.453681946</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9812.680074691772</c:v>
                </c:pt>
                <c:pt idx="2">
                  <c:v>19632.733995437622</c:v>
                </c:pt>
                <c:pt idx="3">
                  <c:v>29460.12028694153</c:v>
                </c:pt>
                <c:pt idx="4">
                  <c:v>39294.79729270935</c:v>
                </c:pt>
                <c:pt idx="5">
                  <c:v>49136.723180770874</c:v>
                </c:pt>
                <c:pt idx="6">
                  <c:v>58985.855949401855</c:v>
                </c:pt>
                <c:pt idx="7">
                  <c:v>68842.15342140198</c:v>
                </c:pt>
                <c:pt idx="8">
                  <c:v>78705.57324409485</c:v>
                </c:pt>
                <c:pt idx="9">
                  <c:v>88576.07289505005</c:v>
                </c:pt>
                <c:pt idx="10">
                  <c:v>98453.60968399048</c:v>
                </c:pt>
                <c:pt idx="11">
                  <c:v>108338.14074516296</c:v>
                </c:pt>
                <c:pt idx="12">
                  <c:v>118229.623046875</c:v>
                </c:pt>
                <c:pt idx="13">
                  <c:v>128128.0133895874</c:v>
                </c:pt>
                <c:pt idx="14">
                  <c:v>138033.26840782166</c:v>
                </c:pt>
                <c:pt idx="15">
                  <c:v>147945.34456634521</c:v>
                </c:pt>
                <c:pt idx="16">
                  <c:v>157864.1981716156</c:v>
                </c:pt>
                <c:pt idx="17">
                  <c:v>167789.7853565216</c:v>
                </c:pt>
                <c:pt idx="18">
                  <c:v>177722.0620994568</c:v>
                </c:pt>
                <c:pt idx="19">
                  <c:v>187660.98421478271</c:v>
                </c:pt>
                <c:pt idx="20">
                  <c:v>197606.50735282898</c:v>
                </c:pt>
                <c:pt idx="21">
                  <c:v>207558.58700942993</c:v>
                </c:pt>
                <c:pt idx="22">
                  <c:v>217517.17851638794</c:v>
                </c:pt>
                <c:pt idx="23">
                  <c:v>227482.23705101013</c:v>
                </c:pt>
                <c:pt idx="24">
                  <c:v>237453.71763038635</c:v>
                </c:pt>
                <c:pt idx="25">
                  <c:v>247431.5751209259</c:v>
                </c:pt>
                <c:pt idx="26">
                  <c:v>257415.76423454285</c:v>
                </c:pt>
                <c:pt idx="27">
                  <c:v>267406.23952293396</c:v>
                </c:pt>
                <c:pt idx="28">
                  <c:v>277402.9553947449</c:v>
                </c:pt>
                <c:pt idx="29">
                  <c:v>287405.86609840393</c:v>
                </c:pt>
                <c:pt idx="30">
                  <c:v>297414.9257411957</c:v>
                </c:pt>
                <c:pt idx="31">
                  <c:v>307430.0882778168</c:v>
                </c:pt>
                <c:pt idx="32">
                  <c:v>317451.307510376</c:v>
                </c:pt>
                <c:pt idx="33">
                  <c:v>327478.53710365295</c:v>
                </c:pt>
                <c:pt idx="34">
                  <c:v>337511.7305698395</c:v>
                </c:pt>
                <c:pt idx="35">
                  <c:v>347550.84128189087</c:v>
                </c:pt>
                <c:pt idx="36">
                  <c:v>357595.82246780396</c:v>
                </c:pt>
                <c:pt idx="37">
                  <c:v>367646.62721061707</c:v>
                </c:pt>
                <c:pt idx="38">
                  <c:v>377703.2084598541</c:v>
                </c:pt>
                <c:pt idx="39">
                  <c:v>387765.5190181732</c:v>
                </c:pt>
                <c:pt idx="40">
                  <c:v>397833.51155662537</c:v>
                </c:pt>
                <c:pt idx="41">
                  <c:v>407907.1386089325</c:v>
                </c:pt>
                <c:pt idx="42">
                  <c:v>417986.3525657654</c:v>
                </c:pt>
                <c:pt idx="43">
                  <c:v>428071.1056919098</c:v>
                </c:pt>
                <c:pt idx="44">
                  <c:v>438161.3501148224</c:v>
                </c:pt>
                <c:pt idx="45">
                  <c:v>448257.03783226013</c:v>
                </c:pt>
                <c:pt idx="46">
                  <c:v>458358.1207103729</c:v>
                </c:pt>
                <c:pt idx="47">
                  <c:v>468464.55048561096</c:v>
                </c:pt>
                <c:pt idx="48">
                  <c:v>478576.2787685394</c:v>
                </c:pt>
                <c:pt idx="49">
                  <c:v>488693.25703811646</c:v>
                </c:pt>
                <c:pt idx="50">
                  <c:v>498815.4366569519</c:v>
                </c:pt>
                <c:pt idx="51">
                  <c:v>508942.76885414124</c:v>
                </c:pt>
                <c:pt idx="52">
                  <c:v>519075.204744339</c:v>
                </c:pt>
                <c:pt idx="53">
                  <c:v>529212.6953125</c:v>
                </c:pt>
                <c:pt idx="54">
                  <c:v>539355.1914310455</c:v>
                </c:pt>
                <c:pt idx="55">
                  <c:v>549502.6438503265</c:v>
                </c:pt>
                <c:pt idx="56">
                  <c:v>559655.0032024384</c:v>
                </c:pt>
                <c:pt idx="57">
                  <c:v>569812.2200069427</c:v>
                </c:pt>
                <c:pt idx="58">
                  <c:v>579974.2446670532</c:v>
                </c:pt>
                <c:pt idx="59">
                  <c:v>590141.0274715424</c:v>
                </c:pt>
                <c:pt idx="60">
                  <c:v>600312.5186004639</c:v>
                </c:pt>
                <c:pt idx="61">
                  <c:v>610488.6681213379</c:v>
                </c:pt>
                <c:pt idx="62">
                  <c:v>620669.425994873</c:v>
                </c:pt>
                <c:pt idx="63">
                  <c:v>630854.7420711517</c:v>
                </c:pt>
                <c:pt idx="64">
                  <c:v>641044.5660953522</c:v>
                </c:pt>
                <c:pt idx="65">
                  <c:v>651238.8477096558</c:v>
                </c:pt>
                <c:pt idx="66">
                  <c:v>661437.5364513397</c:v>
                </c:pt>
                <c:pt idx="67">
                  <c:v>671640.5817584991</c:v>
                </c:pt>
                <c:pt idx="68">
                  <c:v>681847.9329662323</c:v>
                </c:pt>
                <c:pt idx="69">
                  <c:v>692059.5393104553</c:v>
                </c:pt>
                <c:pt idx="70">
                  <c:v>702275.3499317169</c:v>
                </c:pt>
                <c:pt idx="71">
                  <c:v>712495.3138713837</c:v>
                </c:pt>
                <c:pt idx="72">
                  <c:v>722719.3800830841</c:v>
                </c:pt>
                <c:pt idx="73">
                  <c:v>732947.49741745</c:v>
                </c:pt>
                <c:pt idx="74">
                  <c:v>743179.6146450043</c:v>
                </c:pt>
                <c:pt idx="75">
                  <c:v>753415.680437088</c:v>
                </c:pt>
                <c:pt idx="76">
                  <c:v>763655.6433811188</c:v>
                </c:pt>
                <c:pt idx="77">
                  <c:v>773899.4519748688</c:v>
                </c:pt>
                <c:pt idx="78">
                  <c:v>784147.0546340942</c:v>
                </c:pt>
                <c:pt idx="79">
                  <c:v>794398.3996868134</c:v>
                </c:pt>
                <c:pt idx="80">
                  <c:v>804653.4353809357</c:v>
                </c:pt>
                <c:pt idx="81">
                  <c:v>814912.1098842621</c:v>
                </c:pt>
                <c:pt idx="82">
                  <c:v>825174.3712825775</c:v>
                </c:pt>
                <c:pt idx="83">
                  <c:v>835440.1675853729</c:v>
                </c:pt>
                <c:pt idx="84">
                  <c:v>845709.446723938</c:v>
                </c:pt>
                <c:pt idx="85">
                  <c:v>855982.1565570831</c:v>
                </c:pt>
                <c:pt idx="86">
                  <c:v>866258.2448711395</c:v>
                </c:pt>
                <c:pt idx="87">
                  <c:v>876537.6593799591</c:v>
                </c:pt>
                <c:pt idx="88">
                  <c:v>886820.3477230072</c:v>
                </c:pt>
                <c:pt idx="89">
                  <c:v>897106.2574768066</c:v>
                </c:pt>
                <c:pt idx="90">
                  <c:v>907395.3361492157</c:v>
                </c:pt>
                <c:pt idx="91">
                  <c:v>917687.5311794281</c:v>
                </c:pt>
                <c:pt idx="92">
                  <c:v>927982.7899494171</c:v>
                </c:pt>
                <c:pt idx="93">
                  <c:v>938281.0597724915</c:v>
                </c:pt>
                <c:pt idx="94">
                  <c:v>948582.2879066467</c:v>
                </c:pt>
                <c:pt idx="95">
                  <c:v>958886.4215450287</c:v>
                </c:pt>
                <c:pt idx="96">
                  <c:v>969193.4078273773</c:v>
                </c:pt>
                <c:pt idx="97">
                  <c:v>979503.1938381195</c:v>
                </c:pt>
                <c:pt idx="98">
                  <c:v>989815.7266044617</c:v>
                </c:pt>
                <c:pt idx="99">
                  <c:v>1000130.9531021118</c:v>
                </c:pt>
                <c:pt idx="100">
                  <c:v>1010448.8202552795</c:v>
                </c:pt>
                <c:pt idx="101">
                  <c:v>1020769.2749385834</c:v>
                </c:pt>
                <c:pt idx="102">
                  <c:v>1031092.2639827728</c:v>
                </c:pt>
                <c:pt idx="103">
                  <c:v>1041417.7341651917</c:v>
                </c:pt>
                <c:pt idx="104">
                  <c:v>1051745.6322231293</c:v>
                </c:pt>
                <c:pt idx="105">
                  <c:v>1062075.904850006</c:v>
                </c:pt>
                <c:pt idx="106">
                  <c:v>1072408.4986991882</c:v>
                </c:pt>
                <c:pt idx="107">
                  <c:v>1082743.3603801727</c:v>
                </c:pt>
                <c:pt idx="108">
                  <c:v>1093080.4364700317</c:v>
                </c:pt>
                <c:pt idx="109">
                  <c:v>1103419.673505783</c:v>
                </c:pt>
                <c:pt idx="110">
                  <c:v>1113761.0179862976</c:v>
                </c:pt>
                <c:pt idx="111">
                  <c:v>1124104.4163856506</c:v>
                </c:pt>
                <c:pt idx="112">
                  <c:v>1134449.8151378632</c:v>
                </c:pt>
                <c:pt idx="113">
                  <c:v>1144797.1606521606</c:v>
                </c:pt>
                <c:pt idx="114">
                  <c:v>1155146.399307251</c:v>
                </c:pt>
                <c:pt idx="115">
                  <c:v>1165497.4774570465</c:v>
                </c:pt>
                <c:pt idx="116">
                  <c:v>1175850.3414268494</c:v>
                </c:pt>
                <c:pt idx="117">
                  <c:v>1186204.9375228882</c:v>
                </c:pt>
                <c:pt idx="118">
                  <c:v>1196561.212026596</c:v>
                </c:pt>
                <c:pt idx="119">
                  <c:v>1206919.111196518</c:v>
                </c:pt>
                <c:pt idx="120">
                  <c:v>1217278.581281662</c:v>
                </c:pt>
                <c:pt idx="121">
                  <c:v>1227639.5685062408</c:v>
                </c:pt>
                <c:pt idx="122">
                  <c:v>1238002.0190811157</c:v>
                </c:pt>
                <c:pt idx="123">
                  <c:v>1248365.8792057037</c:v>
                </c:pt>
                <c:pt idx="124">
                  <c:v>1258731.0950622559</c:v>
                </c:pt>
                <c:pt idx="125">
                  <c:v>1269097.6128311157</c:v>
                </c:pt>
                <c:pt idx="126">
                  <c:v>1279465.3786754608</c:v>
                </c:pt>
                <c:pt idx="127">
                  <c:v>1289834.3387565613</c:v>
                </c:pt>
                <c:pt idx="128">
                  <c:v>1300204.4392299652</c:v>
                </c:pt>
                <c:pt idx="129">
                  <c:v>1310575.6262454987</c:v>
                </c:pt>
                <c:pt idx="130">
                  <c:v>1320947.845949173</c:v>
                </c:pt>
                <c:pt idx="131">
                  <c:v>1331321.044494629</c:v>
                </c:pt>
                <c:pt idx="132">
                  <c:v>1341695.1680278778</c:v>
                </c:pt>
                <c:pt idx="133">
                  <c:v>1352070.1627025604</c:v>
                </c:pt>
                <c:pt idx="134">
                  <c:v>1362445.9746742249</c:v>
                </c:pt>
                <c:pt idx="135">
                  <c:v>1372822.550107956</c:v>
                </c:pt>
                <c:pt idx="136">
                  <c:v>1383199.8351726532</c:v>
                </c:pt>
                <c:pt idx="137">
                  <c:v>1393577.7760486603</c:v>
                </c:pt>
                <c:pt idx="138">
                  <c:v>1403956.3189296722</c:v>
                </c:pt>
                <c:pt idx="139">
                  <c:v>1414335.4100170135</c:v>
                </c:pt>
                <c:pt idx="140">
                  <c:v>1424714.9955291748</c:v>
                </c:pt>
                <c:pt idx="141">
                  <c:v>1435095.02170372</c:v>
                </c:pt>
                <c:pt idx="142">
                  <c:v>1445475.434785843</c:v>
                </c:pt>
                <c:pt idx="143">
                  <c:v>1455856.1810531616</c:v>
                </c:pt>
                <c:pt idx="144">
                  <c:v>1466237.2067947388</c:v>
                </c:pt>
                <c:pt idx="145">
                  <c:v>1476618.4583263397</c:v>
                </c:pt>
                <c:pt idx="146">
                  <c:v>1486999.8819828033</c:v>
                </c:pt>
                <c:pt idx="147">
                  <c:v>1497381.4241333008</c:v>
                </c:pt>
                <c:pt idx="148">
                  <c:v>1507763.0311660767</c:v>
                </c:pt>
                <c:pt idx="149">
                  <c:v>1518144.649503708</c:v>
                </c:pt>
                <c:pt idx="150">
                  <c:v>1528526.2255954742</c:v>
                </c:pt>
                <c:pt idx="151">
                  <c:v>1538907.7059230804</c:v>
                </c:pt>
                <c:pt idx="152">
                  <c:v>1549289.0370082855</c:v>
                </c:pt>
                <c:pt idx="153">
                  <c:v>1559670.1653995514</c:v>
                </c:pt>
                <c:pt idx="154">
                  <c:v>1570051.0376873016</c:v>
                </c:pt>
                <c:pt idx="155">
                  <c:v>1580431.6005001068</c:v>
                </c:pt>
                <c:pt idx="156">
                  <c:v>1590811.8005065918</c:v>
                </c:pt>
                <c:pt idx="157">
                  <c:v>1601191.5844135284</c:v>
                </c:pt>
                <c:pt idx="158">
                  <c:v>1611570.8989772797</c:v>
                </c:pt>
                <c:pt idx="159">
                  <c:v>1621949.6909923553</c:v>
                </c:pt>
                <c:pt idx="160">
                  <c:v>1632327.9073066711</c:v>
                </c:pt>
                <c:pt idx="161">
                  <c:v>1642705.4948120117</c:v>
                </c:pt>
                <c:pt idx="162">
                  <c:v>1653082.4004497528</c:v>
                </c:pt>
                <c:pt idx="163">
                  <c:v>1663458.571214676</c:v>
                </c:pt>
                <c:pt idx="164">
                  <c:v>1673833.954153061</c:v>
                </c:pt>
                <c:pt idx="165">
                  <c:v>1684208.4963626862</c:v>
                </c:pt>
                <c:pt idx="166">
                  <c:v>1694582.145002365</c:v>
                </c:pt>
                <c:pt idx="167">
                  <c:v>1704954.8472881317</c:v>
                </c:pt>
                <c:pt idx="168">
                  <c:v>1715326.5504894257</c:v>
                </c:pt>
                <c:pt idx="169">
                  <c:v>1725697.2019405365</c:v>
                </c:pt>
                <c:pt idx="170">
                  <c:v>1736066.7490348816</c:v>
                </c:pt>
                <c:pt idx="171">
                  <c:v>1746435.1392345428</c:v>
                </c:pt>
                <c:pt idx="172">
                  <c:v>1756802.3200645447</c:v>
                </c:pt>
                <c:pt idx="173">
                  <c:v>1767168.2391109467</c:v>
                </c:pt>
                <c:pt idx="174">
                  <c:v>1777532.8440380096</c:v>
                </c:pt>
                <c:pt idx="175">
                  <c:v>1787896.0825691223</c:v>
                </c:pt>
                <c:pt idx="176">
                  <c:v>1798257.902507782</c:v>
                </c:pt>
                <c:pt idx="177">
                  <c:v>1808618.2517223358</c:v>
                </c:pt>
                <c:pt idx="178">
                  <c:v>1818977.0781650543</c:v>
                </c:pt>
                <c:pt idx="179">
                  <c:v>1829334.3298511505</c:v>
                </c:pt>
                <c:pt idx="180">
                  <c:v>1839689.9548835754</c:v>
                </c:pt>
                <c:pt idx="181">
                  <c:v>1850043.9014377594</c:v>
                </c:pt>
                <c:pt idx="182">
                  <c:v>1860396.117773056</c:v>
                </c:pt>
                <c:pt idx="183">
                  <c:v>1870746.5522289276</c:v>
                </c:pt>
                <c:pt idx="184">
                  <c:v>1881095.1532230377</c:v>
                </c:pt>
                <c:pt idx="185">
                  <c:v>1891441.8692684174</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1891441.8692684174</c:v>
                </c:pt>
                <c:pt idx="186">
                  <c:v>1901786.6489505768</c:v>
                </c:pt>
                <c:pt idx="187">
                  <c:v>1912129.4409542084</c:v>
                </c:pt>
                <c:pt idx="188">
                  <c:v>1922470.1940460205</c:v>
                </c:pt>
                <c:pt idx="189">
                  <c:v>1932808.8570804596</c:v>
                </c:pt>
                <c:pt idx="190">
                  <c:v>1943145.3790111542</c:v>
                </c:pt>
                <c:pt idx="191">
                  <c:v>1953479.7088813782</c:v>
                </c:pt>
                <c:pt idx="192">
                  <c:v>1963811.7958259583</c:v>
                </c:pt>
                <c:pt idx="193">
                  <c:v>1974141.5890769958</c:v>
                </c:pt>
                <c:pt idx="194">
                  <c:v>1984469.0379657745</c:v>
                </c:pt>
                <c:pt idx="195">
                  <c:v>1994794.0919189453</c:v>
                </c:pt>
                <c:pt idx="196">
                  <c:v>2005116.700466156</c:v>
                </c:pt>
                <c:pt idx="197">
                  <c:v>2015436.8132362366</c:v>
                </c:pt>
                <c:pt idx="198">
                  <c:v>2025754.3799591064</c:v>
                </c:pt>
                <c:pt idx="199">
                  <c:v>2036069.3504714966</c:v>
                </c:pt>
                <c:pt idx="200">
                  <c:v>2046381.6747169495</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4630330.760847092</c:v>
                </c:pt>
                <c:pt idx="2">
                  <c:v>9979642.146644592</c:v>
                </c:pt>
                <c:pt idx="3">
                  <c:v>16063091.842596054</c:v>
                </c:pt>
                <c:pt idx="4">
                  <c:v>22847351.992218018</c:v>
                </c:pt>
                <c:pt idx="5">
                  <c:v>30241608.36990738</c:v>
                </c:pt>
                <c:pt idx="6">
                  <c:v>38099075.40102577</c:v>
                </c:pt>
                <c:pt idx="7">
                  <c:v>46231510.84153557</c:v>
                </c:pt>
                <c:pt idx="8">
                  <c:v>54434042.94908333</c:v>
                </c:pt>
                <c:pt idx="9">
                  <c:v>62512934.22892761</c:v>
                </c:pt>
                <c:pt idx="10">
                  <c:v>70307909.85883904</c:v>
                </c:pt>
                <c:pt idx="11">
                  <c:v>77703898.43818665</c:v>
                </c:pt>
                <c:pt idx="12">
                  <c:v>84631927.64427376</c:v>
                </c:pt>
                <c:pt idx="13">
                  <c:v>91062441.61304474</c:v>
                </c:pt>
                <c:pt idx="14">
                  <c:v>96995260.23316383</c:v>
                </c:pt>
                <c:pt idx="15">
                  <c:v>102449481.7596283</c:v>
                </c:pt>
                <c:pt idx="16">
                  <c:v>107455118.48064232</c:v>
                </c:pt>
                <c:pt idx="17">
                  <c:v>112047009.02114296</c:v>
                </c:pt>
                <c:pt idx="18">
                  <c:v>116260830.19350433</c:v>
                </c:pt>
                <c:pt idx="19">
                  <c:v>120130747.26149178</c:v>
                </c:pt>
                <c:pt idx="20">
                  <c:v>123688213.4836216</c:v>
                </c:pt>
                <c:pt idx="21">
                  <c:v>126961511.97854424</c:v>
                </c:pt>
                <c:pt idx="22">
                  <c:v>129975740.80124474</c:v>
                </c:pt>
                <c:pt idx="23">
                  <c:v>132753038.13164902</c:v>
                </c:pt>
                <c:pt idx="24">
                  <c:v>135312917.6825695</c:v>
                </c:pt>
                <c:pt idx="25">
                  <c:v>137672635.69975662</c:v>
                </c:pt>
                <c:pt idx="26">
                  <c:v>139847544.93627357</c:v>
                </c:pt>
                <c:pt idx="27">
                  <c:v>141851412.6771183</c:v>
                </c:pt>
                <c:pt idx="28">
                  <c:v>143696693.26402473</c:v>
                </c:pt>
                <c:pt idx="29">
                  <c:v>145394753.50699425</c:v>
                </c:pt>
                <c:pt idx="30">
                  <c:v>146956053.8270073</c:v>
                </c:pt>
                <c:pt idx="31">
                  <c:v>148390290.24037743</c:v>
                </c:pt>
                <c:pt idx="32">
                  <c:v>149706503.20255852</c:v>
                </c:pt>
                <c:pt idx="33">
                  <c:v>150913159.41368484</c:v>
                </c:pt>
                <c:pt idx="34">
                  <c:v>152018212.29544258</c:v>
                </c:pt>
                <c:pt idx="35">
                  <c:v>153029146.2026596</c:v>
                </c:pt>
                <c:pt idx="36">
                  <c:v>153953008.6777134</c:v>
                </c:pt>
                <c:pt idx="37">
                  <c:v>154796434.2841015</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154796434.2841015</c:v>
                </c:pt>
                <c:pt idx="38">
                  <c:v>155565662.82455635</c:v>
                </c:pt>
                <c:pt idx="39">
                  <c:v>156266554.09205055</c:v>
                </c:pt>
                <c:pt idx="40">
                  <c:v>156904600.7351532</c:v>
                </c:pt>
                <c:pt idx="41">
                  <c:v>157484940.34742928</c:v>
                </c:pt>
                <c:pt idx="42">
                  <c:v>158012367.5108204</c:v>
                </c:pt>
                <c:pt idx="43">
                  <c:v>158491346.22759056</c:v>
                </c:pt>
                <c:pt idx="44">
                  <c:v>158926022.9539814</c:v>
                </c:pt>
                <c:pt idx="45">
                  <c:v>159320240.28981972</c:v>
                </c:pt>
                <c:pt idx="46">
                  <c:v>159677551.27037048</c:v>
                </c:pt>
                <c:pt idx="47">
                  <c:v>160001234.13916588</c:v>
                </c:pt>
                <c:pt idx="48">
                  <c:v>160294307.4436512</c:v>
                </c:pt>
                <c:pt idx="49">
                  <c:v>160559545.28134918</c:v>
                </c:pt>
                <c:pt idx="50">
                  <c:v>160799492.52590752</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32546950.251226425</c:v>
                </c:pt>
                <c:pt idx="2">
                  <c:v>68124159.67324829</c:v>
                </c:pt>
                <c:pt idx="3">
                  <c:v>106686157.82098198</c:v>
                </c:pt>
                <c:pt idx="4">
                  <c:v>148083578.89035988</c:v>
                </c:pt>
                <c:pt idx="5">
                  <c:v>192053819.29504967</c:v>
                </c:pt>
                <c:pt idx="6">
                  <c:v>238221255.72493172</c:v>
                </c:pt>
                <c:pt idx="7">
                  <c:v>286108989.2551346</c:v>
                </c:pt>
                <c:pt idx="8">
                  <c:v>335162163.027689</c:v>
                </c:pt>
                <c:pt idx="9">
                  <c:v>384780584.7163391</c:v>
                </c:pt>
                <c:pt idx="10">
                  <c:v>434356357.5343094</c:v>
                </c:pt>
                <c:pt idx="11">
                  <c:v>483311164.5751972</c:v>
                </c:pt>
                <c:pt idx="12">
                  <c:v>531128115.7694073</c:v>
                </c:pt>
                <c:pt idx="13">
                  <c:v>577374515.7365932</c:v>
                </c:pt>
                <c:pt idx="14">
                  <c:v>621713996.8596706</c:v>
                </c:pt>
                <c:pt idx="15">
                  <c:v>663908505.5007954</c:v>
                </c:pt>
                <c:pt idx="16">
                  <c:v>703812108.9340801</c:v>
                </c:pt>
                <c:pt idx="17">
                  <c:v>741359294.311388</c:v>
                </c:pt>
                <c:pt idx="18">
                  <c:v>776550434.9164143</c:v>
                </c:pt>
                <c:pt idx="19">
                  <c:v>809436641.2808399</c:v>
                </c:pt>
                <c:pt idx="20">
                  <c:v>840105559.6581249</c:v>
                </c:pt>
                <c:pt idx="21">
                  <c:v>868669031.1525402</c:v>
                </c:pt>
                <c:pt idx="22">
                  <c:v>895252996.0739536</c:v>
                </c:pt>
                <c:pt idx="23">
                  <c:v>919989658.0371208</c:v>
                </c:pt>
                <c:pt idx="24">
                  <c:v>943011700.5098705</c:v>
                </c:pt>
                <c:pt idx="25">
                  <c:v>964448242.2155552</c:v>
                </c:pt>
                <c:pt idx="26">
                  <c:v>984422190.0434647</c:v>
                </c:pt>
                <c:pt idx="27">
                  <c:v>1003048667.0984478</c:v>
                </c:pt>
                <c:pt idx="28">
                  <c:v>1020434235.7558994</c:v>
                </c:pt>
                <c:pt idx="29">
                  <c:v>1036676685.7002449</c:v>
                </c:pt>
                <c:pt idx="30">
                  <c:v>1051865205.9428043</c:v>
                </c:pt>
                <c:pt idx="31">
                  <c:v>1066080803.2434177</c:v>
                </c:pt>
                <c:pt idx="32">
                  <c:v>1079396865.5293846</c:v>
                </c:pt>
                <c:pt idx="33">
                  <c:v>1091879797.7548332</c:v>
                </c:pt>
                <c:pt idx="34">
                  <c:v>1103589679.9147415</c:v>
                </c:pt>
                <c:pt idx="35">
                  <c:v>1114580913.6702175</c:v>
                </c:pt>
                <c:pt idx="36">
                  <c:v>1124902836.3398018</c:v>
                </c:pt>
                <c:pt idx="37">
                  <c:v>1134600289.8493214</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1134600289.8493214</c:v>
                </c:pt>
                <c:pt idx="38">
                  <c:v>1143714138.4412346</c:v>
                </c:pt>
                <c:pt idx="39">
                  <c:v>1152281733.1935406</c:v>
                </c:pt>
                <c:pt idx="40">
                  <c:v>1160337324.2125988</c:v>
                </c:pt>
                <c:pt idx="41">
                  <c:v>1167912423.1430492</c:v>
                </c:pt>
                <c:pt idx="42">
                  <c:v>1175036119.6821117</c:v>
                </c:pt>
                <c:pt idx="43">
                  <c:v>1181735356.3164005</c:v>
                </c:pt>
                <c:pt idx="44">
                  <c:v>1188035165.6795979</c:v>
                </c:pt>
                <c:pt idx="45">
                  <c:v>1193958874.8760204</c:v>
                </c:pt>
                <c:pt idx="46">
                  <c:v>1199528280.91255</c:v>
                </c:pt>
                <c:pt idx="47">
                  <c:v>1204763801.0891914</c:v>
                </c:pt>
                <c:pt idx="48">
                  <c:v>1209684601.8584118</c:v>
                </c:pt>
                <c:pt idx="49">
                  <c:v>1214308709.3044624</c:v>
                </c:pt>
                <c:pt idx="50">
                  <c:v>1218653104.0352478</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21195820.671539307</c:v>
                </c:pt>
                <c:pt idx="2">
                  <c:v>43131195.04578972</c:v>
                </c:pt>
                <c:pt idx="3">
                  <c:v>65401751.56572342</c:v>
                </c:pt>
                <c:pt idx="4">
                  <c:v>87581860.04354286</c:v>
                </c:pt>
                <c:pt idx="5">
                  <c:v>109267212.84863853</c:v>
                </c:pt>
                <c:pt idx="6">
                  <c:v>130111549.68574333</c:v>
                </c:pt>
                <c:pt idx="7">
                  <c:v>149850271.50863075</c:v>
                </c:pt>
                <c:pt idx="8">
                  <c:v>168308482.39226532</c:v>
                </c:pt>
                <c:pt idx="9">
                  <c:v>185395605.4999485</c:v>
                </c:pt>
                <c:pt idx="10">
                  <c:v>201091337.83025932</c:v>
                </c:pt>
                <c:pt idx="11">
                  <c:v>215428035.3450184</c:v>
                </c:pt>
                <c:pt idx="12">
                  <c:v>228473443.5885868</c:v>
                </c:pt>
                <c:pt idx="13">
                  <c:v>240316037.3870411</c:v>
                </c:pt>
                <c:pt idx="14">
                  <c:v>251053810.2138729</c:v>
                </c:pt>
                <c:pt idx="15">
                  <c:v>260786426.1974392</c:v>
                </c:pt>
                <c:pt idx="16">
                  <c:v>269610188.5675907</c:v>
                </c:pt>
                <c:pt idx="17">
                  <c:v>277615144.46972084</c:v>
                </c:pt>
                <c:pt idx="18">
                  <c:v>284883691.30550575</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284883691.30550575</c:v>
                </c:pt>
                <c:pt idx="19">
                  <c:v>291490168.79429054</c:v>
                </c:pt>
                <c:pt idx="20">
                  <c:v>297501052.7451687</c:v>
                </c:pt>
                <c:pt idx="21">
                  <c:v>302975482.5193081</c:v>
                </c:pt>
                <c:pt idx="22">
                  <c:v>307965945.1077614</c:v>
                </c:pt>
                <c:pt idx="23">
                  <c:v>312519005.0452881</c:v>
                </c:pt>
                <c:pt idx="24">
                  <c:v>316676015.20526695</c:v>
                </c:pt>
                <c:pt idx="25">
                  <c:v>320473773.82824516</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931657.3680114746</c:v>
                </c:pt>
                <c:pt idx="2">
                  <c:v>1894472.4348945618</c:v>
                </c:pt>
                <c:pt idx="3">
                  <c:v>2888524.8882198334</c:v>
                </c:pt>
                <c:pt idx="4">
                  <c:v>3913772.242860794</c:v>
                </c:pt>
                <c:pt idx="5">
                  <c:v>4970040.557094574</c:v>
                </c:pt>
                <c:pt idx="6">
                  <c:v>6057015.983182907</c:v>
                </c:pt>
                <c:pt idx="7">
                  <c:v>7174237.407684326</c:v>
                </c:pt>
                <c:pt idx="8">
                  <c:v>8321090.4391441345</c:v>
                </c:pt>
                <c:pt idx="9">
                  <c:v>9496802.9942379</c:v>
                </c:pt>
                <c:pt idx="10">
                  <c:v>10700442.716814041</c:v>
                </c:pt>
                <c:pt idx="11">
                  <c:v>11930916.437204361</c:v>
                </c:pt>
                <c:pt idx="12">
                  <c:v>13186971.841199875</c:v>
                </c:pt>
                <c:pt idx="13">
                  <c:v>14467201.470026016</c:v>
                </c:pt>
                <c:pt idx="14">
                  <c:v>15770049.115423203</c:v>
                </c:pt>
                <c:pt idx="15">
                  <c:v>17093818.609571457</c:v>
                </c:pt>
                <c:pt idx="16">
                  <c:v>18436684.94042015</c:v>
                </c:pt>
                <c:pt idx="17">
                  <c:v>19796707.552093506</c:v>
                </c:pt>
                <c:pt idx="18">
                  <c:v>21171845.620630264</c:v>
                </c:pt>
                <c:pt idx="19">
                  <c:v>22559975.030937195</c:v>
                </c:pt>
                <c:pt idx="20">
                  <c:v>23958906.724859238</c:v>
                </c:pt>
                <c:pt idx="21">
                  <c:v>25366406.045431137</c:v>
                </c:pt>
                <c:pt idx="22">
                  <c:v>26780212.67147255</c:v>
                </c:pt>
                <c:pt idx="23">
                  <c:v>28198060.72081566</c:v>
                </c:pt>
                <c:pt idx="24">
                  <c:v>29617698.600875854</c:v>
                </c:pt>
                <c:pt idx="25">
                  <c:v>31036908.201173782</c:v>
                </c:pt>
                <c:pt idx="26">
                  <c:v>32453523.05316162</c:v>
                </c:pt>
                <c:pt idx="27">
                  <c:v>33865445.125888824</c:v>
                </c:pt>
                <c:pt idx="28">
                  <c:v>35270659.97940445</c:v>
                </c:pt>
                <c:pt idx="29">
                  <c:v>36667250.05805588</c:v>
                </c:pt>
                <c:pt idx="30">
                  <c:v>38053405.97001839</c:v>
                </c:pt>
                <c:pt idx="31">
                  <c:v>39427435.664051056</c:v>
                </c:pt>
                <c:pt idx="32">
                  <c:v>40787771.477090836</c:v>
                </c:pt>
                <c:pt idx="33">
                  <c:v>42132975.083890915</c:v>
                </c:pt>
                <c:pt idx="34">
                  <c:v>43461740.430971146</c:v>
                </c:pt>
                <c:pt idx="35">
                  <c:v>44772894.779951096</c:v>
                </c:pt>
                <c:pt idx="36">
                  <c:v>46065398.01931381</c:v>
                </c:pt>
                <c:pt idx="37">
                  <c:v>47338340.42837906</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47338340.42837906</c:v>
                </c:pt>
                <c:pt idx="38">
                  <c:v>48590939.09319496</c:v>
                </c:pt>
                <c:pt idx="39">
                  <c:v>49822533.18167496</c:v>
                </c:pt>
                <c:pt idx="40">
                  <c:v>51032578.28559685</c:v>
                </c:pt>
                <c:pt idx="41">
                  <c:v>52220640.031225204</c:v>
                </c:pt>
                <c:pt idx="42">
                  <c:v>53386387.14941788</c:v>
                </c:pt>
                <c:pt idx="43">
                  <c:v>54529584.1814518</c:v>
                </c:pt>
                <c:pt idx="44">
                  <c:v>55650083.97952652</c:v>
                </c:pt>
                <c:pt idx="45">
                  <c:v>56747820.142118454</c:v>
                </c:pt>
                <c:pt idx="46">
                  <c:v>57822799.50486946</c:v>
                </c:pt>
                <c:pt idx="47">
                  <c:v>58875094.78837395</c:v>
                </c:pt>
                <c:pt idx="48">
                  <c:v>59904837.485622406</c:v>
                </c:pt>
                <c:pt idx="49">
                  <c:v>60912211.05434418</c:v>
                </c:pt>
                <c:pt idx="50">
                  <c:v>61897444.463624954</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1806398.4543209076</c:v>
                </c:pt>
                <c:pt idx="2">
                  <c:v>3690467.9697208405</c:v>
                </c:pt>
                <c:pt idx="3">
                  <c:v>5652140.561849594</c:v>
                </c:pt>
                <c:pt idx="4">
                  <c:v>7690790.830574036</c:v>
                </c:pt>
                <c:pt idx="5">
                  <c:v>9805189.734083176</c:v>
                </c:pt>
                <c:pt idx="6">
                  <c:v>11993466.75884819</c:v>
                </c:pt>
                <c:pt idx="7">
                  <c:v>14253082.901317596</c:v>
                </c:pt>
                <c:pt idx="8">
                  <c:v>16580816.726060867</c:v>
                </c:pt>
                <c:pt idx="9">
                  <c:v>18972765.445999146</c:v>
                </c:pt>
                <c:pt idx="10">
                  <c:v>21424362.4798584</c:v>
                </c:pt>
                <c:pt idx="11">
                  <c:v>23930412.292966843</c:v>
                </c:pt>
                <c:pt idx="12">
                  <c:v>26485142.551618576</c:v>
                </c:pt>
                <c:pt idx="13">
                  <c:v>29082272.76715088</c:v>
                </c:pt>
                <c:pt idx="14">
                  <c:v>31715097.736574173</c:v>
                </c:pt>
                <c:pt idx="15">
                  <c:v>34376583.272836685</c:v>
                </c:pt>
                <c:pt idx="16">
                  <c:v>37059471.03020668</c:v>
                </c:pt>
                <c:pt idx="17">
                  <c:v>39756388.730480194</c:v>
                </c:pt>
                <c:pt idx="18">
                  <c:v>42459961.828754425</c:v>
                </c:pt>
                <c:pt idx="19">
                  <c:v>45162922.645412445</c:v>
                </c:pt>
                <c:pt idx="20">
                  <c:v>47858213.2301178</c:v>
                </c:pt>
                <c:pt idx="21">
                  <c:v>50539078.68630409</c:v>
                </c:pt>
                <c:pt idx="22">
                  <c:v>53199148.322244644</c:v>
                </c:pt>
                <c:pt idx="23">
                  <c:v>55832502.745853424</c:v>
                </c:pt>
                <c:pt idx="24">
                  <c:v>58433725.817934036</c:v>
                </c:pt>
                <c:pt idx="25">
                  <c:v>60997941.15844345</c:v>
                </c:pt>
                <c:pt idx="26">
                  <c:v>63520833.607961655</c:v>
                </c:pt>
                <c:pt idx="27">
                  <c:v>65998656.64103508</c:v>
                </c:pt>
                <c:pt idx="28">
                  <c:v>68428227.18476105</c:v>
                </c:pt>
                <c:pt idx="29">
                  <c:v>70806909.60600471</c:v>
                </c:pt>
                <c:pt idx="30">
                  <c:v>73132590.79846</c:v>
                </c:pt>
                <c:pt idx="31">
                  <c:v>75403648.34178543</c:v>
                </c:pt>
                <c:pt idx="32">
                  <c:v>77618913.64103127</c:v>
                </c:pt>
                <c:pt idx="33">
                  <c:v>79777631.81063461</c:v>
                </c:pt>
                <c:pt idx="34">
                  <c:v>81879419.86899948</c:v>
                </c:pt>
                <c:pt idx="35">
                  <c:v>83924224.5800991</c:v>
                </c:pt>
                <c:pt idx="36">
                  <c:v>85912281.03778076</c:v>
                </c:pt>
                <c:pt idx="37">
                  <c:v>87844072.85215187</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87844072.85215187</c:v>
                </c:pt>
                <c:pt idx="38">
                  <c:v>89720294.57676697</c:v>
                </c:pt>
                <c:pt idx="39">
                  <c:v>91541816.81822014</c:v>
                </c:pt>
                <c:pt idx="40">
                  <c:v>93309654.2996769</c:v>
                </c:pt>
                <c:pt idx="41">
                  <c:v>95024937.00858498</c:v>
                </c:pt>
                <c:pt idx="42">
                  <c:v>96688884.44548416</c:v>
                </c:pt>
                <c:pt idx="43">
                  <c:v>98302782.9033184</c:v>
                </c:pt>
                <c:pt idx="44">
                  <c:v>99867965.64227676</c:v>
                </c:pt>
                <c:pt idx="45">
                  <c:v>101385795.78050804</c:v>
                </c:pt>
                <c:pt idx="46">
                  <c:v>102857651.69283485</c:v>
                </c:pt>
                <c:pt idx="47">
                  <c:v>104284914.6945591</c:v>
                </c:pt>
                <c:pt idx="48">
                  <c:v>105668958.78274345</c:v>
                </c:pt>
                <c:pt idx="49">
                  <c:v>107011142.21046638</c:v>
                </c:pt>
                <c:pt idx="50">
                  <c:v>108312800.67813301</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13872249.229688644</c:v>
                </c:pt>
                <c:pt idx="2">
                  <c:v>28921867.483373642</c:v>
                </c:pt>
                <c:pt idx="3">
                  <c:v>45044788.908779144</c:v>
                </c:pt>
                <c:pt idx="4">
                  <c:v>62077488.379047394</c:v>
                </c:pt>
                <c:pt idx="5">
                  <c:v>79802554.76440811</c:v>
                </c:pt>
                <c:pt idx="6">
                  <c:v>97962263.78483391</c:v>
                </c:pt>
                <c:pt idx="7">
                  <c:v>116278471.73208427</c:v>
                </c:pt>
                <c:pt idx="8">
                  <c:v>134475334.80607796</c:v>
                </c:pt>
                <c:pt idx="9">
                  <c:v>152300594.6066246</c:v>
                </c:pt>
                <c:pt idx="10">
                  <c:v>169541787.4957924</c:v>
                </c:pt>
                <c:pt idx="11">
                  <c:v>186035393.1124611</c:v>
                </c:pt>
                <c:pt idx="12">
                  <c:v>201668867.19571495</c:v>
                </c:pt>
                <c:pt idx="13">
                  <c:v>216376981.7618084</c:v>
                </c:pt>
                <c:pt idx="14">
                  <c:v>230134578.4400692</c:v>
                </c:pt>
                <c:pt idx="15">
                  <c:v>242947795.90946388</c:v>
                </c:pt>
                <c:pt idx="16">
                  <c:v>254845352.0640812</c:v>
                </c:pt>
                <c:pt idx="17">
                  <c:v>265870852.30846214</c:v>
                </c:pt>
                <c:pt idx="18">
                  <c:v>276076560.9682255</c:v>
                </c:pt>
                <c:pt idx="19">
                  <c:v>285518697.3689213</c:v>
                </c:pt>
                <c:pt idx="20">
                  <c:v>294254102.7073498</c:v>
                </c:pt>
                <c:pt idx="21">
                  <c:v>302338030.9286022</c:v>
                </c:pt>
                <c:pt idx="22">
                  <c:v>309822801.7609768</c:v>
                </c:pt>
                <c:pt idx="23">
                  <c:v>316757080.1363449</c:v>
                </c:pt>
                <c:pt idx="24">
                  <c:v>323185588.6542797</c:v>
                </c:pt>
                <c:pt idx="25">
                  <c:v>329149104.2197132</c:v>
                </c:pt>
                <c:pt idx="26">
                  <c:v>334684629.5521145</c:v>
                </c:pt>
                <c:pt idx="27">
                  <c:v>339825662.4618702</c:v>
                </c:pt>
                <c:pt idx="28">
                  <c:v>344602510.5224476</c:v>
                </c:pt>
                <c:pt idx="29">
                  <c:v>349042616.9949131</c:v>
                </c:pt>
                <c:pt idx="30">
                  <c:v>353170876.862072</c:v>
                </c:pt>
                <c:pt idx="31">
                  <c:v>357009930.8396969</c:v>
                </c:pt>
                <c:pt idx="32">
                  <c:v>360580431.3025627</c:v>
                </c:pt>
                <c:pt idx="33">
                  <c:v>363901278.0239296</c:v>
                </c:pt>
                <c:pt idx="34">
                  <c:v>366989824.10814476</c:v>
                </c:pt>
                <c:pt idx="35">
                  <c:v>369862053.95843124</c:v>
                </c:pt>
                <c:pt idx="36">
                  <c:v>372532735.89829063</c:v>
                </c:pt>
                <c:pt idx="37">
                  <c:v>375015552.3892784</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375015552.3892784</c:v>
                </c:pt>
                <c:pt idx="38">
                  <c:v>377323210.82452965</c:v>
                </c:pt>
                <c:pt idx="39">
                  <c:v>379467537.7385769</c:v>
                </c:pt>
                <c:pt idx="40">
                  <c:v>381459559.0365124</c:v>
                </c:pt>
                <c:pt idx="41">
                  <c:v>383309568.56040764</c:v>
                </c:pt>
                <c:pt idx="42">
                  <c:v>385027187.0116329</c:v>
                </c:pt>
                <c:pt idx="43">
                  <c:v>386621412.9551792</c:v>
                </c:pt>
                <c:pt idx="44">
                  <c:v>388100667.3590603</c:v>
                </c:pt>
                <c:pt idx="45">
                  <c:v>389472832.87501717</c:v>
                </c:pt>
                <c:pt idx="46">
                  <c:v>390745288.8490772</c:v>
                </c:pt>
                <c:pt idx="47">
                  <c:v>391924942.86236</c:v>
                </c:pt>
                <c:pt idx="48">
                  <c:v>393018259.44275093</c:v>
                </c:pt>
                <c:pt idx="49">
                  <c:v>394031286.4542599</c:v>
                </c:pt>
                <c:pt idx="50">
                  <c:v>394969679.5608158</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139555.97216415405</c:v>
                </c:pt>
                <c:pt idx="2">
                  <c:v>279157.0879268646</c:v>
                </c:pt>
                <c:pt idx="3">
                  <c:v>418803.28332328796</c:v>
                </c:pt>
                <c:pt idx="4">
                  <c:v>558494.4942588806</c:v>
                </c:pt>
                <c:pt idx="5">
                  <c:v>698230.6565303802</c:v>
                </c:pt>
                <c:pt idx="6">
                  <c:v>838011.7058124542</c:v>
                </c:pt>
                <c:pt idx="7">
                  <c:v>977837.5776691437</c:v>
                </c:pt>
                <c:pt idx="8">
                  <c:v>1117708.2075386047</c:v>
                </c:pt>
                <c:pt idx="9">
                  <c:v>1257623.530752182</c:v>
                </c:pt>
                <c:pt idx="10">
                  <c:v>1397583.482515335</c:v>
                </c:pt>
                <c:pt idx="11">
                  <c:v>1537587.997926712</c:v>
                </c:pt>
                <c:pt idx="12">
                  <c:v>1677637.011959076</c:v>
                </c:pt>
                <c:pt idx="13">
                  <c:v>1817730.4594745636</c:v>
                </c:pt>
                <c:pt idx="14">
                  <c:v>1957868.2752170563</c:v>
                </c:pt>
                <c:pt idx="15">
                  <c:v>2098050.393819809</c:v>
                </c:pt>
                <c:pt idx="16">
                  <c:v>2238276.749792099</c:v>
                </c:pt>
                <c:pt idx="17">
                  <c:v>2378547.277528763</c:v>
                </c:pt>
                <c:pt idx="18">
                  <c:v>2518861.9113178253</c:v>
                </c:pt>
                <c:pt idx="19">
                  <c:v>2659220.5853176117</c:v>
                </c:pt>
                <c:pt idx="20">
                  <c:v>2799623.233587265</c:v>
                </c:pt>
                <c:pt idx="21">
                  <c:v>2940069.7900562286</c:v>
                </c:pt>
                <c:pt idx="22">
                  <c:v>3080560.1885471344</c:v>
                </c:pt>
                <c:pt idx="23">
                  <c:v>3221094.3627643585</c:v>
                </c:pt>
                <c:pt idx="24">
                  <c:v>3361672.2462978363</c:v>
                </c:pt>
                <c:pt idx="25">
                  <c:v>3502293.772623062</c:v>
                </c:pt>
                <c:pt idx="26">
                  <c:v>3642958.875104904</c:v>
                </c:pt>
                <c:pt idx="27">
                  <c:v>3783667.4869861603</c:v>
                </c:pt>
                <c:pt idx="28">
                  <c:v>3924419.541399002</c:v>
                </c:pt>
                <c:pt idx="29">
                  <c:v>4065214.971364975</c:v>
                </c:pt>
                <c:pt idx="30">
                  <c:v>4206053.709783554</c:v>
                </c:pt>
                <c:pt idx="31">
                  <c:v>4346935.689445496</c:v>
                </c:pt>
                <c:pt idx="32">
                  <c:v>4487860.843029022</c:v>
                </c:pt>
                <c:pt idx="33">
                  <c:v>4628829.103094101</c:v>
                </c:pt>
                <c:pt idx="34">
                  <c:v>4769840.40209198</c:v>
                </c:pt>
                <c:pt idx="35">
                  <c:v>4910894.672355652</c:v>
                </c:pt>
                <c:pt idx="36">
                  <c:v>5051991.846107483</c:v>
                </c:pt>
                <c:pt idx="37">
                  <c:v>5193131.855457306</c:v>
                </c:pt>
                <c:pt idx="38">
                  <c:v>5334314.632398605</c:v>
                </c:pt>
                <c:pt idx="39">
                  <c:v>5475540.108819962</c:v>
                </c:pt>
                <c:pt idx="40">
                  <c:v>5616808.2164821625</c:v>
                </c:pt>
                <c:pt idx="41">
                  <c:v>5758118.887052536</c:v>
                </c:pt>
                <c:pt idx="42">
                  <c:v>5899472.05206871</c:v>
                </c:pt>
                <c:pt idx="43">
                  <c:v>6040867.642965317</c:v>
                </c:pt>
                <c:pt idx="44">
                  <c:v>6182305.5910663605</c:v>
                </c:pt>
                <c:pt idx="45">
                  <c:v>6323785.827575684</c:v>
                </c:pt>
                <c:pt idx="46">
                  <c:v>6465308.283590317</c:v>
                </c:pt>
                <c:pt idx="47">
                  <c:v>6606872.890096664</c:v>
                </c:pt>
                <c:pt idx="48">
                  <c:v>6748479.577968597</c:v>
                </c:pt>
                <c:pt idx="49">
                  <c:v>6890128.277963638</c:v>
                </c:pt>
                <c:pt idx="50">
                  <c:v>7031818.920736313</c:v>
                </c:pt>
                <c:pt idx="51">
                  <c:v>7173551.436822891</c:v>
                </c:pt>
                <c:pt idx="52">
                  <c:v>7315325.756650925</c:v>
                </c:pt>
                <c:pt idx="53">
                  <c:v>7457141.810541153</c:v>
                </c:pt>
                <c:pt idx="54">
                  <c:v>7598999.52869606</c:v>
                </c:pt>
                <c:pt idx="55">
                  <c:v>7740898.841211319</c:v>
                </c:pt>
                <c:pt idx="56">
                  <c:v>7882839.678073883</c:v>
                </c:pt>
                <c:pt idx="57">
                  <c:v>8024821.969158173</c:v>
                </c:pt>
                <c:pt idx="58">
                  <c:v>8166845.644227982</c:v>
                </c:pt>
                <c:pt idx="59">
                  <c:v>8308910.632940292</c:v>
                </c:pt>
                <c:pt idx="60">
                  <c:v>8451016.86483574</c:v>
                </c:pt>
                <c:pt idx="61">
                  <c:v>8593164.269353867</c:v>
                </c:pt>
                <c:pt idx="62">
                  <c:v>8735352.775817871</c:v>
                </c:pt>
                <c:pt idx="63">
                  <c:v>8877582.313444138</c:v>
                </c:pt>
                <c:pt idx="64">
                  <c:v>9019852.811340332</c:v>
                </c:pt>
                <c:pt idx="65">
                  <c:v>9162164.198503494</c:v>
                </c:pt>
                <c:pt idx="66">
                  <c:v>9304516.403821945</c:v>
                </c:pt>
                <c:pt idx="67">
                  <c:v>9446909.356075287</c:v>
                </c:pt>
                <c:pt idx="68">
                  <c:v>9589342.983938217</c:v>
                </c:pt>
                <c:pt idx="69">
                  <c:v>9731817.215970993</c:v>
                </c:pt>
                <c:pt idx="70">
                  <c:v>9874331.980630875</c:v>
                </c:pt>
                <c:pt idx="71">
                  <c:v>10016887.206260681</c:v>
                </c:pt>
                <c:pt idx="72">
                  <c:v>10159482.821102142</c:v>
                </c:pt>
                <c:pt idx="73">
                  <c:v>10302118.753284454</c:v>
                </c:pt>
                <c:pt idx="74">
                  <c:v>10444794.93083191</c:v>
                </c:pt>
                <c:pt idx="75">
                  <c:v>10587511.281658173</c:v>
                </c:pt>
                <c:pt idx="76">
                  <c:v>10730267.733573914</c:v>
                </c:pt>
                <c:pt idx="77">
                  <c:v>10873064.214279175</c:v>
                </c:pt>
                <c:pt idx="78">
                  <c:v>11015900.651367188</c:v>
                </c:pt>
                <c:pt idx="79">
                  <c:v>11158776.972326279</c:v>
                </c:pt>
                <c:pt idx="80">
                  <c:v>11301693.104539871</c:v>
                </c:pt>
                <c:pt idx="81">
                  <c:v>11444648.97527504</c:v>
                </c:pt>
                <c:pt idx="82">
                  <c:v>11587644.511707306</c:v>
                </c:pt>
                <c:pt idx="83">
                  <c:v>11730679.640893936</c:v>
                </c:pt>
                <c:pt idx="84">
                  <c:v>11873754.2897892</c:v>
                </c:pt>
                <c:pt idx="85">
                  <c:v>12016868.385248184</c:v>
                </c:pt>
                <c:pt idx="86">
                  <c:v>12160021.854009628</c:v>
                </c:pt>
                <c:pt idx="87">
                  <c:v>12303214.622714996</c:v>
                </c:pt>
                <c:pt idx="88">
                  <c:v>12446446.617897034</c:v>
                </c:pt>
                <c:pt idx="89">
                  <c:v>12589717.765983582</c:v>
                </c:pt>
                <c:pt idx="90">
                  <c:v>12733027.993299484</c:v>
                </c:pt>
                <c:pt idx="91">
                  <c:v>12876377.226060867</c:v>
                </c:pt>
                <c:pt idx="92">
                  <c:v>13019765.390382767</c:v>
                </c:pt>
                <c:pt idx="93">
                  <c:v>13163192.412275314</c:v>
                </c:pt>
                <c:pt idx="94">
                  <c:v>13306658.21764183</c:v>
                </c:pt>
                <c:pt idx="95">
                  <c:v>13450162.732286453</c:v>
                </c:pt>
                <c:pt idx="96">
                  <c:v>13593705.881902695</c:v>
                </c:pt>
                <c:pt idx="97">
                  <c:v>13737287.592084885</c:v>
                </c:pt>
                <c:pt idx="98">
                  <c:v>13880907.788322449</c:v>
                </c:pt>
                <c:pt idx="99">
                  <c:v>14024566.396003723</c:v>
                </c:pt>
                <c:pt idx="100">
                  <c:v>14168263.340410233</c:v>
                </c:pt>
                <c:pt idx="101">
                  <c:v>14311998.546722412</c:v>
                </c:pt>
                <c:pt idx="102">
                  <c:v>14455771.940019608</c:v>
                </c:pt>
                <c:pt idx="103">
                  <c:v>14599583.445274353</c:v>
                </c:pt>
                <c:pt idx="104">
                  <c:v>14743432.98736</c:v>
                </c:pt>
                <c:pt idx="105">
                  <c:v>14887320.491044998</c:v>
                </c:pt>
                <c:pt idx="106">
                  <c:v>15031245.880996704</c:v>
                </c:pt>
                <c:pt idx="107">
                  <c:v>15175209.081785202</c:v>
                </c:pt>
                <c:pt idx="108">
                  <c:v>15319210.01786995</c:v>
                </c:pt>
                <c:pt idx="109">
                  <c:v>15463248.613616943</c:v>
                </c:pt>
                <c:pt idx="110">
                  <c:v>15607324.793287277</c:v>
                </c:pt>
                <c:pt idx="111">
                  <c:v>15751438.481039047</c:v>
                </c:pt>
                <c:pt idx="112">
                  <c:v>15895589.600931168</c:v>
                </c:pt>
                <c:pt idx="113">
                  <c:v>16039778.076925278</c:v>
                </c:pt>
                <c:pt idx="114">
                  <c:v>16184003.832878113</c:v>
                </c:pt>
                <c:pt idx="115">
                  <c:v>16328266.792543411</c:v>
                </c:pt>
                <c:pt idx="116">
                  <c:v>16472566.879583359</c:v>
                </c:pt>
                <c:pt idx="117">
                  <c:v>16616904.01755333</c:v>
                </c:pt>
                <c:pt idx="118">
                  <c:v>16761278.129907608</c:v>
                </c:pt>
                <c:pt idx="119">
                  <c:v>16905689.140008926</c:v>
                </c:pt>
                <c:pt idx="120">
                  <c:v>17050136.971111298</c:v>
                </c:pt>
                <c:pt idx="121">
                  <c:v>17194621.546375275</c:v>
                </c:pt>
                <c:pt idx="122">
                  <c:v>17339142.78886223</c:v>
                </c:pt>
                <c:pt idx="123">
                  <c:v>17483700.621530533</c:v>
                </c:pt>
                <c:pt idx="124">
                  <c:v>17628294.967241287</c:v>
                </c:pt>
                <c:pt idx="125">
                  <c:v>17772925.748764038</c:v>
                </c:pt>
                <c:pt idx="126">
                  <c:v>17917592.888759613</c:v>
                </c:pt>
                <c:pt idx="127">
                  <c:v>18062296.309799194</c:v>
                </c:pt>
                <c:pt idx="128">
                  <c:v>18207035.93434906</c:v>
                </c:pt>
                <c:pt idx="129">
                  <c:v>18351811.68478203</c:v>
                </c:pt>
                <c:pt idx="130">
                  <c:v>18496623.483373642</c:v>
                </c:pt>
                <c:pt idx="131">
                  <c:v>18641471.252298355</c:v>
                </c:pt>
                <c:pt idx="132">
                  <c:v>18786354.913640976</c:v>
                </c:pt>
                <c:pt idx="133">
                  <c:v>18931274.389383316</c:v>
                </c:pt>
                <c:pt idx="134">
                  <c:v>19076229.601409912</c:v>
                </c:pt>
                <c:pt idx="135">
                  <c:v>19221220.47151184</c:v>
                </c:pt>
                <c:pt idx="136">
                  <c:v>19366246.92138481</c:v>
                </c:pt>
                <c:pt idx="137">
                  <c:v>19511308.872623444</c:v>
                </c:pt>
                <c:pt idx="138">
                  <c:v>19656406.24673271</c:v>
                </c:pt>
                <c:pt idx="139">
                  <c:v>19801538.965120316</c:v>
                </c:pt>
                <c:pt idx="140">
                  <c:v>19946706.949090958</c:v>
                </c:pt>
                <c:pt idx="141">
                  <c:v>20091910.119867325</c:v>
                </c:pt>
                <c:pt idx="142">
                  <c:v>20237148.398565292</c:v>
                </c:pt>
                <c:pt idx="143">
                  <c:v>20382421.706214905</c:v>
                </c:pt>
                <c:pt idx="144">
                  <c:v>20527729.963745117</c:v>
                </c:pt>
                <c:pt idx="145">
                  <c:v>20673073.091991425</c:v>
                </c:pt>
                <c:pt idx="146">
                  <c:v>20818451.011699677</c:v>
                </c:pt>
                <c:pt idx="147">
                  <c:v>20963863.643518448</c:v>
                </c:pt>
                <c:pt idx="148">
                  <c:v>21109310.908000946</c:v>
                </c:pt>
                <c:pt idx="149">
                  <c:v>21254792.725608826</c:v>
                </c:pt>
                <c:pt idx="150">
                  <c:v>21400309.01671219</c:v>
                </c:pt>
                <c:pt idx="151">
                  <c:v>21545859.70158577</c:v>
                </c:pt>
                <c:pt idx="152">
                  <c:v>21691444.700410843</c:v>
                </c:pt>
                <c:pt idx="153">
                  <c:v>21837063.933275223</c:v>
                </c:pt>
                <c:pt idx="154">
                  <c:v>21982717.320180893</c:v>
                </c:pt>
                <c:pt idx="155">
                  <c:v>22128404.781028748</c:v>
                </c:pt>
                <c:pt idx="156">
                  <c:v>22274126.23563385</c:v>
                </c:pt>
                <c:pt idx="157">
                  <c:v>22419881.60371399</c:v>
                </c:pt>
                <c:pt idx="158">
                  <c:v>22565670.80490303</c:v>
                </c:pt>
                <c:pt idx="159">
                  <c:v>22711493.758737564</c:v>
                </c:pt>
                <c:pt idx="160">
                  <c:v>22857350.38466072</c:v>
                </c:pt>
                <c:pt idx="161">
                  <c:v>23003240.602033615</c:v>
                </c:pt>
                <c:pt idx="162">
                  <c:v>23149164.330120087</c:v>
                </c:pt>
                <c:pt idx="163">
                  <c:v>23295121.48809433</c:v>
                </c:pt>
                <c:pt idx="164">
                  <c:v>23441111.995038986</c:v>
                </c:pt>
                <c:pt idx="165">
                  <c:v>23587135.769952774</c:v>
                </c:pt>
                <c:pt idx="166">
                  <c:v>23733192.731739044</c:v>
                </c:pt>
                <c:pt idx="167">
                  <c:v>23879282.799209595</c:v>
                </c:pt>
                <c:pt idx="168">
                  <c:v>24025405.891094208</c:v>
                </c:pt>
                <c:pt idx="169">
                  <c:v>24171561.926027298</c:v>
                </c:pt>
                <c:pt idx="170">
                  <c:v>24317750.82255745</c:v>
                </c:pt>
                <c:pt idx="171">
                  <c:v>24463972.499141693</c:v>
                </c:pt>
                <c:pt idx="172">
                  <c:v>24610226.874155045</c:v>
                </c:pt>
                <c:pt idx="173">
                  <c:v>24756513.865873337</c:v>
                </c:pt>
                <c:pt idx="174">
                  <c:v>24902833.392498016</c:v>
                </c:pt>
                <c:pt idx="175">
                  <c:v>25049185.372131348</c:v>
                </c:pt>
                <c:pt idx="176">
                  <c:v>25195569.72279358</c:v>
                </c:pt>
                <c:pt idx="177">
                  <c:v>25341986.362415314</c:v>
                </c:pt>
                <c:pt idx="178">
                  <c:v>25488435.208841324</c:v>
                </c:pt>
                <c:pt idx="179">
                  <c:v>25634916.17983055</c:v>
                </c:pt>
                <c:pt idx="180">
                  <c:v>25781429.193052292</c:v>
                </c:pt>
                <c:pt idx="181">
                  <c:v>25927974.166093826</c:v>
                </c:pt>
                <c:pt idx="182">
                  <c:v>26074551.01645279</c:v>
                </c:pt>
                <c:pt idx="183">
                  <c:v>26221159.661540985</c:v>
                </c:pt>
                <c:pt idx="184">
                  <c:v>26367800.018684387</c:v>
                </c:pt>
                <c:pt idx="185">
                  <c:v>26514472.00512886</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26514472.00512886</c:v>
                </c:pt>
                <c:pt idx="186">
                  <c:v>26661175.53802681</c:v>
                </c:pt>
                <c:pt idx="187">
                  <c:v>26807910.53445053</c:v>
                </c:pt>
                <c:pt idx="188">
                  <c:v>26954676.91138649</c:v>
                </c:pt>
                <c:pt idx="189">
                  <c:v>27101474.585739136</c:v>
                </c:pt>
                <c:pt idx="190">
                  <c:v>27248303.474323273</c:v>
                </c:pt>
                <c:pt idx="191">
                  <c:v>27395163.493873596</c:v>
                </c:pt>
                <c:pt idx="192">
                  <c:v>27542054.561042786</c:v>
                </c:pt>
                <c:pt idx="193">
                  <c:v>27688976.592393875</c:v>
                </c:pt>
                <c:pt idx="194">
                  <c:v>27835929.504411697</c:v>
                </c:pt>
                <c:pt idx="195">
                  <c:v>27982913.213495255</c:v>
                </c:pt>
                <c:pt idx="196">
                  <c:v>28129927.63596344</c:v>
                </c:pt>
                <c:pt idx="197">
                  <c:v>28276972.688051224</c:v>
                </c:pt>
                <c:pt idx="198">
                  <c:v>28424048.28591156</c:v>
                </c:pt>
                <c:pt idx="199">
                  <c:v>28571154.34561348</c:v>
                </c:pt>
                <c:pt idx="200">
                  <c:v>28718290.783143997</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6139601.109514236</c:v>
                </c:pt>
                <c:pt idx="2">
                  <c:v>12974201.263046265</c:v>
                </c:pt>
                <c:pt idx="3">
                  <c:v>20540963.03330803</c:v>
                </c:pt>
                <c:pt idx="4">
                  <c:v>28862463.757860184</c:v>
                </c:pt>
                <c:pt idx="5">
                  <c:v>37941694.100141525</c:v>
                </c:pt>
                <c:pt idx="6">
                  <c:v>47757548.50788307</c:v>
                </c:pt>
                <c:pt idx="7">
                  <c:v>58261641.971609116</c:v>
                </c:pt>
                <c:pt idx="8">
                  <c:v>69377304.70016289</c:v>
                </c:pt>
                <c:pt idx="9">
                  <c:v>81001394.41452599</c:v>
                </c:pt>
                <c:pt idx="10">
                  <c:v>93009114.79302025</c:v>
                </c:pt>
                <c:pt idx="11">
                  <c:v>105261427.67170525</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105261427.67170525</c:v>
                </c:pt>
                <c:pt idx="12">
                  <c:v>117614072.68891335</c:v>
                </c:pt>
                <c:pt idx="13">
                  <c:v>129926856.8254757</c:v>
                </c:pt>
                <c:pt idx="14">
                  <c:v>142071869.48161125</c:v>
                </c:pt>
                <c:pt idx="15">
                  <c:v>153939604.17055702</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243909.20233345032</c:v>
                </c:pt>
                <c:pt idx="2">
                  <c:v>488911.32454681396</c:v>
                </c:pt>
                <c:pt idx="3">
                  <c:v>734993.123872757</c:v>
                </c:pt>
                <c:pt idx="4">
                  <c:v>982140.9817829132</c:v>
                </c:pt>
                <c:pt idx="5">
                  <c:v>1230340.90609169</c:v>
                </c:pt>
                <c:pt idx="6">
                  <c:v>1479578.5333690643</c:v>
                </c:pt>
                <c:pt idx="7">
                  <c:v>1729839.131685257</c:v>
                </c:pt>
                <c:pt idx="8">
                  <c:v>1981107.6036643982</c:v>
                </c:pt>
                <c:pt idx="9">
                  <c:v>2233368.489850998</c:v>
                </c:pt>
                <c:pt idx="10">
                  <c:v>2486605.9724235535</c:v>
                </c:pt>
                <c:pt idx="11">
                  <c:v>2740803.879201889</c:v>
                </c:pt>
                <c:pt idx="12">
                  <c:v>2995945.6880016327</c:v>
                </c:pt>
                <c:pt idx="13">
                  <c:v>3252014.5312862396</c:v>
                </c:pt>
                <c:pt idx="14">
                  <c:v>3508993.201160431</c:v>
                </c:pt>
                <c:pt idx="15">
                  <c:v>3766864.1546764374</c:v>
                </c:pt>
                <c:pt idx="16">
                  <c:v>4025609.5194473267</c:v>
                </c:pt>
                <c:pt idx="17">
                  <c:v>4285211.0995845795</c:v>
                </c:pt>
                <c:pt idx="18">
                  <c:v>4545650.381950378</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4545650.381950378</c:v>
                </c:pt>
                <c:pt idx="19">
                  <c:v>4806908.542701721</c:v>
                </c:pt>
                <c:pt idx="20">
                  <c:v>5068966.454156876</c:v>
                </c:pt>
                <c:pt idx="21">
                  <c:v>5331804.691942215</c:v>
                </c:pt>
                <c:pt idx="22">
                  <c:v>5595403.542449951</c:v>
                </c:pt>
                <c:pt idx="23">
                  <c:v>5859743.010560989</c:v>
                </c:pt>
                <c:pt idx="24">
                  <c:v>6124802.827671051</c:v>
                </c:pt>
                <c:pt idx="25">
                  <c:v>6390562.459976196</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6573245.618516922</c:v>
                </c:pt>
                <c:pt idx="2">
                  <c:v>14639881.073858261</c:v>
                </c:pt>
                <c:pt idx="3">
                  <c:v>22886396.585115433</c:v>
                </c:pt>
                <c:pt idx="4">
                  <c:v>30069201.14099312</c:v>
                </c:pt>
                <c:pt idx="5">
                  <c:v>35767924.91844368</c:v>
                </c:pt>
                <c:pt idx="6">
                  <c:v>40160104.051683426</c:v>
                </c:pt>
                <c:pt idx="7">
                  <c:v>43572909.88227844</c:v>
                </c:pt>
                <c:pt idx="8">
                  <c:v>46278920.19469261</c:v>
                </c:pt>
                <c:pt idx="9">
                  <c:v>48464494.60990906</c:v>
                </c:pt>
                <c:pt idx="10">
                  <c:v>50250737.4195652</c:v>
                </c:pt>
                <c:pt idx="11">
                  <c:v>51718118.57428169</c:v>
                </c:pt>
                <c:pt idx="12">
                  <c:v>52923677.06289101</c:v>
                </c:pt>
                <c:pt idx="13">
                  <c:v>53911110.48342323</c:v>
                </c:pt>
                <c:pt idx="14">
                  <c:v>54716101.41297722</c:v>
                </c:pt>
                <c:pt idx="15">
                  <c:v>55368905.16098404</c:v>
                </c:pt>
                <c:pt idx="16">
                  <c:v>55895540.70842171</c:v>
                </c:pt>
                <c:pt idx="17">
                  <c:v>56318362.44734955</c:v>
                </c:pt>
                <c:pt idx="18">
                  <c:v>56656411.73983002</c:v>
                </c:pt>
                <c:pt idx="19">
                  <c:v>56925722.974264145</c:v>
                </c:pt>
                <c:pt idx="20">
                  <c:v>57139640.834882736</c:v>
                </c:pt>
                <c:pt idx="21">
                  <c:v>57309152.33316612</c:v>
                </c:pt>
                <c:pt idx="22">
                  <c:v>57443219.036670685</c:v>
                </c:pt>
                <c:pt idx="23">
                  <c:v>57549093.250068665</c:v>
                </c:pt>
                <c:pt idx="24">
                  <c:v>57632606.31738663</c:v>
                </c:pt>
                <c:pt idx="25">
                  <c:v>57698422.70059967</c:v>
                </c:pt>
                <c:pt idx="26">
                  <c:v>57750258.036935806</c:v>
                </c:pt>
                <c:pt idx="27">
                  <c:v>57791062.48104286</c:v>
                </c:pt>
                <c:pt idx="28">
                  <c:v>57823172.43401337</c:v>
                </c:pt>
                <c:pt idx="29">
                  <c:v>57848434.58110237</c:v>
                </c:pt>
                <c:pt idx="30">
                  <c:v>57868306.33606148</c:v>
                </c:pt>
                <c:pt idx="31">
                  <c:v>57883936.5868969</c:v>
                </c:pt>
                <c:pt idx="32">
                  <c:v>57896230.24083519</c:v>
                </c:pt>
                <c:pt idx="33">
                  <c:v>57905899.59536934</c:v>
                </c:pt>
                <c:pt idx="34">
                  <c:v>57913505.08827019</c:v>
                </c:pt>
                <c:pt idx="35">
                  <c:v>57919487.54049873</c:v>
                </c:pt>
                <c:pt idx="36">
                  <c:v>57924193.618881226</c:v>
                </c:pt>
                <c:pt idx="37">
                  <c:v>57927895.91537094</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57927895.91537094</c:v>
                </c:pt>
                <c:pt idx="38">
                  <c:v>57930808.764066696</c:v>
                </c:pt>
                <c:pt idx="39">
                  <c:v>57933100.69105911</c:v>
                </c:pt>
                <c:pt idx="40">
                  <c:v>57934904.20841408</c:v>
                </c:pt>
                <c:pt idx="41">
                  <c:v>57936323.5159359</c:v>
                </c:pt>
                <c:pt idx="42">
                  <c:v>57937440.556116104</c:v>
                </c:pt>
                <c:pt idx="43">
                  <c:v>57938319.773664474</c:v>
                </c:pt>
                <c:pt idx="44">
                  <c:v>57939011.85650635</c:v>
                </c:pt>
                <c:pt idx="45">
                  <c:v>57939556.676179886</c:v>
                </c:pt>
                <c:pt idx="46">
                  <c:v>57939985.59897804</c:v>
                </c:pt>
                <c:pt idx="47">
                  <c:v>57940323.302640915</c:v>
                </c:pt>
                <c:pt idx="48">
                  <c:v>57940589.2044754</c:v>
                </c:pt>
                <c:pt idx="49">
                  <c:v>57940798.58412361</c:v>
                </c:pt>
                <c:pt idx="50">
                  <c:v>57940963.46634483</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23504201.40709877</c:v>
                </c:pt>
                <c:pt idx="2">
                  <c:v>51137945.6441288</c:v>
                </c:pt>
                <c:pt idx="3">
                  <c:v>81306053.97761154</c:v>
                </c:pt>
                <c:pt idx="4">
                  <c:v>111711766.13516045</c:v>
                </c:pt>
                <c:pt idx="5">
                  <c:v>140238855.75196266</c:v>
                </c:pt>
                <c:pt idx="6">
                  <c:v>165626894.7399845</c:v>
                </c:pt>
                <c:pt idx="7">
                  <c:v>187534091.0560093</c:v>
                </c:pt>
                <c:pt idx="8">
                  <c:v>206206300.15140343</c:v>
                </c:pt>
                <c:pt idx="9">
                  <c:v>222122351.74467278</c:v>
                </c:pt>
                <c:pt idx="10">
                  <c:v>235777360.32187462</c:v>
                </c:pt>
                <c:pt idx="11">
                  <c:v>247593133.68442345</c:v>
                </c:pt>
                <c:pt idx="12">
                  <c:v>257899889.3759594</c:v>
                </c:pt>
                <c:pt idx="13">
                  <c:v>266947228.54120827</c:v>
                </c:pt>
                <c:pt idx="14">
                  <c:v>274922739.29221916</c:v>
                </c:pt>
                <c:pt idx="15">
                  <c:v>281969477.178133</c:v>
                </c:pt>
                <c:pt idx="16">
                  <c:v>288199725.9041271</c:v>
                </c:pt>
                <c:pt idx="17">
                  <c:v>293704907.09890556</c:v>
                </c:pt>
                <c:pt idx="18">
                  <c:v>298562307.39149666</c:v>
                </c:pt>
                <c:pt idx="19">
                  <c:v>302839427.5795765</c:v>
                </c:pt>
                <c:pt idx="20">
                  <c:v>306596665.48078156</c:v>
                </c:pt>
                <c:pt idx="21">
                  <c:v>309888892.4311104</c:v>
                </c:pt>
                <c:pt idx="22">
                  <c:v>312766335.6662197</c:v>
                </c:pt>
                <c:pt idx="23">
                  <c:v>315275054.7118912</c:v>
                </c:pt>
                <c:pt idx="24">
                  <c:v>317457203.1160526</c:v>
                </c:pt>
                <c:pt idx="25">
                  <c:v>319351195.24567604</c:v>
                </c:pt>
                <c:pt idx="26">
                  <c:v>320991847.3708954</c:v>
                </c:pt>
                <c:pt idx="27">
                  <c:v>322410528.4001026</c:v>
                </c:pt>
                <c:pt idx="28">
                  <c:v>323635334.24020195</c:v>
                </c:pt>
                <c:pt idx="29">
                  <c:v>324691287.2616596</c:v>
                </c:pt>
                <c:pt idx="30">
                  <c:v>325600555.880064</c:v>
                </c:pt>
                <c:pt idx="31">
                  <c:v>326382686.64907646</c:v>
                </c:pt>
                <c:pt idx="32">
                  <c:v>327054840.9279003</c:v>
                </c:pt>
                <c:pt idx="33">
                  <c:v>327632029.0715008</c:v>
                </c:pt>
                <c:pt idx="34">
                  <c:v>328127336.5050869</c:v>
                </c:pt>
                <c:pt idx="35">
                  <c:v>328552137.5710087</c:v>
                </c:pt>
                <c:pt idx="36">
                  <c:v>328916294.4501858</c:v>
                </c:pt>
                <c:pt idx="37">
                  <c:v>329228339.65563965</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329228339.65563965</c:v>
                </c:pt>
                <c:pt idx="38">
                  <c:v>329495641.5417843</c:v>
                </c:pt>
                <c:pt idx="39">
                  <c:v>329724552.97976303</c:v>
                </c:pt>
                <c:pt idx="40">
                  <c:v>329920543.8463135</c:v>
                </c:pt>
                <c:pt idx="41">
                  <c:v>330088318.29901505</c:v>
                </c:pt>
                <c:pt idx="42">
                  <c:v>330231918.00172234</c:v>
                </c:pt>
                <c:pt idx="43">
                  <c:v>330354812.5536823</c:v>
                </c:pt>
                <c:pt idx="44">
                  <c:v>330459978.3931408</c:v>
                </c:pt>
                <c:pt idx="45">
                  <c:v>330549967.4132004</c:v>
                </c:pt>
                <c:pt idx="46">
                  <c:v>330626966.46245384</c:v>
                </c:pt>
                <c:pt idx="47">
                  <c:v>330692848.8181515</c:v>
                </c:pt>
                <c:pt idx="48">
                  <c:v>330749218.62553596</c:v>
                </c:pt>
                <c:pt idx="49">
                  <c:v>330797449.19965744</c:v>
                </c:pt>
                <c:pt idx="50">
                  <c:v>330838715.9904442</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14645093.693502426</c:v>
                </c:pt>
                <c:pt idx="2">
                  <c:v>29242700.823898315</c:v>
                </c:pt>
                <c:pt idx="3">
                  <c:v>42327160.84872246</c:v>
                </c:pt>
                <c:pt idx="4">
                  <c:v>53263953.22087288</c:v>
                </c:pt>
                <c:pt idx="5">
                  <c:v>62128409.66526222</c:v>
                </c:pt>
                <c:pt idx="6">
                  <c:v>69278997.50924683</c:v>
                </c:pt>
                <c:pt idx="7">
                  <c:v>75086066.49361038</c:v>
                </c:pt>
                <c:pt idx="8">
                  <c:v>79844726.81961632</c:v>
                </c:pt>
                <c:pt idx="9">
                  <c:v>83772471.9119854</c:v>
                </c:pt>
                <c:pt idx="10">
                  <c:v>87028633.14453697</c:v>
                </c:pt>
                <c:pt idx="11">
                  <c:v>89733066.0699482</c:v>
                </c:pt>
                <c:pt idx="12">
                  <c:v>91979307.28318596</c:v>
                </c:pt>
                <c:pt idx="13">
                  <c:v>93842853.76237106</c:v>
                </c:pt>
                <c:pt idx="14">
                  <c:v>95386154.3113594</c:v>
                </c:pt>
                <c:pt idx="15">
                  <c:v>96661625.95576477</c:v>
                </c:pt>
                <c:pt idx="16">
                  <c:v>97713560.77006912</c:v>
                </c:pt>
                <c:pt idx="17">
                  <c:v>98579434.31270027</c:v>
                </c:pt>
                <c:pt idx="18">
                  <c:v>99290894.84257507</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99290894.84257507</c:v>
                </c:pt>
                <c:pt idx="19">
                  <c:v>99874575.19194984</c:v>
                </c:pt>
                <c:pt idx="20">
                  <c:v>100352794.08039856</c:v>
                </c:pt>
                <c:pt idx="21">
                  <c:v>100744175.80103493</c:v>
                </c:pt>
                <c:pt idx="22">
                  <c:v>101064200.03747559</c:v>
                </c:pt>
                <c:pt idx="23">
                  <c:v>101325687.01549911</c:v>
                </c:pt>
                <c:pt idx="24">
                  <c:v>101539221.55519295</c:v>
                </c:pt>
                <c:pt idx="25">
                  <c:v>101713519.86191368</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1012407.1833534241</c:v>
                </c:pt>
                <c:pt idx="2">
                  <c:v>2088933.1463127136</c:v>
                </c:pt>
                <c:pt idx="3">
                  <c:v>3223911.2558784485</c:v>
                </c:pt>
                <c:pt idx="4">
                  <c:v>4409282.044141769</c:v>
                </c:pt>
                <c:pt idx="5">
                  <c:v>5634824.475046158</c:v>
                </c:pt>
                <c:pt idx="6">
                  <c:v>6888633.347396851</c:v>
                </c:pt>
                <c:pt idx="7">
                  <c:v>8157799.158403397</c:v>
                </c:pt>
                <c:pt idx="8">
                  <c:v>9429202.029680252</c:v>
                </c:pt>
                <c:pt idx="9">
                  <c:v>10690306.105047226</c:v>
                </c:pt>
                <c:pt idx="10">
                  <c:v>11929843.94583702</c:v>
                </c:pt>
                <c:pt idx="11">
                  <c:v>13138310.002544403</c:v>
                </c:pt>
                <c:pt idx="12">
                  <c:v>14308226.921110153</c:v>
                </c:pt>
                <c:pt idx="13">
                  <c:v>15434193.310529709</c:v>
                </c:pt>
                <c:pt idx="14">
                  <c:v>16512754.693727493</c:v>
                </c:pt>
                <c:pt idx="15">
                  <c:v>17542155.463464737</c:v>
                </c:pt>
                <c:pt idx="16">
                  <c:v>18522030.12099266</c:v>
                </c:pt>
                <c:pt idx="17">
                  <c:v>19453082.091522217</c:v>
                </c:pt>
                <c:pt idx="18">
                  <c:v>20336783.930130005</c:v>
                </c:pt>
                <c:pt idx="19">
                  <c:v>21175118.376901627</c:v>
                </c:pt>
                <c:pt idx="20">
                  <c:v>21970368.0987072</c:v>
                </c:pt>
                <c:pt idx="21">
                  <c:v>22724953.92098427</c:v>
                </c:pt>
                <c:pt idx="22">
                  <c:v>23441316.643001556</c:v>
                </c:pt>
                <c:pt idx="23">
                  <c:v>24121835.37805748</c:v>
                </c:pt>
                <c:pt idx="24">
                  <c:v>24768774.91478157</c:v>
                </c:pt>
                <c:pt idx="25">
                  <c:v>25384255.13646698</c:v>
                </c:pt>
                <c:pt idx="26">
                  <c:v>25970236.540485382</c:v>
                </c:pt>
                <c:pt idx="27">
                  <c:v>26528517.03626442</c:v>
                </c:pt>
                <c:pt idx="28">
                  <c:v>27060736.28051567</c:v>
                </c:pt>
                <c:pt idx="29">
                  <c:v>27568384.744825363</c:v>
                </c:pt>
                <c:pt idx="30">
                  <c:v>28052815.47582245</c:v>
                </c:pt>
                <c:pt idx="31">
                  <c:v>28515257.10808754</c:v>
                </c:pt>
                <c:pt idx="32">
                  <c:v>28956827.145765305</c:v>
                </c:pt>
                <c:pt idx="33">
                  <c:v>29378544.866479874</c:v>
                </c:pt>
                <c:pt idx="34">
                  <c:v>29781343.445775986</c:v>
                </c:pt>
                <c:pt idx="35">
                  <c:v>30166081.07398796</c:v>
                </c:pt>
                <c:pt idx="36">
                  <c:v>30533550.957948685</c:v>
                </c:pt>
                <c:pt idx="37">
                  <c:v>30884490.18177986</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30884490.18177986</c:v>
                </c:pt>
                <c:pt idx="38">
                  <c:v>31219587.454652786</c:v>
                </c:pt>
                <c:pt idx="39">
                  <c:v>31539489.807027817</c:v>
                </c:pt>
                <c:pt idx="40">
                  <c:v>31844808.316604614</c:v>
                </c:pt>
                <c:pt idx="41">
                  <c:v>32136122.955062866</c:v>
                </c:pt>
                <c:pt idx="42">
                  <c:v>32413986.649900436</c:v>
                </c:pt>
                <c:pt idx="43">
                  <c:v>32678928.654584885</c:v>
                </c:pt>
                <c:pt idx="44">
                  <c:v>32931457.316186905</c:v>
                </c:pt>
                <c:pt idx="45">
                  <c:v>33172062.323854446</c:v>
                </c:pt>
                <c:pt idx="46">
                  <c:v>33401216.514795303</c:v>
                </c:pt>
                <c:pt idx="47">
                  <c:v>33619377.30719948</c:v>
                </c:pt>
                <c:pt idx="48">
                  <c:v>33826987.82224846</c:v>
                </c:pt>
                <c:pt idx="49">
                  <c:v>34024477.75022507</c:v>
                </c:pt>
                <c:pt idx="50">
                  <c:v>34212264.00895119</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-730174.3936748505</c:v>
                </c:pt>
                <c:pt idx="2">
                  <c:v>-1525307.186038971</c:v>
                </c:pt>
                <c:pt idx="3">
                  <c:v>-2380923.6101970673</c:v>
                </c:pt>
                <c:pt idx="4">
                  <c:v>-3289119.3014831543</c:v>
                </c:pt>
                <c:pt idx="5">
                  <c:v>-4238763.033477783</c:v>
                </c:pt>
                <c:pt idx="6">
                  <c:v>-5216217.784440994</c:v>
                </c:pt>
                <c:pt idx="7">
                  <c:v>-6206495.502960205</c:v>
                </c:pt>
                <c:pt idx="8">
                  <c:v>-7194623.820541382</c:v>
                </c:pt>
                <c:pt idx="9">
                  <c:v>-8166938.006587982</c:v>
                </c:pt>
                <c:pt idx="10">
                  <c:v>-9112050.043840408</c:v>
                </c:pt>
                <c:pt idx="11">
                  <c:v>-10021364.55104065</c:v>
                </c:pt>
                <c:pt idx="12">
                  <c:v>-10889147.828395844</c:v>
                </c:pt>
                <c:pt idx="13">
                  <c:v>-11712255.616579056</c:v>
                </c:pt>
                <c:pt idx="14">
                  <c:v>-12489664.021245956</c:v>
                </c:pt>
                <c:pt idx="15">
                  <c:v>-13221935.895181656</c:v>
                </c:pt>
                <c:pt idx="16">
                  <c:v>-13910716.311788559</c:v>
                </c:pt>
                <c:pt idx="17">
                  <c:v>-14558308.11609459</c:v>
                </c:pt>
                <c:pt idx="18">
                  <c:v>-15167344.733196259</c:v>
                </c:pt>
                <c:pt idx="19">
                  <c:v>-15740556.123025894</c:v>
                </c:pt>
                <c:pt idx="20">
                  <c:v>-16280613.32696724</c:v>
                </c:pt>
                <c:pt idx="21">
                  <c:v>-16790033.972524643</c:v>
                </c:pt>
                <c:pt idx="22">
                  <c:v>-17271132.11730385</c:v>
                </c:pt>
                <c:pt idx="23">
                  <c:v>-17725998.59477043</c:v>
                </c:pt>
                <c:pt idx="24">
                  <c:v>-18156501.19511223</c:v>
                </c:pt>
                <c:pt idx="25">
                  <c:v>-18564296.89691353</c:v>
                </c:pt>
                <c:pt idx="26">
                  <c:v>-18950850.710176468</c:v>
                </c:pt>
                <c:pt idx="27">
                  <c:v>-19317457.474092484</c:v>
                </c:pt>
                <c:pt idx="28">
                  <c:v>-19665264.24772644</c:v>
                </c:pt>
                <c:pt idx="29">
                  <c:v>-19995291.84042549</c:v>
                </c:pt>
                <c:pt idx="30">
                  <c:v>-20308454.64920616</c:v>
                </c:pt>
                <c:pt idx="31">
                  <c:v>-20605578.383743286</c:v>
                </c:pt>
                <c:pt idx="32">
                  <c:v>-20887415.528072357</c:v>
                </c:pt>
                <c:pt idx="33">
                  <c:v>-21154658.557533264</c:v>
                </c:pt>
                <c:pt idx="34">
                  <c:v>-21407951.03185463</c:v>
                </c:pt>
                <c:pt idx="35">
                  <c:v>-21647896.742975235</c:v>
                </c:pt>
                <c:pt idx="36">
                  <c:v>-21875067.124616623</c:v>
                </c:pt>
                <c:pt idx="37">
                  <c:v>-22090007.139749527</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-22090007.139749527</c:v>
                </c:pt>
                <c:pt idx="38">
                  <c:v>-22293239.85895729</c:v>
                </c:pt>
                <c:pt idx="39">
                  <c:v>-22485269.931930542</c:v>
                </c:pt>
                <c:pt idx="40">
                  <c:v>-22666586.138936996</c:v>
                </c:pt>
                <c:pt idx="41">
                  <c:v>-22837663.191282272</c:v>
                </c:pt>
                <c:pt idx="42">
                  <c:v>-22998962.930833817</c:v>
                </c:pt>
                <c:pt idx="43">
                  <c:v>-23150935.059827805</c:v>
                </c:pt>
                <c:pt idx="44">
                  <c:v>-23294017.51373291</c:v>
                </c:pt>
                <c:pt idx="45">
                  <c:v>-23428636.572706223</c:v>
                </c:pt>
                <c:pt idx="46">
                  <c:v>-23555206.791231155</c:v>
                </c:pt>
                <c:pt idx="47">
                  <c:v>-23674130.811035156</c:v>
                </c:pt>
                <c:pt idx="48">
                  <c:v>-23785799.109563828</c:v>
                </c:pt>
                <c:pt idx="49">
                  <c:v>-23890589.724931717</c:v>
                </c:pt>
                <c:pt idx="50">
                  <c:v>-23988867.98863411</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2259214.625307083</c:v>
                </c:pt>
                <c:pt idx="2">
                  <c:v>4902345.718753815</c:v>
                </c:pt>
                <c:pt idx="3">
                  <c:v>7664688.476064682</c:v>
                </c:pt>
                <c:pt idx="4">
                  <c:v>10264706.56662941</c:v>
                </c:pt>
                <c:pt idx="5">
                  <c:v>12545004.778100967</c:v>
                </c:pt>
                <c:pt idx="6">
                  <c:v>14480867.024736404</c:v>
                </c:pt>
                <c:pt idx="7">
                  <c:v>16113939.493282318</c:v>
                </c:pt>
                <c:pt idx="8">
                  <c:v>17499306.435747147</c:v>
                </c:pt>
                <c:pt idx="9">
                  <c:v>18683938.980112076</c:v>
                </c:pt>
                <c:pt idx="10">
                  <c:v>19702908.387971878</c:v>
                </c:pt>
                <c:pt idx="11">
                  <c:v>20581647.172855377</c:v>
                </c:pt>
                <c:pt idx="12">
                  <c:v>21339109.99992752</c:v>
                </c:pt>
                <c:pt idx="13">
                  <c:v>21990270.80659294</c:v>
                </c:pt>
                <c:pt idx="14">
                  <c:v>22547740.56041336</c:v>
                </c:pt>
                <c:pt idx="15">
                  <c:v>23022681.410429</c:v>
                </c:pt>
                <c:pt idx="16">
                  <c:v>23425252.458402634</c:v>
                </c:pt>
                <c:pt idx="17">
                  <c:v>23764783.408792496</c:v>
                </c:pt>
                <c:pt idx="18">
                  <c:v>24049813.949228287</c:v>
                </c:pt>
                <c:pt idx="19">
                  <c:v>24288084.386478424</c:v>
                </c:pt>
                <c:pt idx="20">
                  <c:v>24486523.817180634</c:v>
                </c:pt>
                <c:pt idx="21">
                  <c:v>24651256.0402565</c:v>
                </c:pt>
                <c:pt idx="22">
                  <c:v>24787628.034685135</c:v>
                </c:pt>
                <c:pt idx="23">
                  <c:v>24900258.030467987</c:v>
                </c:pt>
                <c:pt idx="24">
                  <c:v>24993097.206705093</c:v>
                </c:pt>
                <c:pt idx="25">
                  <c:v>25069498.743732452</c:v>
                </c:pt>
                <c:pt idx="26">
                  <c:v>25132288.916728973</c:v>
                </c:pt>
                <c:pt idx="27">
                  <c:v>25183836.29528618</c:v>
                </c:pt>
                <c:pt idx="28">
                  <c:v>25226116.458206177</c:v>
                </c:pt>
                <c:pt idx="29">
                  <c:v>25260770.75030327</c:v>
                </c:pt>
                <c:pt idx="30">
                  <c:v>25289158.446725845</c:v>
                </c:pt>
                <c:pt idx="31">
                  <c:v>25312402.270204544</c:v>
                </c:pt>
                <c:pt idx="32">
                  <c:v>25331427.57518387</c:v>
                </c:pt>
                <c:pt idx="33">
                  <c:v>25346995.722702026</c:v>
                </c:pt>
                <c:pt idx="34">
                  <c:v>25359732.268213272</c:v>
                </c:pt>
                <c:pt idx="35">
                  <c:v>25370150.608930588</c:v>
                </c:pt>
                <c:pt idx="36">
                  <c:v>25378671.71572876</c:v>
                </c:pt>
                <c:pt idx="37">
                  <c:v>25385640.527231216</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25385640.527231216</c:v>
                </c:pt>
                <c:pt idx="38">
                  <c:v>25391339.52389908</c:v>
                </c:pt>
                <c:pt idx="39">
                  <c:v>25395999.936208725</c:v>
                </c:pt>
                <c:pt idx="40">
                  <c:v>25399810.978940964</c:v>
                </c:pt>
                <c:pt idx="41">
                  <c:v>25402927.44577217</c:v>
                </c:pt>
                <c:pt idx="42">
                  <c:v>25405475.946609497</c:v>
                </c:pt>
                <c:pt idx="43">
                  <c:v>25407560.02450943</c:v>
                </c:pt>
                <c:pt idx="44">
                  <c:v>25409264.34978676</c:v>
                </c:pt>
                <c:pt idx="45">
                  <c:v>25410658.155330658</c:v>
                </c:pt>
                <c:pt idx="46">
                  <c:v>25411798.048936844</c:v>
                </c:pt>
                <c:pt idx="47">
                  <c:v>25412730.314645767</c:v>
                </c:pt>
                <c:pt idx="48">
                  <c:v>25413492.79537201</c:v>
                </c:pt>
                <c:pt idx="49">
                  <c:v>25414116.43260765</c:v>
                </c:pt>
                <c:pt idx="50">
                  <c:v>25414626.525485992</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2026-2030 Sum.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-1749041.8000850677</c:v>
                </c:pt>
                <c:pt idx="2">
                  <c:v>-3493777.932701111</c:v>
                </c:pt>
                <c:pt idx="3">
                  <c:v>-5234301.955545425</c:v>
                </c:pt>
                <c:pt idx="4">
                  <c:v>-6970719.950401306</c:v>
                </c:pt>
                <c:pt idx="5">
                  <c:v>-8703150.568361282</c:v>
                </c:pt>
                <c:pt idx="6">
                  <c:v>-10431724.985984802</c:v>
                </c:pt>
                <c:pt idx="7">
                  <c:v>-12156586.767812729</c:v>
                </c:pt>
                <c:pt idx="8">
                  <c:v>-13877891.631824493</c:v>
                </c:pt>
                <c:pt idx="9">
                  <c:v>-15595807.115642548</c:v>
                </c:pt>
                <c:pt idx="10">
                  <c:v>-17310512.142671585</c:v>
                </c:pt>
                <c:pt idx="11">
                  <c:v>-19022196.488832474</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-19022196.488832474</c:v>
                </c:pt>
                <c:pt idx="12">
                  <c:v>-20731060.152132034</c:v>
                </c:pt>
                <c:pt idx="13">
                  <c:v>-22437312.628831863</c:v>
                </c:pt>
                <c:pt idx="14">
                  <c:v>-24141172.101564407</c:v>
                </c:pt>
                <c:pt idx="15">
                  <c:v>-25842864.546318054</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-1990187.3199253082</c:v>
                </c:pt>
                <c:pt idx="2">
                  <c:v>-3980367.2660045624</c:v>
                </c:pt>
                <c:pt idx="3">
                  <c:v>-5970539.8797130585</c:v>
                </c:pt>
                <c:pt idx="4">
                  <c:v>-7960705.202707291</c:v>
                </c:pt>
                <c:pt idx="5">
                  <c:v>-9950863.27681923</c:v>
                </c:pt>
                <c:pt idx="6">
                  <c:v>-11941014.144050598</c:v>
                </c:pt>
                <c:pt idx="7">
                  <c:v>-13931157.846578598</c:v>
                </c:pt>
                <c:pt idx="8">
                  <c:v>-15921294.426755905</c:v>
                </c:pt>
                <c:pt idx="9">
                  <c:v>-17911423.92710495</c:v>
                </c:pt>
                <c:pt idx="10">
                  <c:v>-19901546.39031601</c:v>
                </c:pt>
                <c:pt idx="11">
                  <c:v>-21891661.859254837</c:v>
                </c:pt>
                <c:pt idx="12">
                  <c:v>-23881770.376953125</c:v>
                </c:pt>
                <c:pt idx="13">
                  <c:v>-25871871.986610413</c:v>
                </c:pt>
                <c:pt idx="14">
                  <c:v>-27861966.73159218</c:v>
                </c:pt>
                <c:pt idx="15">
                  <c:v>-29852054.655433655</c:v>
                </c:pt>
                <c:pt idx="16">
                  <c:v>-31842135.801828384</c:v>
                </c:pt>
                <c:pt idx="17">
                  <c:v>-33832210.21464348</c:v>
                </c:pt>
                <c:pt idx="18">
                  <c:v>-35822277.93790054</c:v>
                </c:pt>
                <c:pt idx="19">
                  <c:v>-37812339.01578522</c:v>
                </c:pt>
                <c:pt idx="20">
                  <c:v>-39802393.49264717</c:v>
                </c:pt>
                <c:pt idx="21">
                  <c:v>-41792441.41299057</c:v>
                </c:pt>
                <c:pt idx="22">
                  <c:v>-43782482.82148361</c:v>
                </c:pt>
                <c:pt idx="23">
                  <c:v>-45772517.76294899</c:v>
                </c:pt>
                <c:pt idx="24">
                  <c:v>-47762546.28236961</c:v>
                </c:pt>
                <c:pt idx="25">
                  <c:v>-49752568.424879074</c:v>
                </c:pt>
                <c:pt idx="26">
                  <c:v>-51742584.23576546</c:v>
                </c:pt>
                <c:pt idx="27">
                  <c:v>-53732593.760477066</c:v>
                </c:pt>
                <c:pt idx="28">
                  <c:v>-55722597.044605255</c:v>
                </c:pt>
                <c:pt idx="29">
                  <c:v>-57712594.133901596</c:v>
                </c:pt>
                <c:pt idx="30">
                  <c:v>-59702585.074258804</c:v>
                </c:pt>
                <c:pt idx="31">
                  <c:v>-61692569.91172218</c:v>
                </c:pt>
                <c:pt idx="32">
                  <c:v>-63682548.692489624</c:v>
                </c:pt>
                <c:pt idx="33">
                  <c:v>-65672521.46289635</c:v>
                </c:pt>
                <c:pt idx="34">
                  <c:v>-67662488.26943016</c:v>
                </c:pt>
                <c:pt idx="35">
                  <c:v>-69652449.15871811</c:v>
                </c:pt>
                <c:pt idx="36">
                  <c:v>-71642404.1775322</c:v>
                </c:pt>
                <c:pt idx="37">
                  <c:v>-73632353.37278938</c:v>
                </c:pt>
                <c:pt idx="38">
                  <c:v>-75622296.79154015</c:v>
                </c:pt>
                <c:pt idx="39">
                  <c:v>-77612234.48098183</c:v>
                </c:pt>
                <c:pt idx="40">
                  <c:v>-79602166.48844337</c:v>
                </c:pt>
                <c:pt idx="41">
                  <c:v>-81592092.86139107</c:v>
                </c:pt>
                <c:pt idx="42">
                  <c:v>-83582013.64743423</c:v>
                </c:pt>
                <c:pt idx="43">
                  <c:v>-85571928.89430809</c:v>
                </c:pt>
                <c:pt idx="44">
                  <c:v>-87561838.64988518</c:v>
                </c:pt>
                <c:pt idx="45">
                  <c:v>-89551742.96216774</c:v>
                </c:pt>
                <c:pt idx="46">
                  <c:v>-91541641.87928963</c:v>
                </c:pt>
                <c:pt idx="47">
                  <c:v>-93531535.44951439</c:v>
                </c:pt>
                <c:pt idx="48">
                  <c:v>-95521423.72123146</c:v>
                </c:pt>
                <c:pt idx="49">
                  <c:v>-97511306.74296188</c:v>
                </c:pt>
                <c:pt idx="50">
                  <c:v>-99501184.56334305</c:v>
                </c:pt>
                <c:pt idx="51">
                  <c:v>-101491057.23114586</c:v>
                </c:pt>
                <c:pt idx="52">
                  <c:v>-103480924.79525566</c:v>
                </c:pt>
                <c:pt idx="53">
                  <c:v>-105470787.3046875</c:v>
                </c:pt>
                <c:pt idx="54">
                  <c:v>-107460644.80856895</c:v>
                </c:pt>
                <c:pt idx="55">
                  <c:v>-109450497.35614967</c:v>
                </c:pt>
                <c:pt idx="56">
                  <c:v>-111440344.99679756</c:v>
                </c:pt>
                <c:pt idx="57">
                  <c:v>-113430187.77999306</c:v>
                </c:pt>
                <c:pt idx="58">
                  <c:v>-115420025.75533295</c:v>
                </c:pt>
                <c:pt idx="59">
                  <c:v>-117409858.97252846</c:v>
                </c:pt>
                <c:pt idx="60">
                  <c:v>-119399687.48139954</c:v>
                </c:pt>
                <c:pt idx="61">
                  <c:v>-121389511.33187866</c:v>
                </c:pt>
                <c:pt idx="62">
                  <c:v>-123379330.57400513</c:v>
                </c:pt>
                <c:pt idx="63">
                  <c:v>-125369145.25792885</c:v>
                </c:pt>
                <c:pt idx="64">
                  <c:v>-127358955.43390465</c:v>
                </c:pt>
                <c:pt idx="65">
                  <c:v>-129348761.15229034</c:v>
                </c:pt>
                <c:pt idx="66">
                  <c:v>-131338562.46354866</c:v>
                </c:pt>
                <c:pt idx="67">
                  <c:v>-133328359.4182415</c:v>
                </c:pt>
                <c:pt idx="68">
                  <c:v>-135318152.06703377</c:v>
                </c:pt>
                <c:pt idx="69">
                  <c:v>-137307940.46068954</c:v>
                </c:pt>
                <c:pt idx="70">
                  <c:v>-139297724.65006828</c:v>
                </c:pt>
                <c:pt idx="71">
                  <c:v>-141287504.68612862</c:v>
                </c:pt>
                <c:pt idx="72">
                  <c:v>-143277280.61991692</c:v>
                </c:pt>
                <c:pt idx="73">
                  <c:v>-145267052.50258255</c:v>
                </c:pt>
                <c:pt idx="74">
                  <c:v>-147256820.385355</c:v>
                </c:pt>
                <c:pt idx="75">
                  <c:v>-149246584.3195629</c:v>
                </c:pt>
                <c:pt idx="76">
                  <c:v>-151236344.35661888</c:v>
                </c:pt>
                <c:pt idx="77">
                  <c:v>-153226100.54802513</c:v>
                </c:pt>
                <c:pt idx="78">
                  <c:v>-155215852.9453659</c:v>
                </c:pt>
                <c:pt idx="79">
                  <c:v>-157205601.6003132</c:v>
                </c:pt>
                <c:pt idx="80">
                  <c:v>-159195346.56461906</c:v>
                </c:pt>
                <c:pt idx="81">
                  <c:v>-161185087.89011574</c:v>
                </c:pt>
                <c:pt idx="82">
                  <c:v>-163174825.62871742</c:v>
                </c:pt>
                <c:pt idx="83">
                  <c:v>-165164559.83241463</c:v>
                </c:pt>
                <c:pt idx="84">
                  <c:v>-167154290.55327606</c:v>
                </c:pt>
                <c:pt idx="85">
                  <c:v>-169144017.84344292</c:v>
                </c:pt>
                <c:pt idx="86">
                  <c:v>-171133741.75512886</c:v>
                </c:pt>
                <c:pt idx="87">
                  <c:v>-173123462.34062004</c:v>
                </c:pt>
                <c:pt idx="88">
                  <c:v>-175113179.652277</c:v>
                </c:pt>
                <c:pt idx="89">
                  <c:v>-177102893.7425232</c:v>
                </c:pt>
                <c:pt idx="90">
                  <c:v>-179092604.66385078</c:v>
                </c:pt>
                <c:pt idx="91">
                  <c:v>-181082312.46882057</c:v>
                </c:pt>
                <c:pt idx="92">
                  <c:v>-183072017.21005058</c:v>
                </c:pt>
                <c:pt idx="93">
                  <c:v>-185061718.9402275</c:v>
                </c:pt>
                <c:pt idx="94">
                  <c:v>-187051417.71209335</c:v>
                </c:pt>
                <c:pt idx="95">
                  <c:v>-189041113.57845497</c:v>
                </c:pt>
                <c:pt idx="96">
                  <c:v>-191030806.59217262</c:v>
                </c:pt>
                <c:pt idx="97">
                  <c:v>-193020496.80616188</c:v>
                </c:pt>
                <c:pt idx="98">
                  <c:v>-195010184.27339554</c:v>
                </c:pt>
                <c:pt idx="99">
                  <c:v>-196999869.0468979</c:v>
                </c:pt>
                <c:pt idx="100">
                  <c:v>-198989551.17974472</c:v>
                </c:pt>
                <c:pt idx="101">
                  <c:v>-200979230.72506142</c:v>
                </c:pt>
                <c:pt idx="102">
                  <c:v>-202968907.73601723</c:v>
                </c:pt>
                <c:pt idx="103">
                  <c:v>-204958582.2658348</c:v>
                </c:pt>
                <c:pt idx="104">
                  <c:v>-206948254.36777687</c:v>
                </c:pt>
                <c:pt idx="105">
                  <c:v>-208937924.09515</c:v>
                </c:pt>
                <c:pt idx="106">
                  <c:v>-210927591.5013008</c:v>
                </c:pt>
                <c:pt idx="107">
                  <c:v>-212917256.63961983</c:v>
                </c:pt>
                <c:pt idx="108">
                  <c:v>-214906919.56352997</c:v>
                </c:pt>
                <c:pt idx="109">
                  <c:v>-216896580.32649422</c:v>
                </c:pt>
                <c:pt idx="110">
                  <c:v>-218886238.9820137</c:v>
                </c:pt>
                <c:pt idx="111">
                  <c:v>-220875895.58361435</c:v>
                </c:pt>
                <c:pt idx="112">
                  <c:v>-222865550.18486214</c:v>
                </c:pt>
                <c:pt idx="113">
                  <c:v>-224855202.83934784</c:v>
                </c:pt>
                <c:pt idx="114">
                  <c:v>-226844853.60069275</c:v>
                </c:pt>
                <c:pt idx="115">
                  <c:v>-228834502.52254295</c:v>
                </c:pt>
                <c:pt idx="116">
                  <c:v>-230824149.65857315</c:v>
                </c:pt>
                <c:pt idx="117">
                  <c:v>-232813795.0624771</c:v>
                </c:pt>
                <c:pt idx="118">
                  <c:v>-234803438.7879734</c:v>
                </c:pt>
                <c:pt idx="119">
                  <c:v>-236793080.88880348</c:v>
                </c:pt>
                <c:pt idx="120">
                  <c:v>-238782721.41871834</c:v>
                </c:pt>
                <c:pt idx="121">
                  <c:v>-240772360.43149376</c:v>
                </c:pt>
                <c:pt idx="122">
                  <c:v>-242761997.98091888</c:v>
                </c:pt>
                <c:pt idx="123">
                  <c:v>-244751634.1207943</c:v>
                </c:pt>
                <c:pt idx="124">
                  <c:v>-246741268.90493774</c:v>
                </c:pt>
                <c:pt idx="125">
                  <c:v>-248730902.38716888</c:v>
                </c:pt>
                <c:pt idx="126">
                  <c:v>-250720534.62132454</c:v>
                </c:pt>
                <c:pt idx="127">
                  <c:v>-252710165.66124344</c:v>
                </c:pt>
                <c:pt idx="128">
                  <c:v>-254699795.56077003</c:v>
                </c:pt>
                <c:pt idx="129">
                  <c:v>-256689424.3737545</c:v>
                </c:pt>
                <c:pt idx="130">
                  <c:v>-258679052.15405083</c:v>
                </c:pt>
                <c:pt idx="131">
                  <c:v>-260668678.95550537</c:v>
                </c:pt>
                <c:pt idx="132">
                  <c:v>-262658304.83197212</c:v>
                </c:pt>
                <c:pt idx="133">
                  <c:v>-264647929.83729744</c:v>
                </c:pt>
                <c:pt idx="134">
                  <c:v>-266637554.02532578</c:v>
                </c:pt>
                <c:pt idx="135">
                  <c:v>-268627177.44989204</c:v>
                </c:pt>
                <c:pt idx="136">
                  <c:v>-270616800.16482735</c:v>
                </c:pt>
                <c:pt idx="137">
                  <c:v>-272606422.22395134</c:v>
                </c:pt>
                <c:pt idx="138">
                  <c:v>-274596043.6810703</c:v>
                </c:pt>
                <c:pt idx="139">
                  <c:v>-276585664.589983</c:v>
                </c:pt>
                <c:pt idx="140">
                  <c:v>-278575285.0044708</c:v>
                </c:pt>
                <c:pt idx="141">
                  <c:v>-280564904.9782963</c:v>
                </c:pt>
                <c:pt idx="142">
                  <c:v>-282554524.56521416</c:v>
                </c:pt>
                <c:pt idx="143">
                  <c:v>-284544143.81894684</c:v>
                </c:pt>
                <c:pt idx="144">
                  <c:v>-286533762.79320526</c:v>
                </c:pt>
                <c:pt idx="145">
                  <c:v>-288523381.54167366</c:v>
                </c:pt>
                <c:pt idx="146">
                  <c:v>-290513000.1180172</c:v>
                </c:pt>
                <c:pt idx="147">
                  <c:v>-292502618.5758667</c:v>
                </c:pt>
                <c:pt idx="148">
                  <c:v>-294492236.9688339</c:v>
                </c:pt>
                <c:pt idx="149">
                  <c:v>-296481855.3504963</c:v>
                </c:pt>
                <c:pt idx="150">
                  <c:v>-298471473.7744045</c:v>
                </c:pt>
                <c:pt idx="151">
                  <c:v>-300461092.2940769</c:v>
                </c:pt>
                <c:pt idx="152">
                  <c:v>-302450710.9629917</c:v>
                </c:pt>
                <c:pt idx="153">
                  <c:v>-304440329.83460045</c:v>
                </c:pt>
                <c:pt idx="154">
                  <c:v>-306429948.9623127</c:v>
                </c:pt>
                <c:pt idx="155">
                  <c:v>-308419568.3994999</c:v>
                </c:pt>
                <c:pt idx="156">
                  <c:v>-310409188.1994934</c:v>
                </c:pt>
                <c:pt idx="157">
                  <c:v>-312398808.4155865</c:v>
                </c:pt>
                <c:pt idx="158">
                  <c:v>-314388429.1010227</c:v>
                </c:pt>
                <c:pt idx="159">
                  <c:v>-316378050.30900764</c:v>
                </c:pt>
                <c:pt idx="160">
                  <c:v>-318367672.0926933</c:v>
                </c:pt>
                <c:pt idx="161">
                  <c:v>-320357294.505188</c:v>
                </c:pt>
                <c:pt idx="162">
                  <c:v>-322346917.59955025</c:v>
                </c:pt>
                <c:pt idx="163">
                  <c:v>-324336541.4287853</c:v>
                </c:pt>
                <c:pt idx="164">
                  <c:v>-326326166.04584694</c:v>
                </c:pt>
                <c:pt idx="165">
                  <c:v>-328315791.5036373</c:v>
                </c:pt>
                <c:pt idx="166">
                  <c:v>-330305417.85499763</c:v>
                </c:pt>
                <c:pt idx="167">
                  <c:v>-332295045.15271187</c:v>
                </c:pt>
                <c:pt idx="168">
                  <c:v>-334284673.4495106</c:v>
                </c:pt>
                <c:pt idx="169">
                  <c:v>-336274302.79805946</c:v>
                </c:pt>
                <c:pt idx="170">
                  <c:v>-338263933.2509651</c:v>
                </c:pt>
                <c:pt idx="171">
                  <c:v>-340253564.86076546</c:v>
                </c:pt>
                <c:pt idx="172">
                  <c:v>-342243197.67993546</c:v>
                </c:pt>
                <c:pt idx="173">
                  <c:v>-344232831.76088905</c:v>
                </c:pt>
                <c:pt idx="174">
                  <c:v>-346222467.155962</c:v>
                </c:pt>
                <c:pt idx="175">
                  <c:v>-348212103.9174309</c:v>
                </c:pt>
                <c:pt idx="176">
                  <c:v>-350201742.0974922</c:v>
                </c:pt>
                <c:pt idx="177">
                  <c:v>-352191381.74827766</c:v>
                </c:pt>
                <c:pt idx="178">
                  <c:v>-354181022.92183495</c:v>
                </c:pt>
                <c:pt idx="179">
                  <c:v>-356170665.67014885</c:v>
                </c:pt>
                <c:pt idx="180">
                  <c:v>-358160310.0451164</c:v>
                </c:pt>
                <c:pt idx="181">
                  <c:v>-360149956.09856224</c:v>
                </c:pt>
                <c:pt idx="182">
                  <c:v>-362139603.88222694</c:v>
                </c:pt>
                <c:pt idx="183">
                  <c:v>-364129253.4477711</c:v>
                </c:pt>
                <c:pt idx="184">
                  <c:v>-366118904.84677696</c:v>
                </c:pt>
                <c:pt idx="185">
                  <c:v>-368108558.1307316</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-368108558.1307316</c:v>
                </c:pt>
                <c:pt idx="186">
                  <c:v>-370098213.3510494</c:v>
                </c:pt>
                <c:pt idx="187">
                  <c:v>-372087870.5590458</c:v>
                </c:pt>
                <c:pt idx="188">
                  <c:v>-374077529.805954</c:v>
                </c:pt>
                <c:pt idx="189">
                  <c:v>-376067191.14291954</c:v>
                </c:pt>
                <c:pt idx="190">
                  <c:v>-378056854.62098885</c:v>
                </c:pt>
                <c:pt idx="191">
                  <c:v>-380046520.2911186</c:v>
                </c:pt>
                <c:pt idx="192">
                  <c:v>-382036188.20417404</c:v>
                </c:pt>
                <c:pt idx="193">
                  <c:v>-384025858.410923</c:v>
                </c:pt>
                <c:pt idx="194">
                  <c:v>-386015530.9620342</c:v>
                </c:pt>
                <c:pt idx="195">
                  <c:v>-388005205.90808105</c:v>
                </c:pt>
                <c:pt idx="196">
                  <c:v>-389994883.29953384</c:v>
                </c:pt>
                <c:pt idx="197">
                  <c:v>-391984563.18676376</c:v>
                </c:pt>
                <c:pt idx="198">
                  <c:v>-393974245.6200409</c:v>
                </c:pt>
                <c:pt idx="199">
                  <c:v>-395963930.6495285</c:v>
                </c:pt>
                <c:pt idx="200">
                  <c:v>-397953618.32528305</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2630330.7608470917</c:v>
                </c:pt>
                <c:pt idx="2">
                  <c:v>5979642.146644592</c:v>
                </c:pt>
                <c:pt idx="3">
                  <c:v>10063091.842596054</c:v>
                </c:pt>
                <c:pt idx="4">
                  <c:v>14847351.992218018</c:v>
                </c:pt>
                <c:pt idx="5">
                  <c:v>20241608.36990738</c:v>
                </c:pt>
                <c:pt idx="6">
                  <c:v>26099075.401025772</c:v>
                </c:pt>
                <c:pt idx="7">
                  <c:v>32231510.84153557</c:v>
                </c:pt>
                <c:pt idx="8">
                  <c:v>38434042.94908333</c:v>
                </c:pt>
                <c:pt idx="9">
                  <c:v>44512934.22892761</c:v>
                </c:pt>
                <c:pt idx="10">
                  <c:v>50307909.858839035</c:v>
                </c:pt>
                <c:pt idx="11">
                  <c:v>55703898.438186646</c:v>
                </c:pt>
                <c:pt idx="12">
                  <c:v>60631927.64427376</c:v>
                </c:pt>
                <c:pt idx="13">
                  <c:v>65062441.61304474</c:v>
                </c:pt>
                <c:pt idx="14">
                  <c:v>68995260.23316383</c:v>
                </c:pt>
                <c:pt idx="15">
                  <c:v>72449481.7596283</c:v>
                </c:pt>
                <c:pt idx="16">
                  <c:v>75455118.48064232</c:v>
                </c:pt>
                <c:pt idx="17">
                  <c:v>78047009.02114296</c:v>
                </c:pt>
                <c:pt idx="18">
                  <c:v>80260830.19350433</c:v>
                </c:pt>
                <c:pt idx="19">
                  <c:v>82130747.26149178</c:v>
                </c:pt>
                <c:pt idx="20">
                  <c:v>83688213.4836216</c:v>
                </c:pt>
                <c:pt idx="21">
                  <c:v>84961511.97854424</c:v>
                </c:pt>
                <c:pt idx="22">
                  <c:v>85975740.80124474</c:v>
                </c:pt>
                <c:pt idx="23">
                  <c:v>86753038.13164902</c:v>
                </c:pt>
                <c:pt idx="24">
                  <c:v>87312917.6825695</c:v>
                </c:pt>
                <c:pt idx="25">
                  <c:v>87672635.69975662</c:v>
                </c:pt>
                <c:pt idx="26">
                  <c:v>87847544.93627357</c:v>
                </c:pt>
                <c:pt idx="27">
                  <c:v>87851412.6771183</c:v>
                </c:pt>
                <c:pt idx="28">
                  <c:v>87696693.26402473</c:v>
                </c:pt>
                <c:pt idx="29">
                  <c:v>87394753.50699425</c:v>
                </c:pt>
                <c:pt idx="30">
                  <c:v>86956053.8270073</c:v>
                </c:pt>
                <c:pt idx="31">
                  <c:v>86390290.24037743</c:v>
                </c:pt>
                <c:pt idx="32">
                  <c:v>85706503.20255852</c:v>
                </c:pt>
                <c:pt idx="33">
                  <c:v>84913159.41368484</c:v>
                </c:pt>
                <c:pt idx="34">
                  <c:v>84018212.29544258</c:v>
                </c:pt>
                <c:pt idx="35">
                  <c:v>83029146.2026596</c:v>
                </c:pt>
                <c:pt idx="36">
                  <c:v>81953008.6777134</c:v>
                </c:pt>
                <c:pt idx="37">
                  <c:v>80796434.28410149</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80796434.28410149</c:v>
                </c:pt>
                <c:pt idx="38">
                  <c:v>79565662.82455635</c:v>
                </c:pt>
                <c:pt idx="39">
                  <c:v>78266554.09205055</c:v>
                </c:pt>
                <c:pt idx="40">
                  <c:v>76904600.7351532</c:v>
                </c:pt>
                <c:pt idx="41">
                  <c:v>75484940.34742928</c:v>
                </c:pt>
                <c:pt idx="42">
                  <c:v>74012367.51082039</c:v>
                </c:pt>
                <c:pt idx="43">
                  <c:v>72491346.22759056</c:v>
                </c:pt>
                <c:pt idx="44">
                  <c:v>70926022.9539814</c:v>
                </c:pt>
                <c:pt idx="45">
                  <c:v>69320240.28981972</c:v>
                </c:pt>
                <c:pt idx="46">
                  <c:v>67677551.27037048</c:v>
                </c:pt>
                <c:pt idx="47">
                  <c:v>66001234.13916588</c:v>
                </c:pt>
                <c:pt idx="48">
                  <c:v>64294307.4436512</c:v>
                </c:pt>
                <c:pt idx="49">
                  <c:v>62559545.28134918</c:v>
                </c:pt>
                <c:pt idx="50">
                  <c:v>60799492.52590752</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30546950.251226425</c:v>
                </c:pt>
                <c:pt idx="2">
                  <c:v>64124159.67324829</c:v>
                </c:pt>
                <c:pt idx="3">
                  <c:v>100686157.82098198</c:v>
                </c:pt>
                <c:pt idx="4">
                  <c:v>140083578.89035988</c:v>
                </c:pt>
                <c:pt idx="5">
                  <c:v>182053819.29504967</c:v>
                </c:pt>
                <c:pt idx="6">
                  <c:v>226221255.72493172</c:v>
                </c:pt>
                <c:pt idx="7">
                  <c:v>272108989.2551346</c:v>
                </c:pt>
                <c:pt idx="8">
                  <c:v>319162163.027689</c:v>
                </c:pt>
                <c:pt idx="9">
                  <c:v>366780584.7163391</c:v>
                </c:pt>
                <c:pt idx="10">
                  <c:v>414356357.5343094</c:v>
                </c:pt>
                <c:pt idx="11">
                  <c:v>461311164.5751972</c:v>
                </c:pt>
                <c:pt idx="12">
                  <c:v>507128115.7694073</c:v>
                </c:pt>
                <c:pt idx="13">
                  <c:v>551374515.7365932</c:v>
                </c:pt>
                <c:pt idx="14">
                  <c:v>593713996.8596706</c:v>
                </c:pt>
                <c:pt idx="15">
                  <c:v>633908505.5007954</c:v>
                </c:pt>
                <c:pt idx="16">
                  <c:v>671812108.9340801</c:v>
                </c:pt>
                <c:pt idx="17">
                  <c:v>707359294.311388</c:v>
                </c:pt>
                <c:pt idx="18">
                  <c:v>740550434.9164143</c:v>
                </c:pt>
                <c:pt idx="19">
                  <c:v>771436641.2808399</c:v>
                </c:pt>
                <c:pt idx="20">
                  <c:v>800105559.6581249</c:v>
                </c:pt>
                <c:pt idx="21">
                  <c:v>826669031.1525402</c:v>
                </c:pt>
                <c:pt idx="22">
                  <c:v>851252996.0739536</c:v>
                </c:pt>
                <c:pt idx="23">
                  <c:v>873989658.0371208</c:v>
                </c:pt>
                <c:pt idx="24">
                  <c:v>895011700.5098705</c:v>
                </c:pt>
                <c:pt idx="25">
                  <c:v>914448242.2155552</c:v>
                </c:pt>
                <c:pt idx="26">
                  <c:v>932422190.0434647</c:v>
                </c:pt>
                <c:pt idx="27">
                  <c:v>949048667.0984478</c:v>
                </c:pt>
                <c:pt idx="28">
                  <c:v>964434235.7558994</c:v>
                </c:pt>
                <c:pt idx="29">
                  <c:v>978676685.7002449</c:v>
                </c:pt>
                <c:pt idx="30">
                  <c:v>991865205.9428043</c:v>
                </c:pt>
                <c:pt idx="31">
                  <c:v>1004080803.2434177</c:v>
                </c:pt>
                <c:pt idx="32">
                  <c:v>1015396865.5293846</c:v>
                </c:pt>
                <c:pt idx="33">
                  <c:v>1025879797.7548332</c:v>
                </c:pt>
                <c:pt idx="34">
                  <c:v>1035589679.9147415</c:v>
                </c:pt>
                <c:pt idx="35">
                  <c:v>1044580913.6702175</c:v>
                </c:pt>
                <c:pt idx="36">
                  <c:v>1052902836.3398018</c:v>
                </c:pt>
                <c:pt idx="37">
                  <c:v>1060600289.8493214</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1060600289.8493214</c:v>
                </c:pt>
                <c:pt idx="38">
                  <c:v>1067714138.4412346</c:v>
                </c:pt>
                <c:pt idx="39">
                  <c:v>1074281733.1935406</c:v>
                </c:pt>
                <c:pt idx="40">
                  <c:v>1080337324.2125988</c:v>
                </c:pt>
                <c:pt idx="41">
                  <c:v>1085912423.1430492</c:v>
                </c:pt>
                <c:pt idx="42">
                  <c:v>1091036119.6821117</c:v>
                </c:pt>
                <c:pt idx="43">
                  <c:v>1095735356.3164005</c:v>
                </c:pt>
                <c:pt idx="44">
                  <c:v>1100035165.6795979</c:v>
                </c:pt>
                <c:pt idx="45">
                  <c:v>1103958874.8760204</c:v>
                </c:pt>
                <c:pt idx="46">
                  <c:v>1107528280.91255</c:v>
                </c:pt>
                <c:pt idx="47">
                  <c:v>1110763801.0891914</c:v>
                </c:pt>
                <c:pt idx="48">
                  <c:v>1113684601.8584118</c:v>
                </c:pt>
                <c:pt idx="49">
                  <c:v>1116308709.3044624</c:v>
                </c:pt>
                <c:pt idx="50">
                  <c:v>1118653104.0352478</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19195820.671539307</c:v>
                </c:pt>
                <c:pt idx="2">
                  <c:v>39131195.04578972</c:v>
                </c:pt>
                <c:pt idx="3">
                  <c:v>59401751.56572342</c:v>
                </c:pt>
                <c:pt idx="4">
                  <c:v>79581860.04354286</c:v>
                </c:pt>
                <c:pt idx="5">
                  <c:v>99267212.84863853</c:v>
                </c:pt>
                <c:pt idx="6">
                  <c:v>118111549.68574333</c:v>
                </c:pt>
                <c:pt idx="7">
                  <c:v>135850271.50863075</c:v>
                </c:pt>
                <c:pt idx="8">
                  <c:v>152308482.39226532</c:v>
                </c:pt>
                <c:pt idx="9">
                  <c:v>167395605.4999485</c:v>
                </c:pt>
                <c:pt idx="10">
                  <c:v>181091337.83025932</c:v>
                </c:pt>
                <c:pt idx="11">
                  <c:v>193428035.3450184</c:v>
                </c:pt>
                <c:pt idx="12">
                  <c:v>204473443.5885868</c:v>
                </c:pt>
                <c:pt idx="13">
                  <c:v>214316037.3870411</c:v>
                </c:pt>
                <c:pt idx="14">
                  <c:v>223053810.2138729</c:v>
                </c:pt>
                <c:pt idx="15">
                  <c:v>230786426.1974392</c:v>
                </c:pt>
                <c:pt idx="16">
                  <c:v>237610188.5675907</c:v>
                </c:pt>
                <c:pt idx="17">
                  <c:v>243615144.46972084</c:v>
                </c:pt>
                <c:pt idx="18">
                  <c:v>248883691.30550575</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248883691.30550575</c:v>
                </c:pt>
                <c:pt idx="19">
                  <c:v>253490168.79429054</c:v>
                </c:pt>
                <c:pt idx="20">
                  <c:v>257501052.7451687</c:v>
                </c:pt>
                <c:pt idx="21">
                  <c:v>260975482.5193081</c:v>
                </c:pt>
                <c:pt idx="22">
                  <c:v>263965945.10776138</c:v>
                </c:pt>
                <c:pt idx="23">
                  <c:v>266519005.0452881</c:v>
                </c:pt>
                <c:pt idx="24">
                  <c:v>268676015.20526695</c:v>
                </c:pt>
                <c:pt idx="25">
                  <c:v>270473773.82824516</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-1068342.6319885254</c:v>
                </c:pt>
                <c:pt idx="2">
                  <c:v>-2105527.565105438</c:v>
                </c:pt>
                <c:pt idx="3">
                  <c:v>-3111475.1117801666</c:v>
                </c:pt>
                <c:pt idx="4">
                  <c:v>-4086227.757139206</c:v>
                </c:pt>
                <c:pt idx="5">
                  <c:v>-5029959.442905426</c:v>
                </c:pt>
                <c:pt idx="6">
                  <c:v>-5942984.016817093</c:v>
                </c:pt>
                <c:pt idx="7">
                  <c:v>-6825762.592315674</c:v>
                </c:pt>
                <c:pt idx="8">
                  <c:v>-7678909.5608558655</c:v>
                </c:pt>
                <c:pt idx="9">
                  <c:v>-8503197.0057621</c:v>
                </c:pt>
                <c:pt idx="10">
                  <c:v>-9299557.283185959</c:v>
                </c:pt>
                <c:pt idx="11">
                  <c:v>-10069083.562795639</c:v>
                </c:pt>
                <c:pt idx="12">
                  <c:v>-10813028.158800125</c:v>
                </c:pt>
                <c:pt idx="13">
                  <c:v>-11532798.529973984</c:v>
                </c:pt>
                <c:pt idx="14">
                  <c:v>-12229950.884576797</c:v>
                </c:pt>
                <c:pt idx="15">
                  <c:v>-12906181.390428543</c:v>
                </c:pt>
                <c:pt idx="16">
                  <c:v>-13563315.05957985</c:v>
                </c:pt>
                <c:pt idx="17">
                  <c:v>-14203292.447906494</c:v>
                </c:pt>
                <c:pt idx="18">
                  <c:v>-14828154.379369736</c:v>
                </c:pt>
                <c:pt idx="19">
                  <c:v>-15440024.969062805</c:v>
                </c:pt>
                <c:pt idx="20">
                  <c:v>-16041093.275140762</c:v>
                </c:pt>
                <c:pt idx="21">
                  <c:v>-16633593.954568863</c:v>
                </c:pt>
                <c:pt idx="22">
                  <c:v>-17219787.32852745</c:v>
                </c:pt>
                <c:pt idx="23">
                  <c:v>-17801939.27918434</c:v>
                </c:pt>
                <c:pt idx="24">
                  <c:v>-18382301.399124146</c:v>
                </c:pt>
                <c:pt idx="25">
                  <c:v>-18963091.798826218</c:v>
                </c:pt>
                <c:pt idx="26">
                  <c:v>-19546476.94683838</c:v>
                </c:pt>
                <c:pt idx="27">
                  <c:v>-20134554.874111176</c:v>
                </c:pt>
                <c:pt idx="28">
                  <c:v>-20729340.02059555</c:v>
                </c:pt>
                <c:pt idx="29">
                  <c:v>-21332749.941944122</c:v>
                </c:pt>
                <c:pt idx="30">
                  <c:v>-21946594.029981613</c:v>
                </c:pt>
                <c:pt idx="31">
                  <c:v>-22572564.335948944</c:v>
                </c:pt>
                <c:pt idx="32">
                  <c:v>-23212228.522909164</c:v>
                </c:pt>
                <c:pt idx="33">
                  <c:v>-23867024.916109085</c:v>
                </c:pt>
                <c:pt idx="34">
                  <c:v>-24538259.569028854</c:v>
                </c:pt>
                <c:pt idx="35">
                  <c:v>-25227105.220048904</c:v>
                </c:pt>
                <c:pt idx="36">
                  <c:v>-25934601.980686188</c:v>
                </c:pt>
                <c:pt idx="37">
                  <c:v>-26661659.57162094</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-26661659.57162094</c:v>
                </c:pt>
                <c:pt idx="38">
                  <c:v>-27409060.90680504</c:v>
                </c:pt>
                <c:pt idx="39">
                  <c:v>-28177466.818325043</c:v>
                </c:pt>
                <c:pt idx="40">
                  <c:v>-28967421.714403152</c:v>
                </c:pt>
                <c:pt idx="41">
                  <c:v>-29779359.968774796</c:v>
                </c:pt>
                <c:pt idx="42">
                  <c:v>-30613612.850582123</c:v>
                </c:pt>
                <c:pt idx="43">
                  <c:v>-31470415.818548203</c:v>
                </c:pt>
                <c:pt idx="44">
                  <c:v>-32349916.02047348</c:v>
                </c:pt>
                <c:pt idx="45">
                  <c:v>-33252179.857881546</c:v>
                </c:pt>
                <c:pt idx="46">
                  <c:v>-34177200.49513054</c:v>
                </c:pt>
                <c:pt idx="47">
                  <c:v>-35124905.21162605</c:v>
                </c:pt>
                <c:pt idx="48">
                  <c:v>-36095162.514377594</c:v>
                </c:pt>
                <c:pt idx="49">
                  <c:v>-37087788.94565582</c:v>
                </c:pt>
                <c:pt idx="50">
                  <c:v>-38102555.536375046</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-193601.5456790924</c:v>
                </c:pt>
                <c:pt idx="2">
                  <c:v>-309532.03027915955</c:v>
                </c:pt>
                <c:pt idx="3">
                  <c:v>-347859.4381504059</c:v>
                </c:pt>
                <c:pt idx="4">
                  <c:v>-309209.16942596436</c:v>
                </c:pt>
                <c:pt idx="5">
                  <c:v>-194810.26591682434</c:v>
                </c:pt>
                <c:pt idx="6">
                  <c:v>-6533.241151809692</c:v>
                </c:pt>
                <c:pt idx="7">
                  <c:v>253082.90131759644</c:v>
                </c:pt>
                <c:pt idx="8">
                  <c:v>580816.7260608673</c:v>
                </c:pt>
                <c:pt idx="9">
                  <c:v>972765.4459991455</c:v>
                </c:pt>
                <c:pt idx="10">
                  <c:v>1424362.4798583984</c:v>
                </c:pt>
                <c:pt idx="11">
                  <c:v>1930412.2929668427</c:v>
                </c:pt>
                <c:pt idx="12">
                  <c:v>2485142.551618576</c:v>
                </c:pt>
                <c:pt idx="13">
                  <c:v>3082272.767150879</c:v>
                </c:pt>
                <c:pt idx="14">
                  <c:v>3715097.736574173</c:v>
                </c:pt>
                <c:pt idx="15">
                  <c:v>4376583.272836685</c:v>
                </c:pt>
                <c:pt idx="16">
                  <c:v>5059471.03020668</c:v>
                </c:pt>
                <c:pt idx="17">
                  <c:v>5756388.730480194</c:v>
                </c:pt>
                <c:pt idx="18">
                  <c:v>6459961.828754425</c:v>
                </c:pt>
                <c:pt idx="19">
                  <c:v>7162922.645412445</c:v>
                </c:pt>
                <c:pt idx="20">
                  <c:v>7858213.230117798</c:v>
                </c:pt>
                <c:pt idx="21">
                  <c:v>8539078.686304092</c:v>
                </c:pt>
                <c:pt idx="22">
                  <c:v>9199148.322244644</c:v>
                </c:pt>
                <c:pt idx="23">
                  <c:v>9832502.745853424</c:v>
                </c:pt>
                <c:pt idx="24">
                  <c:v>10433725.817934036</c:v>
                </c:pt>
                <c:pt idx="25">
                  <c:v>10997941.15844345</c:v>
                </c:pt>
                <c:pt idx="26">
                  <c:v>11520833.607961655</c:v>
                </c:pt>
                <c:pt idx="27">
                  <c:v>11998656.64103508</c:v>
                </c:pt>
                <c:pt idx="28">
                  <c:v>12428227.184761047</c:v>
                </c:pt>
                <c:pt idx="29">
                  <c:v>12806909.606004715</c:v>
                </c:pt>
                <c:pt idx="30">
                  <c:v>13132590.798460007</c:v>
                </c:pt>
                <c:pt idx="31">
                  <c:v>13403648.34178543</c:v>
                </c:pt>
                <c:pt idx="32">
                  <c:v>13618913.641031265</c:v>
                </c:pt>
                <c:pt idx="33">
                  <c:v>13777631.810634613</c:v>
                </c:pt>
                <c:pt idx="34">
                  <c:v>13879419.868999481</c:v>
                </c:pt>
                <c:pt idx="35">
                  <c:v>13924224.580099106</c:v>
                </c:pt>
                <c:pt idx="36">
                  <c:v>13912281.037780762</c:v>
                </c:pt>
                <c:pt idx="37">
                  <c:v>13844072.85215187</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13844072.85215187</c:v>
                </c:pt>
                <c:pt idx="38">
                  <c:v>13720294.576766968</c:v>
                </c:pt>
                <c:pt idx="39">
                  <c:v>13541816.818220139</c:v>
                </c:pt>
                <c:pt idx="40">
                  <c:v>13309654.299676895</c:v>
                </c:pt>
                <c:pt idx="41">
                  <c:v>13024937.008584976</c:v>
                </c:pt>
                <c:pt idx="42">
                  <c:v>12688884.445484161</c:v>
                </c:pt>
                <c:pt idx="43">
                  <c:v>12302782.903318405</c:v>
                </c:pt>
                <c:pt idx="44">
                  <c:v>11867965.642276764</c:v>
                </c:pt>
                <c:pt idx="45">
                  <c:v>11385795.780508041</c:v>
                </c:pt>
                <c:pt idx="46">
                  <c:v>10857651.692834854</c:v>
                </c:pt>
                <c:pt idx="47">
                  <c:v>10284914.694559097</c:v>
                </c:pt>
                <c:pt idx="48">
                  <c:v>9668958.782743454</c:v>
                </c:pt>
                <c:pt idx="49">
                  <c:v>9011142.210466385</c:v>
                </c:pt>
                <c:pt idx="50">
                  <c:v>8312800.678133011</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11872249.229688644</c:v>
                </c:pt>
                <c:pt idx="2">
                  <c:v>24921867.483373642</c:v>
                </c:pt>
                <c:pt idx="3">
                  <c:v>39044788.908779144</c:v>
                </c:pt>
                <c:pt idx="4">
                  <c:v>54077488.379047394</c:v>
                </c:pt>
                <c:pt idx="5">
                  <c:v>69802554.76440811</c:v>
                </c:pt>
                <c:pt idx="6">
                  <c:v>85962263.78483391</c:v>
                </c:pt>
                <c:pt idx="7">
                  <c:v>102278471.73208427</c:v>
                </c:pt>
                <c:pt idx="8">
                  <c:v>118475334.80607796</c:v>
                </c:pt>
                <c:pt idx="9">
                  <c:v>134300594.6066246</c:v>
                </c:pt>
                <c:pt idx="10">
                  <c:v>149541787.4957924</c:v>
                </c:pt>
                <c:pt idx="11">
                  <c:v>164035393.1124611</c:v>
                </c:pt>
                <c:pt idx="12">
                  <c:v>177668867.19571495</c:v>
                </c:pt>
                <c:pt idx="13">
                  <c:v>190376981.7618084</c:v>
                </c:pt>
                <c:pt idx="14">
                  <c:v>202134578.4400692</c:v>
                </c:pt>
                <c:pt idx="15">
                  <c:v>212947795.90946388</c:v>
                </c:pt>
                <c:pt idx="16">
                  <c:v>222845352.0640812</c:v>
                </c:pt>
                <c:pt idx="17">
                  <c:v>231870852.30846214</c:v>
                </c:pt>
                <c:pt idx="18">
                  <c:v>240076560.96822548</c:v>
                </c:pt>
                <c:pt idx="19">
                  <c:v>247518697.36892128</c:v>
                </c:pt>
                <c:pt idx="20">
                  <c:v>254254102.70734978</c:v>
                </c:pt>
                <c:pt idx="21">
                  <c:v>260338030.92860222</c:v>
                </c:pt>
                <c:pt idx="22">
                  <c:v>265822801.7609768</c:v>
                </c:pt>
                <c:pt idx="23">
                  <c:v>270757080.1363449</c:v>
                </c:pt>
                <c:pt idx="24">
                  <c:v>275185588.6542797</c:v>
                </c:pt>
                <c:pt idx="25">
                  <c:v>279149104.2197132</c:v>
                </c:pt>
                <c:pt idx="26">
                  <c:v>282684629.5521145</c:v>
                </c:pt>
                <c:pt idx="27">
                  <c:v>285825662.4618702</c:v>
                </c:pt>
                <c:pt idx="28">
                  <c:v>288602510.5224476</c:v>
                </c:pt>
                <c:pt idx="29">
                  <c:v>291042616.9949131</c:v>
                </c:pt>
                <c:pt idx="30">
                  <c:v>293170876.862072</c:v>
                </c:pt>
                <c:pt idx="31">
                  <c:v>295009930.8396969</c:v>
                </c:pt>
                <c:pt idx="32">
                  <c:v>296580431.3025627</c:v>
                </c:pt>
                <c:pt idx="33">
                  <c:v>297901278.0239296</c:v>
                </c:pt>
                <c:pt idx="34">
                  <c:v>298989824.10814476</c:v>
                </c:pt>
                <c:pt idx="35">
                  <c:v>299862053.95843124</c:v>
                </c:pt>
                <c:pt idx="36">
                  <c:v>300532735.89829063</c:v>
                </c:pt>
                <c:pt idx="37">
                  <c:v>301015552.3892784</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301015552.3892784</c:v>
                </c:pt>
                <c:pt idx="38">
                  <c:v>301323210.82452965</c:v>
                </c:pt>
                <c:pt idx="39">
                  <c:v>301467537.7385769</c:v>
                </c:pt>
                <c:pt idx="40">
                  <c:v>301459559.0365124</c:v>
                </c:pt>
                <c:pt idx="41">
                  <c:v>301309568.56040764</c:v>
                </c:pt>
                <c:pt idx="42">
                  <c:v>301027187.0116329</c:v>
                </c:pt>
                <c:pt idx="43">
                  <c:v>300621412.9551792</c:v>
                </c:pt>
                <c:pt idx="44">
                  <c:v>300100667.3590603</c:v>
                </c:pt>
                <c:pt idx="45">
                  <c:v>299472832.87501717</c:v>
                </c:pt>
                <c:pt idx="46">
                  <c:v>298745288.8490772</c:v>
                </c:pt>
                <c:pt idx="47">
                  <c:v>297924942.86236</c:v>
                </c:pt>
                <c:pt idx="48">
                  <c:v>297018259.44275093</c:v>
                </c:pt>
                <c:pt idx="49">
                  <c:v>296031286.4542599</c:v>
                </c:pt>
                <c:pt idx="50">
                  <c:v>294969679.5608158</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-1860444.027835846</c:v>
                </c:pt>
                <c:pt idx="2">
                  <c:v>-3720842.9120731354</c:v>
                </c:pt>
                <c:pt idx="3">
                  <c:v>-5581196.716676712</c:v>
                </c:pt>
                <c:pt idx="4">
                  <c:v>-7441505.505741119</c:v>
                </c:pt>
                <c:pt idx="5">
                  <c:v>-9301769.34346962</c:v>
                </c:pt>
                <c:pt idx="6">
                  <c:v>-11161988.294187546</c:v>
                </c:pt>
                <c:pt idx="7">
                  <c:v>-13022162.422330856</c:v>
                </c:pt>
                <c:pt idx="8">
                  <c:v>-14882291.792461395</c:v>
                </c:pt>
                <c:pt idx="9">
                  <c:v>-16742376.469247818</c:v>
                </c:pt>
                <c:pt idx="10">
                  <c:v>-18602416.517484665</c:v>
                </c:pt>
                <c:pt idx="11">
                  <c:v>-20462412.002073288</c:v>
                </c:pt>
                <c:pt idx="12">
                  <c:v>-22322362.988040924</c:v>
                </c:pt>
                <c:pt idx="13">
                  <c:v>-24182269.540525436</c:v>
                </c:pt>
                <c:pt idx="14">
                  <c:v>-26042131.724782944</c:v>
                </c:pt>
                <c:pt idx="15">
                  <c:v>-27901949.60618019</c:v>
                </c:pt>
                <c:pt idx="16">
                  <c:v>-29761723.2502079</c:v>
                </c:pt>
                <c:pt idx="17">
                  <c:v>-31621452.722471237</c:v>
                </c:pt>
                <c:pt idx="18">
                  <c:v>-33481138.088682175</c:v>
                </c:pt>
                <c:pt idx="19">
                  <c:v>-35340779.41468239</c:v>
                </c:pt>
                <c:pt idx="20">
                  <c:v>-37200376.766412735</c:v>
                </c:pt>
                <c:pt idx="21">
                  <c:v>-39059930.20994377</c:v>
                </c:pt>
                <c:pt idx="22">
                  <c:v>-40919439.811452866</c:v>
                </c:pt>
                <c:pt idx="23">
                  <c:v>-42778905.63723564</c:v>
                </c:pt>
                <c:pt idx="24">
                  <c:v>-44638327.75370216</c:v>
                </c:pt>
                <c:pt idx="25">
                  <c:v>-46497706.22737694</c:v>
                </c:pt>
                <c:pt idx="26">
                  <c:v>-48357041.124895096</c:v>
                </c:pt>
                <c:pt idx="27">
                  <c:v>-50216332.51301384</c:v>
                </c:pt>
                <c:pt idx="28">
                  <c:v>-52075580.458601</c:v>
                </c:pt>
                <c:pt idx="29">
                  <c:v>-53934785.028635025</c:v>
                </c:pt>
                <c:pt idx="30">
                  <c:v>-55793946.290216446</c:v>
                </c:pt>
                <c:pt idx="31">
                  <c:v>-57653064.310554504</c:v>
                </c:pt>
                <c:pt idx="32">
                  <c:v>-59512139.15697098</c:v>
                </c:pt>
                <c:pt idx="33">
                  <c:v>-61371170.8969059</c:v>
                </c:pt>
                <c:pt idx="34">
                  <c:v>-63230159.59790802</c:v>
                </c:pt>
                <c:pt idx="35">
                  <c:v>-65089105.32764435</c:v>
                </c:pt>
                <c:pt idx="36">
                  <c:v>-66948008.15389252</c:v>
                </c:pt>
                <c:pt idx="37">
                  <c:v>-68806868.1445427</c:v>
                </c:pt>
                <c:pt idx="38">
                  <c:v>-70665685.3676014</c:v>
                </c:pt>
                <c:pt idx="39">
                  <c:v>-72524459.89118004</c:v>
                </c:pt>
                <c:pt idx="40">
                  <c:v>-74383191.78351784</c:v>
                </c:pt>
                <c:pt idx="41">
                  <c:v>-76241881.11294746</c:v>
                </c:pt>
                <c:pt idx="42">
                  <c:v>-78100527.94793129</c:v>
                </c:pt>
                <c:pt idx="43">
                  <c:v>-79959132.35703468</c:v>
                </c:pt>
                <c:pt idx="44">
                  <c:v>-81817694.40893364</c:v>
                </c:pt>
                <c:pt idx="45">
                  <c:v>-83676214.17242432</c:v>
                </c:pt>
                <c:pt idx="46">
                  <c:v>-85534691.71640968</c:v>
                </c:pt>
                <c:pt idx="47">
                  <c:v>-87393127.10990334</c:v>
                </c:pt>
                <c:pt idx="48">
                  <c:v>-89251520.4220314</c:v>
                </c:pt>
                <c:pt idx="49">
                  <c:v>-91109871.72203636</c:v>
                </c:pt>
                <c:pt idx="50">
                  <c:v>-92968181.07926369</c:v>
                </c:pt>
                <c:pt idx="51">
                  <c:v>-94826448.56317711</c:v>
                </c:pt>
                <c:pt idx="52">
                  <c:v>-96684674.24334908</c:v>
                </c:pt>
                <c:pt idx="53">
                  <c:v>-98542858.18945885</c:v>
                </c:pt>
                <c:pt idx="54">
                  <c:v>-100401000.47130394</c:v>
                </c:pt>
                <c:pt idx="55">
                  <c:v>-102259101.15878868</c:v>
                </c:pt>
                <c:pt idx="56">
                  <c:v>-104117160.32192612</c:v>
                </c:pt>
                <c:pt idx="57">
                  <c:v>-105975178.03084183</c:v>
                </c:pt>
                <c:pt idx="58">
                  <c:v>-107833154.35577202</c:v>
                </c:pt>
                <c:pt idx="59">
                  <c:v>-109691089.36705971</c:v>
                </c:pt>
                <c:pt idx="60">
                  <c:v>-111548983.13516426</c:v>
                </c:pt>
                <c:pt idx="61">
                  <c:v>-113406835.73064613</c:v>
                </c:pt>
                <c:pt idx="62">
                  <c:v>-115264647.22418213</c:v>
                </c:pt>
                <c:pt idx="63">
                  <c:v>-117122417.68655586</c:v>
                </c:pt>
                <c:pt idx="64">
                  <c:v>-118980147.18865967</c:v>
                </c:pt>
                <c:pt idx="65">
                  <c:v>-120837835.8014965</c:v>
                </c:pt>
                <c:pt idx="66">
                  <c:v>-122695483.59617805</c:v>
                </c:pt>
                <c:pt idx="67">
                  <c:v>-124553090.64392471</c:v>
                </c:pt>
                <c:pt idx="68">
                  <c:v>-126410657.01606178</c:v>
                </c:pt>
                <c:pt idx="69">
                  <c:v>-128268182.784029</c:v>
                </c:pt>
                <c:pt idx="70">
                  <c:v>-130125668.01936913</c:v>
                </c:pt>
                <c:pt idx="71">
                  <c:v>-131983112.79373932</c:v>
                </c:pt>
                <c:pt idx="72">
                  <c:v>-133840517.17889786</c:v>
                </c:pt>
                <c:pt idx="73">
                  <c:v>-135697881.24671555</c:v>
                </c:pt>
                <c:pt idx="74">
                  <c:v>-137555205.0691681</c:v>
                </c:pt>
                <c:pt idx="75">
                  <c:v>-139412488.71834183</c:v>
                </c:pt>
                <c:pt idx="76">
                  <c:v>-141269732.2664261</c:v>
                </c:pt>
                <c:pt idx="77">
                  <c:v>-143126935.78572083</c:v>
                </c:pt>
                <c:pt idx="78">
                  <c:v>-144984099.3486328</c:v>
                </c:pt>
                <c:pt idx="79">
                  <c:v>-146841223.02767372</c:v>
                </c:pt>
                <c:pt idx="80">
                  <c:v>-148698306.89546013</c:v>
                </c:pt>
                <c:pt idx="81">
                  <c:v>-150555351.02472496</c:v>
                </c:pt>
                <c:pt idx="82">
                  <c:v>-152412355.4882927</c:v>
                </c:pt>
                <c:pt idx="83">
                  <c:v>-154269320.35910606</c:v>
                </c:pt>
                <c:pt idx="84">
                  <c:v>-156126245.7102108</c:v>
                </c:pt>
                <c:pt idx="85">
                  <c:v>-157983131.61475182</c:v>
                </c:pt>
                <c:pt idx="86">
                  <c:v>-159839978.14599037</c:v>
                </c:pt>
                <c:pt idx="87">
                  <c:v>-161696785.377285</c:v>
                </c:pt>
                <c:pt idx="88">
                  <c:v>-163553553.38210297</c:v>
                </c:pt>
                <c:pt idx="89">
                  <c:v>-165410282.23401642</c:v>
                </c:pt>
                <c:pt idx="90">
                  <c:v>-167266972.00670052</c:v>
                </c:pt>
                <c:pt idx="91">
                  <c:v>-169123622.77393913</c:v>
                </c:pt>
                <c:pt idx="92">
                  <c:v>-170980234.60961723</c:v>
                </c:pt>
                <c:pt idx="93">
                  <c:v>-172836807.5877247</c:v>
                </c:pt>
                <c:pt idx="94">
                  <c:v>-174693341.78235817</c:v>
                </c:pt>
                <c:pt idx="95">
                  <c:v>-176549837.26771355</c:v>
                </c:pt>
                <c:pt idx="96">
                  <c:v>-178406294.1180973</c:v>
                </c:pt>
                <c:pt idx="97">
                  <c:v>-180262712.40791512</c:v>
                </c:pt>
                <c:pt idx="98">
                  <c:v>-182119092.21167755</c:v>
                </c:pt>
                <c:pt idx="99">
                  <c:v>-183975433.60399628</c:v>
                </c:pt>
                <c:pt idx="100">
                  <c:v>-185831736.65958977</c:v>
                </c:pt>
                <c:pt idx="101">
                  <c:v>-187688001.4532776</c:v>
                </c:pt>
                <c:pt idx="102">
                  <c:v>-189544228.0599804</c:v>
                </c:pt>
                <c:pt idx="103">
                  <c:v>-191400416.55472565</c:v>
                </c:pt>
                <c:pt idx="104">
                  <c:v>-193256567.01264</c:v>
                </c:pt>
                <c:pt idx="105">
                  <c:v>-195112679.508955</c:v>
                </c:pt>
                <c:pt idx="106">
                  <c:v>-196968754.1190033</c:v>
                </c:pt>
                <c:pt idx="107">
                  <c:v>-198824790.9182148</c:v>
                </c:pt>
                <c:pt idx="108">
                  <c:v>-200680789.98213005</c:v>
                </c:pt>
                <c:pt idx="109">
                  <c:v>-202536751.38638306</c:v>
                </c:pt>
                <c:pt idx="110">
                  <c:v>-204392675.20671272</c:v>
                </c:pt>
                <c:pt idx="111">
                  <c:v>-206248561.51896095</c:v>
                </c:pt>
                <c:pt idx="112">
                  <c:v>-208104410.39906883</c:v>
                </c:pt>
                <c:pt idx="113">
                  <c:v>-209960221.92307472</c:v>
                </c:pt>
                <c:pt idx="114">
                  <c:v>-211815996.1671219</c:v>
                </c:pt>
                <c:pt idx="115">
                  <c:v>-213671733.2074566</c:v>
                </c:pt>
                <c:pt idx="116">
                  <c:v>-215527433.12041664</c:v>
                </c:pt>
                <c:pt idx="117">
                  <c:v>-217383095.98244667</c:v>
                </c:pt>
                <c:pt idx="118">
                  <c:v>-219238721.8700924</c:v>
                </c:pt>
                <c:pt idx="119">
                  <c:v>-221094310.85999107</c:v>
                </c:pt>
                <c:pt idx="120">
                  <c:v>-222949863.0288887</c:v>
                </c:pt>
                <c:pt idx="121">
                  <c:v>-224805378.45362473</c:v>
                </c:pt>
                <c:pt idx="122">
                  <c:v>-226660857.21113777</c:v>
                </c:pt>
                <c:pt idx="123">
                  <c:v>-228516299.37846947</c:v>
                </c:pt>
                <c:pt idx="124">
                  <c:v>-230371705.0327587</c:v>
                </c:pt>
                <c:pt idx="125">
                  <c:v>-232227074.25123596</c:v>
                </c:pt>
                <c:pt idx="126">
                  <c:v>-234082407.1112404</c:v>
                </c:pt>
                <c:pt idx="127">
                  <c:v>-235937703.6902008</c:v>
                </c:pt>
                <c:pt idx="128">
                  <c:v>-237792964.06565094</c:v>
                </c:pt>
                <c:pt idx="129">
                  <c:v>-239648188.31521797</c:v>
                </c:pt>
                <c:pt idx="130">
                  <c:v>-241503376.51662636</c:v>
                </c:pt>
                <c:pt idx="131">
                  <c:v>-243358528.74770164</c:v>
                </c:pt>
                <c:pt idx="132">
                  <c:v>-245213645.08635902</c:v>
                </c:pt>
                <c:pt idx="133">
                  <c:v>-247068725.61061668</c:v>
                </c:pt>
                <c:pt idx="134">
                  <c:v>-248923770.3985901</c:v>
                </c:pt>
                <c:pt idx="135">
                  <c:v>-250778779.52848816</c:v>
                </c:pt>
                <c:pt idx="136">
                  <c:v>-252633753.0786152</c:v>
                </c:pt>
                <c:pt idx="137">
                  <c:v>-254488691.12737656</c:v>
                </c:pt>
                <c:pt idx="138">
                  <c:v>-256343593.7532673</c:v>
                </c:pt>
                <c:pt idx="139">
                  <c:v>-258198461.03487968</c:v>
                </c:pt>
                <c:pt idx="140">
                  <c:v>-260053293.05090904</c:v>
                </c:pt>
                <c:pt idx="141">
                  <c:v>-261908089.88013268</c:v>
                </c:pt>
                <c:pt idx="142">
                  <c:v>-263762851.6014347</c:v>
                </c:pt>
                <c:pt idx="143">
                  <c:v>-265617578.2937851</c:v>
                </c:pt>
                <c:pt idx="144">
                  <c:v>-267472270.03625488</c:v>
                </c:pt>
                <c:pt idx="145">
                  <c:v>-269326926.9080086</c:v>
                </c:pt>
                <c:pt idx="146">
                  <c:v>-271181548.9883003</c:v>
                </c:pt>
                <c:pt idx="147">
                  <c:v>-273036136.35648155</c:v>
                </c:pt>
                <c:pt idx="148">
                  <c:v>-274890689.09199905</c:v>
                </c:pt>
                <c:pt idx="149">
                  <c:v>-276745207.2743912</c:v>
                </c:pt>
                <c:pt idx="150">
                  <c:v>-278599690.9832878</c:v>
                </c:pt>
                <c:pt idx="151">
                  <c:v>-280454140.29841423</c:v>
                </c:pt>
                <c:pt idx="152">
                  <c:v>-282308555.29958916</c:v>
                </c:pt>
                <c:pt idx="153">
                  <c:v>-284162936.0667248</c:v>
                </c:pt>
                <c:pt idx="154">
                  <c:v>-286017282.6798191</c:v>
                </c:pt>
                <c:pt idx="155">
                  <c:v>-287871595.21897125</c:v>
                </c:pt>
                <c:pt idx="156">
                  <c:v>-289725873.76436615</c:v>
                </c:pt>
                <c:pt idx="157">
                  <c:v>-291580118.396286</c:v>
                </c:pt>
                <c:pt idx="158">
                  <c:v>-293434329.19509697</c:v>
                </c:pt>
                <c:pt idx="159">
                  <c:v>-295288506.24126244</c:v>
                </c:pt>
                <c:pt idx="160">
                  <c:v>-297142649.6153393</c:v>
                </c:pt>
                <c:pt idx="161">
                  <c:v>-298996759.3979664</c:v>
                </c:pt>
                <c:pt idx="162">
                  <c:v>-300850835.6698799</c:v>
                </c:pt>
                <c:pt idx="163">
                  <c:v>-302704878.51190567</c:v>
                </c:pt>
                <c:pt idx="164">
                  <c:v>-304558888.004961</c:v>
                </c:pt>
                <c:pt idx="165">
                  <c:v>-306412864.2300472</c:v>
                </c:pt>
                <c:pt idx="166">
                  <c:v>-308266807.26826096</c:v>
                </c:pt>
                <c:pt idx="167">
                  <c:v>-310120717.2007904</c:v>
                </c:pt>
                <c:pt idx="168">
                  <c:v>-311974594.1089058</c:v>
                </c:pt>
                <c:pt idx="169">
                  <c:v>-313828438.0739727</c:v>
                </c:pt>
                <c:pt idx="170">
                  <c:v>-315682249.17744255</c:v>
                </c:pt>
                <c:pt idx="171">
                  <c:v>-317536027.5008583</c:v>
                </c:pt>
                <c:pt idx="172">
                  <c:v>-319389773.12584496</c:v>
                </c:pt>
                <c:pt idx="173">
                  <c:v>-321243486.13412666</c:v>
                </c:pt>
                <c:pt idx="174">
                  <c:v>-323097166.607502</c:v>
                </c:pt>
                <c:pt idx="175">
                  <c:v>-324950814.62786865</c:v>
                </c:pt>
                <c:pt idx="176">
                  <c:v>-326804430.2772064</c:v>
                </c:pt>
                <c:pt idx="177">
                  <c:v>-328658013.6375847</c:v>
                </c:pt>
                <c:pt idx="178">
                  <c:v>-330511564.7911587</c:v>
                </c:pt>
                <c:pt idx="179">
                  <c:v>-332365083.82016945</c:v>
                </c:pt>
                <c:pt idx="180">
                  <c:v>-334218570.8069477</c:v>
                </c:pt>
                <c:pt idx="181">
                  <c:v>-336072025.8339062</c:v>
                </c:pt>
                <c:pt idx="182">
                  <c:v>-337925448.9835472</c:v>
                </c:pt>
                <c:pt idx="183">
                  <c:v>-339778840.338459</c:v>
                </c:pt>
                <c:pt idx="184">
                  <c:v>-341632199.9813156</c:v>
                </c:pt>
                <c:pt idx="185">
                  <c:v>-343485527.99487114</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-343485527.99487114</c:v>
                </c:pt>
                <c:pt idx="186">
                  <c:v>-345338824.4619732</c:v>
                </c:pt>
                <c:pt idx="187">
                  <c:v>-347192089.46554947</c:v>
                </c:pt>
                <c:pt idx="188">
                  <c:v>-349045323.0886135</c:v>
                </c:pt>
                <c:pt idx="189">
                  <c:v>-350898525.41426086</c:v>
                </c:pt>
                <c:pt idx="190">
                  <c:v>-352751696.5256767</c:v>
                </c:pt>
                <c:pt idx="191">
                  <c:v>-354604836.5061264</c:v>
                </c:pt>
                <c:pt idx="192">
                  <c:v>-356457945.4389572</c:v>
                </c:pt>
                <c:pt idx="193">
                  <c:v>-358311023.4076061</c:v>
                </c:pt>
                <c:pt idx="194">
                  <c:v>-360164070.4955883</c:v>
                </c:pt>
                <c:pt idx="195">
                  <c:v>-362017086.78650475</c:v>
                </c:pt>
                <c:pt idx="196">
                  <c:v>-363870072.36403656</c:v>
                </c:pt>
                <c:pt idx="197">
                  <c:v>-365723027.3119488</c:v>
                </c:pt>
                <c:pt idx="198">
                  <c:v>-367575951.71408844</c:v>
                </c:pt>
                <c:pt idx="199">
                  <c:v>-369428845.6543865</c:v>
                </c:pt>
                <c:pt idx="200">
                  <c:v>-371281709.216856</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4139601.1095142365</c:v>
                </c:pt>
                <c:pt idx="2">
                  <c:v>8974201.263046265</c:v>
                </c:pt>
                <c:pt idx="3">
                  <c:v>14540963.03330803</c:v>
                </c:pt>
                <c:pt idx="4">
                  <c:v>20862463.757860184</c:v>
                </c:pt>
                <c:pt idx="5">
                  <c:v>27941694.100141525</c:v>
                </c:pt>
                <c:pt idx="6">
                  <c:v>35757548.50788307</c:v>
                </c:pt>
                <c:pt idx="7">
                  <c:v>44261641.971609116</c:v>
                </c:pt>
                <c:pt idx="8">
                  <c:v>53377304.70016289</c:v>
                </c:pt>
                <c:pt idx="9">
                  <c:v>63001394.414525986</c:v>
                </c:pt>
                <c:pt idx="10">
                  <c:v>73009114.79302025</c:v>
                </c:pt>
                <c:pt idx="11">
                  <c:v>83261427.67170525</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83261427.67170525</c:v>
                </c:pt>
                <c:pt idx="12">
                  <c:v>93614072.68891335</c:v>
                </c:pt>
                <c:pt idx="13">
                  <c:v>103926856.8254757</c:v>
                </c:pt>
                <c:pt idx="14">
                  <c:v>114071869.48161125</c:v>
                </c:pt>
                <c:pt idx="15">
                  <c:v>123939604.17055702</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-1756090.7976665497</c:v>
                </c:pt>
                <c:pt idx="2">
                  <c:v>-3511088.675453186</c:v>
                </c:pt>
                <c:pt idx="3">
                  <c:v>-5265006.876127243</c:v>
                </c:pt>
                <c:pt idx="4">
                  <c:v>-7017859.018217087</c:v>
                </c:pt>
                <c:pt idx="5">
                  <c:v>-8769659.09390831</c:v>
                </c:pt>
                <c:pt idx="6">
                  <c:v>-10520421.466630936</c:v>
                </c:pt>
                <c:pt idx="7">
                  <c:v>-12270160.868314743</c:v>
                </c:pt>
                <c:pt idx="8">
                  <c:v>-14018892.396335602</c:v>
                </c:pt>
                <c:pt idx="9">
                  <c:v>-15766631.510149002</c:v>
                </c:pt>
                <c:pt idx="10">
                  <c:v>-17513394.027576447</c:v>
                </c:pt>
                <c:pt idx="11">
                  <c:v>-19259196.12079811</c:v>
                </c:pt>
                <c:pt idx="12">
                  <c:v>-21004054.311998367</c:v>
                </c:pt>
                <c:pt idx="13">
                  <c:v>-22747985.46871376</c:v>
                </c:pt>
                <c:pt idx="14">
                  <c:v>-24491006.79883957</c:v>
                </c:pt>
                <c:pt idx="15">
                  <c:v>-26233135.845323563</c:v>
                </c:pt>
                <c:pt idx="16">
                  <c:v>-27974390.480552673</c:v>
                </c:pt>
                <c:pt idx="17">
                  <c:v>-29714788.90041542</c:v>
                </c:pt>
                <c:pt idx="18">
                  <c:v>-31454349.61804962</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-31454349.61804962</c:v>
                </c:pt>
                <c:pt idx="19">
                  <c:v>-33193091.45729828</c:v>
                </c:pt>
                <c:pt idx="20">
                  <c:v>-34931033.545843124</c:v>
                </c:pt>
                <c:pt idx="21">
                  <c:v>-36668195.308057785</c:v>
                </c:pt>
                <c:pt idx="22">
                  <c:v>-38404596.45755005</c:v>
                </c:pt>
                <c:pt idx="23">
                  <c:v>-40140256.98943901</c:v>
                </c:pt>
                <c:pt idx="24">
                  <c:v>-41875197.17232895</c:v>
                </c:pt>
                <c:pt idx="25">
                  <c:v>-43609437.5400238</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4573245.618516922</c:v>
                </c:pt>
                <c:pt idx="2">
                  <c:v>10639881.073858261</c:v>
                </c:pt>
                <c:pt idx="3">
                  <c:v>16886396.585115433</c:v>
                </c:pt>
                <c:pt idx="4">
                  <c:v>22069201.14099312</c:v>
                </c:pt>
                <c:pt idx="5">
                  <c:v>25767924.91844368</c:v>
                </c:pt>
                <c:pt idx="6">
                  <c:v>28160104.051683426</c:v>
                </c:pt>
                <c:pt idx="7">
                  <c:v>29572909.882278442</c:v>
                </c:pt>
                <c:pt idx="8">
                  <c:v>30278920.19469261</c:v>
                </c:pt>
                <c:pt idx="9">
                  <c:v>30464494.609909058</c:v>
                </c:pt>
                <c:pt idx="10">
                  <c:v>30250737.4195652</c:v>
                </c:pt>
                <c:pt idx="11">
                  <c:v>29718118.574281693</c:v>
                </c:pt>
                <c:pt idx="12">
                  <c:v>28923677.062891006</c:v>
                </c:pt>
                <c:pt idx="13">
                  <c:v>27911110.483423233</c:v>
                </c:pt>
                <c:pt idx="14">
                  <c:v>26716101.41297722</c:v>
                </c:pt>
                <c:pt idx="15">
                  <c:v>25368905.16098404</c:v>
                </c:pt>
                <c:pt idx="16">
                  <c:v>23895540.708421707</c:v>
                </c:pt>
                <c:pt idx="17">
                  <c:v>22318362.44734955</c:v>
                </c:pt>
                <c:pt idx="18">
                  <c:v>20656411.739830017</c:v>
                </c:pt>
                <c:pt idx="19">
                  <c:v>18925722.974264145</c:v>
                </c:pt>
                <c:pt idx="20">
                  <c:v>17139640.834882736</c:v>
                </c:pt>
                <c:pt idx="21">
                  <c:v>15309152.333166122</c:v>
                </c:pt>
                <c:pt idx="22">
                  <c:v>13443219.036670685</c:v>
                </c:pt>
                <c:pt idx="23">
                  <c:v>11549093.250068665</c:v>
                </c:pt>
                <c:pt idx="24">
                  <c:v>9632606.317386627</c:v>
                </c:pt>
                <c:pt idx="25">
                  <c:v>7698422.70059967</c:v>
                </c:pt>
                <c:pt idx="26">
                  <c:v>5750258.036935806</c:v>
                </c:pt>
                <c:pt idx="27">
                  <c:v>3791062.481042862</c:v>
                </c:pt>
                <c:pt idx="28">
                  <c:v>1823172.4340133667</c:v>
                </c:pt>
                <c:pt idx="29">
                  <c:v>-151565.41889762878</c:v>
                </c:pt>
                <c:pt idx="30">
                  <c:v>-2131693.6639385223</c:v>
                </c:pt>
                <c:pt idx="31">
                  <c:v>-4116063.4131031036</c:v>
                </c:pt>
                <c:pt idx="32">
                  <c:v>-6103769.75916481</c:v>
                </c:pt>
                <c:pt idx="33">
                  <c:v>-8094100.404630661</c:v>
                </c:pt>
                <c:pt idx="34">
                  <c:v>-10086494.911729813</c:v>
                </c:pt>
                <c:pt idx="35">
                  <c:v>-12080512.459501266</c:v>
                </c:pt>
                <c:pt idx="36">
                  <c:v>-14075806.381118774</c:v>
                </c:pt>
                <c:pt idx="37">
                  <c:v>-16072104.084629059</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-16072104.084629059</c:v>
                </c:pt>
                <c:pt idx="38">
                  <c:v>-18069191.235933304</c:v>
                </c:pt>
                <c:pt idx="39">
                  <c:v>-20066899.308940887</c:v>
                </c:pt>
                <c:pt idx="40">
                  <c:v>-22065095.791585922</c:v>
                </c:pt>
                <c:pt idx="41">
                  <c:v>-24063676.484064102</c:v>
                </c:pt>
                <c:pt idx="42">
                  <c:v>-26062559.443883896</c:v>
                </c:pt>
                <c:pt idx="43">
                  <c:v>-28061680.226335526</c:v>
                </c:pt>
                <c:pt idx="44">
                  <c:v>-30060988.143493652</c:v>
                </c:pt>
                <c:pt idx="45">
                  <c:v>-32060443.323820114</c:v>
                </c:pt>
                <c:pt idx="46">
                  <c:v>-34060014.40102196</c:v>
                </c:pt>
                <c:pt idx="47">
                  <c:v>-36059676.697359085</c:v>
                </c:pt>
                <c:pt idx="48">
                  <c:v>-38059410.7955246</c:v>
                </c:pt>
                <c:pt idx="49">
                  <c:v>-40059201.41587639</c:v>
                </c:pt>
                <c:pt idx="50">
                  <c:v>-42059036.53365517</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21504201.40709877</c:v>
                </c:pt>
                <c:pt idx="2">
                  <c:v>47137945.6441288</c:v>
                </c:pt>
                <c:pt idx="3">
                  <c:v>75306053.97761154</c:v>
                </c:pt>
                <c:pt idx="4">
                  <c:v>103711766.13516045</c:v>
                </c:pt>
                <c:pt idx="5">
                  <c:v>130238855.75196266</c:v>
                </c:pt>
                <c:pt idx="6">
                  <c:v>153626894.7399845</c:v>
                </c:pt>
                <c:pt idx="7">
                  <c:v>173534091.0560093</c:v>
                </c:pt>
                <c:pt idx="8">
                  <c:v>190206300.15140343</c:v>
                </c:pt>
                <c:pt idx="9">
                  <c:v>204122351.74467278</c:v>
                </c:pt>
                <c:pt idx="10">
                  <c:v>215777360.32187462</c:v>
                </c:pt>
                <c:pt idx="11">
                  <c:v>225593133.68442345</c:v>
                </c:pt>
                <c:pt idx="12">
                  <c:v>233899889.3759594</c:v>
                </c:pt>
                <c:pt idx="13">
                  <c:v>240947228.54120827</c:v>
                </c:pt>
                <c:pt idx="14">
                  <c:v>246922739.29221916</c:v>
                </c:pt>
                <c:pt idx="15">
                  <c:v>251969477.178133</c:v>
                </c:pt>
                <c:pt idx="16">
                  <c:v>256199725.90412712</c:v>
                </c:pt>
                <c:pt idx="17">
                  <c:v>259704907.09890556</c:v>
                </c:pt>
                <c:pt idx="18">
                  <c:v>262562307.39149666</c:v>
                </c:pt>
                <c:pt idx="19">
                  <c:v>264839427.5795765</c:v>
                </c:pt>
                <c:pt idx="20">
                  <c:v>266596665.48078156</c:v>
                </c:pt>
                <c:pt idx="21">
                  <c:v>267888892.43111038</c:v>
                </c:pt>
                <c:pt idx="22">
                  <c:v>268766335.6662197</c:v>
                </c:pt>
                <c:pt idx="23">
                  <c:v>269275054.7118912</c:v>
                </c:pt>
                <c:pt idx="24">
                  <c:v>269457203.1160526</c:v>
                </c:pt>
                <c:pt idx="25">
                  <c:v>269351195.24567604</c:v>
                </c:pt>
                <c:pt idx="26">
                  <c:v>268991847.3708954</c:v>
                </c:pt>
                <c:pt idx="27">
                  <c:v>268410528.40010262</c:v>
                </c:pt>
                <c:pt idx="28">
                  <c:v>267635334.24020195</c:v>
                </c:pt>
                <c:pt idx="29">
                  <c:v>266691287.26165962</c:v>
                </c:pt>
                <c:pt idx="30">
                  <c:v>265600555.880064</c:v>
                </c:pt>
                <c:pt idx="31">
                  <c:v>264382686.64907646</c:v>
                </c:pt>
                <c:pt idx="32">
                  <c:v>263054840.9279003</c:v>
                </c:pt>
                <c:pt idx="33">
                  <c:v>261632029.07150078</c:v>
                </c:pt>
                <c:pt idx="34">
                  <c:v>260127336.5050869</c:v>
                </c:pt>
                <c:pt idx="35">
                  <c:v>258552137.57100868</c:v>
                </c:pt>
                <c:pt idx="36">
                  <c:v>256916294.45018578</c:v>
                </c:pt>
                <c:pt idx="37">
                  <c:v>255228339.65563965</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255228339.65563965</c:v>
                </c:pt>
                <c:pt idx="38">
                  <c:v>253495641.5417843</c:v>
                </c:pt>
                <c:pt idx="39">
                  <c:v>251724552.97976303</c:v>
                </c:pt>
                <c:pt idx="40">
                  <c:v>249920543.84631348</c:v>
                </c:pt>
                <c:pt idx="41">
                  <c:v>248088318.29901505</c:v>
                </c:pt>
                <c:pt idx="42">
                  <c:v>246231918.00172234</c:v>
                </c:pt>
                <c:pt idx="43">
                  <c:v>244354812.55368233</c:v>
                </c:pt>
                <c:pt idx="44">
                  <c:v>242459978.3931408</c:v>
                </c:pt>
                <c:pt idx="45">
                  <c:v>240549967.41320038</c:v>
                </c:pt>
                <c:pt idx="46">
                  <c:v>238626966.46245384</c:v>
                </c:pt>
                <c:pt idx="47">
                  <c:v>236692848.81815147</c:v>
                </c:pt>
                <c:pt idx="48">
                  <c:v>234749218.62553596</c:v>
                </c:pt>
                <c:pt idx="49">
                  <c:v>232797449.19965744</c:v>
                </c:pt>
                <c:pt idx="50">
                  <c:v>230838715.99044418</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12645093.693502426</c:v>
                </c:pt>
                <c:pt idx="2">
                  <c:v>25242700.823898315</c:v>
                </c:pt>
                <c:pt idx="3">
                  <c:v>36327160.84872246</c:v>
                </c:pt>
                <c:pt idx="4">
                  <c:v>45263953.22087288</c:v>
                </c:pt>
                <c:pt idx="5">
                  <c:v>52128409.66526222</c:v>
                </c:pt>
                <c:pt idx="6">
                  <c:v>57278997.509246826</c:v>
                </c:pt>
                <c:pt idx="7">
                  <c:v>61086066.49361038</c:v>
                </c:pt>
                <c:pt idx="8">
                  <c:v>63844726.81961632</c:v>
                </c:pt>
                <c:pt idx="9">
                  <c:v>65772471.9119854</c:v>
                </c:pt>
                <c:pt idx="10">
                  <c:v>67028633.14453697</c:v>
                </c:pt>
                <c:pt idx="11">
                  <c:v>67733066.0699482</c:v>
                </c:pt>
                <c:pt idx="12">
                  <c:v>67979307.28318596</c:v>
                </c:pt>
                <c:pt idx="13">
                  <c:v>67842853.76237106</c:v>
                </c:pt>
                <c:pt idx="14">
                  <c:v>67386154.3113594</c:v>
                </c:pt>
                <c:pt idx="15">
                  <c:v>66661625.95576477</c:v>
                </c:pt>
                <c:pt idx="16">
                  <c:v>65713560.77006912</c:v>
                </c:pt>
                <c:pt idx="17">
                  <c:v>64579434.31270027</c:v>
                </c:pt>
                <c:pt idx="18">
                  <c:v>63290894.84257507</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63290894.84257507</c:v>
                </c:pt>
                <c:pt idx="19">
                  <c:v>61874575.191949844</c:v>
                </c:pt>
                <c:pt idx="20">
                  <c:v>60352794.08039856</c:v>
                </c:pt>
                <c:pt idx="21">
                  <c:v>58744175.80103493</c:v>
                </c:pt>
                <c:pt idx="22">
                  <c:v>57064200.037475586</c:v>
                </c:pt>
                <c:pt idx="23">
                  <c:v>55325687.015499115</c:v>
                </c:pt>
                <c:pt idx="24">
                  <c:v>53539221.55519295</c:v>
                </c:pt>
                <c:pt idx="25">
                  <c:v>51713519.86191368</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-987592.8166465759</c:v>
                </c:pt>
                <c:pt idx="2">
                  <c:v>-1911066.8536872864</c:v>
                </c:pt>
                <c:pt idx="3">
                  <c:v>-2776088.7441215515</c:v>
                </c:pt>
                <c:pt idx="4">
                  <c:v>-3590717.9558582306</c:v>
                </c:pt>
                <c:pt idx="5">
                  <c:v>-4365175.524953842</c:v>
                </c:pt>
                <c:pt idx="6">
                  <c:v>-5111366.652603149</c:v>
                </c:pt>
                <c:pt idx="7">
                  <c:v>-5842200.841596603</c:v>
                </c:pt>
                <c:pt idx="8">
                  <c:v>-6570797.970319748</c:v>
                </c:pt>
                <c:pt idx="9">
                  <c:v>-7309693.894952774</c:v>
                </c:pt>
                <c:pt idx="10">
                  <c:v>-8070156.054162979</c:v>
                </c:pt>
                <c:pt idx="11">
                  <c:v>-8861689.997455597</c:v>
                </c:pt>
                <c:pt idx="12">
                  <c:v>-9691773.078889847</c:v>
                </c:pt>
                <c:pt idx="13">
                  <c:v>-10565806.689470291</c:v>
                </c:pt>
                <c:pt idx="14">
                  <c:v>-11487245.306272507</c:v>
                </c:pt>
                <c:pt idx="15">
                  <c:v>-12457844.536535263</c:v>
                </c:pt>
                <c:pt idx="16">
                  <c:v>-13477969.87900734</c:v>
                </c:pt>
                <c:pt idx="17">
                  <c:v>-14546917.908477783</c:v>
                </c:pt>
                <c:pt idx="18">
                  <c:v>-15663216.069869995</c:v>
                </c:pt>
                <c:pt idx="19">
                  <c:v>-16824881.623098373</c:v>
                </c:pt>
                <c:pt idx="20">
                  <c:v>-18029631.9012928</c:v>
                </c:pt>
                <c:pt idx="21">
                  <c:v>-19275046.07901573</c:v>
                </c:pt>
                <c:pt idx="22">
                  <c:v>-20558683.356998444</c:v>
                </c:pt>
                <c:pt idx="23">
                  <c:v>-21878164.62194252</c:v>
                </c:pt>
                <c:pt idx="24">
                  <c:v>-23231225.08521843</c:v>
                </c:pt>
                <c:pt idx="25">
                  <c:v>-24615744.86353302</c:v>
                </c:pt>
                <c:pt idx="26">
                  <c:v>-26029763.459514618</c:v>
                </c:pt>
                <c:pt idx="27">
                  <c:v>-27471482.96373558</c:v>
                </c:pt>
                <c:pt idx="28">
                  <c:v>-28939263.71948433</c:v>
                </c:pt>
                <c:pt idx="29">
                  <c:v>-30431615.255174637</c:v>
                </c:pt>
                <c:pt idx="30">
                  <c:v>-31947184.52417755</c:v>
                </c:pt>
                <c:pt idx="31">
                  <c:v>-33484742.89191246</c:v>
                </c:pt>
                <c:pt idx="32">
                  <c:v>-35043172.854234695</c:v>
                </c:pt>
                <c:pt idx="33">
                  <c:v>-36621455.13352013</c:v>
                </c:pt>
                <c:pt idx="34">
                  <c:v>-38218656.554224014</c:v>
                </c:pt>
                <c:pt idx="35">
                  <c:v>-39833918.92601204</c:v>
                </c:pt>
                <c:pt idx="36">
                  <c:v>-41466449.042051315</c:v>
                </c:pt>
                <c:pt idx="37">
                  <c:v>-43115509.81822014</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-43115509.81822014</c:v>
                </c:pt>
                <c:pt idx="38">
                  <c:v>-44780412.545347214</c:v>
                </c:pt>
                <c:pt idx="39">
                  <c:v>-46460510.19297218</c:v>
                </c:pt>
                <c:pt idx="40">
                  <c:v>-48155191.683395386</c:v>
                </c:pt>
                <c:pt idx="41">
                  <c:v>-49863877.044937134</c:v>
                </c:pt>
                <c:pt idx="42">
                  <c:v>-51586013.35009956</c:v>
                </c:pt>
                <c:pt idx="43">
                  <c:v>-53321071.345415115</c:v>
                </c:pt>
                <c:pt idx="44">
                  <c:v>-55068542.683813095</c:v>
                </c:pt>
                <c:pt idx="45">
                  <c:v>-56827937.67614555</c:v>
                </c:pt>
                <c:pt idx="46">
                  <c:v>-58598783.4852047</c:v>
                </c:pt>
                <c:pt idx="47">
                  <c:v>-60380622.69280052</c:v>
                </c:pt>
                <c:pt idx="48">
                  <c:v>-62173012.17775154</c:v>
                </c:pt>
                <c:pt idx="49">
                  <c:v>-63975522.24977493</c:v>
                </c:pt>
                <c:pt idx="50">
                  <c:v>-65787735.99104881</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-2730174.3936748505</c:v>
                </c:pt>
                <c:pt idx="2">
                  <c:v>-5525307.186038971</c:v>
                </c:pt>
                <c:pt idx="3">
                  <c:v>-8380923.610197067</c:v>
                </c:pt>
                <c:pt idx="4">
                  <c:v>-11289119.301483154</c:v>
                </c:pt>
                <c:pt idx="5">
                  <c:v>-14238763.033477783</c:v>
                </c:pt>
                <c:pt idx="6">
                  <c:v>-17216217.784440994</c:v>
                </c:pt>
                <c:pt idx="7">
                  <c:v>-20206495.502960205</c:v>
                </c:pt>
                <c:pt idx="8">
                  <c:v>-23194623.82054138</c:v>
                </c:pt>
                <c:pt idx="9">
                  <c:v>-26166938.006587982</c:v>
                </c:pt>
                <c:pt idx="10">
                  <c:v>-29112050.04384041</c:v>
                </c:pt>
                <c:pt idx="11">
                  <c:v>-32021364.55104065</c:v>
                </c:pt>
                <c:pt idx="12">
                  <c:v>-34889147.82839584</c:v>
                </c:pt>
                <c:pt idx="13">
                  <c:v>-37712255.616579056</c:v>
                </c:pt>
                <c:pt idx="14">
                  <c:v>-40489664.02124596</c:v>
                </c:pt>
                <c:pt idx="15">
                  <c:v>-43221935.895181656</c:v>
                </c:pt>
                <c:pt idx="16">
                  <c:v>-45910716.31178856</c:v>
                </c:pt>
                <c:pt idx="17">
                  <c:v>-48558308.11609459</c:v>
                </c:pt>
                <c:pt idx="18">
                  <c:v>-51167344.73319626</c:v>
                </c:pt>
                <c:pt idx="19">
                  <c:v>-53740556.123025894</c:v>
                </c:pt>
                <c:pt idx="20">
                  <c:v>-56280613.32696724</c:v>
                </c:pt>
                <c:pt idx="21">
                  <c:v>-58790033.97252464</c:v>
                </c:pt>
                <c:pt idx="22">
                  <c:v>-61271132.11730385</c:v>
                </c:pt>
                <c:pt idx="23">
                  <c:v>-63725998.59477043</c:v>
                </c:pt>
                <c:pt idx="24">
                  <c:v>-66156501.19511223</c:v>
                </c:pt>
                <c:pt idx="25">
                  <c:v>-68564296.89691353</c:v>
                </c:pt>
                <c:pt idx="26">
                  <c:v>-70950850.71017647</c:v>
                </c:pt>
                <c:pt idx="27">
                  <c:v>-73317457.47409248</c:v>
                </c:pt>
                <c:pt idx="28">
                  <c:v>-75665264.24772644</c:v>
                </c:pt>
                <c:pt idx="29">
                  <c:v>-77995291.84042549</c:v>
                </c:pt>
                <c:pt idx="30">
                  <c:v>-80308454.64920616</c:v>
                </c:pt>
                <c:pt idx="31">
                  <c:v>-82605578.38374329</c:v>
                </c:pt>
                <c:pt idx="32">
                  <c:v>-84887415.52807236</c:v>
                </c:pt>
                <c:pt idx="33">
                  <c:v>-87154658.55753326</c:v>
                </c:pt>
                <c:pt idx="34">
                  <c:v>-89407951.03185463</c:v>
                </c:pt>
                <c:pt idx="35">
                  <c:v>-91647896.74297523</c:v>
                </c:pt>
                <c:pt idx="36">
                  <c:v>-93875067.12461662</c:v>
                </c:pt>
                <c:pt idx="37">
                  <c:v>-96090007.13974953</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-96090007.13974953</c:v>
                </c:pt>
                <c:pt idx="38">
                  <c:v>-98293239.85895729</c:v>
                </c:pt>
                <c:pt idx="39">
                  <c:v>-100485269.93193054</c:v>
                </c:pt>
                <c:pt idx="40">
                  <c:v>-102666586.138937</c:v>
                </c:pt>
                <c:pt idx="41">
                  <c:v>-104837663.19128227</c:v>
                </c:pt>
                <c:pt idx="42">
                  <c:v>-106998962.93083382</c:v>
                </c:pt>
                <c:pt idx="43">
                  <c:v>-109150935.0598278</c:v>
                </c:pt>
                <c:pt idx="44">
                  <c:v>-111294017.51373291</c:v>
                </c:pt>
                <c:pt idx="45">
                  <c:v>-113428636.57270622</c:v>
                </c:pt>
                <c:pt idx="46">
                  <c:v>-115555206.79123116</c:v>
                </c:pt>
                <c:pt idx="47">
                  <c:v>-117674130.81103516</c:v>
                </c:pt>
                <c:pt idx="48">
                  <c:v>-119785799.10956383</c:v>
                </c:pt>
                <c:pt idx="49">
                  <c:v>-121890589.72493172</c:v>
                </c:pt>
                <c:pt idx="50">
                  <c:v>-123988867.98863411</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259214.62530708313</c:v>
                </c:pt>
                <c:pt idx="2">
                  <c:v>902345.7187538147</c:v>
                </c:pt>
                <c:pt idx="3">
                  <c:v>1664688.476064682</c:v>
                </c:pt>
                <c:pt idx="4">
                  <c:v>2264706.56662941</c:v>
                </c:pt>
                <c:pt idx="5">
                  <c:v>2545004.7781009674</c:v>
                </c:pt>
                <c:pt idx="6">
                  <c:v>2480867.0247364044</c:v>
                </c:pt>
                <c:pt idx="7">
                  <c:v>2113939.493282318</c:v>
                </c:pt>
                <c:pt idx="8">
                  <c:v>1499306.4357471466</c:v>
                </c:pt>
                <c:pt idx="9">
                  <c:v>683938.9801120758</c:v>
                </c:pt>
                <c:pt idx="10">
                  <c:v>-297091.61202812195</c:v>
                </c:pt>
                <c:pt idx="11">
                  <c:v>-1418352.8271446228</c:v>
                </c:pt>
                <c:pt idx="12">
                  <c:v>-2660890.0000724792</c:v>
                </c:pt>
                <c:pt idx="13">
                  <c:v>-4009729.1934070587</c:v>
                </c:pt>
                <c:pt idx="14">
                  <c:v>-5452259.439586639</c:v>
                </c:pt>
                <c:pt idx="15">
                  <c:v>-6977318.589570999</c:v>
                </c:pt>
                <c:pt idx="16">
                  <c:v>-8574747.541597366</c:v>
                </c:pt>
                <c:pt idx="17">
                  <c:v>-10235216.591207504</c:v>
                </c:pt>
                <c:pt idx="18">
                  <c:v>-11950186.050771713</c:v>
                </c:pt>
                <c:pt idx="19">
                  <c:v>-13711915.613521576</c:v>
                </c:pt>
                <c:pt idx="20">
                  <c:v>-15513476.182819366</c:v>
                </c:pt>
                <c:pt idx="21">
                  <c:v>-17348743.9597435</c:v>
                </c:pt>
                <c:pt idx="22">
                  <c:v>-19212371.965314865</c:v>
                </c:pt>
                <c:pt idx="23">
                  <c:v>-21099741.969532013</c:v>
                </c:pt>
                <c:pt idx="24">
                  <c:v>-23006902.793294907</c:v>
                </c:pt>
                <c:pt idx="25">
                  <c:v>-24930501.256267548</c:v>
                </c:pt>
                <c:pt idx="26">
                  <c:v>-26867711.083271027</c:v>
                </c:pt>
                <c:pt idx="27">
                  <c:v>-28816163.70471382</c:v>
                </c:pt>
                <c:pt idx="28">
                  <c:v>-30773883.541793823</c:v>
                </c:pt>
                <c:pt idx="29">
                  <c:v>-32739229.24969673</c:v>
                </c:pt>
                <c:pt idx="30">
                  <c:v>-34710841.553274155</c:v>
                </c:pt>
                <c:pt idx="31">
                  <c:v>-36687597.729795456</c:v>
                </c:pt>
                <c:pt idx="32">
                  <c:v>-38668572.42481613</c:v>
                </c:pt>
                <c:pt idx="33">
                  <c:v>-40653004.27729797</c:v>
                </c:pt>
                <c:pt idx="34">
                  <c:v>-42640267.73178673</c:v>
                </c:pt>
                <c:pt idx="35">
                  <c:v>-44629849.39106941</c:v>
                </c:pt>
                <c:pt idx="36">
                  <c:v>-46621328.28427124</c:v>
                </c:pt>
                <c:pt idx="37">
                  <c:v>-48614359.47276878</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-48614359.47276878</c:v>
                </c:pt>
                <c:pt idx="38">
                  <c:v>-50608660.47610092</c:v>
                </c:pt>
                <c:pt idx="39">
                  <c:v>-52604000.063791275</c:v>
                </c:pt>
                <c:pt idx="40">
                  <c:v>-54600189.021059036</c:v>
                </c:pt>
                <c:pt idx="41">
                  <c:v>-56597072.55422783</c:v>
                </c:pt>
                <c:pt idx="42">
                  <c:v>-58594524.0533905</c:v>
                </c:pt>
                <c:pt idx="43">
                  <c:v>-60592439.97549057</c:v>
                </c:pt>
                <c:pt idx="44">
                  <c:v>-62590735.65021324</c:v>
                </c:pt>
                <c:pt idx="45">
                  <c:v>-64589341.84466934</c:v>
                </c:pt>
                <c:pt idx="46">
                  <c:v>-66588201.951063156</c:v>
                </c:pt>
                <c:pt idx="47">
                  <c:v>-68587269.68535423</c:v>
                </c:pt>
                <c:pt idx="48">
                  <c:v>-70586507.20462799</c:v>
                </c:pt>
                <c:pt idx="49">
                  <c:v>-72585883.56739235</c:v>
                </c:pt>
                <c:pt idx="50">
                  <c:v>-74585373.47451401</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Sum. Profit 2026-2030,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#N/A</c:v>
                </c:pt>
                <c:pt idx="1">
                  <c:v>0.12547909995746612</c:v>
                </c:pt>
                <c:pt idx="2">
                  <c:v>0.1265555168247223</c:v>
                </c:pt>
                <c:pt idx="3">
                  <c:v>0.12761634074242909</c:v>
                </c:pt>
                <c:pt idx="4">
                  <c:v>0.12866000619983672</c:v>
                </c:pt>
                <c:pt idx="5">
                  <c:v>0.12968494316387177</c:v>
                </c:pt>
                <c:pt idx="6">
                  <c:v>0.13068958450126647</c:v>
                </c:pt>
                <c:pt idx="7">
                  <c:v>0.13167237372766222</c:v>
                </c:pt>
                <c:pt idx="8">
                  <c:v>0.13263177301096915</c:v>
                </c:pt>
                <c:pt idx="9">
                  <c:v>0.1335662713531918</c:v>
                </c:pt>
                <c:pt idx="10">
                  <c:v>0.13447439286642074</c:v>
                </c:pt>
                <c:pt idx="11">
                  <c:v>0.13535470505306937</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0.13535470505306937</c:v>
                </c:pt>
                <c:pt idx="12">
                  <c:v>0.13620582699449857</c:v>
                </c:pt>
                <c:pt idx="13">
                  <c:v>0.13702643735262063</c:v>
                </c:pt>
                <c:pt idx="14">
                  <c:v>0.13781528208698546</c:v>
                </c:pt>
                <c:pt idx="15">
                  <c:v>0.1385711817893982</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#N/A</c:v>
                </c:pt>
                <c:pt idx="1">
                  <c:v>0.004906340037345886</c:v>
                </c:pt>
                <c:pt idx="2">
                  <c:v>0.004908183498859405</c:v>
                </c:pt>
                <c:pt idx="3">
                  <c:v>0.004910020047823588</c:v>
                </c:pt>
                <c:pt idx="4">
                  <c:v>0.004911849661588669</c:v>
                </c:pt>
                <c:pt idx="5">
                  <c:v>0.004913672318077087</c:v>
                </c:pt>
                <c:pt idx="6">
                  <c:v>0.004915487995783488</c:v>
                </c:pt>
                <c:pt idx="7">
                  <c:v>0.004917296672957284</c:v>
                </c:pt>
                <c:pt idx="8">
                  <c:v>0.004919098327755928</c:v>
                </c:pt>
                <c:pt idx="9">
                  <c:v>0.004920892938613892</c:v>
                </c:pt>
                <c:pt idx="10">
                  <c:v>0.004922680484199524</c:v>
                </c:pt>
                <c:pt idx="11">
                  <c:v>0.004924460942961953</c:v>
                </c:pt>
                <c:pt idx="12">
                  <c:v>0.0049262342936197915</c:v>
                </c:pt>
                <c:pt idx="13">
                  <c:v>0.004928000514984131</c:v>
                </c:pt>
                <c:pt idx="14">
                  <c:v>0.004929759585993631</c:v>
                </c:pt>
                <c:pt idx="15">
                  <c:v>0.004931511485544841</c:v>
                </c:pt>
                <c:pt idx="16">
                  <c:v>0.004933256192862987</c:v>
                </c:pt>
                <c:pt idx="17">
                  <c:v>0.004934993686956518</c:v>
                </c:pt>
                <c:pt idx="18">
                  <c:v>0.004936723947207133</c:v>
                </c:pt>
                <c:pt idx="19">
                  <c:v>0.004938446953020598</c:v>
                </c:pt>
                <c:pt idx="20">
                  <c:v>0.0049401626838207245</c:v>
                </c:pt>
                <c:pt idx="21">
                  <c:v>0.004941871119272141</c:v>
                </c:pt>
                <c:pt idx="22">
                  <c:v>0.0049435722390088165</c:v>
                </c:pt>
                <c:pt idx="23">
                  <c:v>0.004945266022848047</c:v>
                </c:pt>
                <c:pt idx="24">
                  <c:v>0.004946952450633049</c:v>
                </c:pt>
                <c:pt idx="25">
                  <c:v>0.0049486315024185185</c:v>
                </c:pt>
                <c:pt idx="26">
                  <c:v>0.004950303158356593</c:v>
                </c:pt>
                <c:pt idx="27">
                  <c:v>0.004951967398572851</c:v>
                </c:pt>
                <c:pt idx="28">
                  <c:v>0.004953624203477587</c:v>
                </c:pt>
                <c:pt idx="29">
                  <c:v>0.004955273553420758</c:v>
                </c:pt>
                <c:pt idx="30">
                  <c:v>0.004956915429019928</c:v>
                </c:pt>
                <c:pt idx="31">
                  <c:v>0.004958549810932528</c:v>
                </c:pt>
                <c:pt idx="32">
                  <c:v>0.004960176679849625</c:v>
                </c:pt>
                <c:pt idx="33">
                  <c:v>0.0049617960167220145</c:v>
                </c:pt>
                <c:pt idx="34">
                  <c:v>0.004963407802497639</c:v>
                </c:pt>
                <c:pt idx="35">
                  <c:v>0.004965012018312727</c:v>
                </c:pt>
                <c:pt idx="36">
                  <c:v>0.004966608645386166</c:v>
                </c:pt>
                <c:pt idx="37">
                  <c:v>0.004968197665008339</c:v>
                </c:pt>
                <c:pt idx="38">
                  <c:v>0.004969779058682291</c:v>
                </c:pt>
                <c:pt idx="39">
                  <c:v>0.004971352807925298</c:v>
                </c:pt>
                <c:pt idx="40">
                  <c:v>0.0049729188944578175</c:v>
                </c:pt>
                <c:pt idx="41">
                  <c:v>0.004974477300108933</c:v>
                </c:pt>
                <c:pt idx="42">
                  <c:v>0.004976028006735302</c:v>
                </c:pt>
                <c:pt idx="43">
                  <c:v>0.004977570996417556</c:v>
                </c:pt>
                <c:pt idx="44">
                  <c:v>0.0049791062513047995</c:v>
                </c:pt>
                <c:pt idx="45">
                  <c:v>0.004980633753691779</c:v>
                </c:pt>
                <c:pt idx="46">
                  <c:v>0.004982153485982315</c:v>
                </c:pt>
                <c:pt idx="47">
                  <c:v>0.0049836654306979885</c:v>
                </c:pt>
                <c:pt idx="48">
                  <c:v>0.004985169570505619</c:v>
                </c:pt>
                <c:pt idx="49">
                  <c:v>0.004986665888144046</c:v>
                </c:pt>
                <c:pt idx="50">
                  <c:v>0.004988154366569519</c:v>
                </c:pt>
                <c:pt idx="51">
                  <c:v>0.0049896349887660904</c:v>
                </c:pt>
                <c:pt idx="52">
                  <c:v>0.004991107737926336</c:v>
                </c:pt>
                <c:pt idx="53">
                  <c:v>0.004992572597287736</c:v>
                </c:pt>
                <c:pt idx="54">
                  <c:v>0.0049940295502874585</c:v>
                </c:pt>
                <c:pt idx="55">
                  <c:v>0.004995478580457514</c:v>
                </c:pt>
                <c:pt idx="56">
                  <c:v>0.004996919671450342</c:v>
                </c:pt>
                <c:pt idx="57">
                  <c:v>0.004998352807078445</c:v>
                </c:pt>
                <c:pt idx="58">
                  <c:v>0.0049997779712677</c:v>
                </c:pt>
                <c:pt idx="59">
                  <c:v>0.005001195148063919</c:v>
                </c:pt>
                <c:pt idx="60">
                  <c:v>0.005002604321670532</c:v>
                </c:pt>
                <c:pt idx="61">
                  <c:v>0.005004005476404409</c:v>
                </c:pt>
                <c:pt idx="62">
                  <c:v>0.0050053985967328475</c:v>
                </c:pt>
                <c:pt idx="63">
                  <c:v>0.005006783667231363</c:v>
                </c:pt>
                <c:pt idx="64">
                  <c:v>0.005008160672619939</c:v>
                </c:pt>
                <c:pt idx="65">
                  <c:v>0.005009529597766583</c:v>
                </c:pt>
                <c:pt idx="66">
                  <c:v>0.005010890427661664</c:v>
                </c:pt>
                <c:pt idx="67">
                  <c:v>0.005012243147451486</c:v>
                </c:pt>
                <c:pt idx="68">
                  <c:v>0.0050135877423987665</c:v>
                </c:pt>
                <c:pt idx="69">
                  <c:v>0.00501492419790185</c:v>
                </c:pt>
                <c:pt idx="70">
                  <c:v>0.005016252499512264</c:v>
                </c:pt>
                <c:pt idx="71">
                  <c:v>0.005017572632897068</c:v>
                </c:pt>
                <c:pt idx="72">
                  <c:v>0.005018884583910306</c:v>
                </c:pt>
                <c:pt idx="73">
                  <c:v>0.005020188338475684</c:v>
                </c:pt>
                <c:pt idx="74">
                  <c:v>0.005021483882736515</c:v>
                </c:pt>
                <c:pt idx="75">
                  <c:v>0.00502277120291392</c:v>
                </c:pt>
                <c:pt idx="76">
                  <c:v>0.005024050285402097</c:v>
                </c:pt>
                <c:pt idx="77">
                  <c:v>0.005025321116719927</c:v>
                </c:pt>
                <c:pt idx="78">
                  <c:v>0.005026583683551886</c:v>
                </c:pt>
                <c:pt idx="79">
                  <c:v>0.00502783797270135</c:v>
                </c:pt>
                <c:pt idx="80">
                  <c:v>0.005029083971130848</c:v>
                </c:pt>
                <c:pt idx="81">
                  <c:v>0.005030321665952235</c:v>
                </c:pt>
                <c:pt idx="82">
                  <c:v>0.00503155104440596</c:v>
                </c:pt>
                <c:pt idx="83">
                  <c:v>0.005032772093887789</c:v>
                </c:pt>
                <c:pt idx="84">
                  <c:v>0.005033984801928203</c:v>
                </c:pt>
                <c:pt idx="85">
                  <c:v>0.005035189156218136</c:v>
                </c:pt>
                <c:pt idx="86">
                  <c:v>0.005036385144599648</c:v>
                </c:pt>
                <c:pt idx="87">
                  <c:v>0.005037572755057236</c:v>
                </c:pt>
                <c:pt idx="88">
                  <c:v>0.005038751975698905</c:v>
                </c:pt>
                <c:pt idx="89">
                  <c:v>0.00503992279481352</c:v>
                </c:pt>
                <c:pt idx="90">
                  <c:v>0.005041085200828976</c:v>
                </c:pt>
                <c:pt idx="91">
                  <c:v>0.00504223918230455</c:v>
                </c:pt>
                <c:pt idx="92">
                  <c:v>0.005043384727985963</c:v>
                </c:pt>
                <c:pt idx="93">
                  <c:v>0.005044521826733825</c:v>
                </c:pt>
                <c:pt idx="94">
                  <c:v>0.0050456504675885465</c:v>
                </c:pt>
                <c:pt idx="95">
                  <c:v>0.0050467706397106776</c:v>
                </c:pt>
                <c:pt idx="96">
                  <c:v>0.005047882332434257</c:v>
                </c:pt>
                <c:pt idx="97">
                  <c:v>0.005048985535248038</c:v>
                </c:pt>
                <c:pt idx="98">
                  <c:v>0.005050080237777865</c:v>
                </c:pt>
                <c:pt idx="99">
                  <c:v>0.0050511664298086454</c:v>
                </c:pt>
                <c:pt idx="100">
                  <c:v>0.005052244101276398</c:v>
                </c:pt>
                <c:pt idx="101">
                  <c:v>0.0050533132422702146</c:v>
                </c:pt>
                <c:pt idx="102">
                  <c:v>0.005054373843052808</c:v>
                </c:pt>
                <c:pt idx="103">
                  <c:v>0.005055425894005785</c:v>
                </c:pt>
                <c:pt idx="104">
                  <c:v>0.005056469385688121</c:v>
                </c:pt>
                <c:pt idx="105">
                  <c:v>0.005057504308809553</c:v>
                </c:pt>
                <c:pt idx="106">
                  <c:v>0.005058530654241454</c:v>
                </c:pt>
                <c:pt idx="107">
                  <c:v>0.005059548412991461</c:v>
                </c:pt>
                <c:pt idx="108">
                  <c:v>0.005060557576250147</c:v>
                </c:pt>
                <c:pt idx="109">
                  <c:v>0.005061558135347629</c:v>
                </c:pt>
                <c:pt idx="110">
                  <c:v>0.005062550081755898</c:v>
                </c:pt>
                <c:pt idx="111">
                  <c:v>0.005063533407142571</c:v>
                </c:pt>
                <c:pt idx="112">
                  <c:v>0.005064508103294032</c:v>
                </c:pt>
                <c:pt idx="113">
                  <c:v>0.005065474162177702</c:v>
                </c:pt>
                <c:pt idx="114">
                  <c:v>0.0050664315759089956</c:v>
                </c:pt>
                <c:pt idx="115">
                  <c:v>0.005067380336769767</c:v>
                </c:pt>
                <c:pt idx="116">
                  <c:v>0.005068320437184696</c:v>
                </c:pt>
                <c:pt idx="117">
                  <c:v>0.0050692518697559325</c:v>
                </c:pt>
                <c:pt idx="118">
                  <c:v>0.005070174627231339</c:v>
                </c:pt>
                <c:pt idx="119">
                  <c:v>0.005071088702506378</c:v>
                </c:pt>
                <c:pt idx="120">
                  <c:v>0.005071994088673592</c:v>
                </c:pt>
                <c:pt idx="121">
                  <c:v>0.005072890778951409</c:v>
                </c:pt>
                <c:pt idx="122">
                  <c:v>0.005073778766725884</c:v>
                </c:pt>
                <c:pt idx="123">
                  <c:v>0.005074658045551642</c:v>
                </c:pt>
                <c:pt idx="124">
                  <c:v>0.0050755286091219995</c:v>
                </c:pt>
                <c:pt idx="125">
                  <c:v>0.005076390451324463</c:v>
                </c:pt>
                <c:pt idx="126">
                  <c:v>0.0050772435661724635</c:v>
                </c:pt>
                <c:pt idx="127">
                  <c:v>0.005078087947860478</c:v>
                </c:pt>
                <c:pt idx="128">
                  <c:v>0.005078923590742052</c:v>
                </c:pt>
                <c:pt idx="129">
                  <c:v>0.005079750489323638</c:v>
                </c:pt>
                <c:pt idx="130">
                  <c:v>0.00508056863826605</c:v>
                </c:pt>
                <c:pt idx="131">
                  <c:v>0.005081378032422248</c:v>
                </c:pt>
                <c:pt idx="132">
                  <c:v>0.005082178666772265</c:v>
                </c:pt>
                <c:pt idx="133">
                  <c:v>0.005082970536475791</c:v>
                </c:pt>
                <c:pt idx="134">
                  <c:v>0.0050837536368441225</c:v>
                </c:pt>
                <c:pt idx="135">
                  <c:v>0.005084527963362799</c:v>
                </c:pt>
                <c:pt idx="136">
                  <c:v>0.005085293511664166</c:v>
                </c:pt>
                <c:pt idx="137">
                  <c:v>0.0050860502775498554</c:v>
                </c:pt>
                <c:pt idx="138">
                  <c:v>0.005086798256991566</c:v>
                </c:pt>
                <c:pt idx="139">
                  <c:v>0.005087537446104365</c:v>
                </c:pt>
                <c:pt idx="140">
                  <c:v>0.005088267841175624</c:v>
                </c:pt>
                <c:pt idx="141">
                  <c:v>0.0050889894386656745</c:v>
                </c:pt>
                <c:pt idx="142">
                  <c:v>0.005089702235161419</c:v>
                </c:pt>
                <c:pt idx="143">
                  <c:v>0.005090406227458607</c:v>
                </c:pt>
                <c:pt idx="144">
                  <c:v>0.005091101412481732</c:v>
                </c:pt>
                <c:pt idx="145">
                  <c:v>0.005091787787332206</c:v>
                </c:pt>
                <c:pt idx="146">
                  <c:v>0.005092465349256176</c:v>
                </c:pt>
                <c:pt idx="147">
                  <c:v>0.005093134095691499</c:v>
                </c:pt>
                <c:pt idx="148">
                  <c:v>0.005093794024209719</c:v>
                </c:pt>
                <c:pt idx="149">
                  <c:v>0.005094445132562778</c:v>
                </c:pt>
                <c:pt idx="150">
                  <c:v>0.005095087418651581</c:v>
                </c:pt>
                <c:pt idx="151">
                  <c:v>0.005095720880540002</c:v>
                </c:pt>
                <c:pt idx="152">
                  <c:v>0.005096345516474623</c:v>
                </c:pt>
                <c:pt idx="153">
                  <c:v>0.005096961324835135</c:v>
                </c:pt>
                <c:pt idx="154">
                  <c:v>0.005097568304179551</c:v>
                </c:pt>
                <c:pt idx="155">
                  <c:v>0.005098166453226151</c:v>
                </c:pt>
                <c:pt idx="156">
                  <c:v>0.005098755770854461</c:v>
                </c:pt>
                <c:pt idx="157">
                  <c:v>0.0050993362560940395</c:v>
                </c:pt>
                <c:pt idx="158">
                  <c:v>0.005099907908155948</c:v>
                </c:pt>
                <c:pt idx="159">
                  <c:v>0.005100470726391054</c:v>
                </c:pt>
                <c:pt idx="160">
                  <c:v>0.005101024710333348</c:v>
                </c:pt>
                <c:pt idx="161">
                  <c:v>0.005101569859664632</c:v>
                </c:pt>
                <c:pt idx="162">
                  <c:v>0.005102106174227632</c:v>
                </c:pt>
                <c:pt idx="163">
                  <c:v>0.005102633654032748</c:v>
                </c:pt>
                <c:pt idx="164">
                  <c:v>0.005103152299247137</c:v>
                </c:pt>
                <c:pt idx="165">
                  <c:v>0.005103662110189958</c:v>
                </c:pt>
                <c:pt idx="166">
                  <c:v>0.005104163087356521</c:v>
                </c:pt>
                <c:pt idx="167">
                  <c:v>0.005104655231401592</c:v>
                </c:pt>
                <c:pt idx="168">
                  <c:v>0.005105138543123291</c:v>
                </c:pt>
                <c:pt idx="169">
                  <c:v>0.005105613023492711</c:v>
                </c:pt>
                <c:pt idx="170">
                  <c:v>0.005106078673632004</c:v>
                </c:pt>
                <c:pt idx="171">
                  <c:v>0.005106535494837845</c:v>
                </c:pt>
                <c:pt idx="172">
                  <c:v>0.005106983488559723</c:v>
                </c:pt>
                <c:pt idx="173">
                  <c:v>0.005107422656390019</c:v>
                </c:pt>
                <c:pt idx="174">
                  <c:v>0.005107853000109223</c:v>
                </c:pt>
                <c:pt idx="175">
                  <c:v>0.005108274521626064</c:v>
                </c:pt>
                <c:pt idx="176">
                  <c:v>0.005108687223033472</c:v>
                </c:pt>
                <c:pt idx="177">
                  <c:v>0.005109091106560271</c:v>
                </c:pt>
                <c:pt idx="178">
                  <c:v>0.005109486174620939</c:v>
                </c:pt>
                <c:pt idx="179">
                  <c:v>0.005109872429751817</c:v>
                </c:pt>
                <c:pt idx="180">
                  <c:v>0.005110249874676598</c:v>
                </c:pt>
                <c:pt idx="181">
                  <c:v>0.005110618512259004</c:v>
                </c:pt>
                <c:pt idx="182">
                  <c:v>0.005110978345530374</c:v>
                </c:pt>
                <c:pt idx="183">
                  <c:v>0.005111329377674665</c:v>
                </c:pt>
                <c:pt idx="184">
                  <c:v>0.0051116716120191245</c:v>
                </c:pt>
                <c:pt idx="185">
                  <c:v>0.005112005052076804</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0.005112005052076804</c:v>
                </c:pt>
                <c:pt idx="186">
                  <c:v>0.005112329701480045</c:v>
                </c:pt>
                <c:pt idx="187">
                  <c:v>0.005112645564048685</c:v>
                </c:pt>
                <c:pt idx="188">
                  <c:v>0.005112952643739416</c:v>
                </c:pt>
                <c:pt idx="189">
                  <c:v>0.005113250944657301</c:v>
                </c:pt>
                <c:pt idx="190">
                  <c:v>0.005113540471081985</c:v>
                </c:pt>
                <c:pt idx="191">
                  <c:v>0.005113821227438163</c:v>
                </c:pt>
                <c:pt idx="192">
                  <c:v>0.005114093218296766</c:v>
                </c:pt>
                <c:pt idx="193">
                  <c:v>0.005114356448386</c:v>
                </c:pt>
                <c:pt idx="194">
                  <c:v>0.005114610922592203</c:v>
                </c:pt>
                <c:pt idx="195">
                  <c:v>0.005114856645946014</c:v>
                </c:pt>
                <c:pt idx="196">
                  <c:v>0.005115093623638153</c:v>
                </c:pt>
                <c:pt idx="197">
                  <c:v>0.005115321861005676</c:v>
                </c:pt>
                <c:pt idx="198">
                  <c:v>0.005115541363533097</c:v>
                </c:pt>
                <c:pt idx="199">
                  <c:v>0.005115752136863057</c:v>
                </c:pt>
                <c:pt idx="200">
                  <c:v>0.005115954186792374</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#N/A</c:v>
                </c:pt>
                <c:pt idx="1">
                  <c:v>2.315165380423546</c:v>
                </c:pt>
                <c:pt idx="2">
                  <c:v>2.494910536661148</c:v>
                </c:pt>
                <c:pt idx="3">
                  <c:v>2.677181973766009</c:v>
                </c:pt>
                <c:pt idx="4">
                  <c:v>2.855918999027252</c:v>
                </c:pt>
                <c:pt idx="5">
                  <c:v>3.024160836990738</c:v>
                </c:pt>
                <c:pt idx="6">
                  <c:v>3.174922950085481</c:v>
                </c:pt>
                <c:pt idx="7">
                  <c:v>3.302250774395398</c:v>
                </c:pt>
                <c:pt idx="8">
                  <c:v>3.402127684317708</c:v>
                </c:pt>
                <c:pt idx="9">
                  <c:v>3.4729407904959784</c:v>
                </c:pt>
                <c:pt idx="10">
                  <c:v>3.515395492941952</c:v>
                </c:pt>
                <c:pt idx="11">
                  <c:v>3.5319953835539386</c:v>
                </c:pt>
                <c:pt idx="12">
                  <c:v>3.5263303185114068</c:v>
                </c:pt>
                <c:pt idx="13">
                  <c:v>3.5024016005017207</c:v>
                </c:pt>
                <c:pt idx="14">
                  <c:v>3.4641164368987085</c:v>
                </c:pt>
                <c:pt idx="15">
                  <c:v>3.414982725320943</c:v>
                </c:pt>
                <c:pt idx="16">
                  <c:v>3.3579724525200723</c:v>
                </c:pt>
                <c:pt idx="17">
                  <c:v>3.295500265327734</c:v>
                </c:pt>
                <c:pt idx="18">
                  <c:v>3.2294675053751205</c:v>
                </c:pt>
                <c:pt idx="19">
                  <c:v>3.1613354542497833</c:v>
                </c:pt>
                <c:pt idx="20">
                  <c:v>3.09220533709054</c:v>
                </c:pt>
                <c:pt idx="21">
                  <c:v>3.0228931423462915</c:v>
                </c:pt>
                <c:pt idx="22">
                  <c:v>2.9539941091191984</c:v>
                </c:pt>
                <c:pt idx="23">
                  <c:v>2.885935611557587</c:v>
                </c:pt>
                <c:pt idx="24">
                  <c:v>2.8190191183868647</c:v>
                </c:pt>
                <c:pt idx="25">
                  <c:v>2.7534527139951326</c:v>
                </c:pt>
                <c:pt idx="26">
                  <c:v>2.689375864159107</c:v>
                </c:pt>
                <c:pt idx="27">
                  <c:v>2.626878012539228</c:v>
                </c:pt>
                <c:pt idx="28">
                  <c:v>2.5660123797147274</c:v>
                </c:pt>
                <c:pt idx="29">
                  <c:v>2.5068060949481765</c:v>
                </c:pt>
                <c:pt idx="30">
                  <c:v>2.449267563783455</c:v>
                </c:pt>
                <c:pt idx="31">
                  <c:v>2.3933917780706038</c:v>
                </c:pt>
                <c:pt idx="32">
                  <c:v>2.3391641125399767</c:v>
                </c:pt>
                <c:pt idx="33">
                  <c:v>2.286563021419467</c:v>
                </c:pt>
                <c:pt idx="34">
                  <c:v>2.2355619455212143</c:v>
                </c:pt>
                <c:pt idx="35">
                  <c:v>2.1861306600379944</c:v>
                </c:pt>
                <c:pt idx="36">
                  <c:v>2.138236231634908</c:v>
                </c:pt>
                <c:pt idx="37">
                  <c:v>2.091843706541912</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2.091843706541912</c:v>
                </c:pt>
                <c:pt idx="38">
                  <c:v>2.0469166161125836</c:v>
                </c:pt>
                <c:pt idx="39">
                  <c:v>2.0034173601544945</c:v>
                </c:pt>
                <c:pt idx="40">
                  <c:v>1.961307509189415</c:v>
                </c:pt>
                <c:pt idx="41">
                  <c:v>1.9205480530174301</c:v>
                </c:pt>
                <c:pt idx="42">
                  <c:v>1.8810996132240523</c:v>
                </c:pt>
                <c:pt idx="43">
                  <c:v>1.8429226305533786</c:v>
                </c:pt>
                <c:pt idx="44">
                  <c:v>1.8059775335679704</c:v>
                </c:pt>
                <c:pt idx="45">
                  <c:v>1.770224892109108</c:v>
                </c:pt>
                <c:pt idx="46">
                  <c:v>1.7356255572866357</c:v>
                </c:pt>
                <c:pt idx="47">
                  <c:v>1.7021407887145306</c:v>
                </c:pt>
                <c:pt idx="48">
                  <c:v>1.6697323692047</c:v>
                </c:pt>
                <c:pt idx="49">
                  <c:v>1.6383627069525426</c:v>
                </c:pt>
                <c:pt idx="50">
                  <c:v>1.607994925259075</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#N/A</c:v>
                </c:pt>
                <c:pt idx="1">
                  <c:v>16.273475125613214</c:v>
                </c:pt>
                <c:pt idx="2">
                  <c:v>17.03103991831207</c:v>
                </c:pt>
                <c:pt idx="3">
                  <c:v>17.781026303496997</c:v>
                </c:pt>
                <c:pt idx="4">
                  <c:v>18.510447361294986</c:v>
                </c:pt>
                <c:pt idx="5">
                  <c:v>19.205381929504966</c:v>
                </c:pt>
                <c:pt idx="6">
                  <c:v>19.851771310410978</c:v>
                </c:pt>
                <c:pt idx="7">
                  <c:v>20.436356375366756</c:v>
                </c:pt>
                <c:pt idx="8">
                  <c:v>20.94763518923056</c:v>
                </c:pt>
                <c:pt idx="9">
                  <c:v>21.37669915090773</c:v>
                </c:pt>
                <c:pt idx="10">
                  <c:v>21.71781787671547</c:v>
                </c:pt>
                <c:pt idx="11">
                  <c:v>21.9686892988726</c:v>
                </c:pt>
                <c:pt idx="12">
                  <c:v>22.130338157058635</c:v>
                </c:pt>
                <c:pt idx="13">
                  <c:v>22.206712143715126</c:v>
                </c:pt>
                <c:pt idx="14">
                  <c:v>22.204071316416808</c:v>
                </c:pt>
                <c:pt idx="15">
                  <c:v>22.13028351669318</c:v>
                </c:pt>
                <c:pt idx="16">
                  <c:v>21.994128404190004</c:v>
                </c:pt>
                <c:pt idx="17">
                  <c:v>21.80468512680553</c:v>
                </c:pt>
                <c:pt idx="18">
                  <c:v>21.57084541434484</c:v>
                </c:pt>
                <c:pt idx="19">
                  <c:v>21.30096424423263</c:v>
                </c:pt>
                <c:pt idx="20">
                  <c:v>21.00263899145312</c:v>
                </c:pt>
                <c:pt idx="21">
                  <c:v>20.682595979822384</c:v>
                </c:pt>
                <c:pt idx="22">
                  <c:v>20.346659001680763</c:v>
                </c:pt>
                <c:pt idx="23">
                  <c:v>19.999775174720018</c:v>
                </c:pt>
                <c:pt idx="24">
                  <c:v>19.646077093955636</c:v>
                </c:pt>
                <c:pt idx="25">
                  <c:v>19.288964844311103</c:v>
                </c:pt>
                <c:pt idx="26">
                  <c:v>18.93119596237432</c:v>
                </c:pt>
                <c:pt idx="27">
                  <c:v>18.57497531663792</c:v>
                </c:pt>
                <c:pt idx="28">
                  <c:v>18.22203992421249</c:v>
                </c:pt>
                <c:pt idx="29">
                  <c:v>17.87373596034905</c:v>
                </c:pt>
                <c:pt idx="30">
                  <c:v>17.531086765713404</c:v>
                </c:pt>
                <c:pt idx="31">
                  <c:v>17.194851665216415</c:v>
                </c:pt>
                <c:pt idx="32">
                  <c:v>16.865576023896633</c:v>
                </c:pt>
                <c:pt idx="33">
                  <c:v>16.543633299315655</c:v>
                </c:pt>
                <c:pt idx="34">
                  <c:v>16.229259998746198</c:v>
                </c:pt>
                <c:pt idx="35">
                  <c:v>15.922584481003108</c:v>
                </c:pt>
                <c:pt idx="36">
                  <c:v>15.62365050471947</c:v>
                </c:pt>
                <c:pt idx="37">
                  <c:v>15.332436349315154</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15.332436349315154</c:v>
                </c:pt>
                <c:pt idx="38">
                  <c:v>15.048870242647823</c:v>
                </c:pt>
                <c:pt idx="39">
                  <c:v>14.77284273325052</c:v>
                </c:pt>
                <c:pt idx="40">
                  <c:v>14.504216552657486</c:v>
                </c:pt>
                <c:pt idx="41">
                  <c:v>14.24283442857377</c:v>
                </c:pt>
                <c:pt idx="42">
                  <c:v>13.988525234310854</c:v>
                </c:pt>
                <c:pt idx="43">
                  <c:v>13.74110879437675</c:v>
                </c:pt>
                <c:pt idx="44">
                  <c:v>13.50039960999543</c:v>
                </c:pt>
                <c:pt idx="45">
                  <c:v>13.266209720844671</c:v>
                </c:pt>
                <c:pt idx="46">
                  <c:v>13.03835087948424</c:v>
                </c:pt>
                <c:pt idx="47">
                  <c:v>12.81663618179991</c:v>
                </c:pt>
                <c:pt idx="48">
                  <c:v>12.600881269358457</c:v>
                </c:pt>
                <c:pt idx="49">
                  <c:v>12.39090519698431</c:v>
                </c:pt>
                <c:pt idx="50">
                  <c:v>12.186531040352477</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#N/A</c:v>
                </c:pt>
                <c:pt idx="1">
                  <c:v>10.597910335769653</c:v>
                </c:pt>
                <c:pt idx="2">
                  <c:v>10.78279876144743</c:v>
                </c:pt>
                <c:pt idx="3">
                  <c:v>10.90029192762057</c:v>
                </c:pt>
                <c:pt idx="4">
                  <c:v>10.947732505442858</c:v>
                </c:pt>
                <c:pt idx="5">
                  <c:v>10.926721284863854</c:v>
                </c:pt>
                <c:pt idx="6">
                  <c:v>10.84262914047861</c:v>
                </c:pt>
                <c:pt idx="7">
                  <c:v>10.703590822045054</c:v>
                </c:pt>
                <c:pt idx="8">
                  <c:v>10.519280149516582</c:v>
                </c:pt>
                <c:pt idx="9">
                  <c:v>10.29975586110825</c:v>
                </c:pt>
                <c:pt idx="10">
                  <c:v>10.054566891512966</c:v>
                </c:pt>
                <c:pt idx="11">
                  <c:v>9.792183424773564</c:v>
                </c:pt>
                <c:pt idx="12">
                  <c:v>9.519726816191117</c:v>
                </c:pt>
                <c:pt idx="13">
                  <c:v>9.242924514886196</c:v>
                </c:pt>
                <c:pt idx="14">
                  <c:v>8.966207507638318</c:v>
                </c:pt>
                <c:pt idx="15">
                  <c:v>8.692880873247972</c:v>
                </c:pt>
                <c:pt idx="16">
                  <c:v>8.42531839273721</c:v>
                </c:pt>
                <c:pt idx="17">
                  <c:v>8.165151307932966</c:v>
                </c:pt>
                <c:pt idx="18">
                  <c:v>7.913435869597382</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7.913435869597382</c:v>
                </c:pt>
                <c:pt idx="19">
                  <c:v>7.670793915639225</c:v>
                </c:pt>
                <c:pt idx="20">
                  <c:v>7.437526318629217</c:v>
                </c:pt>
                <c:pt idx="21">
                  <c:v>7.213701964745431</c:v>
                </c:pt>
                <c:pt idx="22">
                  <c:v>6.999226025176395</c:v>
                </c:pt>
                <c:pt idx="23">
                  <c:v>6.793891414028002</c:v>
                </c:pt>
                <c:pt idx="24">
                  <c:v>6.597416983443061</c:v>
                </c:pt>
                <c:pt idx="25">
                  <c:v>6.409475476564904</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#N/A</c:v>
                </c:pt>
                <c:pt idx="1">
                  <c:v>0.4658286840057373</c:v>
                </c:pt>
                <c:pt idx="2">
                  <c:v>0.47361810872364046</c:v>
                </c:pt>
                <c:pt idx="3">
                  <c:v>0.48142081470330556</c:v>
                </c:pt>
                <c:pt idx="4">
                  <c:v>0.48922153035759924</c:v>
                </c:pt>
                <c:pt idx="5">
                  <c:v>0.4970040557094574</c:v>
                </c:pt>
                <c:pt idx="6">
                  <c:v>0.5047513319319089</c:v>
                </c:pt>
                <c:pt idx="7">
                  <c:v>0.512445529120309</c:v>
                </c:pt>
                <c:pt idx="8">
                  <c:v>0.5200681524465084</c:v>
                </c:pt>
                <c:pt idx="9">
                  <c:v>0.5276001663465499</c:v>
                </c:pt>
                <c:pt idx="10">
                  <c:v>0.535022135840702</c:v>
                </c:pt>
                <c:pt idx="11">
                  <c:v>0.5423143835092892</c:v>
                </c:pt>
                <c:pt idx="12">
                  <c:v>0.5494571600499948</c:v>
                </c:pt>
                <c:pt idx="13">
                  <c:v>0.5564308257702314</c:v>
                </c:pt>
                <c:pt idx="14">
                  <c:v>0.5632160398365429</c:v>
                </c:pt>
                <c:pt idx="15">
                  <c:v>0.569793953652382</c:v>
                </c:pt>
                <c:pt idx="16">
                  <c:v>0.5761464043881297</c:v>
                </c:pt>
                <c:pt idx="17">
                  <c:v>0.5822561044733384</c:v>
                </c:pt>
                <c:pt idx="18">
                  <c:v>0.5881068227952851</c:v>
                </c:pt>
                <c:pt idx="19">
                  <c:v>0.5936835534457157</c:v>
                </c:pt>
                <c:pt idx="20">
                  <c:v>0.598972668121481</c:v>
                </c:pt>
                <c:pt idx="21">
                  <c:v>0.6039620487007413</c:v>
                </c:pt>
                <c:pt idx="22">
                  <c:v>0.6086411970789216</c:v>
                </c:pt>
                <c:pt idx="23">
                  <c:v>0.6130013200177317</c:v>
                </c:pt>
                <c:pt idx="24">
                  <c:v>0.6170353875182469</c:v>
                </c:pt>
                <c:pt idx="25">
                  <c:v>0.6207381640234756</c:v>
                </c:pt>
                <c:pt idx="26">
                  <c:v>0.6241062125608005</c:v>
                </c:pt>
                <c:pt idx="27">
                  <c:v>0.6271378727016449</c:v>
                </c:pt>
                <c:pt idx="28">
                  <c:v>0.6298332139179366</c:v>
                </c:pt>
                <c:pt idx="29">
                  <c:v>0.6321939665182048</c:v>
                </c:pt>
                <c:pt idx="30">
                  <c:v>0.6342234328336398</c:v>
                </c:pt>
                <c:pt idx="31">
                  <c:v>0.6359263816782429</c:v>
                </c:pt>
                <c:pt idx="32">
                  <c:v>0.6373089293295443</c:v>
                </c:pt>
                <c:pt idx="33">
                  <c:v>0.6383784103619835</c:v>
                </c:pt>
                <c:pt idx="34">
                  <c:v>0.6391432416319286</c:v>
                </c:pt>
                <c:pt idx="35">
                  <c:v>0.63961278257073</c:v>
                </c:pt>
                <c:pt idx="36">
                  <c:v>0.6397971947126918</c:v>
                </c:pt>
                <c:pt idx="37">
                  <c:v>0.6397073030862035</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0.6397073030862035</c:v>
                </c:pt>
                <c:pt idx="38">
                  <c:v>0.6393544617525653</c:v>
                </c:pt>
                <c:pt idx="39">
                  <c:v>0.6387504254060892</c:v>
                </c:pt>
                <c:pt idx="40">
                  <c:v>0.6379072285699606</c:v>
                </c:pt>
                <c:pt idx="41">
                  <c:v>0.6368370735515269</c:v>
                </c:pt>
                <c:pt idx="42">
                  <c:v>0.6355522279692605</c:v>
                </c:pt>
                <c:pt idx="43">
                  <c:v>0.6340649323424628</c:v>
                </c:pt>
                <c:pt idx="44">
                  <c:v>0.632387317949165</c:v>
                </c:pt>
                <c:pt idx="45">
                  <c:v>0.6305313349124273</c:v>
                </c:pt>
                <c:pt idx="46">
                  <c:v>0.6285086902703202</c:v>
                </c:pt>
                <c:pt idx="47">
                  <c:v>0.6263307956209995</c:v>
                </c:pt>
                <c:pt idx="48">
                  <c:v>0.6240087238085668</c:v>
                </c:pt>
                <c:pt idx="49">
                  <c:v>0.6215531740239202</c:v>
                </c:pt>
                <c:pt idx="50">
                  <c:v>0.6189744446362495</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#N/A</c:v>
                </c:pt>
                <c:pt idx="1">
                  <c:v>0.9031992271604538</c:v>
                </c:pt>
                <c:pt idx="2">
                  <c:v>0.9226169924302101</c:v>
                </c:pt>
                <c:pt idx="3">
                  <c:v>0.9420234269749324</c:v>
                </c:pt>
                <c:pt idx="4">
                  <c:v>0.9613488538217545</c:v>
                </c:pt>
                <c:pt idx="5">
                  <c:v>0.9805189734083176</c:v>
                </c:pt>
                <c:pt idx="6">
                  <c:v>0.9994555632373492</c:v>
                </c:pt>
                <c:pt idx="7">
                  <c:v>1.018077350094114</c:v>
                </c:pt>
                <c:pt idx="8">
                  <c:v>1.0363010453788042</c:v>
                </c:pt>
                <c:pt idx="9">
                  <c:v>1.0540425247777303</c:v>
                </c:pt>
                <c:pt idx="10">
                  <c:v>1.07121812399292</c:v>
                </c:pt>
                <c:pt idx="11">
                  <c:v>1.0877460133166748</c:v>
                </c:pt>
                <c:pt idx="12">
                  <c:v>1.1035476063174408</c:v>
                </c:pt>
                <c:pt idx="13">
                  <c:v>1.1185489525827261</c:v>
                </c:pt>
                <c:pt idx="14">
                  <c:v>1.1326820620205063</c:v>
                </c:pt>
                <c:pt idx="15">
                  <c:v>1.1458861090945562</c:v>
                </c:pt>
                <c:pt idx="16">
                  <c:v>1.1581084696939588</c:v>
                </c:pt>
                <c:pt idx="17">
                  <c:v>1.1693055508964763</c:v>
                </c:pt>
                <c:pt idx="18">
                  <c:v>1.1794433841320673</c:v>
                </c:pt>
                <c:pt idx="19">
                  <c:v>1.1884979643529592</c:v>
                </c:pt>
                <c:pt idx="20">
                  <c:v>1.1964553307529449</c:v>
                </c:pt>
                <c:pt idx="21">
                  <c:v>1.2033113972929546</c:v>
                </c:pt>
                <c:pt idx="22">
                  <c:v>1.2090715527782874</c:v>
                </c:pt>
                <c:pt idx="23">
                  <c:v>1.2137500596924657</c:v>
                </c:pt>
                <c:pt idx="24">
                  <c:v>1.2173692878736257</c:v>
                </c:pt>
                <c:pt idx="25">
                  <c:v>1.219958823168869</c:v>
                </c:pt>
                <c:pt idx="26">
                  <c:v>1.221554492460801</c:v>
                </c:pt>
                <c:pt idx="27">
                  <c:v>1.2221973452043533</c:v>
                </c:pt>
                <c:pt idx="28">
                  <c:v>1.2219326282993044</c:v>
                </c:pt>
                <c:pt idx="29">
                  <c:v>1.2208087863104262</c:v>
                </c:pt>
                <c:pt idx="30">
                  <c:v>1.2188765133076669</c:v>
                </c:pt>
                <c:pt idx="31">
                  <c:v>1.2161878764804102</c:v>
                </c:pt>
                <c:pt idx="32">
                  <c:v>1.2127955256411136</c:v>
                </c:pt>
                <c:pt idx="33">
                  <c:v>1.2087519971308274</c:v>
                </c:pt>
                <c:pt idx="34">
                  <c:v>1.2041091157205805</c:v>
                </c:pt>
                <c:pt idx="35">
                  <c:v>1.1989174940014158</c:v>
                </c:pt>
                <c:pt idx="36">
                  <c:v>1.1932261255247327</c:v>
                </c:pt>
                <c:pt idx="37">
                  <c:v>1.18708206556962</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1.18708206556962</c:v>
                </c:pt>
                <c:pt idx="38">
                  <c:v>1.1805301917995654</c:v>
                </c:pt>
                <c:pt idx="39">
                  <c:v>1.1736130361310275</c:v>
                </c:pt>
                <c:pt idx="40">
                  <c:v>1.1663706787459611</c:v>
                </c:pt>
                <c:pt idx="41">
                  <c:v>1.1588406952266461</c:v>
                </c:pt>
                <c:pt idx="42">
                  <c:v>1.1510581481605258</c:v>
                </c:pt>
                <c:pt idx="43">
                  <c:v>1.1430556151548652</c:v>
                </c:pt>
                <c:pt idx="44">
                  <c:v>1.1348632459349632</c:v>
                </c:pt>
                <c:pt idx="45">
                  <c:v>1.1265088420056448</c:v>
                </c:pt>
                <c:pt idx="46">
                  <c:v>1.1180179531829875</c:v>
                </c:pt>
                <c:pt idx="47">
                  <c:v>1.1094139861123309</c:v>
                </c:pt>
                <c:pt idx="48">
                  <c:v>1.1007183206535776</c:v>
                </c:pt>
                <c:pt idx="49">
                  <c:v>1.0919504307190449</c:v>
                </c:pt>
                <c:pt idx="50">
                  <c:v>1.08312800678133</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#N/A</c:v>
                </c:pt>
                <c:pt idx="1">
                  <c:v>6.9361246148443225</c:v>
                </c:pt>
                <c:pt idx="2">
                  <c:v>7.2304668708434106</c:v>
                </c:pt>
                <c:pt idx="3">
                  <c:v>7.507464818129858</c:v>
                </c:pt>
                <c:pt idx="4">
                  <c:v>7.759686047380924</c:v>
                </c:pt>
                <c:pt idx="5">
                  <c:v>7.980255476440811</c:v>
                </c:pt>
                <c:pt idx="6">
                  <c:v>8.163521982069492</c:v>
                </c:pt>
                <c:pt idx="7">
                  <c:v>8.305605123720305</c:v>
                </c:pt>
                <c:pt idx="8">
                  <c:v>8.404708425379873</c:v>
                </c:pt>
                <c:pt idx="9">
                  <c:v>8.461144144812478</c:v>
                </c:pt>
                <c:pt idx="10">
                  <c:v>8.47708937478962</c:v>
                </c:pt>
                <c:pt idx="11">
                  <c:v>8.456154232384595</c:v>
                </c:pt>
                <c:pt idx="12">
                  <c:v>8.402869466488124</c:v>
                </c:pt>
                <c:pt idx="13">
                  <c:v>8.3221916062234</c:v>
                </c:pt>
                <c:pt idx="14">
                  <c:v>8.219092087145329</c:v>
                </c:pt>
                <c:pt idx="15">
                  <c:v>8.098259863648796</c:v>
                </c:pt>
                <c:pt idx="16">
                  <c:v>7.963917252002537</c:v>
                </c:pt>
                <c:pt idx="17">
                  <c:v>7.8197309502488865</c:v>
                </c:pt>
                <c:pt idx="18">
                  <c:v>7.668793360228485</c:v>
                </c:pt>
                <c:pt idx="19">
                  <c:v>7.513649930761086</c:v>
                </c:pt>
                <c:pt idx="20">
                  <c:v>7.356352567683745</c:v>
                </c:pt>
                <c:pt idx="21">
                  <c:v>7.1985245459191</c:v>
                </c:pt>
                <c:pt idx="22">
                  <c:v>7.041427312749472</c:v>
                </c:pt>
                <c:pt idx="23">
                  <c:v>6.886023481224889</c:v>
                </c:pt>
                <c:pt idx="24">
                  <c:v>6.733033096964161</c:v>
                </c:pt>
                <c:pt idx="25">
                  <c:v>6.582982084394264</c:v>
                </c:pt>
                <c:pt idx="26">
                  <c:v>6.4362428760022015</c:v>
                </c:pt>
                <c:pt idx="27">
                  <c:v>6.293067823367966</c:v>
                </c:pt>
                <c:pt idx="28">
                  <c:v>6.1536162593294215</c:v>
                </c:pt>
                <c:pt idx="29">
                  <c:v>6.017976155084709</c:v>
                </c:pt>
                <c:pt idx="30">
                  <c:v>5.886181281034533</c:v>
                </c:pt>
                <c:pt idx="31">
                  <c:v>5.758224690962853</c:v>
                </c:pt>
                <c:pt idx="32">
                  <c:v>5.634069239102542</c:v>
                </c:pt>
                <c:pt idx="33">
                  <c:v>5.513655727635297</c:v>
                </c:pt>
                <c:pt idx="34">
                  <c:v>5.396909178060953</c:v>
                </c:pt>
                <c:pt idx="35">
                  <c:v>5.283743627977589</c:v>
                </c:pt>
                <c:pt idx="36">
                  <c:v>5.174065776365148</c:v>
                </c:pt>
                <c:pt idx="37">
                  <c:v>5.067777734990249</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5.067777734990249</c:v>
                </c:pt>
                <c:pt idx="38">
                  <c:v>4.964779089796442</c:v>
                </c:pt>
                <c:pt idx="39">
                  <c:v>4.864968432545858</c:v>
                </c:pt>
                <c:pt idx="40">
                  <c:v>4.768244487956404</c:v>
                </c:pt>
                <c:pt idx="41">
                  <c:v>4.6745069336635074</c:v>
                </c:pt>
                <c:pt idx="42">
                  <c:v>4.5836569882337255</c:v>
                </c:pt>
                <c:pt idx="43">
                  <c:v>4.495597825060224</c:v>
                </c:pt>
                <c:pt idx="44">
                  <c:v>4.410234856352957</c:v>
                </c:pt>
                <c:pt idx="45">
                  <c:v>4.327475920833524</c:v>
                </c:pt>
                <c:pt idx="46">
                  <c:v>4.247231400533448</c:v>
                </c:pt>
                <c:pt idx="47">
                  <c:v>4.169414285769787</c:v>
                </c:pt>
                <c:pt idx="48">
                  <c:v>4.093940202528655</c:v>
                </c:pt>
                <c:pt idx="49">
                  <c:v>4.02072741279857</c:v>
                </c:pt>
                <c:pt idx="50">
                  <c:v>3.949696795608158</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#N/A</c:v>
                </c:pt>
                <c:pt idx="1">
                  <c:v>0.06977798608207703</c:v>
                </c:pt>
                <c:pt idx="2">
                  <c:v>0.06978927198171615</c:v>
                </c:pt>
                <c:pt idx="3">
                  <c:v>0.06980054722054799</c:v>
                </c:pt>
                <c:pt idx="4">
                  <c:v>0.06981181178236008</c:v>
                </c:pt>
                <c:pt idx="5">
                  <c:v>0.06982306565303803</c:v>
                </c:pt>
                <c:pt idx="6">
                  <c:v>0.06983430881770451</c:v>
                </c:pt>
                <c:pt idx="7">
                  <c:v>0.06984554126208169</c:v>
                </c:pt>
                <c:pt idx="8">
                  <c:v>0.06985676297116279</c:v>
                </c:pt>
                <c:pt idx="9">
                  <c:v>0.06986797393067677</c:v>
                </c:pt>
                <c:pt idx="10">
                  <c:v>0.06987917412576676</c:v>
                </c:pt>
                <c:pt idx="11">
                  <c:v>0.06989036354212327</c:v>
                </c:pt>
                <c:pt idx="12">
                  <c:v>0.0699015421649615</c:v>
                </c:pt>
                <c:pt idx="13">
                  <c:v>0.0699127099797909</c:v>
                </c:pt>
                <c:pt idx="14">
                  <c:v>0.06992386697203773</c:v>
                </c:pt>
                <c:pt idx="15">
                  <c:v>0.06993501312732696</c:v>
                </c:pt>
                <c:pt idx="16">
                  <c:v>0.0699461484310031</c:v>
                </c:pt>
                <c:pt idx="17">
                  <c:v>0.06995727286849303</c:v>
                </c:pt>
                <c:pt idx="18">
                  <c:v>0.06996838642549515</c:v>
                </c:pt>
                <c:pt idx="19">
                  <c:v>0.06997948908730557</c:v>
                </c:pt>
                <c:pt idx="20">
                  <c:v>0.06999058083968163</c:v>
                </c:pt>
                <c:pt idx="21">
                  <c:v>0.07000166166800545</c:v>
                </c:pt>
                <c:pt idx="22">
                  <c:v>0.07001273155788942</c:v>
                </c:pt>
                <c:pt idx="23">
                  <c:v>0.07002379049487736</c:v>
                </c:pt>
                <c:pt idx="24">
                  <c:v>0.07003483846453826</c:v>
                </c:pt>
                <c:pt idx="25">
                  <c:v>0.07004587545246124</c:v>
                </c:pt>
                <c:pt idx="26">
                  <c:v>0.07005690144432508</c:v>
                </c:pt>
                <c:pt idx="27">
                  <c:v>0.07006791642566963</c:v>
                </c:pt>
                <c:pt idx="28">
                  <c:v>0.07007892038212504</c:v>
                </c:pt>
                <c:pt idx="29">
                  <c:v>0.07008991329939612</c:v>
                </c:pt>
                <c:pt idx="30">
                  <c:v>0.07010089516305923</c:v>
                </c:pt>
                <c:pt idx="31">
                  <c:v>0.07011186595879831</c:v>
                </c:pt>
                <c:pt idx="32">
                  <c:v>0.07012282567232847</c:v>
                </c:pt>
                <c:pt idx="33">
                  <c:v>0.07013377428930456</c:v>
                </c:pt>
                <c:pt idx="34">
                  <c:v>0.0701447117954703</c:v>
                </c:pt>
                <c:pt idx="35">
                  <c:v>0.07015563817650931</c:v>
                </c:pt>
                <c:pt idx="36">
                  <c:v>0.07016655341815949</c:v>
                </c:pt>
                <c:pt idx="37">
                  <c:v>0.0701774575061798</c:v>
                </c:pt>
                <c:pt idx="38">
                  <c:v>0.07018835042629744</c:v>
                </c:pt>
                <c:pt idx="39">
                  <c:v>0.07019923216435849</c:v>
                </c:pt>
                <c:pt idx="40">
                  <c:v>0.07021010270602702</c:v>
                </c:pt>
                <c:pt idx="41">
                  <c:v>0.07022096203722605</c:v>
                </c:pt>
                <c:pt idx="42">
                  <c:v>0.07023181014367512</c:v>
                </c:pt>
                <c:pt idx="43">
                  <c:v>0.07024264701122461</c:v>
                </c:pt>
                <c:pt idx="44">
                  <c:v>0.0702534726257541</c:v>
                </c:pt>
                <c:pt idx="45">
                  <c:v>0.07026428697306315</c:v>
                </c:pt>
                <c:pt idx="46">
                  <c:v>0.07027509003902518</c:v>
                </c:pt>
                <c:pt idx="47">
                  <c:v>0.07028588180953899</c:v>
                </c:pt>
                <c:pt idx="48">
                  <c:v>0.07029666227050622</c:v>
                </c:pt>
                <c:pt idx="49">
                  <c:v>0.07030743140779223</c:v>
                </c:pt>
                <c:pt idx="50">
                  <c:v>0.07031818920736313</c:v>
                </c:pt>
                <c:pt idx="51">
                  <c:v>0.07032893565512638</c:v>
                </c:pt>
                <c:pt idx="52">
                  <c:v>0.07033967073702813</c:v>
                </c:pt>
                <c:pt idx="53">
                  <c:v>0.07035039443906749</c:v>
                </c:pt>
                <c:pt idx="54">
                  <c:v>0.07036110674718574</c:v>
                </c:pt>
                <c:pt idx="55">
                  <c:v>0.07037180764737563</c:v>
                </c:pt>
                <c:pt idx="56">
                  <c:v>0.07038249712565967</c:v>
                </c:pt>
                <c:pt idx="57">
                  <c:v>0.07039317516805414</c:v>
                </c:pt>
                <c:pt idx="58">
                  <c:v>0.07040384176058605</c:v>
                </c:pt>
                <c:pt idx="59">
                  <c:v>0.07041449688932451</c:v>
                </c:pt>
                <c:pt idx="60">
                  <c:v>0.07042514054029783</c:v>
                </c:pt>
                <c:pt idx="61">
                  <c:v>0.07043577269962185</c:v>
                </c:pt>
                <c:pt idx="62">
                  <c:v>0.07044639335336993</c:v>
                </c:pt>
                <c:pt idx="63">
                  <c:v>0.07045700248765188</c:v>
                </c:pt>
                <c:pt idx="64">
                  <c:v>0.07046760008859634</c:v>
                </c:pt>
                <c:pt idx="65">
                  <c:v>0.07047818614233457</c:v>
                </c:pt>
                <c:pt idx="66">
                  <c:v>0.07048876063501473</c:v>
                </c:pt>
                <c:pt idx="67">
                  <c:v>0.07049932355280066</c:v>
                </c:pt>
                <c:pt idx="68">
                  <c:v>0.07050987488189865</c:v>
                </c:pt>
                <c:pt idx="69">
                  <c:v>0.07052041460848546</c:v>
                </c:pt>
                <c:pt idx="70">
                  <c:v>0.07053094271879196</c:v>
                </c:pt>
                <c:pt idx="71">
                  <c:v>0.07054145919901889</c:v>
                </c:pt>
                <c:pt idx="72">
                  <c:v>0.07055196403543154</c:v>
                </c:pt>
                <c:pt idx="73">
                  <c:v>0.07056245721427709</c:v>
                </c:pt>
                <c:pt idx="74">
                  <c:v>0.07057293872183723</c:v>
                </c:pt>
                <c:pt idx="75">
                  <c:v>0.07058340854438781</c:v>
                </c:pt>
                <c:pt idx="76">
                  <c:v>0.07059386666824943</c:v>
                </c:pt>
                <c:pt idx="77">
                  <c:v>0.0706043130797349</c:v>
                </c:pt>
                <c:pt idx="78">
                  <c:v>0.07061474776517428</c:v>
                </c:pt>
                <c:pt idx="79">
                  <c:v>0.07062517071092582</c:v>
                </c:pt>
                <c:pt idx="80">
                  <c:v>0.0706355819033742</c:v>
                </c:pt>
                <c:pt idx="81">
                  <c:v>0.07064598132885827</c:v>
                </c:pt>
                <c:pt idx="82">
                  <c:v>0.07065636897382503</c:v>
                </c:pt>
                <c:pt idx="83">
                  <c:v>0.07066674482466227</c:v>
                </c:pt>
                <c:pt idx="84">
                  <c:v>0.07067710886779285</c:v>
                </c:pt>
                <c:pt idx="85">
                  <c:v>0.0706874610896952</c:v>
                </c:pt>
                <c:pt idx="86">
                  <c:v>0.07069780147680016</c:v>
                </c:pt>
                <c:pt idx="87">
                  <c:v>0.07070813001560343</c:v>
                </c:pt>
                <c:pt idx="88">
                  <c:v>0.07071844669259678</c:v>
                </c:pt>
                <c:pt idx="89">
                  <c:v>0.07072875149428978</c:v>
                </c:pt>
                <c:pt idx="90">
                  <c:v>0.07073904440721936</c:v>
                </c:pt>
                <c:pt idx="91">
                  <c:v>0.07074932541791686</c:v>
                </c:pt>
                <c:pt idx="92">
                  <c:v>0.07075959451294982</c:v>
                </c:pt>
                <c:pt idx="93">
                  <c:v>0.07076985167889954</c:v>
                </c:pt>
                <c:pt idx="94">
                  <c:v>0.07078009690235017</c:v>
                </c:pt>
                <c:pt idx="95">
                  <c:v>0.0707903301699287</c:v>
                </c:pt>
                <c:pt idx="96">
                  <c:v>0.0708005514682432</c:v>
                </c:pt>
                <c:pt idx="97">
                  <c:v>0.0708107607839427</c:v>
                </c:pt>
                <c:pt idx="98">
                  <c:v>0.07082095810368597</c:v>
                </c:pt>
                <c:pt idx="99">
                  <c:v>0.07083114341416022</c:v>
                </c:pt>
                <c:pt idx="100">
                  <c:v>0.07084131670205117</c:v>
                </c:pt>
                <c:pt idx="101">
                  <c:v>0.07085147795407135</c:v>
                </c:pt>
                <c:pt idx="102">
                  <c:v>0.07086162715695886</c:v>
                </c:pt>
                <c:pt idx="103">
                  <c:v>0.07087176429744832</c:v>
                </c:pt>
                <c:pt idx="104">
                  <c:v>0.0708818893623077</c:v>
                </c:pt>
                <c:pt idx="105">
                  <c:v>0.07089200233830951</c:v>
                </c:pt>
                <c:pt idx="106">
                  <c:v>0.0709021032122486</c:v>
                </c:pt>
                <c:pt idx="107">
                  <c:v>0.07091219197095888</c:v>
                </c:pt>
                <c:pt idx="108">
                  <c:v>0.07092226860124977</c:v>
                </c:pt>
                <c:pt idx="109">
                  <c:v>0.07093233308998598</c:v>
                </c:pt>
                <c:pt idx="110">
                  <c:v>0.07094238542403308</c:v>
                </c:pt>
                <c:pt idx="111">
                  <c:v>0.07095242559026597</c:v>
                </c:pt>
                <c:pt idx="112">
                  <c:v>0.07096245357558557</c:v>
                </c:pt>
                <c:pt idx="113">
                  <c:v>0.07097246936692601</c:v>
                </c:pt>
                <c:pt idx="114">
                  <c:v>0.07098247295121979</c:v>
                </c:pt>
                <c:pt idx="115">
                  <c:v>0.07099246431540614</c:v>
                </c:pt>
                <c:pt idx="116">
                  <c:v>0.07100244344647999</c:v>
                </c:pt>
                <c:pt idx="117">
                  <c:v>0.07101241033142448</c:v>
                </c:pt>
                <c:pt idx="118">
                  <c:v>0.07102236495723563</c:v>
                </c:pt>
                <c:pt idx="119">
                  <c:v>0.07103230731096187</c:v>
                </c:pt>
                <c:pt idx="120">
                  <c:v>0.0710422373796304</c:v>
                </c:pt>
                <c:pt idx="121">
                  <c:v>0.07105215515031105</c:v>
                </c:pt>
                <c:pt idx="122">
                  <c:v>0.0710620606100911</c:v>
                </c:pt>
                <c:pt idx="123">
                  <c:v>0.07107195374605908</c:v>
                </c:pt>
                <c:pt idx="124">
                  <c:v>0.07108183454532777</c:v>
                </c:pt>
                <c:pt idx="125">
                  <c:v>0.07109170299505616</c:v>
                </c:pt>
                <c:pt idx="126">
                  <c:v>0.07110155908237942</c:v>
                </c:pt>
                <c:pt idx="127">
                  <c:v>0.07111140279448502</c:v>
                </c:pt>
                <c:pt idx="128">
                  <c:v>0.07112123411855102</c:v>
                </c:pt>
                <c:pt idx="129">
                  <c:v>0.0711310530417908</c:v>
                </c:pt>
                <c:pt idx="130">
                  <c:v>0.07114085955143709</c:v>
                </c:pt>
                <c:pt idx="131">
                  <c:v>0.07115065363472654</c:v>
                </c:pt>
                <c:pt idx="132">
                  <c:v>0.07116043527894308</c:v>
                </c:pt>
                <c:pt idx="133">
                  <c:v>0.07117020447136585</c:v>
                </c:pt>
                <c:pt idx="134">
                  <c:v>0.07117996119929072</c:v>
                </c:pt>
                <c:pt idx="135">
                  <c:v>0.07118970545004386</c:v>
                </c:pt>
                <c:pt idx="136">
                  <c:v>0.07119943721097358</c:v>
                </c:pt>
                <c:pt idx="137">
                  <c:v>0.07120915646942863</c:v>
                </c:pt>
                <c:pt idx="138">
                  <c:v>0.07121886321279967</c:v>
                </c:pt>
                <c:pt idx="139">
                  <c:v>0.07122855742849034</c:v>
                </c:pt>
                <c:pt idx="140">
                  <c:v>0.07123823910389628</c:v>
                </c:pt>
                <c:pt idx="141">
                  <c:v>0.07124790822647988</c:v>
                </c:pt>
                <c:pt idx="142">
                  <c:v>0.0712575647836806</c:v>
                </c:pt>
                <c:pt idx="143">
                  <c:v>0.07126720876298918</c:v>
                </c:pt>
                <c:pt idx="144">
                  <c:v>0.07127684015189277</c:v>
                </c:pt>
                <c:pt idx="145">
                  <c:v>0.07128645893790146</c:v>
                </c:pt>
                <c:pt idx="146">
                  <c:v>0.07129606510856054</c:v>
                </c:pt>
                <c:pt idx="147">
                  <c:v>0.0713056586514233</c:v>
                </c:pt>
                <c:pt idx="148">
                  <c:v>0.07131523955405725</c:v>
                </c:pt>
                <c:pt idx="149">
                  <c:v>0.07132480780405646</c:v>
                </c:pt>
                <c:pt idx="150">
                  <c:v>0.07133436338904063</c:v>
                </c:pt>
                <c:pt idx="151">
                  <c:v>0.07134390629664163</c:v>
                </c:pt>
                <c:pt idx="152">
                  <c:v>0.07135343651450936</c:v>
                </c:pt>
                <c:pt idx="153">
                  <c:v>0.07136295403031119</c:v>
                </c:pt>
                <c:pt idx="154">
                  <c:v>0.07137245883175615</c:v>
                </c:pt>
                <c:pt idx="155">
                  <c:v>0.07138195090654435</c:v>
                </c:pt>
                <c:pt idx="156">
                  <c:v>0.07139143024241619</c:v>
                </c:pt>
                <c:pt idx="157">
                  <c:v>0.07140089682711462</c:v>
                </c:pt>
                <c:pt idx="158">
                  <c:v>0.07141035064842731</c:v>
                </c:pt>
                <c:pt idx="159">
                  <c:v>0.07141979169414328</c:v>
                </c:pt>
                <c:pt idx="160">
                  <c:v>0.07142921995206475</c:v>
                </c:pt>
                <c:pt idx="161">
                  <c:v>0.07143863541004228</c:v>
                </c:pt>
                <c:pt idx="162">
                  <c:v>0.0714480380559262</c:v>
                </c:pt>
                <c:pt idx="163">
                  <c:v>0.07145742787758996</c:v>
                </c:pt>
                <c:pt idx="164">
                  <c:v>0.07146680486292374</c:v>
                </c:pt>
                <c:pt idx="165">
                  <c:v>0.07147616899985688</c:v>
                </c:pt>
                <c:pt idx="166">
                  <c:v>0.07148552027632242</c:v>
                </c:pt>
                <c:pt idx="167">
                  <c:v>0.07149485868026825</c:v>
                </c:pt>
                <c:pt idx="168">
                  <c:v>0.07150418419968514</c:v>
                </c:pt>
                <c:pt idx="169">
                  <c:v>0.07151349682256597</c:v>
                </c:pt>
                <c:pt idx="170">
                  <c:v>0.07152279653693368</c:v>
                </c:pt>
                <c:pt idx="171">
                  <c:v>0.07153208333082367</c:v>
                </c:pt>
                <c:pt idx="172">
                  <c:v>0.07154135719231118</c:v>
                </c:pt>
                <c:pt idx="173">
                  <c:v>0.0715506181094605</c:v>
                </c:pt>
                <c:pt idx="174">
                  <c:v>0.0715598660703966</c:v>
                </c:pt>
                <c:pt idx="175">
                  <c:v>0.07156910106323242</c:v>
                </c:pt>
                <c:pt idx="176">
                  <c:v>0.07157832307611812</c:v>
                </c:pt>
                <c:pt idx="177">
                  <c:v>0.0715875320972184</c:v>
                </c:pt>
                <c:pt idx="178">
                  <c:v>0.07159672811472281</c:v>
                </c:pt>
                <c:pt idx="179">
                  <c:v>0.07160591111684511</c:v>
                </c:pt>
                <c:pt idx="180">
                  <c:v>0.07161508109181192</c:v>
                </c:pt>
                <c:pt idx="181">
                  <c:v>0.0716242380278835</c:v>
                </c:pt>
                <c:pt idx="182">
                  <c:v>0.07163338191333184</c:v>
                </c:pt>
                <c:pt idx="183">
                  <c:v>0.07164251273645078</c:v>
                </c:pt>
                <c:pt idx="184">
                  <c:v>0.0716516304855554</c:v>
                </c:pt>
                <c:pt idx="185">
                  <c:v>0.07166073514899692</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0.07166073514899692</c:v>
                </c:pt>
                <c:pt idx="186">
                  <c:v>0.07166982671512583</c:v>
                </c:pt>
                <c:pt idx="187">
                  <c:v>0.07167890517232763</c:v>
                </c:pt>
                <c:pt idx="188">
                  <c:v>0.07168797050900662</c:v>
                </c:pt>
                <c:pt idx="189">
                  <c:v>0.0716970227135956</c:v>
                </c:pt>
                <c:pt idx="190">
                  <c:v>0.07170606177453492</c:v>
                </c:pt>
                <c:pt idx="191">
                  <c:v>0.07171508768029737</c:v>
                </c:pt>
                <c:pt idx="192">
                  <c:v>0.07172410041938225</c:v>
                </c:pt>
                <c:pt idx="193">
                  <c:v>0.071733099980295</c:v>
                </c:pt>
                <c:pt idx="194">
                  <c:v>0.07174208635157654</c:v>
                </c:pt>
                <c:pt idx="195">
                  <c:v>0.0717510595217827</c:v>
                </c:pt>
                <c:pt idx="196">
                  <c:v>0.07176001947949857</c:v>
                </c:pt>
                <c:pt idx="197">
                  <c:v>0.07176896621332798</c:v>
                </c:pt>
                <c:pt idx="198">
                  <c:v>0.07177789971189788</c:v>
                </c:pt>
                <c:pt idx="199">
                  <c:v>0.07178681996385296</c:v>
                </c:pt>
                <c:pt idx="200">
                  <c:v>0.07179572695785999</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#N/A</c:v>
                </c:pt>
                <c:pt idx="1">
                  <c:v>3.0698005547571183</c:v>
                </c:pt>
                <c:pt idx="2">
                  <c:v>3.243550315761566</c:v>
                </c:pt>
                <c:pt idx="3">
                  <c:v>3.4234938388846716</c:v>
                </c:pt>
                <c:pt idx="4">
                  <c:v>3.607807969732523</c:v>
                </c:pt>
                <c:pt idx="5">
                  <c:v>3.7941694100141525</c:v>
                </c:pt>
                <c:pt idx="6">
                  <c:v>3.979795708990256</c:v>
                </c:pt>
                <c:pt idx="7">
                  <c:v>4.1615458551149365</c:v>
                </c:pt>
                <c:pt idx="8">
                  <c:v>4.33608154376018</c:v>
                </c:pt>
                <c:pt idx="9">
                  <c:v>4.500077467473666</c:v>
                </c:pt>
                <c:pt idx="10">
                  <c:v>4.650455739651012</c:v>
                </c:pt>
                <c:pt idx="11">
                  <c:v>4.7846103487138745</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4.7846103487138745</c:v>
                </c:pt>
                <c:pt idx="12">
                  <c:v>4.900586362038056</c:v>
                </c:pt>
                <c:pt idx="13">
                  <c:v>4.997186800979835</c:v>
                </c:pt>
                <c:pt idx="14">
                  <c:v>5.073995338628973</c:v>
                </c:pt>
                <c:pt idx="15">
                  <c:v>5.131320139018567</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#N/A</c:v>
                </c:pt>
                <c:pt idx="1">
                  <c:v>0.12195460116672516</c:v>
                </c:pt>
                <c:pt idx="2">
                  <c:v>0.12222783113670349</c:v>
                </c:pt>
                <c:pt idx="3">
                  <c:v>0.12249885397879283</c:v>
                </c:pt>
                <c:pt idx="4">
                  <c:v>0.12276762272286415</c:v>
                </c:pt>
                <c:pt idx="5">
                  <c:v>0.123034090609169</c:v>
                </c:pt>
                <c:pt idx="6">
                  <c:v>0.12329821111408869</c:v>
                </c:pt>
                <c:pt idx="7">
                  <c:v>0.12355993797751835</c:v>
                </c:pt>
                <c:pt idx="8">
                  <c:v>0.12381922522902489</c:v>
                </c:pt>
                <c:pt idx="9">
                  <c:v>0.12407602721394433</c:v>
                </c:pt>
                <c:pt idx="10">
                  <c:v>0.12433029862117767</c:v>
                </c:pt>
                <c:pt idx="11">
                  <c:v>0.12458199450917677</c:v>
                </c:pt>
                <c:pt idx="12">
                  <c:v>0.12483107033340136</c:v>
                </c:pt>
                <c:pt idx="13">
                  <c:v>0.12507748197254767</c:v>
                </c:pt>
                <c:pt idx="14">
                  <c:v>0.12532118575572967</c:v>
                </c:pt>
                <c:pt idx="15">
                  <c:v>0.12556213848921458</c:v>
                </c:pt>
                <c:pt idx="16">
                  <c:v>0.12580029748272895</c:v>
                </c:pt>
                <c:pt idx="17">
                  <c:v>0.12603562057601705</c:v>
                </c:pt>
                <c:pt idx="18">
                  <c:v>0.1262680661652883</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0.1262680661652883</c:v>
                </c:pt>
                <c:pt idx="19">
                  <c:v>0.12649759322899265</c:v>
                </c:pt>
                <c:pt idx="20">
                  <c:v>0.1267241613539219</c:v>
                </c:pt>
                <c:pt idx="21">
                  <c:v>0.12694773076052893</c:v>
                </c:pt>
                <c:pt idx="22">
                  <c:v>0.12716826232840797</c:v>
                </c:pt>
                <c:pt idx="23">
                  <c:v>0.12738571762089107</c:v>
                </c:pt>
                <c:pt idx="24">
                  <c:v>0.12760005890981357</c:v>
                </c:pt>
                <c:pt idx="25">
                  <c:v>0.1278112491995239</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#N/A</c:v>
                </c:pt>
                <c:pt idx="1">
                  <c:v>3.286622809258461</c:v>
                </c:pt>
                <c:pt idx="2">
                  <c:v>3.659970268464565</c:v>
                </c:pt>
                <c:pt idx="3">
                  <c:v>3.814399430852572</c:v>
                </c:pt>
                <c:pt idx="4">
                  <c:v>3.75865014262414</c:v>
                </c:pt>
                <c:pt idx="5">
                  <c:v>3.576792491844368</c:v>
                </c:pt>
                <c:pt idx="6">
                  <c:v>3.3466753376402854</c:v>
                </c:pt>
                <c:pt idx="7">
                  <c:v>3.1123507058770317</c:v>
                </c:pt>
                <c:pt idx="8">
                  <c:v>2.892432512168288</c:v>
                </c:pt>
                <c:pt idx="9">
                  <c:v>2.6924719227727256</c:v>
                </c:pt>
                <c:pt idx="10">
                  <c:v>2.51253687097826</c:v>
                </c:pt>
                <c:pt idx="11">
                  <c:v>2.3508235715582586</c:v>
                </c:pt>
                <c:pt idx="12">
                  <c:v>2.205153210953792</c:v>
                </c:pt>
                <c:pt idx="13">
                  <c:v>2.073504249362432</c:v>
                </c:pt>
                <c:pt idx="14">
                  <c:v>1.9541464790349006</c:v>
                </c:pt>
                <c:pt idx="15">
                  <c:v>1.8456301720328012</c:v>
                </c:pt>
                <c:pt idx="16">
                  <c:v>1.7467356471381783</c:v>
                </c:pt>
                <c:pt idx="17">
                  <c:v>1.6564224249220456</c:v>
                </c:pt>
                <c:pt idx="18">
                  <c:v>1.5737892149952784</c:v>
                </c:pt>
                <c:pt idx="19">
                  <c:v>1.4980453414280037</c:v>
                </c:pt>
                <c:pt idx="20">
                  <c:v>1.4284910208720685</c:v>
                </c:pt>
                <c:pt idx="21">
                  <c:v>1.3645036269801458</c:v>
                </c:pt>
                <c:pt idx="22">
                  <c:v>1.3055277053788792</c:v>
                </c:pt>
                <c:pt idx="23">
                  <c:v>1.2510672445667101</c:v>
                </c:pt>
                <c:pt idx="24">
                  <c:v>1.200679298278888</c:v>
                </c:pt>
                <c:pt idx="25">
                  <c:v>1.1539684540119934</c:v>
                </c:pt>
                <c:pt idx="26">
                  <c:v>1.1105818853256886</c:v>
                </c:pt>
                <c:pt idx="27">
                  <c:v>1.070204860760053</c:v>
                </c:pt>
                <c:pt idx="28">
                  <c:v>1.0325566506073816</c:v>
                </c:pt>
                <c:pt idx="29">
                  <c:v>0.9973868031224546</c:v>
                </c:pt>
                <c:pt idx="30">
                  <c:v>0.9644717722676913</c:v>
                </c:pt>
                <c:pt idx="31">
                  <c:v>0.9336118804338209</c:v>
                </c:pt>
                <c:pt idx="32">
                  <c:v>0.9046285975130498</c:v>
                </c:pt>
                <c:pt idx="33">
                  <c:v>0.8773621150813536</c:v>
                </c:pt>
                <c:pt idx="34">
                  <c:v>0.8516691924745616</c:v>
                </c:pt>
                <c:pt idx="35">
                  <c:v>0.8274212505785533</c:v>
                </c:pt>
                <c:pt idx="36">
                  <c:v>0.8045026891511281</c:v>
                </c:pt>
                <c:pt idx="37">
                  <c:v>0.7828094042617695</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0.7828094042617695</c:v>
                </c:pt>
                <c:pt idx="38">
                  <c:v>0.7622474837377197</c:v>
                </c:pt>
                <c:pt idx="39">
                  <c:v>0.7427320601417835</c:v>
                </c:pt>
                <c:pt idx="40">
                  <c:v>0.724186302605176</c:v>
                </c:pt>
                <c:pt idx="41">
                  <c:v>0.7065405306821451</c:v>
                </c:pt>
                <c:pt idx="42">
                  <c:v>0.6897314351918584</c:v>
                </c:pt>
                <c:pt idx="43">
                  <c:v>0.6737013927170288</c:v>
                </c:pt>
                <c:pt idx="44">
                  <c:v>0.6583978620057539</c:v>
                </c:pt>
                <c:pt idx="45">
                  <c:v>0.6437728519575543</c:v>
                </c:pt>
                <c:pt idx="46">
                  <c:v>0.6297824521628048</c:v>
                </c:pt>
                <c:pt idx="47">
                  <c:v>0.6163864181132013</c:v>
                </c:pt>
                <c:pt idx="48">
                  <c:v>0.6035478042132855</c:v>
                </c:pt>
                <c:pt idx="49">
                  <c:v>0.5912326386135063</c:v>
                </c:pt>
                <c:pt idx="50">
                  <c:v>0.5794096346634483</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#N/A</c:v>
                </c:pt>
                <c:pt idx="1">
                  <c:v>11.752100703549385</c:v>
                </c:pt>
                <c:pt idx="2">
                  <c:v>12.7844864110322</c:v>
                </c:pt>
                <c:pt idx="3">
                  <c:v>13.55100899626859</c:v>
                </c:pt>
                <c:pt idx="4">
                  <c:v>13.963970766895056</c:v>
                </c:pt>
                <c:pt idx="5">
                  <c:v>14.023885575196266</c:v>
                </c:pt>
                <c:pt idx="6">
                  <c:v>13.802241228332043</c:v>
                </c:pt>
                <c:pt idx="7">
                  <c:v>13.395292218286379</c:v>
                </c:pt>
                <c:pt idx="8">
                  <c:v>12.887893759462715</c:v>
                </c:pt>
                <c:pt idx="9">
                  <c:v>12.340130652481822</c:v>
                </c:pt>
                <c:pt idx="10">
                  <c:v>11.788868016093732</c:v>
                </c:pt>
                <c:pt idx="11">
                  <c:v>11.254233349291974</c:v>
                </c:pt>
                <c:pt idx="12">
                  <c:v>10.745828723998308</c:v>
                </c:pt>
                <c:pt idx="13">
                  <c:v>10.267201097738779</c:v>
                </c:pt>
                <c:pt idx="14">
                  <c:v>9.8186692604364</c:v>
                </c:pt>
                <c:pt idx="15">
                  <c:v>9.398982572604433</c:v>
                </c:pt>
                <c:pt idx="16">
                  <c:v>9.006241434503973</c:v>
                </c:pt>
                <c:pt idx="17">
                  <c:v>8.638379620556046</c:v>
                </c:pt>
                <c:pt idx="18">
                  <c:v>8.293397427541574</c:v>
                </c:pt>
                <c:pt idx="19">
                  <c:v>7.969458620515171</c:v>
                </c:pt>
                <c:pt idx="20">
                  <c:v>7.664916637019539</c:v>
                </c:pt>
                <c:pt idx="21">
                  <c:v>7.378306962645485</c:v>
                </c:pt>
                <c:pt idx="22">
                  <c:v>7.108325810595902</c:v>
                </c:pt>
                <c:pt idx="23">
                  <c:v>6.853805537215026</c:v>
                </c:pt>
                <c:pt idx="24">
                  <c:v>6.61369173158443</c:v>
                </c:pt>
                <c:pt idx="25">
                  <c:v>6.387023904913521</c:v>
                </c:pt>
                <c:pt idx="26">
                  <c:v>6.172920141747988</c:v>
                </c:pt>
                <c:pt idx="27">
                  <c:v>5.970565340742641</c:v>
                </c:pt>
                <c:pt idx="28">
                  <c:v>5.779202397146463</c:v>
                </c:pt>
                <c:pt idx="29">
                  <c:v>5.598125642442407</c:v>
                </c:pt>
                <c:pt idx="30">
                  <c:v>5.4266759313344</c:v>
                </c:pt>
                <c:pt idx="31">
                  <c:v>5.264236881436717</c:v>
                </c:pt>
                <c:pt idx="32">
                  <c:v>5.110231889498443</c:v>
                </c:pt>
                <c:pt idx="33">
                  <c:v>4.964121652598497</c:v>
                </c:pt>
                <c:pt idx="34">
                  <c:v>4.825402007427749</c:v>
                </c:pt>
                <c:pt idx="35">
                  <c:v>4.693601965300124</c:v>
                </c:pt>
                <c:pt idx="36">
                  <c:v>4.568281867363691</c:v>
                </c:pt>
                <c:pt idx="37">
                  <c:v>4.449031616968103</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4.449031616968103</c:v>
                </c:pt>
                <c:pt idx="38">
                  <c:v>4.335468967655056</c:v>
                </c:pt>
                <c:pt idx="39">
                  <c:v>4.22723785871491</c:v>
                </c:pt>
                <c:pt idx="40">
                  <c:v>4.124006798078918</c:v>
                </c:pt>
                <c:pt idx="41">
                  <c:v>4.0254672963294515</c:v>
                </c:pt>
                <c:pt idx="42">
                  <c:v>3.931332357163361</c:v>
                </c:pt>
                <c:pt idx="43">
                  <c:v>3.8413350296939806</c:v>
                </c:pt>
                <c:pt idx="44">
                  <c:v>3.7552270271947816</c:v>
                </c:pt>
                <c:pt idx="45">
                  <c:v>3.6727774157022264</c:v>
                </c:pt>
                <c:pt idx="46">
                  <c:v>3.5937713745918898</c:v>
                </c:pt>
                <c:pt idx="47">
                  <c:v>3.518009029980335</c:v>
                </c:pt>
                <c:pt idx="48">
                  <c:v>3.445304360682666</c:v>
                </c:pt>
                <c:pt idx="49">
                  <c:v>3.3754841755067084</c:v>
                </c:pt>
                <c:pt idx="50">
                  <c:v>3.308387159904442</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#N/A</c:v>
                </c:pt>
                <c:pt idx="1">
                  <c:v>7.322546846751213</c:v>
                </c:pt>
                <c:pt idx="2">
                  <c:v>7.3106752059745785</c:v>
                </c:pt>
                <c:pt idx="3">
                  <c:v>7.05452680812041</c:v>
                </c:pt>
                <c:pt idx="4">
                  <c:v>6.65799415260911</c:v>
                </c:pt>
                <c:pt idx="5">
                  <c:v>6.2128409665262225</c:v>
                </c:pt>
                <c:pt idx="6">
                  <c:v>5.773249792437236</c:v>
                </c:pt>
                <c:pt idx="7">
                  <c:v>5.363290463829313</c:v>
                </c:pt>
                <c:pt idx="8">
                  <c:v>4.9902954262260195</c:v>
                </c:pt>
                <c:pt idx="9">
                  <c:v>4.654026217332522</c:v>
                </c:pt>
                <c:pt idx="10">
                  <c:v>4.351431657226849</c:v>
                </c:pt>
                <c:pt idx="11">
                  <c:v>4.0787757304521906</c:v>
                </c:pt>
                <c:pt idx="12">
                  <c:v>3.832471136799415</c:v>
                </c:pt>
                <c:pt idx="13">
                  <c:v>3.609340529321964</c:v>
                </c:pt>
                <c:pt idx="14">
                  <c:v>3.406648368262836</c:v>
                </c:pt>
                <c:pt idx="15">
                  <c:v>3.2220541985254925</c:v>
                </c:pt>
                <c:pt idx="16">
                  <c:v>3.05354877406466</c:v>
                </c:pt>
                <c:pt idx="17">
                  <c:v>2.8993951268441256</c:v>
                </c:pt>
                <c:pt idx="18">
                  <c:v>2.758080412293752</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2.758080412293752</c:v>
                </c:pt>
                <c:pt idx="19">
                  <c:v>2.628278294524996</c:v>
                </c:pt>
                <c:pt idx="20">
                  <c:v>2.508819852009964</c:v>
                </c:pt>
                <c:pt idx="21">
                  <c:v>2.3986708524055933</c:v>
                </c:pt>
                <c:pt idx="22">
                  <c:v>2.2969136372153542</c:v>
                </c:pt>
                <c:pt idx="23">
                  <c:v>2.202732326423894</c:v>
                </c:pt>
                <c:pt idx="24">
                  <c:v>2.1154004490665197</c:v>
                </c:pt>
                <c:pt idx="25">
                  <c:v>2.0342703972382736</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#N/A</c:v>
                </c:pt>
                <c:pt idx="1">
                  <c:v>0.506203591676712</c:v>
                </c:pt>
                <c:pt idx="2">
                  <c:v>0.5222332865781784</c:v>
                </c:pt>
                <c:pt idx="3">
                  <c:v>0.5373185426464081</c:v>
                </c:pt>
                <c:pt idx="4">
                  <c:v>0.5511602555177212</c:v>
                </c:pt>
                <c:pt idx="5">
                  <c:v>0.5634824475046157</c:v>
                </c:pt>
                <c:pt idx="6">
                  <c:v>0.5740527789497375</c:v>
                </c:pt>
                <c:pt idx="7">
                  <c:v>0.5826999398859569</c:v>
                </c:pt>
                <c:pt idx="8">
                  <c:v>0.5893251268550157</c:v>
                </c:pt>
                <c:pt idx="9">
                  <c:v>0.5939058947248459</c:v>
                </c:pt>
                <c:pt idx="10">
                  <c:v>0.596492197291851</c:v>
                </c:pt>
                <c:pt idx="11">
                  <c:v>0.5971959092065637</c:v>
                </c:pt>
                <c:pt idx="12">
                  <c:v>0.596176121712923</c:v>
                </c:pt>
                <c:pt idx="13">
                  <c:v>0.593622819635758</c:v>
                </c:pt>
                <c:pt idx="14">
                  <c:v>0.5897412390616962</c:v>
                </c:pt>
                <c:pt idx="15">
                  <c:v>0.5847385154488246</c:v>
                </c:pt>
                <c:pt idx="16">
                  <c:v>0.5788134412810206</c:v>
                </c:pt>
                <c:pt idx="17">
                  <c:v>0.5721494732800652</c:v>
                </c:pt>
                <c:pt idx="18">
                  <c:v>0.5649106647258335</c:v>
                </c:pt>
                <c:pt idx="19">
                  <c:v>0.5572399572868849</c:v>
                </c:pt>
                <c:pt idx="20">
                  <c:v>0.54925920246768</c:v>
                </c:pt>
                <c:pt idx="21">
                  <c:v>0.5410703314520063</c:v>
                </c:pt>
                <c:pt idx="22">
                  <c:v>0.5327571964318536</c:v>
                </c:pt>
                <c:pt idx="23">
                  <c:v>0.5243877256099452</c:v>
                </c:pt>
                <c:pt idx="24">
                  <c:v>0.5160161440579494</c:v>
                </c:pt>
                <c:pt idx="25">
                  <c:v>0.5076851027293396</c:v>
                </c:pt>
                <c:pt idx="26">
                  <c:v>0.49942762577856503</c:v>
                </c:pt>
                <c:pt idx="27">
                  <c:v>0.4912688340048967</c:v>
                </c:pt>
                <c:pt idx="28">
                  <c:v>0.48322743358063697</c:v>
                </c:pt>
                <c:pt idx="29">
                  <c:v>0.475316978359058</c:v>
                </c:pt>
                <c:pt idx="30">
                  <c:v>0.46754692459704084</c:v>
                </c:pt>
                <c:pt idx="31">
                  <c:v>0.4599235017433474</c:v>
                </c:pt>
                <c:pt idx="32">
                  <c:v>0.4524504241525829</c:v>
                </c:pt>
                <c:pt idx="33">
                  <c:v>0.44512946767393746</c:v>
                </c:pt>
                <c:pt idx="34">
                  <c:v>0.43796093302611744</c:v>
                </c:pt>
                <c:pt idx="35">
                  <c:v>0.43094401534268517</c:v>
                </c:pt>
                <c:pt idx="36">
                  <c:v>0.42407709663817617</c:v>
                </c:pt>
                <c:pt idx="37">
                  <c:v>0.4173579754294576</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0.4173579754294576</c:v>
                </c:pt>
                <c:pt idx="38">
                  <c:v>0.4107840454559577</c:v>
                </c:pt>
                <c:pt idx="39">
                  <c:v>0.4043524334234335</c:v>
                </c:pt>
                <c:pt idx="40">
                  <c:v>0.3980601039575577</c:v>
                </c:pt>
                <c:pt idx="41">
                  <c:v>0.3919039384763764</c:v>
                </c:pt>
                <c:pt idx="42">
                  <c:v>0.3858807934511957</c:v>
                </c:pt>
                <c:pt idx="43">
                  <c:v>0.3799875424951731</c:v>
                </c:pt>
                <c:pt idx="44">
                  <c:v>0.3742211058657603</c:v>
                </c:pt>
                <c:pt idx="45">
                  <c:v>0.3685784702650494</c:v>
                </c:pt>
                <c:pt idx="46">
                  <c:v>0.36305670124777506</c:v>
                </c:pt>
                <c:pt idx="47">
                  <c:v>0.3576529500765902</c:v>
                </c:pt>
                <c:pt idx="48">
                  <c:v>0.3523644564817548</c:v>
                </c:pt>
                <c:pt idx="49">
                  <c:v>0.34718854847168434</c:v>
                </c:pt>
                <c:pt idx="50">
                  <c:v>0.3421226400895119</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#N/A</c:v>
                </c:pt>
                <c:pt idx="1">
                  <c:v>-0.36508719683742524</c:v>
                </c:pt>
                <c:pt idx="2">
                  <c:v>-0.3813267965097427</c:v>
                </c:pt>
                <c:pt idx="3">
                  <c:v>-0.3968206016995112</c:v>
                </c:pt>
                <c:pt idx="4">
                  <c:v>-0.4111399126853943</c:v>
                </c:pt>
                <c:pt idx="5">
                  <c:v>-0.4238763033477783</c:v>
                </c:pt>
                <c:pt idx="6">
                  <c:v>-0.43468481537008286</c:v>
                </c:pt>
                <c:pt idx="7">
                  <c:v>-0.44332110735430036</c:v>
                </c:pt>
                <c:pt idx="8">
                  <c:v>-0.44966398878383634</c:v>
                </c:pt>
                <c:pt idx="9">
                  <c:v>-0.4537187781437768</c:v>
                </c:pt>
                <c:pt idx="10">
                  <c:v>-0.4556025021920204</c:v>
                </c:pt>
                <c:pt idx="11">
                  <c:v>-0.4555165705018477</c:v>
                </c:pt>
                <c:pt idx="12">
                  <c:v>-0.4537144928498268</c:v>
                </c:pt>
                <c:pt idx="13">
                  <c:v>-0.45047136986842523</c:v>
                </c:pt>
                <c:pt idx="14">
                  <c:v>-0.44605942933021275</c:v>
                </c:pt>
                <c:pt idx="15">
                  <c:v>-0.4407311965060552</c:v>
                </c:pt>
                <c:pt idx="16">
                  <c:v>-0.43470988474339245</c:v>
                </c:pt>
                <c:pt idx="17">
                  <c:v>-0.42818553282631144</c:v>
                </c:pt>
                <c:pt idx="18">
                  <c:v>-0.42131513147767385</c:v>
                </c:pt>
                <c:pt idx="19">
                  <c:v>-0.4142251611322604</c:v>
                </c:pt>
                <c:pt idx="20">
                  <c:v>-0.407015333174181</c:v>
                </c:pt>
                <c:pt idx="21">
                  <c:v>-0.3997627136315391</c:v>
                </c:pt>
                <c:pt idx="22">
                  <c:v>-0.3925257299387238</c:v>
                </c:pt>
                <c:pt idx="23">
                  <c:v>-0.38534779553848764</c:v>
                </c:pt>
                <c:pt idx="24">
                  <c:v>-0.37826044156483807</c:v>
                </c:pt>
                <c:pt idx="25">
                  <c:v>-0.3712859379382706</c:v>
                </c:pt>
                <c:pt idx="26">
                  <c:v>-0.36443943673416285</c:v>
                </c:pt>
                <c:pt idx="27">
                  <c:v>-0.3577306939646756</c:v>
                </c:pt>
                <c:pt idx="28">
                  <c:v>-0.351165432995115</c:v>
                </c:pt>
                <c:pt idx="29">
                  <c:v>-0.3447464110418188</c:v>
                </c:pt>
                <c:pt idx="30">
                  <c:v>-0.338474244153436</c:v>
                </c:pt>
                <c:pt idx="31">
                  <c:v>-0.33234803844747235</c:v>
                </c:pt>
                <c:pt idx="32">
                  <c:v>-0.32636586762613057</c:v>
                </c:pt>
                <c:pt idx="33">
                  <c:v>-0.3205251296595949</c:v>
                </c:pt>
                <c:pt idx="34">
                  <c:v>-0.31482280929197987</c:v>
                </c:pt>
                <c:pt idx="35">
                  <c:v>-0.3092556677567891</c:v>
                </c:pt>
                <c:pt idx="36">
                  <c:v>-0.30382037673078643</c:v>
                </c:pt>
                <c:pt idx="37">
                  <c:v>-0.29851360999661525</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-0.29851360999661525</c:v>
                </c:pt>
                <c:pt idx="38">
                  <c:v>-0.2933321034073328</c:v>
                </c:pt>
                <c:pt idx="39">
                  <c:v>-0.28827269143500694</c:v>
                </c:pt>
                <c:pt idx="40">
                  <c:v>-0.28333232673671244</c:v>
                </c:pt>
                <c:pt idx="41">
                  <c:v>-0.2785080876985643</c:v>
                </c:pt>
                <c:pt idx="42">
                  <c:v>-0.27379717774802165</c:v>
                </c:pt>
                <c:pt idx="43">
                  <c:v>-0.2691969193003233</c:v>
                </c:pt>
                <c:pt idx="44">
                  <c:v>-0.26470474447423764</c:v>
                </c:pt>
                <c:pt idx="45">
                  <c:v>-0.26031818414118024</c:v>
                </c:pt>
                <c:pt idx="46">
                  <c:v>-0.2560348564264256</c:v>
                </c:pt>
                <c:pt idx="47">
                  <c:v>-0.2518524554365442</c:v>
                </c:pt>
                <c:pt idx="48">
                  <c:v>-0.2477687407246232</c:v>
                </c:pt>
                <c:pt idx="49">
                  <c:v>-0.2437815278054257</c:v>
                </c:pt>
                <c:pt idx="50">
                  <c:v>-0.2398886798863411</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#N/A</c:v>
                </c:pt>
                <c:pt idx="1">
                  <c:v>1.1296073126535415</c:v>
                </c:pt>
                <c:pt idx="2">
                  <c:v>1.2255864296884538</c:v>
                </c:pt>
                <c:pt idx="3">
                  <c:v>1.2774480793441136</c:v>
                </c:pt>
                <c:pt idx="4">
                  <c:v>1.2830883208286763</c:v>
                </c:pt>
                <c:pt idx="5">
                  <c:v>1.2545004778100968</c:v>
                </c:pt>
                <c:pt idx="6">
                  <c:v>1.2067389187280337</c:v>
                </c:pt>
                <c:pt idx="7">
                  <c:v>1.1509956780915942</c:v>
                </c:pt>
                <c:pt idx="8">
                  <c:v>1.0937066522341967</c:v>
                </c:pt>
                <c:pt idx="9">
                  <c:v>1.0379966100062263</c:v>
                </c:pt>
                <c:pt idx="10">
                  <c:v>0.9851454193985939</c:v>
                </c:pt>
                <c:pt idx="11">
                  <c:v>0.9355294169479716</c:v>
                </c:pt>
                <c:pt idx="12">
                  <c:v>0.8891295833303133</c:v>
                </c:pt>
                <c:pt idx="13">
                  <c:v>0.8457796464074209</c:v>
                </c:pt>
                <c:pt idx="14">
                  <c:v>0.8052764485861914</c:v>
                </c:pt>
                <c:pt idx="15">
                  <c:v>0.7674227136809667</c:v>
                </c:pt>
                <c:pt idx="16">
                  <c:v>0.7320391393250824</c:v>
                </c:pt>
                <c:pt idx="17">
                  <c:v>0.6989642179056617</c:v>
                </c:pt>
                <c:pt idx="18">
                  <c:v>0.6680503874785635</c:v>
                </c:pt>
                <c:pt idx="19">
                  <c:v>0.6391601154336427</c:v>
                </c:pt>
                <c:pt idx="20">
                  <c:v>0.6121630954295159</c:v>
                </c:pt>
                <c:pt idx="21">
                  <c:v>0.5869346676251548</c:v>
                </c:pt>
                <c:pt idx="22">
                  <c:v>0.5633551826064803</c:v>
                </c:pt>
                <c:pt idx="23">
                  <c:v>0.5413099571840867</c:v>
                </c:pt>
                <c:pt idx="24">
                  <c:v>0.5206895251396895</c:v>
                </c:pt>
                <c:pt idx="25">
                  <c:v>0.5013899748746491</c:v>
                </c:pt>
                <c:pt idx="26">
                  <c:v>0.4833132483986341</c:v>
                </c:pt>
                <c:pt idx="27">
                  <c:v>0.4663673388015959</c:v>
                </c:pt>
                <c:pt idx="28">
                  <c:v>0.4504663653251103</c:v>
                </c:pt>
                <c:pt idx="29">
                  <c:v>0.43553053017764254</c:v>
                </c:pt>
                <c:pt idx="30">
                  <c:v>0.42148597411209743</c:v>
                </c:pt>
                <c:pt idx="31">
                  <c:v>0.4082645527452346</c:v>
                </c:pt>
                <c:pt idx="32">
                  <c:v>0.39580355586224797</c:v>
                </c:pt>
                <c:pt idx="33">
                  <c:v>0.38404538973790947</c:v>
                </c:pt>
                <c:pt idx="34">
                  <c:v>0.3729372392384305</c:v>
                </c:pt>
                <c:pt idx="35">
                  <c:v>0.3624307229847227</c:v>
                </c:pt>
                <c:pt idx="36">
                  <c:v>0.3524815516073439</c:v>
                </c:pt>
                <c:pt idx="37">
                  <c:v>0.3430491963139354</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0.3430491963139354</c:v>
                </c:pt>
                <c:pt idx="38">
                  <c:v>0.3340965726828826</c:v>
                </c:pt>
                <c:pt idx="39">
                  <c:v>0.3255897427719067</c:v>
                </c:pt>
                <c:pt idx="40">
                  <c:v>0.31749763723676205</c:v>
                </c:pt>
                <c:pt idx="41">
                  <c:v>0.3097917981191728</c:v>
                </c:pt>
                <c:pt idx="42">
                  <c:v>0.30244614222154165</c:v>
                </c:pt>
                <c:pt idx="43">
                  <c:v>0.2954367444710399</c:v>
                </c:pt>
                <c:pt idx="44">
                  <c:v>0.28874164033848587</c:v>
                </c:pt>
                <c:pt idx="45">
                  <c:v>0.28234064617034066</c:v>
                </c:pt>
                <c:pt idx="46">
                  <c:v>0.2762151961840961</c:v>
                </c:pt>
                <c:pt idx="47">
                  <c:v>0.2703481948366571</c:v>
                </c:pt>
                <c:pt idx="48">
                  <c:v>0.2647238832851251</c:v>
                </c:pt>
                <c:pt idx="49">
                  <c:v>0.2593277187000781</c:v>
                </c:pt>
                <c:pt idx="50">
                  <c:v>0.25414626525485995</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2026-2030</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F76A9EDC-627D-0ADC-19C8-49B5F8D525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F49D6338-EA08-40BC-2F87-CC2B74FC24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B955E-0F27-F14D-99B1-4A1AF0977132}" type="datetimeFigureOut">
              <a:rPr lang="ru-RU" smtClean="0"/>
              <a:t>29.08.2024</a:t>
            </a:fld>
            <a:endParaRPr lang="ru-RU"/>
          </a:p>
        </p:txBody>
      </p:sp>
      <p:sp>
        <p:nvSpPr>
          <p:cNvPr id="4" name="Нижний колонтитул 3">
            <a:extLst>
              <a:ext uri="{FF2B5EF4-FFF2-40B4-BE49-F238E27FC236}">
                <a16:creationId xmlns:a16="http://schemas.microsoft.com/office/drawing/2014/main" id="{2DE62C8A-1197-4C2F-5C06-D17EAD865C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9A356B4D-2804-BB3A-C702-3B19C0B30D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1EB63F-08BB-A743-8651-16C5AB004D6E}" type="slidenum">
              <a:rPr lang="ru-RU" smtClean="0"/>
              <a:t>‹#›</a:t>
            </a:fld>
            <a:endParaRPr lang="ru-RU"/>
          </a:p>
        </p:txBody>
      </p:sp>
    </p:spTree>
    <p:extLst>
      <p:ext uri="{BB962C8B-B14F-4D97-AF65-F5344CB8AC3E}">
        <p14:creationId xmlns:p14="http://schemas.microsoft.com/office/powerpoint/2010/main" val="38052248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0993F-CE62-474D-87A4-50F9655D1AE0}" type="datetimeFigureOut">
              <a:rPr lang="ru-RU" smtClean="0"/>
              <a:t>29.08.2024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8CF779-AF06-C74B-AA41-F7945B288291}" type="slidenum">
              <a:rPr lang="ru-RU" smtClean="0"/>
              <a:t>‹#›</a:t>
            </a:fld>
            <a:endParaRPr lang="ru-RU"/>
          </a:p>
        </p:txBody>
      </p:sp>
    </p:spTree>
    <p:extLst>
      <p:ext uri="{BB962C8B-B14F-4D97-AF65-F5344CB8AC3E}">
        <p14:creationId xmlns:p14="http://schemas.microsoft.com/office/powerpoint/2010/main" val="841234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Текст 7">
            <a:extLst>
              <a:ext uri="{FF2B5EF4-FFF2-40B4-BE49-F238E27FC236}">
                <a16:creationId xmlns:a16="http://schemas.microsoft.com/office/drawing/2014/main" id="{D861CEF5-070B-859F-2162-ABE0AE4EB4F2}"/>
              </a:ext>
            </a:extLst>
          </p:cNvPr>
          <p:cNvSpPr>
            <a:spLocks noGrp="1"/>
          </p:cNvSpPr>
          <p:nvPr>
            <p:ph type="body" sz="quarter" idx="14" hasCustomPrompt="1"/>
          </p:nvPr>
        </p:nvSpPr>
        <p:spPr>
          <a:xfrm>
            <a:off x="628746" y="2968488"/>
            <a:ext cx="10980737" cy="1093304"/>
          </a:xfrm>
        </p:spPr>
        <p:txBody>
          <a:bodyPr/>
          <a:lstStyle>
            <a:lvl1pPr>
              <a:defRPr>
                <a:solidFill>
                  <a:schemeClr val="tx1"/>
                </a:solidFill>
              </a:defRPr>
            </a:lvl1pPr>
          </a:lstStyle>
          <a:p>
            <a:pPr lvl="0"/>
            <a:r>
              <a:rPr lang="ru-RU" dirty="0"/>
              <a:t>Подзаголовок</a:t>
            </a:r>
          </a:p>
        </p:txBody>
      </p:sp>
      <p:sp>
        <p:nvSpPr>
          <p:cNvPr id="10" name="Текст 9">
            <a:extLst>
              <a:ext uri="{FF2B5EF4-FFF2-40B4-BE49-F238E27FC236}">
                <a16:creationId xmlns:a16="http://schemas.microsoft.com/office/drawing/2014/main" id="{5BBD61AC-F57D-AC87-3626-48E094453F74}"/>
              </a:ext>
            </a:extLst>
          </p:cNvPr>
          <p:cNvSpPr>
            <a:spLocks noGrp="1"/>
          </p:cNvSpPr>
          <p:nvPr>
            <p:ph type="body" sz="quarter" idx="15" hasCustomPrompt="1"/>
          </p:nvPr>
        </p:nvSpPr>
        <p:spPr>
          <a:xfrm>
            <a:off x="630238" y="5363017"/>
            <a:ext cx="5465763" cy="582613"/>
          </a:xfrm>
        </p:spPr>
        <p:txBody>
          <a:bodyPr bIns="0" anchor="b"/>
          <a:lstStyle>
            <a:lvl1pPr>
              <a:defRPr sz="2000">
                <a:solidFill>
                  <a:schemeClr val="tx1"/>
                </a:solidFill>
              </a:defRPr>
            </a:lvl1pPr>
          </a:lstStyle>
          <a:p>
            <a:pPr lvl="0"/>
            <a:r>
              <a:rPr lang="ru-RU" dirty="0"/>
              <a:t>Автор или дата</a:t>
            </a:r>
          </a:p>
        </p:txBody>
      </p:sp>
      <p:sp>
        <p:nvSpPr>
          <p:cNvPr id="5" name="Заголовок 4">
            <a:extLst>
              <a:ext uri="{FF2B5EF4-FFF2-40B4-BE49-F238E27FC236}">
                <a16:creationId xmlns:a16="http://schemas.microsoft.com/office/drawing/2014/main" id="{7F495D77-3429-69B0-1DA7-E5DF5E16E678}"/>
              </a:ext>
            </a:extLst>
          </p:cNvPr>
          <p:cNvSpPr>
            <a:spLocks noGrp="1"/>
          </p:cNvSpPr>
          <p:nvPr>
            <p:ph type="title" hasCustomPrompt="1"/>
          </p:nvPr>
        </p:nvSpPr>
        <p:spPr>
          <a:xfrm>
            <a:off x="628746" y="447450"/>
            <a:ext cx="10965239" cy="2238933"/>
          </a:xfrm>
        </p:spPr>
        <p:txBody>
          <a:bodyPr/>
          <a:lstStyle>
            <a:lvl1pPr>
              <a:defRPr sz="5400"/>
            </a:lvl1pPr>
          </a:lstStyle>
          <a:p>
            <a:r>
              <a:rPr lang="ru-RU" dirty="0"/>
              <a:t>Заголовок презентации в несколько строчек</a:t>
            </a:r>
          </a:p>
        </p:txBody>
      </p:sp>
    </p:spTree>
    <p:extLst>
      <p:ext uri="{BB962C8B-B14F-4D97-AF65-F5344CB8AC3E}">
        <p14:creationId xmlns:p14="http://schemas.microsoft.com/office/powerpoint/2010/main" val="3445236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737E9185-194A-6EEE-2608-CAE4F4EAF312}"/>
              </a:ext>
            </a:extLst>
          </p:cNvPr>
          <p:cNvSpPr>
            <a:spLocks noGrp="1"/>
          </p:cNvSpPr>
          <p:nvPr>
            <p:ph type="ftr" sz="quarter" idx="10"/>
          </p:nvPr>
        </p:nvSpPr>
        <p:spPr/>
        <p:txBody>
          <a:bodyPr/>
          <a:lstStyle/>
          <a:p>
            <a:r>
              <a:rPr lang="ru-RU"/>
              <a:t>Колонтитулы</a:t>
            </a:r>
            <a:endParaRPr lang="ru-RU" dirty="0"/>
          </a:p>
        </p:txBody>
      </p:sp>
      <p:sp>
        <p:nvSpPr>
          <p:cNvPr id="4" name="Номер слайда 3">
            <a:extLst>
              <a:ext uri="{FF2B5EF4-FFF2-40B4-BE49-F238E27FC236}">
                <a16:creationId xmlns:a16="http://schemas.microsoft.com/office/drawing/2014/main" id="{5B180FCF-82AE-009A-8134-D04824D64F48}"/>
              </a:ext>
            </a:extLst>
          </p:cNvPr>
          <p:cNvSpPr>
            <a:spLocks noGrp="1"/>
          </p:cNvSpPr>
          <p:nvPr>
            <p:ph type="sldNum" sz="quarter" idx="11"/>
          </p:nvPr>
        </p:nvSpPr>
        <p:spPr/>
        <p:txBody>
          <a:bodyPr/>
          <a:lstStyle/>
          <a:p>
            <a:fld id="{1899DD1A-AB47-7A46-8108-F13B73B7CDE0}" type="slidenum">
              <a:rPr lang="ru-RU" smtClean="0"/>
              <a:t>‹#›</a:t>
            </a:fld>
            <a:endParaRPr lang="ru-RU" dirty="0"/>
          </a:p>
        </p:txBody>
      </p:sp>
      <p:sp>
        <p:nvSpPr>
          <p:cNvPr id="5" name="Заголовок 4">
            <a:extLst>
              <a:ext uri="{FF2B5EF4-FFF2-40B4-BE49-F238E27FC236}">
                <a16:creationId xmlns:a16="http://schemas.microsoft.com/office/drawing/2014/main" id="{6DE8EC53-280F-4A8F-4939-F50A9DA1DC3A}"/>
              </a:ext>
            </a:extLst>
          </p:cNvPr>
          <p:cNvSpPr>
            <a:spLocks noGrp="1"/>
          </p:cNvSpPr>
          <p:nvPr>
            <p:ph type="title" hasCustomPrompt="1"/>
          </p:nvPr>
        </p:nvSpPr>
        <p:spPr/>
        <p:txBody>
          <a:bodyPr/>
          <a:lstStyle/>
          <a:p>
            <a:r>
              <a:rPr lang="ru-RU" dirty="0"/>
              <a:t>Заголовок</a:t>
            </a:r>
          </a:p>
        </p:txBody>
      </p:sp>
    </p:spTree>
    <p:extLst>
      <p:ext uri="{BB962C8B-B14F-4D97-AF65-F5344CB8AC3E}">
        <p14:creationId xmlns:p14="http://schemas.microsoft.com/office/powerpoint/2010/main" val="16794336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78D919-89FA-E6EC-EB0E-16FCFFDB4115}"/>
              </a:ext>
            </a:extLst>
          </p:cNvPr>
          <p:cNvSpPr>
            <a:spLocks noGrp="1"/>
          </p:cNvSpPr>
          <p:nvPr>
            <p:ph type="title"/>
          </p:nvPr>
        </p:nvSpPr>
        <p:spPr>
          <a:xfrm>
            <a:off x="628746" y="447451"/>
            <a:ext cx="10965239" cy="782862"/>
          </a:xfrm>
          <a:prstGeom prst="rect">
            <a:avLst/>
          </a:prstGeom>
        </p:spPr>
        <p:txBody>
          <a:bodyPr vert="horz" lIns="0" tIns="0" rIns="0" bIns="0" rtlCol="0" anchor="t">
            <a:noAutofit/>
          </a:bodyPr>
          <a:lstStyle/>
          <a:p>
            <a:r>
              <a:rPr lang="en-US" dirty="0"/>
              <a:t>Header</a:t>
            </a:r>
            <a:endParaRPr lang="ru-RU" dirty="0"/>
          </a:p>
        </p:txBody>
      </p:sp>
      <p:sp>
        <p:nvSpPr>
          <p:cNvPr id="3" name="Текст 2">
            <a:extLst>
              <a:ext uri="{FF2B5EF4-FFF2-40B4-BE49-F238E27FC236}">
                <a16:creationId xmlns:a16="http://schemas.microsoft.com/office/drawing/2014/main" id="{2007D975-8BE4-1415-02AF-554D6473DD53}"/>
              </a:ext>
            </a:extLst>
          </p:cNvPr>
          <p:cNvSpPr>
            <a:spLocks noGrp="1"/>
          </p:cNvSpPr>
          <p:nvPr>
            <p:ph type="body" idx="1"/>
          </p:nvPr>
        </p:nvSpPr>
        <p:spPr>
          <a:xfrm>
            <a:off x="628685" y="1491753"/>
            <a:ext cx="10965239" cy="4438604"/>
          </a:xfrm>
          <a:prstGeom prst="rect">
            <a:avLst/>
          </a:prstGeom>
        </p:spPr>
        <p:txBody>
          <a:bodyPr vert="horz" lIns="0" tIns="45720" rIns="91440" bIns="45720" rtlCol="0">
            <a:noAutofit/>
          </a:bodyPr>
          <a:lstStyle/>
          <a:p>
            <a:pPr lvl="0"/>
            <a:r>
              <a:rPr lang="en-US" dirty="0"/>
              <a:t>Text layout</a:t>
            </a:r>
            <a:endParaRPr lang="ru-RU" dirty="0"/>
          </a:p>
          <a:p>
            <a:pPr lvl="1"/>
            <a:r>
              <a:rPr lang="en-US" dirty="0"/>
              <a:t>Second level</a:t>
            </a:r>
            <a:endParaRPr lang="ru-RU" dirty="0"/>
          </a:p>
          <a:p>
            <a:pPr lvl="2"/>
            <a:r>
              <a:rPr lang="en-US" dirty="0"/>
              <a:t>Third level</a:t>
            </a:r>
            <a:endParaRPr lang="ru-RU" dirty="0"/>
          </a:p>
          <a:p>
            <a:pPr lvl="3"/>
            <a:r>
              <a:rPr lang="en-US" dirty="0"/>
              <a:t>Fourth level</a:t>
            </a:r>
            <a:endParaRPr lang="ru-RU" dirty="0"/>
          </a:p>
          <a:p>
            <a:pPr lvl="4"/>
            <a:r>
              <a:rPr lang="en-US" dirty="0"/>
              <a:t>Fifth level</a:t>
            </a:r>
            <a:endParaRPr lang="ru-RU" dirty="0"/>
          </a:p>
        </p:txBody>
      </p:sp>
      <p:sp>
        <p:nvSpPr>
          <p:cNvPr id="5" name="Нижний колонтитул 4">
            <a:extLst>
              <a:ext uri="{FF2B5EF4-FFF2-40B4-BE49-F238E27FC236}">
                <a16:creationId xmlns:a16="http://schemas.microsoft.com/office/drawing/2014/main" id="{3891C067-9E09-5C64-324C-1E0AD4DD6B72}"/>
              </a:ext>
            </a:extLst>
          </p:cNvPr>
          <p:cNvSpPr>
            <a:spLocks noGrp="1"/>
          </p:cNvSpPr>
          <p:nvPr>
            <p:ph type="ftr" sz="quarter" idx="3"/>
          </p:nvPr>
        </p:nvSpPr>
        <p:spPr>
          <a:xfrm>
            <a:off x="3441582" y="6285863"/>
            <a:ext cx="7388018" cy="269317"/>
          </a:xfrm>
          <a:prstGeom prst="rect">
            <a:avLst/>
          </a:prstGeom>
        </p:spPr>
        <p:txBody>
          <a:bodyPr vert="horz" lIns="46800" tIns="45720" rIns="0" bIns="45720" rtlCol="0" anchor="ctr"/>
          <a:lstStyle>
            <a:lvl1pPr algn="l">
              <a:defRPr sz="800">
                <a:solidFill>
                  <a:schemeClr val="tx1"/>
                </a:solidFill>
              </a:defRPr>
            </a:lvl1pPr>
          </a:lstStyle>
          <a:p>
            <a:r>
              <a:rPr lang="ru-RU"/>
              <a:t>Источник или колонтитулы</a:t>
            </a:r>
            <a:endParaRPr lang="ru-RU" dirty="0"/>
          </a:p>
        </p:txBody>
      </p:sp>
      <p:sp>
        <p:nvSpPr>
          <p:cNvPr id="6" name="Номер слайда 5">
            <a:extLst>
              <a:ext uri="{FF2B5EF4-FFF2-40B4-BE49-F238E27FC236}">
                <a16:creationId xmlns:a16="http://schemas.microsoft.com/office/drawing/2014/main" id="{CA7C00EF-3CF4-B73A-F6E5-16B685DE26CA}"/>
              </a:ext>
            </a:extLst>
          </p:cNvPr>
          <p:cNvSpPr>
            <a:spLocks noGrp="1"/>
          </p:cNvSpPr>
          <p:nvPr>
            <p:ph type="sldNum" sz="quarter" idx="4"/>
          </p:nvPr>
        </p:nvSpPr>
        <p:spPr>
          <a:xfrm>
            <a:off x="10940779" y="6346868"/>
            <a:ext cx="663846" cy="142875"/>
          </a:xfrm>
          <a:prstGeom prst="rect">
            <a:avLst/>
          </a:prstGeom>
        </p:spPr>
        <p:txBody>
          <a:bodyPr vert="horz" wrap="none" lIns="0" tIns="45720" rIns="0" bIns="45720" rtlCol="0" anchor="ctr"/>
          <a:lstStyle>
            <a:lvl1pPr algn="r">
              <a:defRPr sz="1200">
                <a:solidFill>
                  <a:schemeClr val="bg2">
                    <a:lumMod val="50000"/>
                  </a:schemeClr>
                </a:solidFill>
              </a:defRPr>
            </a:lvl1pPr>
          </a:lstStyle>
          <a:p>
            <a:fld id="{1899DD1A-AB47-7A46-8108-F13B73B7CDE0}" type="slidenum">
              <a:rPr lang="ru-RU" smtClean="0"/>
              <a:pPr/>
              <a:t>‹#›</a:t>
            </a:fld>
            <a:endParaRPr lang="ru-RU" dirty="0"/>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0789" y="6347447"/>
            <a:ext cx="253602" cy="253265"/>
          </a:xfrm>
          <a:prstGeom prst="rect">
            <a:avLst/>
          </a:prstGeom>
        </p:spPr>
      </p:pic>
      <p:sp>
        <p:nvSpPr>
          <p:cNvPr id="8" name="TextBox 7"/>
          <p:cNvSpPr txBox="1"/>
          <p:nvPr userDrawn="1"/>
        </p:nvSpPr>
        <p:spPr>
          <a:xfrm>
            <a:off x="999093" y="6352617"/>
            <a:ext cx="1826483" cy="153888"/>
          </a:xfrm>
          <a:prstGeom prst="rect">
            <a:avLst/>
          </a:prstGeom>
          <a:noFill/>
        </p:spPr>
        <p:txBody>
          <a:bodyPr wrap="square" lIns="0" tIns="0" rIns="0" bIns="0" rtlCol="0">
            <a:spAutoFit/>
          </a:bodyPr>
          <a:lstStyle/>
          <a:p>
            <a:pPr algn="l">
              <a:spcBef>
                <a:spcPts val="1000"/>
              </a:spcBef>
            </a:pPr>
            <a:r>
              <a:rPr lang="en-US" sz="1000" dirty="0" smtClean="0">
                <a:effectLst/>
                <a:latin typeface="Ony Okkam" panose="00000500000000000000" pitchFamily="2" charset="-52"/>
              </a:rPr>
              <a:t>Powered by FERMATRICA</a:t>
            </a:r>
            <a:r>
              <a:rPr lang="en-US" sz="1000" baseline="30000" dirty="0" smtClean="0">
                <a:effectLst/>
                <a:latin typeface="Ony Okkam" panose="00000500000000000000" pitchFamily="2" charset="-52"/>
              </a:rPr>
              <a:t>TM</a:t>
            </a:r>
            <a:endParaRPr lang="ru-RU" sz="1000" baseline="30000" dirty="0" err="1" smtClean="0">
              <a:effectLst/>
              <a:latin typeface="Ony Okkam" panose="00000500000000000000" pitchFamily="2" charset="-52"/>
            </a:endParaRPr>
          </a:p>
        </p:txBody>
      </p:sp>
    </p:spTree>
    <p:extLst>
      <p:ext uri="{BB962C8B-B14F-4D97-AF65-F5344CB8AC3E}">
        <p14:creationId xmlns:p14="http://schemas.microsoft.com/office/powerpoint/2010/main" val="2517285767"/>
      </p:ext>
    </p:extLst>
  </p:cSld>
  <p:clrMap bg1="lt1" tx1="dk1" bg2="lt2" tx2="dk2" accent1="accent1" accent2="accent2" accent3="accent3" accent4="accent4" accent5="accent5" accent6="accent6" hlink="hlink" folHlink="folHlink"/>
  <p:sldLayoutIdLst>
    <p:sldLayoutId id="2147483932" r:id="rId1"/>
    <p:sldLayoutId id="2147483950" r:id="rId2"/>
  </p:sldLayoutIdLst>
  <p:hf hd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393">
          <p15:clr>
            <a:srgbClr val="F26B43"/>
          </p15:clr>
        </p15:guide>
        <p15:guide id="3" pos="7310">
          <p15:clr>
            <a:srgbClr val="F26B43"/>
          </p15:clr>
        </p15:guide>
        <p15:guide id="4" orient="horz" pos="4088" userDrawn="1">
          <p15:clr>
            <a:srgbClr val="F26B43"/>
          </p15:clr>
        </p15:guide>
        <p15:guide id="5" orient="horz" pos="3748" userDrawn="1">
          <p15:clr>
            <a:srgbClr val="F26B43"/>
          </p15:clr>
        </p15:guide>
        <p15:guide id="6" orient="horz" pos="3997" userDrawn="1">
          <p15:clr>
            <a:srgbClr val="F26B43"/>
          </p15:clr>
        </p15:guide>
        <p15:guide id="7" orient="horz" pos="278">
          <p15:clr>
            <a:srgbClr val="F26B43"/>
          </p15:clr>
        </p15:guide>
        <p15:guide id="9" pos="3840">
          <p15:clr>
            <a:srgbClr val="F26B43"/>
          </p15:clr>
        </p15:guide>
        <p15:guide id="10" orient="horz" pos="777" userDrawn="1">
          <p15:clr>
            <a:srgbClr val="F26B43"/>
          </p15:clr>
        </p15:guide>
        <p15:guide id="11" orient="horz" pos="93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9.xml"/><Relationship Id="rId3" Type="http://schemas.openxmlformats.org/officeDocument/2006/relationships/chart" Target="../charts/char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3.xml"/><Relationship Id="rId3" Type="http://schemas.openxmlformats.org/officeDocument/2006/relationships/chart" Target="../charts/char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7.xml"/><Relationship Id="rId3" Type="http://schemas.openxmlformats.org/officeDocument/2006/relationships/chart" Target="../charts/char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1.xml"/><Relationship Id="rId3" Type="http://schemas.openxmlformats.org/officeDocument/2006/relationships/chart" Target="../charts/chart22.xml"/><Relationship Id="rId4" Type="http://schemas.openxmlformats.org/officeDocument/2006/relationships/chart" Target="../charts/char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4.xml"/><Relationship Id="rId3" Type="http://schemas.openxmlformats.org/officeDocument/2006/relationships/chart" Target="../charts/chart25.xml"/><Relationship Id="rId4" Type="http://schemas.openxmlformats.org/officeDocument/2006/relationships/chart" Target="../charts/char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ru-RU"/>
          </a:p>
        </p:txBody>
      </p:sp>
      <p:sp>
        <p:nvSpPr>
          <p:cNvPr id="3" name="Text Placeholder 2"/>
          <p:cNvSpPr>
            <a:spLocks noGrp="1"/>
          </p:cNvSpPr>
          <p:nvPr>
            <p:ph type="body" sz="quarter" idx="15"/>
          </p:nvPr>
        </p:nvSpPr>
        <p:spPr/>
        <p:txBody>
          <a:bodyPr/>
          <a:lstStyle/>
          <a:p>
            <a:endParaRPr lang="ru-RU"/>
          </a:p>
        </p:txBody>
      </p:sp>
      <p:sp>
        <p:nvSpPr>
          <p:cNvPr id="4" name="Title 3"/>
          <p:cNvSpPr>
            <a:spLocks noGrp="1"/>
          </p:cNvSpPr>
          <p:nvPr>
            <p:ph type="title"/>
          </p:nvPr>
        </p:nvSpPr>
        <p:spPr/>
        <p:txBody>
          <a:bodyPr/>
          <a:lstStyle/>
          <a:p>
            <a:endParaRPr lang="ru-RU"/>
          </a:p>
        </p:txBody>
      </p:sp>
    </p:spTree>
    <p:extLst>
      <p:ext uri="{BB962C8B-B14F-4D97-AF65-F5344CB8AC3E}">
        <p14:creationId xmlns:p14="http://schemas.microsoft.com/office/powerpoint/2010/main" val="146050881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2024 expected sales: 65.31 Mln. Packs, 14.76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57 972 448</a:t>
                      </a:r>
                    </a:p>
                  </a:txBody>
                  <a:tcPr marB="0" marT="0"/>
                </a:tc>
                <a:tc>
                  <a:txBody>
                    <a:bodyPr/>
                    <a:lstStyle/>
                    <a:p>
                      <a:pPr algn="ctr">
                        <a:defRPr sz="1000">
                          <a:latin typeface="Calibri"/>
                        </a:defRPr>
                      </a:pPr>
                      <a:r>
                        <a:t>57 775 883</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62 740 138</a:t>
                      </a:r>
                    </a:p>
                  </a:txBody>
                  <a:tcPr marB="0" marT="0"/>
                </a:tc>
                <a:tc>
                  <a:txBody>
                    <a:bodyPr/>
                    <a:lstStyle/>
                    <a:p>
                      <a:pPr algn="ctr">
                        <a:defRPr sz="1000">
                          <a:latin typeface="Calibri"/>
                        </a:defRPr>
                      </a:pPr>
                      <a:r>
                        <a:t>62 807 217</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66 305 870</a:t>
                      </a:r>
                    </a:p>
                  </a:txBody>
                  <a:tcPr marB="0" marT="0"/>
                </a:tc>
                <a:tc>
                  <a:txBody>
                    <a:bodyPr/>
                    <a:lstStyle/>
                    <a:p>
                      <a:pPr algn="ctr">
                        <a:defRPr sz="1000">
                          <a:latin typeface="Calibri"/>
                        </a:defRPr>
                      </a:pPr>
                      <a:r>
                        <a:t>66 266 108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66 201 828</a:t>
                      </a:r>
                    </a:p>
                  </a:txBody>
                  <a:tcPr marB="0" marT="0"/>
                </a:tc>
                <a:tc>
                  <a:txBody>
                    <a:bodyPr/>
                    <a:lstStyle/>
                    <a:p>
                      <a:pPr algn="ctr">
                        <a:defRPr sz="1000">
                          <a:latin typeface="Calibri"/>
                        </a:defRPr>
                      </a:pPr>
                      <a:r>
                        <a:t>65 909 284</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64 695 425</a:t>
                      </a:r>
                    </a:p>
                  </a:txBody>
                  <a:tcPr marB="0" marT="0"/>
                </a:tc>
                <a:tc>
                  <a:txBody>
                    <a:bodyPr/>
                    <a:lstStyle/>
                    <a:p>
                      <a:pPr algn="ctr">
                        <a:defRPr sz="1000">
                          <a:latin typeface="Calibri"/>
                        </a:defRPr>
                      </a:pPr>
                      <a:r>
                        <a:t>65 311 684</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34 351 813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34 862 821</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1.5%</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13 179 528 718</a:t>
                      </a:r>
                    </a:p>
                  </a:txBody>
                  <a:tcPr marB="0" marT="0"/>
                </a:tc>
                <a:tc>
                  <a:txBody>
                    <a:bodyPr/>
                    <a:lstStyle/>
                    <a:p>
                      <a:pPr algn="ctr">
                        <a:defRPr sz="1000">
                          <a:latin typeface="Calibri"/>
                        </a:defRPr>
                      </a:pPr>
                      <a:r>
                        <a:t>13 148 186 160</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14 210 678 623</a:t>
                      </a:r>
                    </a:p>
                  </a:txBody>
                  <a:tcPr marB="0" marT="0"/>
                </a:tc>
                <a:tc>
                  <a:txBody>
                    <a:bodyPr/>
                    <a:lstStyle/>
                    <a:p>
                      <a:pPr algn="ctr">
                        <a:defRPr sz="1000">
                          <a:latin typeface="Calibri"/>
                        </a:defRPr>
                      </a:pPr>
                      <a:r>
                        <a:t>14 239 261 031</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14 903 269 897</a:t>
                      </a:r>
                    </a:p>
                  </a:txBody>
                  <a:tcPr marB="0" marT="0"/>
                </a:tc>
                <a:tc>
                  <a:txBody>
                    <a:bodyPr/>
                    <a:lstStyle/>
                    <a:p>
                      <a:pPr algn="ctr">
                        <a:defRPr sz="1000">
                          <a:latin typeface="Calibri"/>
                        </a:defRPr>
                      </a:pPr>
                      <a:r>
                        <a:t>14 893 721 348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14 944 860 668</a:t>
                      </a:r>
                    </a:p>
                  </a:txBody>
                  <a:tcPr marB="0" marT="0"/>
                </a:tc>
                <a:tc>
                  <a:txBody>
                    <a:bodyPr/>
                    <a:lstStyle/>
                    <a:p>
                      <a:pPr algn="ctr">
                        <a:defRPr sz="1000">
                          <a:latin typeface="Calibri"/>
                        </a:defRPr>
                      </a:pPr>
                      <a:r>
                        <a:t>14 893 329 831</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14 628 434 104</a:t>
                      </a:r>
                    </a:p>
                  </a:txBody>
                  <a:tcPr marB="0" marT="0"/>
                </a:tc>
                <a:tc>
                  <a:txBody>
                    <a:bodyPr/>
                    <a:lstStyle/>
                    <a:p>
                      <a:pPr algn="ctr">
                        <a:defRPr sz="1000">
                          <a:latin typeface="Calibri"/>
                        </a:defRPr>
                      </a:pPr>
                      <a:r>
                        <a:t>14 756 232 577</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8 242 444 696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8 388 506 638</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1.8%</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2024 expected sales: 12.41 Mln. Packs, 2.25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10 252 816</a:t>
                      </a:r>
                    </a:p>
                  </a:txBody>
                  <a:tcPr marB="0" marT="0"/>
                </a:tc>
                <a:tc>
                  <a:txBody>
                    <a:bodyPr/>
                    <a:lstStyle/>
                    <a:p>
                      <a:pPr algn="ctr">
                        <a:defRPr sz="1000">
                          <a:latin typeface="Calibri"/>
                        </a:defRPr>
                      </a:pPr>
                      <a:r>
                        <a:t>10 191 105</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11 685 220</a:t>
                      </a:r>
                    </a:p>
                  </a:txBody>
                  <a:tcPr marB="0" marT="0"/>
                </a:tc>
                <a:tc>
                  <a:txBody>
                    <a:bodyPr/>
                    <a:lstStyle/>
                    <a:p>
                      <a:pPr algn="ctr">
                        <a:defRPr sz="1000">
                          <a:latin typeface="Calibri"/>
                        </a:defRPr>
                      </a:pPr>
                      <a:r>
                        <a:t>11 683 702</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13 124 639</a:t>
                      </a:r>
                    </a:p>
                  </a:txBody>
                  <a:tcPr marB="0" marT="0"/>
                </a:tc>
                <a:tc>
                  <a:txBody>
                    <a:bodyPr/>
                    <a:lstStyle/>
                    <a:p>
                      <a:pPr algn="ctr">
                        <a:defRPr sz="1000">
                          <a:latin typeface="Calibri"/>
                        </a:defRPr>
                      </a:pPr>
                      <a:r>
                        <a:t>13 093 209</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12 818 519</a:t>
                      </a:r>
                    </a:p>
                  </a:txBody>
                  <a:tcPr marB="0" marT="0"/>
                </a:tc>
                <a:tc>
                  <a:txBody>
                    <a:bodyPr/>
                    <a:lstStyle/>
                    <a:p>
                      <a:pPr algn="ctr">
                        <a:defRPr sz="1000">
                          <a:latin typeface="Calibri"/>
                        </a:defRPr>
                      </a:pPr>
                      <a:r>
                        <a:t>12 724 726</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12 192 886</a:t>
                      </a:r>
                    </a:p>
                  </a:txBody>
                  <a:tcPr marB="0" marT="0"/>
                </a:tc>
                <a:tc>
                  <a:txBody>
                    <a:bodyPr/>
                    <a:lstStyle/>
                    <a:p>
                      <a:pPr algn="ctr">
                        <a:defRPr sz="1000">
                          <a:latin typeface="Calibri"/>
                        </a:defRPr>
                      </a:pPr>
                      <a:r>
                        <a:t>12 407 629</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6 140 136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6 149 523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0.2%</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1 850 150 341</a:t>
                      </a:r>
                    </a:p>
                  </a:txBody>
                  <a:tcPr marB="0" marT="0"/>
                </a:tc>
                <a:tc>
                  <a:txBody>
                    <a:bodyPr/>
                    <a:lstStyle/>
                    <a:p>
                      <a:pPr algn="ctr">
                        <a:defRPr sz="1000">
                          <a:latin typeface="Calibri"/>
                        </a:defRPr>
                      </a:pPr>
                      <a:r>
                        <a:t>1 842 806 143</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2 128 404 253</a:t>
                      </a:r>
                    </a:p>
                  </a:txBody>
                  <a:tcPr marB="0" marT="0"/>
                </a:tc>
                <a:tc>
                  <a:txBody>
                    <a:bodyPr/>
                    <a:lstStyle/>
                    <a:p>
                      <a:pPr algn="ctr">
                        <a:defRPr sz="1000">
                          <a:latin typeface="Calibri"/>
                        </a:defRPr>
                      </a:pPr>
                      <a:r>
                        <a:t>2 131 067 523</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2 399 467 208</a:t>
                      </a:r>
                    </a:p>
                  </a:txBody>
                  <a:tcPr marB="0" marT="0"/>
                </a:tc>
                <a:tc>
                  <a:txBody>
                    <a:bodyPr/>
                    <a:lstStyle/>
                    <a:p>
                      <a:pPr algn="ctr">
                        <a:defRPr sz="1000">
                          <a:latin typeface="Calibri"/>
                        </a:defRPr>
                      </a:pPr>
                      <a:r>
                        <a:t>2 396 970 970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2 350 698 379</a:t>
                      </a:r>
                    </a:p>
                  </a:txBody>
                  <a:tcPr marB="0" marT="0"/>
                </a:tc>
                <a:tc>
                  <a:txBody>
                    <a:bodyPr/>
                    <a:lstStyle/>
                    <a:p>
                      <a:pPr algn="ctr">
                        <a:defRPr sz="1000">
                          <a:latin typeface="Calibri"/>
                        </a:defRPr>
                      </a:pPr>
                      <a:r>
                        <a:t>2 332 727 461</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2 211 150 399</a:t>
                      </a:r>
                    </a:p>
                  </a:txBody>
                  <a:tcPr marB="0" marT="0"/>
                </a:tc>
                <a:tc>
                  <a:txBody>
                    <a:bodyPr/>
                    <a:lstStyle/>
                    <a:p>
                      <a:pPr algn="ctr">
                        <a:defRPr sz="1000">
                          <a:latin typeface="Calibri"/>
                        </a:defRPr>
                      </a:pPr>
                      <a:r>
                        <a:t>2 252 139 051</a:t>
                      </a:r>
                    </a:p>
                  </a:txBody>
                  <a:tcPr marB="0" marT="0"/>
                </a:tc>
                <a:tc>
                  <a:txBody>
                    <a:bodyPr/>
                    <a:lstStyle/>
                    <a:p>
                      <a:pPr algn="ctr">
                        <a:defRPr sz="1000">
                          <a:latin typeface="Calibri"/>
                        </a:defRPr>
                      </a:pPr>
                      <a:r>
                        <a:t>1.9%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943 950 305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945 043 075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0.1%</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2024 expected sales: 20.83 Mln. Packs, 4.65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18 967 326</a:t>
                      </a:r>
                    </a:p>
                  </a:txBody>
                  <a:tcPr marB="0" marT="0"/>
                </a:tc>
                <a:tc>
                  <a:txBody>
                    <a:bodyPr/>
                    <a:lstStyle/>
                    <a:p>
                      <a:pPr algn="ctr">
                        <a:defRPr sz="1000">
                          <a:latin typeface="Calibri"/>
                        </a:defRPr>
                      </a:pPr>
                      <a:r>
                        <a:t>18 998 447</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19 795 544</a:t>
                      </a:r>
                    </a:p>
                  </a:txBody>
                  <a:tcPr marB="0" marT="0"/>
                </a:tc>
                <a:tc>
                  <a:txBody>
                    <a:bodyPr/>
                    <a:lstStyle/>
                    <a:p>
                      <a:pPr algn="ctr">
                        <a:defRPr sz="1000">
                          <a:latin typeface="Calibri"/>
                        </a:defRPr>
                      </a:pPr>
                      <a:r>
                        <a:t>19 930 540</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20 688 357</a:t>
                      </a:r>
                    </a:p>
                  </a:txBody>
                  <a:tcPr marB="0" marT="0"/>
                </a:tc>
                <a:tc>
                  <a:txBody>
                    <a:bodyPr/>
                    <a:lstStyle/>
                    <a:p>
                      <a:pPr algn="ctr">
                        <a:defRPr sz="1000">
                          <a:latin typeface="Calibri"/>
                        </a:defRPr>
                      </a:pPr>
                      <a:r>
                        <a:t>20 829 661</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20 793 204</a:t>
                      </a:r>
                    </a:p>
                  </a:txBody>
                  <a:tcPr marB="0" marT="0"/>
                </a:tc>
                <a:tc>
                  <a:txBody>
                    <a:bodyPr/>
                    <a:lstStyle/>
                    <a:p>
                      <a:pPr algn="ctr">
                        <a:defRPr sz="1000">
                          <a:latin typeface="Calibri"/>
                        </a:defRPr>
                      </a:pPr>
                      <a:r>
                        <a:t>20 628 143</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20 909 363</a:t>
                      </a:r>
                    </a:p>
                  </a:txBody>
                  <a:tcPr marB="0" marT="0"/>
                </a:tc>
                <a:tc>
                  <a:txBody>
                    <a:bodyPr/>
                    <a:lstStyle/>
                    <a:p>
                      <a:pPr algn="ctr">
                        <a:defRPr sz="1000">
                          <a:latin typeface="Calibri"/>
                        </a:defRPr>
                      </a:pPr>
                      <a:r>
                        <a:t>20 825 653</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11 129 755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11 272 696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1.3%</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4 257 754 357</a:t>
                      </a:r>
                    </a:p>
                  </a:txBody>
                  <a:tcPr marB="0" marT="0"/>
                </a:tc>
                <a:tc>
                  <a:txBody>
                    <a:bodyPr/>
                    <a:lstStyle/>
                    <a:p>
                      <a:pPr algn="ctr">
                        <a:defRPr sz="1000">
                          <a:latin typeface="Calibri"/>
                        </a:defRPr>
                      </a:pPr>
                      <a:r>
                        <a:t>4 263 274 604</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4 410 970 820</a:t>
                      </a:r>
                    </a:p>
                  </a:txBody>
                  <a:tcPr marB="0" marT="0"/>
                </a:tc>
                <a:tc>
                  <a:txBody>
                    <a:bodyPr/>
                    <a:lstStyle/>
                    <a:p>
                      <a:pPr algn="ctr">
                        <a:defRPr sz="1000">
                          <a:latin typeface="Calibri"/>
                        </a:defRPr>
                      </a:pPr>
                      <a:r>
                        <a:t>4 452 219 374</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4 584 538 673</a:t>
                      </a:r>
                    </a:p>
                  </a:txBody>
                  <a:tcPr marB="0" marT="0"/>
                </a:tc>
                <a:tc>
                  <a:txBody>
                    <a:bodyPr/>
                    <a:lstStyle/>
                    <a:p>
                      <a:pPr algn="ctr">
                        <a:defRPr sz="1000">
                          <a:latin typeface="Calibri"/>
                        </a:defRPr>
                      </a:pPr>
                      <a:r>
                        <a:t>4 624 798 224</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4 632 705 292</a:t>
                      </a:r>
                    </a:p>
                  </a:txBody>
                  <a:tcPr marB="0" marT="0"/>
                </a:tc>
                <a:tc>
                  <a:txBody>
                    <a:bodyPr/>
                    <a:lstStyle/>
                    <a:p>
                      <a:pPr algn="ctr">
                        <a:defRPr sz="1000">
                          <a:latin typeface="Calibri"/>
                        </a:defRPr>
                      </a:pPr>
                      <a:r>
                        <a:t>4 602 861 078</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4 673 232 626</a:t>
                      </a:r>
                    </a:p>
                  </a:txBody>
                  <a:tcPr marB="0" marT="0"/>
                </a:tc>
                <a:tc>
                  <a:txBody>
                    <a:bodyPr/>
                    <a:lstStyle/>
                    <a:p>
                      <a:pPr algn="ctr">
                        <a:defRPr sz="1000">
                          <a:latin typeface="Calibri"/>
                        </a:defRPr>
                      </a:pPr>
                      <a:r>
                        <a:t>4 645 186 512</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2 750 320 527</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2 786 507 752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1.3%</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2024 expected sales: 16.92 Mln. Packs, 4.77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15 203 673</a:t>
                      </a:r>
                    </a:p>
                  </a:txBody>
                  <a:tcPr marB="0" marT="0"/>
                </a:tc>
                <a:tc>
                  <a:txBody>
                    <a:bodyPr/>
                    <a:lstStyle/>
                    <a:p>
                      <a:pPr algn="ctr">
                        <a:defRPr sz="1000">
                          <a:latin typeface="Calibri"/>
                        </a:defRPr>
                      </a:pPr>
                      <a:r>
                        <a:t>15 275 504</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16 536 016</a:t>
                      </a:r>
                    </a:p>
                  </a:txBody>
                  <a:tcPr marB="0" marT="0"/>
                </a:tc>
                <a:tc>
                  <a:txBody>
                    <a:bodyPr/>
                    <a:lstStyle/>
                    <a:p>
                      <a:pPr algn="ctr">
                        <a:defRPr sz="1000">
                          <a:latin typeface="Calibri"/>
                        </a:defRPr>
                      </a:pPr>
                      <a:r>
                        <a:t>16 535 223</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17 245 209</a:t>
                      </a:r>
                    </a:p>
                  </a:txBody>
                  <a:tcPr marB="0" marT="0"/>
                </a:tc>
                <a:tc>
                  <a:txBody>
                    <a:bodyPr/>
                    <a:lstStyle/>
                    <a:p>
                      <a:pPr algn="ctr">
                        <a:defRPr sz="1000">
                          <a:latin typeface="Calibri"/>
                        </a:defRPr>
                      </a:pPr>
                      <a:r>
                        <a:t>16 988 326</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17 197 167</a:t>
                      </a:r>
                    </a:p>
                  </a:txBody>
                  <a:tcPr marB="0" marT="0"/>
                </a:tc>
                <a:tc>
                  <a:txBody>
                    <a:bodyPr/>
                    <a:lstStyle/>
                    <a:p>
                      <a:pPr algn="ctr">
                        <a:defRPr sz="1000">
                          <a:latin typeface="Calibri"/>
                        </a:defRPr>
                      </a:pPr>
                      <a:r>
                        <a:t>17 151 405</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16 667 825</a:t>
                      </a:r>
                    </a:p>
                  </a:txBody>
                  <a:tcPr marB="0" marT="0"/>
                </a:tc>
                <a:tc>
                  <a:txBody>
                    <a:bodyPr/>
                    <a:lstStyle/>
                    <a:p>
                      <a:pPr algn="ctr">
                        <a:defRPr sz="1000">
                          <a:latin typeface="Calibri"/>
                        </a:defRPr>
                      </a:pPr>
                      <a:r>
                        <a:t>16 922 233</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8 554 660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8 885 643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3.9%</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4 293 223 015</a:t>
                      </a:r>
                    </a:p>
                  </a:txBody>
                  <a:tcPr marB="0" marT="0"/>
                </a:tc>
                <a:tc>
                  <a:txBody>
                    <a:bodyPr/>
                    <a:lstStyle/>
                    <a:p>
                      <a:pPr algn="ctr">
                        <a:defRPr sz="1000">
                          <a:latin typeface="Calibri"/>
                        </a:defRPr>
                      </a:pPr>
                      <a:r>
                        <a:t>4 313 663 057</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4 666 986 375</a:t>
                      </a:r>
                    </a:p>
                  </a:txBody>
                  <a:tcPr marB="0" marT="0"/>
                </a:tc>
                <a:tc>
                  <a:txBody>
                    <a:bodyPr/>
                    <a:lstStyle/>
                    <a:p>
                      <a:pPr algn="ctr">
                        <a:defRPr sz="1000">
                          <a:latin typeface="Calibri"/>
                        </a:defRPr>
                      </a:pPr>
                      <a:r>
                        <a:t>4 672 092 228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4 844 212 249</a:t>
                      </a:r>
                    </a:p>
                  </a:txBody>
                  <a:tcPr marB="0" marT="0"/>
                </a:tc>
                <a:tc>
                  <a:txBody>
                    <a:bodyPr/>
                    <a:lstStyle/>
                    <a:p>
                      <a:pPr algn="ctr">
                        <a:defRPr sz="1000">
                          <a:latin typeface="Calibri"/>
                        </a:defRPr>
                      </a:pPr>
                      <a:r>
                        <a:t>4 772 298 060</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4 855 108 428</a:t>
                      </a:r>
                    </a:p>
                  </a:txBody>
                  <a:tcPr marB="0" marT="0"/>
                </a:tc>
                <a:tc>
                  <a:txBody>
                    <a:bodyPr/>
                    <a:lstStyle/>
                    <a:p>
                      <a:pPr algn="ctr">
                        <a:defRPr sz="1000">
                          <a:latin typeface="Calibri"/>
                        </a:defRPr>
                      </a:pPr>
                      <a:r>
                        <a:t>4 848 699 941</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4 703 477 648</a:t>
                      </a:r>
                    </a:p>
                  </a:txBody>
                  <a:tcPr marB="0" marT="0"/>
                </a:tc>
                <a:tc>
                  <a:txBody>
                    <a:bodyPr/>
                    <a:lstStyle/>
                    <a:p>
                      <a:pPr algn="ctr">
                        <a:defRPr sz="1000">
                          <a:latin typeface="Calibri"/>
                        </a:defRPr>
                      </a:pPr>
                      <a:r>
                        <a:t>4 769 323 078</a:t>
                      </a:r>
                    </a:p>
                  </a:txBody>
                  <a:tcPr marB="0" marT="0"/>
                </a:tc>
                <a:tc>
                  <a:txBody>
                    <a:bodyPr/>
                    <a:lstStyle/>
                    <a:p>
                      <a:pPr algn="ctr">
                        <a:defRPr sz="1000">
                          <a:latin typeface="Calibri"/>
                        </a:defRPr>
                      </a:pPr>
                      <a:r>
                        <a:t>1.4%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2 603 199 404</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2 705 461 880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3.9%</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2024 expected sales: 15.16 Mln. Packs, 3.09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13 548 633</a:t>
                      </a:r>
                    </a:p>
                  </a:txBody>
                  <a:tcPr marB="0" marT="0"/>
                </a:tc>
                <a:tc>
                  <a:txBody>
                    <a:bodyPr/>
                    <a:lstStyle/>
                    <a:p>
                      <a:pPr algn="ctr">
                        <a:defRPr sz="1000">
                          <a:latin typeface="Calibri"/>
                        </a:defRPr>
                      </a:pPr>
                      <a:r>
                        <a:t>13 310 827</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14 723 358</a:t>
                      </a:r>
                    </a:p>
                  </a:txBody>
                  <a:tcPr marB="0" marT="0"/>
                </a:tc>
                <a:tc>
                  <a:txBody>
                    <a:bodyPr/>
                    <a:lstStyle/>
                    <a:p>
                      <a:pPr algn="ctr">
                        <a:defRPr sz="1000">
                          <a:latin typeface="Calibri"/>
                        </a:defRPr>
                      </a:pPr>
                      <a:r>
                        <a:t>14 657 752</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15 247 665</a:t>
                      </a:r>
                    </a:p>
                  </a:txBody>
                  <a:tcPr marB="0" marT="0"/>
                </a:tc>
                <a:tc>
                  <a:txBody>
                    <a:bodyPr/>
                    <a:lstStyle/>
                    <a:p>
                      <a:pPr algn="ctr">
                        <a:defRPr sz="1000">
                          <a:latin typeface="Calibri"/>
                        </a:defRPr>
                      </a:pPr>
                      <a:r>
                        <a:t>15 354 913</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15 392 938</a:t>
                      </a:r>
                    </a:p>
                  </a:txBody>
                  <a:tcPr marB="0" marT="0"/>
                </a:tc>
                <a:tc>
                  <a:txBody>
                    <a:bodyPr/>
                    <a:lstStyle/>
                    <a:p>
                      <a:pPr algn="ctr">
                        <a:defRPr sz="1000">
                          <a:latin typeface="Calibri"/>
                        </a:defRPr>
                      </a:pPr>
                      <a:r>
                        <a:t>15 405 010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14 925 351</a:t>
                      </a:r>
                    </a:p>
                  </a:txBody>
                  <a:tcPr marB="0" marT="0"/>
                </a:tc>
                <a:tc>
                  <a:txBody>
                    <a:bodyPr/>
                    <a:lstStyle/>
                    <a:p>
                      <a:pPr algn="ctr">
                        <a:defRPr sz="1000">
                          <a:latin typeface="Calibri"/>
                        </a:defRPr>
                      </a:pPr>
                      <a:r>
                        <a:t>15 156 169</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8 527 262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8 554 959</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0.3%</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2 778 401 006</a:t>
                      </a:r>
                    </a:p>
                  </a:txBody>
                  <a:tcPr marB="0" marT="0"/>
                </a:tc>
                <a:tc>
                  <a:txBody>
                    <a:bodyPr/>
                    <a:lstStyle/>
                    <a:p>
                      <a:pPr algn="ctr">
                        <a:defRPr sz="1000">
                          <a:latin typeface="Calibri"/>
                        </a:defRPr>
                      </a:pPr>
                      <a:r>
                        <a:t>2 728 442 356</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3 004 317 175</a:t>
                      </a:r>
                    </a:p>
                  </a:txBody>
                  <a:tcPr marB="0" marT="0"/>
                </a:tc>
                <a:tc>
                  <a:txBody>
                    <a:bodyPr/>
                    <a:lstStyle/>
                    <a:p>
                      <a:pPr algn="ctr">
                        <a:defRPr sz="1000">
                          <a:latin typeface="Calibri"/>
                        </a:defRPr>
                      </a:pPr>
                      <a:r>
                        <a:t>2 983 881 906</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3 075 051 767</a:t>
                      </a:r>
                    </a:p>
                  </a:txBody>
                  <a:tcPr marB="0" marT="0"/>
                </a:tc>
                <a:tc>
                  <a:txBody>
                    <a:bodyPr/>
                    <a:lstStyle/>
                    <a:p>
                      <a:pPr algn="ctr">
                        <a:defRPr sz="1000">
                          <a:latin typeface="Calibri"/>
                        </a:defRPr>
                      </a:pPr>
                      <a:r>
                        <a:t>3 099 654 094</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3 106 348 569</a:t>
                      </a:r>
                    </a:p>
                  </a:txBody>
                  <a:tcPr marB="0" marT="0"/>
                </a:tc>
                <a:tc>
                  <a:txBody>
                    <a:bodyPr/>
                    <a:lstStyle/>
                    <a:p>
                      <a:pPr algn="ctr">
                        <a:defRPr sz="1000">
                          <a:latin typeface="Calibri"/>
                        </a:defRPr>
                      </a:pPr>
                      <a:r>
                        <a:t>3 109 041 350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3 040 573 432</a:t>
                      </a:r>
                    </a:p>
                  </a:txBody>
                  <a:tcPr marB="0" marT="0"/>
                </a:tc>
                <a:tc>
                  <a:txBody>
                    <a:bodyPr/>
                    <a:lstStyle/>
                    <a:p>
                      <a:pPr algn="ctr">
                        <a:defRPr sz="1000">
                          <a:latin typeface="Calibri"/>
                        </a:defRPr>
                      </a:pPr>
                      <a:r>
                        <a:t>3 089 583 935</a:t>
                      </a:r>
                    </a:p>
                  </a:txBody>
                  <a:tcPr marB="0" marT="0"/>
                </a:tc>
                <a:tc>
                  <a:txBody>
                    <a:bodyPr/>
                    <a:lstStyle/>
                    <a:p>
                      <a:pPr algn="ctr">
                        <a:defRPr sz="1000">
                          <a:latin typeface="Calibri"/>
                        </a:defRPr>
                      </a:pPr>
                      <a:r>
                        <a:t>1.6%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1 944 974 460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1 951 493 930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0.3%</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short term (2026)</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long term (2026-2030)</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Comparison of budget options</a:t>
            </a:r>
          </a:p>
        </p:txBody>
      </p:sp>
      <p:sp>
        <p:nvSpPr>
          <p:cNvPr id="3" name="TextBox 2"/>
          <p:cNvSpPr txBox="1"/>
          <p:nvPr/>
        </p:nvSpPr>
        <p:spPr>
          <a:xfrm>
            <a:off x="2804160" y="1573213"/>
            <a:ext cx="2194560" cy="342900"/>
          </a:xfrm>
          <a:prstGeom prst="rect">
            <a:avLst/>
          </a:prstGeom>
          <a:noFill/>
        </p:spPr>
        <p:txBody>
          <a:bodyPr wrap="square">
            <a:spAutoFit/>
          </a:bodyPr>
          <a:lstStyle/>
          <a:p>
            <a:pPr>
              <a:defRPr b="1" sz="1200">
                <a:latin typeface="Calibri"/>
              </a:defRPr>
            </a:pPr>
            <a:r>
              <a:t>Option 1. zero</a:t>
            </a:r>
          </a:p>
        </p:txBody>
      </p:sp>
      <p:sp>
        <p:nvSpPr>
          <p:cNvPr id="4" name="TextBox 3"/>
          <p:cNvSpPr txBox="1"/>
          <p:nvPr/>
        </p:nvSpPr>
        <p:spPr>
          <a:xfrm>
            <a:off x="4998720" y="1573213"/>
            <a:ext cx="2194560" cy="342900"/>
          </a:xfrm>
          <a:prstGeom prst="rect">
            <a:avLst/>
          </a:prstGeom>
          <a:noFill/>
        </p:spPr>
        <p:txBody>
          <a:bodyPr wrap="square">
            <a:spAutoFit/>
          </a:bodyPr>
          <a:lstStyle/>
          <a:p>
            <a:pPr>
              <a:defRPr b="1" sz="1200">
                <a:latin typeface="Calibri"/>
              </a:defRPr>
            </a:pPr>
            <a:r>
              <a:t>Option 2. predefined</a:t>
            </a:r>
          </a:p>
        </p:txBody>
      </p:sp>
      <p:graphicFrame>
        <p:nvGraphicFramePr>
          <p:cNvPr id="5" name="Table 4"/>
          <p:cNvGraphicFramePr>
            <a:graphicFrameLocks noGrp="1"/>
          </p:cNvGraphicFramePr>
          <p:nvPr/>
        </p:nvGraphicFramePr>
        <p:xfrm>
          <a:off x="609600" y="1916113"/>
          <a:ext cx="6583680" cy="4898580"/>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Costs, Mln. RUB</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bdg_brnd_dgt_display</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bdg_brnd_dgt_indoor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bdg_brnd_dgt_perform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bdg_brnd_dgt_special</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bdg_brnd_dgt_video</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bdg_brnd_ooh</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bdg_brnd_tv</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500.0</a:t>
                      </a:r>
                    </a:p>
                  </a:txBody>
                  <a:tcPr/>
                </a:tc>
              </a:tr>
              <a:tr h="244929">
                <a:tc>
                  <a:txBody>
                    <a:bodyPr/>
                    <a:lstStyle/>
                    <a:p>
                      <a:pPr algn="ctr">
                        <a:defRPr sz="1000">
                          <a:latin typeface="Calibri"/>
                        </a:defRPr>
                      </a:pPr>
                      <a:r>
                        <a:t>bdg_ecom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bdg_pos</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PR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bdg_reg_dgt_display</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6</a:t>
                      </a:r>
                    </a:p>
                  </a:txBody>
                  <a:tcPr/>
                </a:tc>
                <a:tc>
                  <a:txBody>
                    <a:bodyPr/>
                    <a:lstStyle/>
                    <a:p>
                      <a:pPr algn="ctr">
                        <a:defRPr sz="1000">
                          <a:latin typeface="Calibri"/>
                        </a:defRPr>
                      </a:pPr>
                      <a:r>
                        <a:t>30.0</a:t>
                      </a:r>
                    </a:p>
                  </a:txBody>
                  <a:tcPr/>
                </a:tc>
              </a:tr>
              <a:tr h="244929">
                <a:tc>
                  <a:txBody>
                    <a:bodyPr/>
                    <a:lstStyle/>
                    <a:p>
                      <a:pPr algn="ctr">
                        <a:defRPr sz="1000">
                          <a:latin typeface="Calibri"/>
                        </a:defRPr>
                      </a:pPr>
                      <a:r>
                        <a:t>bdg_reg_dgt_indoor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3</a:t>
                      </a:r>
                    </a:p>
                  </a:txBody>
                  <a:tcPr/>
                </a:tc>
                <a:tc>
                  <a:txBody>
                    <a:bodyPr/>
                    <a:lstStyle/>
                    <a:p>
                      <a:pPr algn="ctr">
                        <a:defRPr sz="1000">
                          <a:latin typeface="Calibri"/>
                        </a:defRPr>
                      </a:pPr>
                      <a:r>
                        <a:t>15.0</a:t>
                      </a:r>
                    </a:p>
                  </a:txBody>
                  <a:tcPr/>
                </a:tc>
              </a:tr>
              <a:tr h="244929">
                <a:tc>
                  <a:txBody>
                    <a:bodyPr/>
                    <a:lstStyle/>
                    <a:p>
                      <a:pPr algn="ctr">
                        <a:defRPr sz="1000">
                          <a:latin typeface="Calibri"/>
                        </a:defRPr>
                      </a:pPr>
                      <a:r>
                        <a:t>bdg_reg_dgt_perform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3</a:t>
                      </a:r>
                    </a:p>
                  </a:txBody>
                  <a:tcPr/>
                </a:tc>
                <a:tc>
                  <a:txBody>
                    <a:bodyPr/>
                    <a:lstStyle/>
                    <a:p>
                      <a:pPr algn="ctr">
                        <a:defRPr sz="1000">
                          <a:latin typeface="Calibri"/>
                        </a:defRPr>
                      </a:pPr>
                      <a:r>
                        <a:t>15.0</a:t>
                      </a:r>
                    </a:p>
                  </a:txBody>
                  <a:tcPr/>
                </a:tc>
              </a:tr>
              <a:tr h="244929">
                <a:tc>
                  <a:txBody>
                    <a:bodyPr/>
                    <a:lstStyle/>
                    <a:p>
                      <a:pPr algn="ctr">
                        <a:defRPr sz="1000">
                          <a:latin typeface="Calibri"/>
                        </a:defRPr>
                      </a:pPr>
                      <a:r>
                        <a:t>bdg_reg_dgt_special</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3</a:t>
                      </a:r>
                    </a:p>
                  </a:txBody>
                  <a:tcPr/>
                </a:tc>
                <a:tc>
                  <a:txBody>
                    <a:bodyPr/>
                    <a:lstStyle/>
                    <a:p>
                      <a:pPr algn="ctr">
                        <a:defRPr sz="1000">
                          <a:latin typeface="Calibri"/>
                        </a:defRPr>
                      </a:pPr>
                      <a:r>
                        <a:t>15.0</a:t>
                      </a:r>
                    </a:p>
                  </a:txBody>
                  <a:tcPr/>
                </a:tc>
              </a:tr>
              <a:tr h="244929">
                <a:tc>
                  <a:txBody>
                    <a:bodyPr/>
                    <a:lstStyle/>
                    <a:p>
                      <a:pPr algn="ctr">
                        <a:defRPr sz="1000">
                          <a:latin typeface="Calibri"/>
                        </a:defRPr>
                      </a:pPr>
                      <a:r>
                        <a:t>bdg_reg_dgt_video</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6</a:t>
                      </a:r>
                    </a:p>
                  </a:txBody>
                  <a:tcPr/>
                </a:tc>
                <a:tc>
                  <a:txBody>
                    <a:bodyPr/>
                    <a:lstStyle/>
                    <a:p>
                      <a:pPr algn="ctr">
                        <a:defRPr sz="1000">
                          <a:latin typeface="Calibri"/>
                        </a:defRPr>
                      </a:pPr>
                      <a:r>
                        <a:t>30.0</a:t>
                      </a:r>
                    </a:p>
                  </a:txBody>
                  <a:tcPr/>
                </a:tc>
              </a:tr>
              <a:tr h="244929">
                <a:tc>
                  <a:txBody>
                    <a:bodyPr/>
                    <a:lstStyle/>
                    <a:p>
                      <a:pPr algn="ctr">
                        <a:defRPr sz="1000">
                          <a:latin typeface="Calibri"/>
                        </a:defRPr>
                      </a:pPr>
                      <a:r>
                        <a:t>bdg_reg_ooh</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6</a:t>
                      </a:r>
                    </a:p>
                  </a:txBody>
                  <a:tcPr/>
                </a:tc>
                <a:tc>
                  <a:txBody>
                    <a:bodyPr/>
                    <a:lstStyle/>
                    <a:p>
                      <a:pPr algn="ctr">
                        <a:defRPr sz="1000">
                          <a:latin typeface="Calibri"/>
                        </a:defRPr>
                      </a:pPr>
                      <a:r>
                        <a:t>30.0</a:t>
                      </a:r>
                    </a:p>
                  </a:txBody>
                  <a:tcPr/>
                </a:tc>
              </a:tr>
              <a:tr h="244929">
                <a:tc>
                  <a:txBody>
                    <a:bodyPr/>
                    <a:lstStyle/>
                    <a:p>
                      <a:pPr algn="ctr">
                        <a:defRPr sz="1000">
                          <a:latin typeface="Calibri"/>
                        </a:defRPr>
                      </a:pPr>
                      <a:r>
                        <a:t>Reg TV</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30</a:t>
                      </a:r>
                    </a:p>
                  </a:txBody>
                  <a:tcPr/>
                </a:tc>
                <a:tc>
                  <a:txBody>
                    <a:bodyPr/>
                    <a:lstStyle/>
                    <a:p>
                      <a:pPr algn="ctr">
                        <a:defRPr sz="1000">
                          <a:latin typeface="Calibri"/>
                        </a:defRPr>
                      </a:pPr>
                      <a:r>
                        <a:t>150.0</a:t>
                      </a:r>
                    </a:p>
                  </a:txBody>
                  <a:tcPr/>
                </a:tc>
              </a:tr>
              <a:tr h="244929">
                <a:tc>
                  <a:txBody>
                    <a:bodyPr/>
                    <a:lstStyle/>
                    <a:p>
                      <a:pPr algn="ctr">
                        <a:defRPr sz="1000">
                          <a:latin typeface="Calibri"/>
                        </a:defRPr>
                      </a:pPr>
                      <a:r>
                        <a:t>nobdg_price_index</a:t>
                      </a:r>
                    </a:p>
                  </a:txBody>
                  <a:tcPr/>
                </a:tc>
                <a:tc>
                  <a:txBody>
                    <a:bodyPr/>
                    <a:lstStyle/>
                    <a:p>
                      <a:pPr algn="ctr">
                        <a:defRPr sz="1000">
                          <a:latin typeface="Calibri"/>
                        </a:defRPr>
                      </a:pPr>
                      <a:r>
                        <a:t>1</a:t>
                      </a:r>
                    </a:p>
                  </a:txBody>
                  <a:tcPr/>
                </a:tc>
                <a:tc>
                  <a:txBody>
                    <a:bodyPr/>
                    <a:lstStyle/>
                    <a:p>
                      <a:pPr algn="ctr">
                        <a:defRPr sz="1000">
                          <a:latin typeface="Calibri"/>
                        </a:defRPr>
                      </a:pPr>
                      <a:r>
                        <a:t>1.0</a:t>
                      </a:r>
                    </a:p>
                  </a:txBody>
                  <a:tcPr/>
                </a:tc>
                <a:tc>
                  <a:txBody>
                    <a:bodyPr/>
                    <a:lstStyle/>
                    <a:p>
                      <a:pPr algn="ctr">
                        <a:defRPr sz="1000">
                          <a:latin typeface="Calibri"/>
                        </a:defRPr>
                      </a:pPr>
                      <a:r>
                        <a:t>1</a:t>
                      </a:r>
                    </a:p>
                  </a:txBody>
                  <a:tcPr/>
                </a:tc>
                <a:tc>
                  <a:txBody>
                    <a:bodyPr/>
                    <a:lstStyle/>
                    <a:p>
                      <a:pPr algn="ctr">
                        <a:defRPr sz="1000">
                          <a:latin typeface="Calibri"/>
                        </a:defRPr>
                      </a:pPr>
                      <a:r>
                        <a:t>1.0</a:t>
                      </a:r>
                    </a:p>
                  </a:txBody>
                  <a:tcPr/>
                </a:tc>
              </a:tr>
              <a:tr h="244929">
                <a:tc>
                  <a:txBody>
                    <a:bodyPr/>
                    <a:lstStyle/>
                    <a:p>
                      <a:pPr algn="ctr">
                        <a:defRPr b="1" sz="1000">
                          <a:latin typeface="Calibri"/>
                        </a:defRPr>
                      </a:pPr>
                      <a:r>
                        <a:t>Total</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267</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1335.0</a:t>
                      </a:r>
                    </a:p>
                  </a:txBody>
                  <a:tcPr>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609600" y="7157593"/>
          <a:ext cx="6583680" cy="1714503"/>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Sales</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Volume Sales, Units</a:t>
                      </a:r>
                    </a:p>
                  </a:txBody>
                  <a:tcPr/>
                </a:tc>
                <a:tc>
                  <a:txBody>
                    <a:bodyPr/>
                    <a:lstStyle/>
                    <a:p>
                      <a:pPr algn="ctr">
                        <a:defRPr sz="1000">
                          <a:latin typeface="Calibri"/>
                        </a:defRPr>
                      </a:pPr>
                      <a:r>
                        <a:t>11 112 283</a:t>
                      </a:r>
                    </a:p>
                  </a:txBody>
                  <a:tcPr/>
                </a:tc>
                <a:tc>
                  <a:txBody>
                    <a:bodyPr/>
                    <a:lstStyle/>
                    <a:p>
                      <a:pPr algn="ctr">
                        <a:defRPr sz="1000">
                          <a:latin typeface="Calibri"/>
                        </a:defRPr>
                      </a:pPr>
                      <a:r>
                        <a:t>54 524 612</a:t>
                      </a:r>
                    </a:p>
                  </a:txBody>
                  <a:tcPr/>
                </a:tc>
                <a:tc>
                  <a:txBody>
                    <a:bodyPr/>
                    <a:lstStyle/>
                    <a:p>
                      <a:pPr algn="ctr">
                        <a:defRPr sz="1000">
                          <a:latin typeface="Calibri"/>
                        </a:defRPr>
                      </a:pPr>
                      <a:r>
                        <a:t>14 226 621</a:t>
                      </a:r>
                    </a:p>
                  </a:txBody>
                  <a:tcPr/>
                </a:tc>
                <a:tc>
                  <a:txBody>
                    <a:bodyPr/>
                    <a:lstStyle/>
                    <a:p>
                      <a:pPr algn="ctr">
                        <a:defRPr sz="1000">
                          <a:latin typeface="Calibri"/>
                        </a:defRPr>
                      </a:pPr>
                      <a:r>
                        <a:t>64 631 133</a:t>
                      </a:r>
                    </a:p>
                  </a:txBody>
                  <a:tcPr/>
                </a:tc>
              </a:tr>
              <a:tr h="244929">
                <a:tc>
                  <a:txBody>
                    <a:bodyPr/>
                    <a:lstStyle/>
                    <a:p>
                      <a:pPr algn="ctr">
                        <a:defRPr sz="1000">
                          <a:latin typeface="Calibri"/>
                        </a:defRPr>
                      </a:pPr>
                      <a:r>
                        <a:t>Value Sales, RUB</a:t>
                      </a:r>
                    </a:p>
                  </a:txBody>
                  <a:tcPr/>
                </a:tc>
                <a:tc>
                  <a:txBody>
                    <a:bodyPr/>
                    <a:lstStyle/>
                    <a:p>
                      <a:pPr algn="ctr">
                        <a:defRPr sz="1000">
                          <a:latin typeface="Calibri"/>
                        </a:defRPr>
                      </a:pPr>
                      <a:r>
                        <a:t>2 279 150 210</a:t>
                      </a:r>
                    </a:p>
                  </a:txBody>
                  <a:tcPr/>
                </a:tc>
                <a:tc>
                  <a:txBody>
                    <a:bodyPr/>
                    <a:lstStyle/>
                    <a:p>
                      <a:pPr algn="ctr">
                        <a:defRPr sz="1000">
                          <a:latin typeface="Calibri"/>
                        </a:defRPr>
                      </a:pPr>
                      <a:r>
                        <a:t>11 134 583 774</a:t>
                      </a:r>
                    </a:p>
                  </a:txBody>
                  <a:tcPr/>
                </a:tc>
                <a:tc>
                  <a:txBody>
                    <a:bodyPr/>
                    <a:lstStyle/>
                    <a:p>
                      <a:pPr algn="ctr">
                        <a:defRPr sz="1000">
                          <a:latin typeface="Calibri"/>
                        </a:defRPr>
                      </a:pPr>
                      <a:r>
                        <a:t>2 902 182 589</a:t>
                      </a:r>
                    </a:p>
                  </a:txBody>
                  <a:tcPr/>
                </a:tc>
                <a:tc>
                  <a:txBody>
                    <a:bodyPr/>
                    <a:lstStyle/>
                    <a:p>
                      <a:pPr algn="ctr">
                        <a:defRPr sz="1000">
                          <a:latin typeface="Calibri"/>
                        </a:defRPr>
                      </a:pPr>
                      <a:r>
                        <a:t>13 184 484 124</a:t>
                      </a:r>
                    </a:p>
                  </a:txBody>
                  <a:tcPr/>
                </a:tc>
              </a:tr>
              <a:tr h="244929">
                <a:tc>
                  <a:txBody>
                    <a:bodyPr/>
                    <a:lstStyle/>
                    <a:p>
                      <a:pPr algn="ctr">
                        <a:defRPr sz="1000">
                          <a:latin typeface="Calibri"/>
                        </a:defRPr>
                      </a:pPr>
                      <a:r>
                        <a:t>Incremental Sales,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623 032 379</a:t>
                      </a:r>
                    </a:p>
                  </a:txBody>
                  <a:tcPr/>
                </a:tc>
                <a:tc>
                  <a:txBody>
                    <a:bodyPr/>
                    <a:lstStyle/>
                    <a:p>
                      <a:pPr algn="ctr">
                        <a:defRPr sz="1000">
                          <a:latin typeface="Calibri"/>
                        </a:defRPr>
                      </a:pPr>
                      <a:r>
                        <a:t>2 049 900 350</a:t>
                      </a:r>
                    </a:p>
                  </a:txBody>
                  <a:tcPr/>
                </a:tc>
              </a:tr>
              <a:tr h="244929">
                <a:tc>
                  <a:txBody>
                    <a:bodyPr/>
                    <a:lstStyle/>
                    <a:p>
                      <a:pPr algn="ctr">
                        <a:defRPr sz="1000">
                          <a:latin typeface="Calibri"/>
                        </a:defRPr>
                      </a:pPr>
                      <a:r>
                        <a:t>Profit,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356 032 379</a:t>
                      </a:r>
                    </a:p>
                  </a:txBody>
                  <a:tcPr/>
                </a:tc>
                <a:tc>
                  <a:txBody>
                    <a:bodyPr/>
                    <a:lstStyle/>
                    <a:p>
                      <a:pPr algn="ctr">
                        <a:defRPr sz="1000">
                          <a:latin typeface="Calibri"/>
                        </a:defRPr>
                      </a:pPr>
                      <a:r>
                        <a:t>714 900 350</a:t>
                      </a:r>
                    </a:p>
                  </a:txBody>
                  <a:tcPr/>
                </a:tc>
              </a:tr>
              <a:tr h="244929">
                <a:tc>
                  <a:txBody>
                    <a:bodyPr/>
                    <a:lstStyle/>
                    <a:p>
                      <a:pPr algn="ctr">
                        <a:defRPr sz="1000">
                          <a:latin typeface="Calibri"/>
                        </a:defRPr>
                      </a:pPr>
                      <a:r>
                        <a:t>ROMI</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2.33</a:t>
                      </a:r>
                    </a:p>
                  </a:txBody>
                  <a:tcPr/>
                </a:tc>
                <a:tc>
                  <a:txBody>
                    <a:bodyPr/>
                    <a:lstStyle/>
                    <a:p>
                      <a:pPr algn="ctr">
                        <a:defRPr sz="1000">
                          <a:latin typeface="Calibri"/>
                        </a:defRPr>
                      </a:pPr>
                      <a:r>
                        <a:t>1.54</a:t>
                      </a:r>
                    </a:p>
                  </a:txBody>
                  <a:tcPr/>
                </a:tc>
              </a:tr>
              <a:tr h="244929">
                <a:tc>
                  <a:txBody>
                    <a:bodyPr/>
                    <a:lstStyle/>
                    <a:p>
                      <a:pPr algn="ctr">
                        <a:defRPr sz="1000">
                          <a:latin typeface="Calibri"/>
                        </a:defRPr>
                      </a:pPr>
                      <a:r>
                        <a:t>Volume growth to 2025</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-30.64%</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-31.93%</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-11.20%</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-19.32%</a:t>
                      </a:r>
                    </a:p>
                  </a:txBody>
                  <a:tcPr>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KKAM_gen">
  <a:themeElements>
    <a:clrScheme name="Custom 8">
      <a:dk1>
        <a:srgbClr val="000000"/>
      </a:dk1>
      <a:lt1>
        <a:srgbClr val="FFFFFF"/>
      </a:lt1>
      <a:dk2>
        <a:srgbClr val="000000"/>
      </a:dk2>
      <a:lt2>
        <a:srgbClr val="FFFFFF"/>
      </a:lt2>
      <a:accent1>
        <a:srgbClr val="043BF3"/>
      </a:accent1>
      <a:accent2>
        <a:srgbClr val="00E100"/>
      </a:accent2>
      <a:accent3>
        <a:srgbClr val="D400FD"/>
      </a:accent3>
      <a:accent4>
        <a:srgbClr val="FC5E5A"/>
      </a:accent4>
      <a:accent5>
        <a:srgbClr val="F4FF01"/>
      </a:accent5>
      <a:accent6>
        <a:srgbClr val="0DFCFC"/>
      </a:accent6>
      <a:hlink>
        <a:srgbClr val="023FFC"/>
      </a:hlink>
      <a:folHlink>
        <a:srgbClr val="918E93"/>
      </a:folHlink>
    </a:clrScheme>
    <a:fontScheme name="Custom 2">
      <a:majorFont>
        <a:latin typeface="Verdana"/>
        <a:ea typeface=""/>
        <a:cs typeface=""/>
      </a:majorFont>
      <a:minorFont>
        <a:latin typeface="Calibr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spcBef>
            <a:spcPts val="1000"/>
          </a:spcBef>
          <a:defRPr sz="1200" dirty="0" err="1" smtClean="0">
            <a:effectLs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2013 – 2022">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19973</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Verdana</vt:lpstr>
      <vt:lpstr>Arial</vt:lpstr>
      <vt:lpstr>Ony Okkam</vt:lpstr>
      <vt:lpstr>OKKAM_gen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ОККАМ</dc:title>
  <dc:creator>OKKAM</dc:creator>
  <cp:lastModifiedBy>Alexander Meshkov</cp:lastModifiedBy>
  <cp:revision>221</cp:revision>
  <dcterms:created xsi:type="dcterms:W3CDTF">2022-11-03T16:24:55Z</dcterms:created>
  <dcterms:modified xsi:type="dcterms:W3CDTF">2024-08-29T17:24:33Z</dcterms:modified>
</cp:coreProperties>
</file>