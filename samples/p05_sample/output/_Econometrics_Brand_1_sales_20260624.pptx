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 id="595" r:id="rId37"/>
    <p:sldId id="596" r:id="rId38"/>
    <p:sldId id="597" r:id="rId39"/>
    <p:sldId id="598" r:id="rId40"/>
    <p:sldId id="599" r:id="rId41"/>
    <p:sldId id="600" r:id="rId42"/>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22371200.0</c:v>
                </c:pt>
                <c:pt idx="1">
                  <c:v>31613100.0</c:v>
                </c:pt>
                <c:pt idx="2">
                  <c:v>40967700.0</c:v>
                </c:pt>
                <c:pt idx="3">
                  <c:v>33234000.0</c:v>
                </c:pt>
                <c:pt idx="4">
                  <c:v>26728000.0</c:v>
                </c:pt>
                <c:pt idx="5">
                  <c:v>30455600.0</c:v>
                </c:pt>
                <c:pt idx="6">
                  <c:v>32268100.0</c:v>
                </c:pt>
                <c:pt idx="7">
                  <c:v>32338600.0</c:v>
                </c:pt>
                <c:pt idx="8">
                  <c:v>19674400.0</c:v>
                </c:pt>
                <c:pt idx="9">
                  <c:v>20302900.0</c:v>
                </c:pt>
                <c:pt idx="10">
                  <c:v>27567300.0</c:v>
                </c:pt>
                <c:pt idx="11">
                  <c:v>19283900.0</c:v>
                </c:pt>
                <c:pt idx="12">
                  <c:v>35757000.0</c:v>
                </c:pt>
                <c:pt idx="13">
                  <c:v>30264300.0</c:v>
                </c:pt>
                <c:pt idx="14">
                  <c:v>33483700.0</c:v>
                </c:pt>
                <c:pt idx="15">
                  <c:v>24266400.0</c:v>
                </c:pt>
                <c:pt idx="16">
                  <c:v>28810700.0</c:v>
                </c:pt>
                <c:pt idx="17">
                  <c:v>29859900.0</c:v>
                </c:pt>
                <c:pt idx="18">
                  <c:v>29888500.0</c:v>
                </c:pt>
                <c:pt idx="19">
                  <c:v>24861400.0</c:v>
                </c:pt>
                <c:pt idx="20">
                  <c:v>29752400.0</c:v>
                </c:pt>
                <c:pt idx="21">
                  <c:v>29577000.0</c:v>
                </c:pt>
                <c:pt idx="22">
                  <c:v>27067800.0</c:v>
                </c:pt>
                <c:pt idx="23">
                  <c:v>15021700.0</c:v>
                </c:pt>
                <c:pt idx="24">
                  <c:v>40467800.0</c:v>
                </c:pt>
                <c:pt idx="25">
                  <c:v>35401100.0</c:v>
                </c:pt>
                <c:pt idx="26">
                  <c:v>26863900.0</c:v>
                </c:pt>
                <c:pt idx="27">
                  <c:v>42311100.0</c:v>
                </c:pt>
                <c:pt idx="28">
                  <c:v>36195700.0</c:v>
                </c:pt>
                <c:pt idx="29">
                  <c:v>24109100.0</c:v>
                </c:pt>
                <c:pt idx="30">
                  <c:v>25592600.0</c:v>
                </c:pt>
                <c:pt idx="31">
                  <c:v>32716400.0</c:v>
                </c:pt>
                <c:pt idx="32">
                  <c:v>23464700.0</c:v>
                </c:pt>
                <c:pt idx="33">
                  <c:v>24776000.0</c:v>
                </c:pt>
                <c:pt idx="34">
                  <c:v>31426900.0</c:v>
                </c:pt>
                <c:pt idx="35">
                  <c:v>24818300.0</c:v>
                </c:pt>
                <c:pt idx="36">
                  <c:v>29829300.0</c:v>
                </c:pt>
                <c:pt idx="37">
                  <c:v>28115300.0</c:v>
                </c:pt>
                <c:pt idx="38">
                  <c:v>28092000.0</c:v>
                </c:pt>
                <c:pt idx="39">
                  <c:v>31733600.0</c:v>
                </c:pt>
                <c:pt idx="40">
                  <c:v>42651800.0</c:v>
                </c:pt>
                <c:pt idx="41">
                  <c:v>30176300.0</c:v>
                </c:pt>
                <c:pt idx="42">
                  <c:v>30952200.0</c:v>
                </c:pt>
                <c:pt idx="43">
                  <c:v>27235200.0</c:v>
                </c:pt>
                <c:pt idx="44">
                  <c:v>26338100.0</c:v>
                </c:pt>
                <c:pt idx="45">
                  <c:v>29274300.0</c:v>
                </c:pt>
                <c:pt idx="46">
                  <c:v>36296700.0</c:v>
                </c:pt>
                <c:pt idx="47">
                  <c:v>37869400.0</c:v>
                </c:pt>
                <c:pt idx="48">
                  <c:v>47299700.0</c:v>
                </c:pt>
                <c:pt idx="49">
                  <c:v>37116700.0</c:v>
                </c:pt>
                <c:pt idx="50">
                  <c:v>36670800.0</c:v>
                </c:pt>
                <c:pt idx="51">
                  <c:v>36444700.0</c:v>
                </c:pt>
                <c:pt idx="52">
                  <c:v>40985700.0</c:v>
                </c:pt>
                <c:pt idx="53">
                  <c:v>42360800.0</c:v>
                </c:pt>
                <c:pt idx="54">
                  <c:v>33920600.0</c:v>
                </c:pt>
                <c:pt idx="55">
                  <c:v>34911800.0</c:v>
                </c:pt>
                <c:pt idx="56">
                  <c:v>35596000.0</c:v>
                </c:pt>
                <c:pt idx="57">
                  <c:v>31423800.0</c:v>
                </c:pt>
                <c:pt idx="58">
                  <c:v>32771400.0</c:v>
                </c:pt>
                <c:pt idx="59">
                  <c:v>21327400.0</c:v>
                </c:pt>
                <c:pt idx="60">
                  <c:v>5842500.0</c:v>
                </c:pt>
                <c:pt idx="61">
                  <c:v>29424500.0</c:v>
                </c:pt>
                <c:pt idx="62">
                  <c:v>30259700.0</c:v>
                </c:pt>
                <c:pt idx="63">
                  <c:v>54712600.0</c:v>
                </c:pt>
                <c:pt idx="64">
                  <c:v>37008700.0</c:v>
                </c:pt>
                <c:pt idx="65">
                  <c:v>27024900.0</c:v>
                </c:pt>
                <c:pt idx="66">
                  <c:v>21777500.0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22282203.410517093</c:v>
                </c:pt>
                <c:pt idx="1">
                  <c:v>30823629.77863815</c:v>
                </c:pt>
                <c:pt idx="2">
                  <c:v>40826078.741867125</c:v>
                </c:pt>
                <c:pt idx="3">
                  <c:v>33532594.301453</c:v>
                </c:pt>
                <c:pt idx="4">
                  <c:v>26661147.234185338</c:v>
                </c:pt>
                <c:pt idx="5">
                  <c:v>30112914.789903462</c:v>
                </c:pt>
                <c:pt idx="6">
                  <c:v>32779154.627244983</c:v>
                </c:pt>
                <c:pt idx="7">
                  <c:v>32293309.36744452</c:v>
                </c:pt>
                <c:pt idx="8">
                  <c:v>19900927.946759533</c:v>
                </c:pt>
                <c:pt idx="9">
                  <c:v>21270066.43320141</c:v>
                </c:pt>
                <c:pt idx="10">
                  <c:v>27481274.41828384</c:v>
                </c:pt>
                <c:pt idx="11">
                  <c:v>19497141.05131955</c:v>
                </c:pt>
                <c:pt idx="12">
                  <c:v>35060815.430302255</c:v>
                </c:pt>
                <c:pt idx="13">
                  <c:v>29465392.026136465</c:v>
                </c:pt>
                <c:pt idx="14">
                  <c:v>33414637.633804888</c:v>
                </c:pt>
                <c:pt idx="15">
                  <c:v>24962363.88110055</c:v>
                </c:pt>
                <c:pt idx="16">
                  <c:v>28993921.018780384</c:v>
                </c:pt>
                <c:pt idx="17">
                  <c:v>29767401.147080205</c:v>
                </c:pt>
                <c:pt idx="18">
                  <c:v>29646742.134082247</c:v>
                </c:pt>
                <c:pt idx="19">
                  <c:v>25201523.621115103</c:v>
                </c:pt>
                <c:pt idx="20">
                  <c:v>29539094.555832997</c:v>
                </c:pt>
                <c:pt idx="21">
                  <c:v>29523082.382761996</c:v>
                </c:pt>
                <c:pt idx="22">
                  <c:v>26867158.283308063</c:v>
                </c:pt>
                <c:pt idx="23">
                  <c:v>14896523.766510263</c:v>
                </c:pt>
                <c:pt idx="24">
                  <c:v>40208867.974478126</c:v>
                </c:pt>
                <c:pt idx="25">
                  <c:v>35115849.80413746</c:v>
                </c:pt>
                <c:pt idx="26">
                  <c:v>26765548.017381094</c:v>
                </c:pt>
                <c:pt idx="27">
                  <c:v>41085967.33386029</c:v>
                </c:pt>
                <c:pt idx="28">
                  <c:v>36655285.00490647</c:v>
                </c:pt>
                <c:pt idx="29">
                  <c:v>23955471.490773555</c:v>
                </c:pt>
                <c:pt idx="30">
                  <c:v>25132688.69451093</c:v>
                </c:pt>
                <c:pt idx="31">
                  <c:v>32756692.59265524</c:v>
                </c:pt>
                <c:pt idx="32">
                  <c:v>23826016.136857443</c:v>
                </c:pt>
                <c:pt idx="33">
                  <c:v>24007136.120220654</c:v>
                </c:pt>
                <c:pt idx="34">
                  <c:v>31511253.443078022</c:v>
                </c:pt>
                <c:pt idx="35">
                  <c:v>25373678.058072753</c:v>
                </c:pt>
                <c:pt idx="36">
                  <c:v>29822114.810650997</c:v>
                </c:pt>
                <c:pt idx="37">
                  <c:v>28368450.456288937</c:v>
                </c:pt>
                <c:pt idx="38">
                  <c:v>27603329.559261475</c:v>
                </c:pt>
                <c:pt idx="39">
                  <c:v>32217123.4798934</c:v>
                </c:pt>
                <c:pt idx="40">
                  <c:v>42824344.344805345</c:v>
                </c:pt>
                <c:pt idx="41">
                  <c:v>30891214.391435374</c:v>
                </c:pt>
                <c:pt idx="42">
                  <c:v>31248902.43900257</c:v>
                </c:pt>
                <c:pt idx="43">
                  <c:v>27946811.02148879</c:v>
                </c:pt>
                <c:pt idx="44">
                  <c:v>26224275.623856053</c:v>
                </c:pt>
                <c:pt idx="45">
                  <c:v>29034483.168673586</c:v>
                </c:pt>
                <c:pt idx="46">
                  <c:v>36093152.27296819</c:v>
                </c:pt>
                <c:pt idx="47">
                  <c:v>38359346.457442895</c:v>
                </c:pt>
                <c:pt idx="48">
                  <c:v>47214149.34302649</c:v>
                </c:pt>
                <c:pt idx="49">
                  <c:v>37006721.13025498</c:v>
                </c:pt>
                <c:pt idx="50">
                  <c:v>36958447.99465375</c:v>
                </c:pt>
                <c:pt idx="51">
                  <c:v>35391655.42653925</c:v>
                </c:pt>
                <c:pt idx="52">
                  <c:v>41163185.65356551</c:v>
                </c:pt>
                <c:pt idx="53">
                  <c:v>41673677.35966446</c:v>
                </c:pt>
                <c:pt idx="54">
                  <c:v>34812021.69489276</c:v>
                </c:pt>
                <c:pt idx="55">
                  <c:v>35165583.88290354</c:v>
                </c:pt>
                <c:pt idx="56">
                  <c:v>36471143.90264806</c:v>
                </c:pt>
                <c:pt idx="57">
                  <c:v>31538953.837279633</c:v>
                </c:pt>
                <c:pt idx="58">
                  <c:v>31587714.597377226</c:v>
                </c:pt>
                <c:pt idx="59">
                  <c:v>21561036.11092455</c:v>
                </c:pt>
                <c:pt idx="60">
                  <c:v>5830431.734536297</c:v>
                </c:pt>
                <c:pt idx="61">
                  <c:v>29425222.540180814</c:v>
                </c:pt>
                <c:pt idx="62">
                  <c:v>31419323.63881059</c:v>
                </c:pt>
                <c:pt idx="63">
                  <c:v>52901755.290128656</c:v>
                </c:pt>
                <c:pt idx="64">
                  <c:v>36441620.82337514</c:v>
                </c:pt>
                <c:pt idx="65">
                  <c:v>27225480.275896452</c:v>
                </c:pt>
                <c:pt idx="66">
                  <c:v>21191510.78533678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6565512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4694499139.0</c:v>
                </c:pt>
                <c:pt idx="1">
                  <c:v>6976381941.0</c:v>
                </c:pt>
                <c:pt idx="2">
                  <c:v>9762889558.0</c:v>
                </c:pt>
                <c:pt idx="3">
                  <c:v>8013408516.0</c:v>
                </c:pt>
                <c:pt idx="4">
                  <c:v>6178285606.0</c:v>
                </c:pt>
                <c:pt idx="5">
                  <c:v>6469857988.0</c:v>
                </c:pt>
                <c:pt idx="6">
                  <c:v>6318906413.0</c:v>
                </c:pt>
                <c:pt idx="7">
                  <c:v>5629900661.0</c:v>
                </c:pt>
                <c:pt idx="8">
                  <c:v>3140004837.0</c:v>
                </c:pt>
                <c:pt idx="9">
                  <c:v>3279822820.0</c:v>
                </c:pt>
                <c:pt idx="10">
                  <c:v>4817679148.0</c:v>
                </c:pt>
                <c:pt idx="11">
                  <c:v>3654746717.0</c:v>
                </c:pt>
                <c:pt idx="12">
                  <c:v>7376247600.0</c:v>
                </c:pt>
                <c:pt idx="13">
                  <c:v>6899777634.0</c:v>
                </c:pt>
                <c:pt idx="14">
                  <c:v>8151972797.0</c:v>
                </c:pt>
                <c:pt idx="15">
                  <c:v>5716359611.0</c:v>
                </c:pt>
                <c:pt idx="16">
                  <c:v>6511295222.0</c:v>
                </c:pt>
                <c:pt idx="17">
                  <c:v>6189895821.0</c:v>
                </c:pt>
                <c:pt idx="18">
                  <c:v>5759814906.0</c:v>
                </c:pt>
                <c:pt idx="19">
                  <c:v>4189883970.0</c:v>
                </c:pt>
                <c:pt idx="20">
                  <c:v>4676882153.0</c:v>
                </c:pt>
                <c:pt idx="21">
                  <c:v>4718457471.0</c:v>
                </c:pt>
                <c:pt idx="22">
                  <c:v>4594626471.0</c:v>
                </c:pt>
                <c:pt idx="23">
                  <c:v>2826119344.0</c:v>
                </c:pt>
                <c:pt idx="24">
                  <c:v>8392186554.0</c:v>
                </c:pt>
                <c:pt idx="25">
                  <c:v>8221483977.0</c:v>
                </c:pt>
                <c:pt idx="26">
                  <c:v>6196606394.0</c:v>
                </c:pt>
                <c:pt idx="27">
                  <c:v>10136927008.0</c:v>
                </c:pt>
                <c:pt idx="28">
                  <c:v>8221774842.0</c:v>
                </c:pt>
                <c:pt idx="29">
                  <c:v>5222723434.0</c:v>
                </c:pt>
                <c:pt idx="30">
                  <c:v>4894662637.0</c:v>
                </c:pt>
                <c:pt idx="31">
                  <c:v>5761813914.0</c:v>
                </c:pt>
                <c:pt idx="32">
                  <c:v>3886648888.0</c:v>
                </c:pt>
                <c:pt idx="33">
                  <c:v>3925880071.0</c:v>
                </c:pt>
                <c:pt idx="34">
                  <c:v>5386304171.0</c:v>
                </c:pt>
                <c:pt idx="35">
                  <c:v>4591451258.0</c:v>
                </c:pt>
                <c:pt idx="36">
                  <c:v>6181224509.0</c:v>
                </c:pt>
                <c:pt idx="37">
                  <c:v>6505005863.0</c:v>
                </c:pt>
                <c:pt idx="38">
                  <c:v>6713665426.0</c:v>
                </c:pt>
                <c:pt idx="39">
                  <c:v>7573360644.0</c:v>
                </c:pt>
                <c:pt idx="40">
                  <c:v>9837181924.0</c:v>
                </c:pt>
                <c:pt idx="41">
                  <c:v>6371314542.0</c:v>
                </c:pt>
                <c:pt idx="42">
                  <c:v>5948299836.0</c:v>
                </c:pt>
                <c:pt idx="43">
                  <c:v>4703122144.0</c:v>
                </c:pt>
                <c:pt idx="44">
                  <c:v>4331182236.0</c:v>
                </c:pt>
                <c:pt idx="45">
                  <c:v>4658059795.0</c:v>
                </c:pt>
                <c:pt idx="46">
                  <c:v>6204377045.0</c:v>
                </c:pt>
                <c:pt idx="47">
                  <c:v>7092197204.0</c:v>
                </c:pt>
                <c:pt idx="48">
                  <c:v>9979978459.0</c:v>
                </c:pt>
                <c:pt idx="49">
                  <c:v>8550830531.0</c:v>
                </c:pt>
                <c:pt idx="50">
                  <c:v>8747526371.0</c:v>
                </c:pt>
                <c:pt idx="51">
                  <c:v>8758838197.0</c:v>
                </c:pt>
                <c:pt idx="52">
                  <c:v>9193822085.0</c:v>
                </c:pt>
                <c:pt idx="53">
                  <c:v>9068802269.0</c:v>
                </c:pt>
                <c:pt idx="54">
                  <c:v>6469532668.0</c:v>
                </c:pt>
                <c:pt idx="55">
                  <c:v>5870853076.0</c:v>
                </c:pt>
                <c:pt idx="56">
                  <c:v>5738457339.0</c:v>
                </c:pt>
                <c:pt idx="57">
                  <c:v>5034701509.0</c:v>
                </c:pt>
                <c:pt idx="58">
                  <c:v>5499039374.0</c:v>
                </c:pt>
                <c:pt idx="59">
                  <c:v>4055539206.0</c:v>
                </c:pt>
                <c:pt idx="60">
                  <c:v>1218994475.0</c:v>
                </c:pt>
                <c:pt idx="61">
                  <c:v>6233339867.0</c:v>
                </c:pt>
                <c:pt idx="62">
                  <c:v>6985552050.0</c:v>
                </c:pt>
                <c:pt idx="63">
                  <c:v>13116791022.0</c:v>
                </c:pt>
                <c:pt idx="64">
                  <c:v>8602695407.0</c:v>
                </c:pt>
                <c:pt idx="65">
                  <c:v>6001202476.0</c:v>
                </c:pt>
                <c:pt idx="66">
                  <c:v>4485630214.0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4667856193.011813</c:v>
                </c:pt>
                <c:pt idx="1">
                  <c:v>6804479354.399073</c:v>
                </c:pt>
                <c:pt idx="2">
                  <c:v>9732112418.104258</c:v>
                </c:pt>
                <c:pt idx="3">
                  <c:v>8085599347.157412</c:v>
                </c:pt>
                <c:pt idx="4">
                  <c:v>6165027933.420541</c:v>
                </c:pt>
                <c:pt idx="5">
                  <c:v>6391946328.807367</c:v>
                </c:pt>
                <c:pt idx="6">
                  <c:v>6411704420.777149</c:v>
                </c:pt>
                <c:pt idx="7">
                  <c:v>5623642349.410973</c:v>
                </c:pt>
                <c:pt idx="8">
                  <c:v>3175096481.879142</c:v>
                </c:pt>
                <c:pt idx="9">
                  <c:v>3438620608.5085487</c:v>
                </c:pt>
                <c:pt idx="10">
                  <c:v>4799329586.229415</c:v>
                </c:pt>
                <c:pt idx="11">
                  <c:v>3698589696.023431</c:v>
                </c:pt>
                <c:pt idx="12">
                  <c:v>7232320271.249033</c:v>
                </c:pt>
                <c:pt idx="13">
                  <c:v>6713014005.474635</c:v>
                </c:pt>
                <c:pt idx="14">
                  <c:v>8136128580.583709</c:v>
                </c:pt>
                <c:pt idx="15">
                  <c:v>5879653307.280391</c:v>
                </c:pt>
                <c:pt idx="16">
                  <c:v>6552902616.493938</c:v>
                </c:pt>
                <c:pt idx="17">
                  <c:v>6171091673.751661</c:v>
                </c:pt>
                <c:pt idx="18">
                  <c:v>5714962102.161251</c:v>
                </c:pt>
                <c:pt idx="19">
                  <c:v>4248162059.0778008</c:v>
                </c:pt>
                <c:pt idx="20">
                  <c:v>4636080758.258508</c:v>
                </c:pt>
                <c:pt idx="21">
                  <c:v>4716142176.98062</c:v>
                </c:pt>
                <c:pt idx="22">
                  <c:v>4560536077.867639</c:v>
                </c:pt>
                <c:pt idx="23">
                  <c:v>2795614989.1216173</c:v>
                </c:pt>
                <c:pt idx="24">
                  <c:v>8340364964.089583</c:v>
                </c:pt>
                <c:pt idx="25">
                  <c:v>8162648969.5774555</c:v>
                </c:pt>
                <c:pt idx="26">
                  <c:v>6171638605.489414</c:v>
                </c:pt>
                <c:pt idx="27">
                  <c:v>9846247906.44319</c:v>
                </c:pt>
                <c:pt idx="28">
                  <c:v>8318924061.214079</c:v>
                </c:pt>
                <c:pt idx="29">
                  <c:v>5185852052.389684</c:v>
                </c:pt>
                <c:pt idx="30">
                  <c:v>4802549510.8696575</c:v>
                </c:pt>
                <c:pt idx="31">
                  <c:v>5768957675.084409</c:v>
                </c:pt>
                <c:pt idx="32">
                  <c:v>3948262781.0809326</c:v>
                </c:pt>
                <c:pt idx="33">
                  <c:v>3804888074.8275127</c:v>
                </c:pt>
                <c:pt idx="34">
                  <c:v>5401513293.243156</c:v>
                </c:pt>
                <c:pt idx="35">
                  <c:v>4696026266.298446</c:v>
                </c:pt>
                <c:pt idx="36">
                  <c:v>6182047178.267124</c:v>
                </c:pt>
                <c:pt idx="37">
                  <c:v>6566139000.159658</c:v>
                </c:pt>
                <c:pt idx="38">
                  <c:v>6595966223.106371</c:v>
                </c:pt>
                <c:pt idx="39">
                  <c:v>7683167418.254654</c:v>
                </c:pt>
                <c:pt idx="40">
                  <c:v>9870610003.046932</c:v>
                </c:pt>
                <c:pt idx="41">
                  <c:v>6529974237.428923</c:v>
                </c:pt>
                <c:pt idx="42">
                  <c:v>6010401861.591369</c:v>
                </c:pt>
                <c:pt idx="43">
                  <c:v>4825899877.413686</c:v>
                </c:pt>
                <c:pt idx="44">
                  <c:v>4314374058.872302</c:v>
                </c:pt>
                <c:pt idx="45">
                  <c:v>4621174611.3684025</c:v>
                </c:pt>
                <c:pt idx="46">
                  <c:v>6171593181.370752</c:v>
                </c:pt>
                <c:pt idx="47">
                  <c:v>7182973768.55647</c:v>
                </c:pt>
                <c:pt idx="48">
                  <c:v>9958409959.558762</c:v>
                </c:pt>
                <c:pt idx="49">
                  <c:v>8522961619.821289</c:v>
                </c:pt>
                <c:pt idx="50">
                  <c:v>8811491156.402355</c:v>
                </c:pt>
                <c:pt idx="51">
                  <c:v>8509035147.500749</c:v>
                </c:pt>
                <c:pt idx="52">
                  <c:v>9234874351.214481</c:v>
                </c:pt>
                <c:pt idx="53">
                  <c:v>8918669836.45062</c:v>
                </c:pt>
                <c:pt idx="54">
                  <c:v>6631984911.364647</c:v>
                </c:pt>
                <c:pt idx="55">
                  <c:v>5908066369.542324</c:v>
                </c:pt>
                <c:pt idx="56">
                  <c:v>5873711695.227596</c:v>
                </c:pt>
                <c:pt idx="57">
                  <c:v>5051372840.831048</c:v>
                </c:pt>
                <c:pt idx="58">
                  <c:v>5296562472.148582</c:v>
                </c:pt>
                <c:pt idx="59">
                  <c:v>4099481404.5160027</c:v>
                </c:pt>
                <c:pt idx="60">
                  <c:v>1215257704.7207544</c:v>
                </c:pt>
                <c:pt idx="61">
                  <c:v>6233508027.050833</c:v>
                </c:pt>
                <c:pt idx="62">
                  <c:v>7263879077.14325</c:v>
                </c:pt>
                <c:pt idx="63">
                  <c:v>12678785388.94657</c:v>
                </c:pt>
                <c:pt idx="64">
                  <c:v>8478026643.88156</c:v>
                </c:pt>
                <c:pt idx="65">
                  <c:v>6041366030.278707</c:v>
                </c:pt>
                <c:pt idx="66">
                  <c:v>4367141679.762683</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5740149226.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5470854.890172558</c:v>
                </c:pt>
                <c:pt idx="1">
                  <c:v>8624800.986971779</c:v>
                </c:pt>
                <c:pt idx="2">
                  <c:v>11738411.177974854</c:v>
                </c:pt>
                <c:pt idx="3">
                  <c:v>8441416.982808571</c:v>
                </c:pt>
                <c:pt idx="4">
                  <c:v>7701991.288913805</c:v>
                </c:pt>
                <c:pt idx="5">
                  <c:v>7234816.919865016</c:v>
                </c:pt>
                <c:pt idx="6">
                  <c:v>7130785.68449585</c:v>
                </c:pt>
                <c:pt idx="7">
                  <c:v>9933930.706120249</c:v>
                </c:pt>
                <c:pt idx="8">
                  <c:v>6279213.85502485</c:v>
                </c:pt>
                <c:pt idx="9">
                  <c:v>4076851.149827484</c:v>
                </c:pt>
                <c:pt idx="10">
                  <c:v>5663277.609559261</c:v>
                </c:pt>
                <c:pt idx="11">
                  <c:v>4855541.207754417</c:v>
                </c:pt>
                <c:pt idx="12">
                  <c:v>7722484.049300258</c:v>
                </c:pt>
                <c:pt idx="13">
                  <c:v>10290655.720187413</c:v>
                </c:pt>
                <c:pt idx="14">
                  <c:v>9229097.307949759</c:v>
                </c:pt>
                <c:pt idx="15">
                  <c:v>5724664.761872308</c:v>
                </c:pt>
                <c:pt idx="16">
                  <c:v>6055009.612880705</c:v>
                </c:pt>
                <c:pt idx="17">
                  <c:v>8433185.070368366</c:v>
                </c:pt>
                <c:pt idx="18">
                  <c:v>9506006.005306926</c:v>
                </c:pt>
                <c:pt idx="19">
                  <c:v>10021623.360003661</c:v>
                </c:pt>
                <c:pt idx="20">
                  <c:v>6439412.854093265</c:v>
                </c:pt>
                <c:pt idx="21">
                  <c:v>6587500.442345692</c:v>
                </c:pt>
                <c:pt idx="22">
                  <c:v>4904556.4445902165</c:v>
                </c:pt>
                <c:pt idx="23">
                  <c:v>2905852.419514617</c:v>
                </c:pt>
                <c:pt idx="24">
                  <c:v>8614148.953128386</c:v>
                </c:pt>
                <c:pt idx="25">
                  <c:v>9972510.905707398</c:v>
                </c:pt>
                <c:pt idx="26">
                  <c:v>9462546.788401382</c:v>
                </c:pt>
                <c:pt idx="27">
                  <c:v>7916949.242116729</c:v>
                </c:pt>
                <c:pt idx="28">
                  <c:v>5065158.233734955</c:v>
                </c:pt>
                <c:pt idx="29">
                  <c:v>4636238.423653267</c:v>
                </c:pt>
                <c:pt idx="30">
                  <c:v>3856178.315249572</c:v>
                </c:pt>
                <c:pt idx="31">
                  <c:v>4937484.154738799</c:v>
                </c:pt>
                <c:pt idx="32">
                  <c:v>3918706.8181641633</c:v>
                </c:pt>
                <c:pt idx="33">
                  <c:v>3089175.2911391077</c:v>
                </c:pt>
                <c:pt idx="34">
                  <c:v>6659594.242087419</c:v>
                </c:pt>
                <c:pt idx="35">
                  <c:v>7480410.250427725</c:v>
                </c:pt>
                <c:pt idx="36">
                  <c:v>7001517.819997287</c:v>
                </c:pt>
                <c:pt idx="37">
                  <c:v>5304106.467654778</c:v>
                </c:pt>
                <c:pt idx="38">
                  <c:v>6711156.302805573</c:v>
                </c:pt>
                <c:pt idx="39">
                  <c:v>7126212.528498874</c:v>
                </c:pt>
                <c:pt idx="40">
                  <c:v>7908637.8057991965</c:v>
                </c:pt>
                <c:pt idx="41">
                  <c:v>5323752.5796594955</c:v>
                </c:pt>
                <c:pt idx="42">
                  <c:v>5801485.263847004</c:v>
                </c:pt>
                <c:pt idx="43">
                  <c:v>4050478.4538280237</c:v>
                </c:pt>
                <c:pt idx="44">
                  <c:v>3534531.4074313417</c:v>
                </c:pt>
                <c:pt idx="45">
                  <c:v>6554358.377426778</c:v>
                </c:pt>
                <c:pt idx="46">
                  <c:v>6087531.325041281</c:v>
                </c:pt>
                <c:pt idx="47">
                  <c:v>8159139.471182398</c:v>
                </c:pt>
                <c:pt idx="48">
                  <c:v>11693949.273407055</c:v>
                </c:pt>
                <c:pt idx="49">
                  <c:v>5013581.750373177</c:v>
                </c:pt>
                <c:pt idx="50">
                  <c:v>5701954.32746872</c:v>
                </c:pt>
                <c:pt idx="51">
                  <c:v>7196354.2801186</c:v>
                </c:pt>
                <c:pt idx="52">
                  <c:v>6349136.487377359</c:v>
                </c:pt>
                <c:pt idx="53">
                  <c:v>5965436.671631985</c:v>
                </c:pt>
                <c:pt idx="54">
                  <c:v>7593379.613568506</c:v>
                </c:pt>
                <c:pt idx="55">
                  <c:v>6307842.859182428</c:v>
                </c:pt>
                <c:pt idx="56">
                  <c:v>7956249.6310720295</c:v>
                </c:pt>
                <c:pt idx="57">
                  <c:v>4687380.7026396915</c:v>
                </c:pt>
                <c:pt idx="58">
                  <c:v>4680782.427091393</c:v>
                </c:pt>
                <c:pt idx="59">
                  <c:v>3797703.5370849767</c:v>
                </c:pt>
                <c:pt idx="60">
                  <c:v>3869338.425167859</c:v>
                </c:pt>
                <c:pt idx="61">
                  <c:v>6659594.242087419</c:v>
                </c:pt>
                <c:pt idx="62">
                  <c:v>8039384.99066325</c:v>
                </c:pt>
                <c:pt idx="63">
                  <c:v>4184039.890992144</c:v>
                </c:pt>
                <c:pt idx="64">
                  <c:v>3031696.046782377</c:v>
                </c:pt>
                <c:pt idx="65">
                  <c:v>2408075.9705116744</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3689768.222776743</c:v>
                </c:pt>
                <c:pt idx="1">
                  <c:v>3689768.222776743</c:v>
                </c:pt>
                <c:pt idx="2">
                  <c:v>4612210.278470929</c:v>
                </c:pt>
                <c:pt idx="3">
                  <c:v>3689768.222776743</c:v>
                </c:pt>
                <c:pt idx="4">
                  <c:v>3689768.222776743</c:v>
                </c:pt>
                <c:pt idx="5">
                  <c:v>4612210.278470929</c:v>
                </c:pt>
                <c:pt idx="6">
                  <c:v>3689768.222776743</c:v>
                </c:pt>
                <c:pt idx="7">
                  <c:v>4612210.278470929</c:v>
                </c:pt>
                <c:pt idx="8">
                  <c:v>3689768.222776743</c:v>
                </c:pt>
                <c:pt idx="9">
                  <c:v>3689768.222776743</c:v>
                </c:pt>
                <c:pt idx="10">
                  <c:v>4612210.278470929</c:v>
                </c:pt>
                <c:pt idx="11">
                  <c:v>3689768.222776743</c:v>
                </c:pt>
                <c:pt idx="12">
                  <c:v>3689768.222776743</c:v>
                </c:pt>
                <c:pt idx="13">
                  <c:v>3689768.222776743</c:v>
                </c:pt>
                <c:pt idx="14">
                  <c:v>4612210.278470929</c:v>
                </c:pt>
                <c:pt idx="15">
                  <c:v>3689768.222776743</c:v>
                </c:pt>
                <c:pt idx="16">
                  <c:v>4612210.278470929</c:v>
                </c:pt>
                <c:pt idx="17">
                  <c:v>3689768.222776743</c:v>
                </c:pt>
                <c:pt idx="18">
                  <c:v>3689768.222776743</c:v>
                </c:pt>
                <c:pt idx="19">
                  <c:v>4612210.278470929</c:v>
                </c:pt>
                <c:pt idx="20">
                  <c:v>3689768.222776743</c:v>
                </c:pt>
                <c:pt idx="21">
                  <c:v>3689768.222776743</c:v>
                </c:pt>
                <c:pt idx="22">
                  <c:v>4612210.278470929</c:v>
                </c:pt>
                <c:pt idx="23">
                  <c:v>3689768.222776743</c:v>
                </c:pt>
                <c:pt idx="24">
                  <c:v>4612210.278470929</c:v>
                </c:pt>
                <c:pt idx="25">
                  <c:v>3689768.222776743</c:v>
                </c:pt>
                <c:pt idx="26">
                  <c:v>3689768.222776743</c:v>
                </c:pt>
                <c:pt idx="27">
                  <c:v>3689768.222776743</c:v>
                </c:pt>
                <c:pt idx="28">
                  <c:v>4612210.278470929</c:v>
                </c:pt>
                <c:pt idx="29">
                  <c:v>3689768.222776743</c:v>
                </c:pt>
                <c:pt idx="30">
                  <c:v>3689768.222776743</c:v>
                </c:pt>
                <c:pt idx="31">
                  <c:v>4612210.278470929</c:v>
                </c:pt>
                <c:pt idx="32">
                  <c:v>3689768.222776743</c:v>
                </c:pt>
                <c:pt idx="33">
                  <c:v>4612210.278470929</c:v>
                </c:pt>
                <c:pt idx="34">
                  <c:v>3689768.222776743</c:v>
                </c:pt>
                <c:pt idx="35">
                  <c:v>3689768.222776743</c:v>
                </c:pt>
                <c:pt idx="36">
                  <c:v>4612210.278470929</c:v>
                </c:pt>
                <c:pt idx="37">
                  <c:v>3689768.222776743</c:v>
                </c:pt>
                <c:pt idx="38">
                  <c:v>3689768.222776743</c:v>
                </c:pt>
                <c:pt idx="39">
                  <c:v>3689768.222776743</c:v>
                </c:pt>
                <c:pt idx="40">
                  <c:v>4612210.278470929</c:v>
                </c:pt>
                <c:pt idx="41">
                  <c:v>3689768.222776743</c:v>
                </c:pt>
                <c:pt idx="42">
                  <c:v>4612210.278470929</c:v>
                </c:pt>
                <c:pt idx="43">
                  <c:v>3689768.222776743</c:v>
                </c:pt>
                <c:pt idx="44">
                  <c:v>3689768.222776743</c:v>
                </c:pt>
                <c:pt idx="45">
                  <c:v>4612210.278470929</c:v>
                </c:pt>
                <c:pt idx="46">
                  <c:v>3689768.222776743</c:v>
                </c:pt>
                <c:pt idx="47">
                  <c:v>3689768.222776743</c:v>
                </c:pt>
                <c:pt idx="48">
                  <c:v>4612210.278470929</c:v>
                </c:pt>
                <c:pt idx="49">
                  <c:v>3689768.222776743</c:v>
                </c:pt>
                <c:pt idx="50">
                  <c:v>3689768.222776743</c:v>
                </c:pt>
                <c:pt idx="51">
                  <c:v>4612210.278470929</c:v>
                </c:pt>
                <c:pt idx="52">
                  <c:v>3689768.222776743</c:v>
                </c:pt>
                <c:pt idx="53">
                  <c:v>3689768.222776743</c:v>
                </c:pt>
                <c:pt idx="54">
                  <c:v>4612210.278470929</c:v>
                </c:pt>
                <c:pt idx="55">
                  <c:v>3689768.222776743</c:v>
                </c:pt>
                <c:pt idx="56">
                  <c:v>4612210.278470929</c:v>
                </c:pt>
                <c:pt idx="57">
                  <c:v>3689768.222776743</c:v>
                </c:pt>
                <c:pt idx="58">
                  <c:v>3689768.222776743</c:v>
                </c:pt>
                <c:pt idx="59">
                  <c:v>4612210.278470929</c:v>
                </c:pt>
                <c:pt idx="60">
                  <c:v>3689768.222776743</c:v>
                </c:pt>
                <c:pt idx="61">
                  <c:v>3689768.222776743</c:v>
                </c:pt>
                <c:pt idx="62">
                  <c:v>4612210.278470929</c:v>
                </c:pt>
                <c:pt idx="63">
                  <c:v>3689768.222776743</c:v>
                </c:pt>
                <c:pt idx="64">
                  <c:v>3689768.222776743</c:v>
                </c:pt>
                <c:pt idx="65">
                  <c:v>3689768.222776743</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193043.2369793875</c:v>
                </c:pt>
                <c:pt idx="1">
                  <c:v>1545403.92336367</c:v>
                </c:pt>
                <c:pt idx="2">
                  <c:v>1618335.7501084944</c:v>
                </c:pt>
                <c:pt idx="3">
                  <c:v>822204.4416060925</c:v>
                </c:pt>
                <c:pt idx="4">
                  <c:v>36550.26724159909</c:v>
                </c:pt>
                <c:pt idx="5">
                  <c:v>606544.3036444109</c:v>
                </c:pt>
                <c:pt idx="6">
                  <c:v>71269.9594072187</c:v>
                </c:pt>
                <c:pt idx="7">
                  <c:v>1531913.268951799</c:v>
                </c:pt>
                <c:pt idx="8">
                  <c:v>1206263.8706837608</c:v>
                </c:pt>
                <c:pt idx="9">
                  <c:v>2103445.898227098</c:v>
                </c:pt>
                <c:pt idx="10">
                  <c:v>950276.0535035726</c:v>
                </c:pt>
                <c:pt idx="11">
                  <c:v>1242956.2891910824</c:v>
                </c:pt>
                <c:pt idx="12">
                  <c:v>1846059.742549888</c:v>
                </c:pt>
                <c:pt idx="13">
                  <c:v>163608.1037551784</c:v>
                </c:pt>
                <c:pt idx="14">
                  <c:v>1159684.2884387665</c:v>
                </c:pt>
                <c:pt idx="15">
                  <c:v>870018.3597524925</c:v>
                </c:pt>
                <c:pt idx="16">
                  <c:v>1252951.302161733</c:v>
                </c:pt>
                <c:pt idx="17">
                  <c:v>1065886.9695168734</c:v>
                </c:pt>
                <c:pt idx="18">
                  <c:v>647492.2667647263</c:v>
                </c:pt>
                <c:pt idx="19">
                  <c:v>15601.35855357339</c:v>
                </c:pt>
                <c:pt idx="20">
                  <c:v>2841994.038134561</c:v>
                </c:pt>
                <c:pt idx="21">
                  <c:v>52314.74576141184</c:v>
                </c:pt>
                <c:pt idx="22">
                  <c:v>33714.25758602354</c:v>
                </c:pt>
                <c:pt idx="23">
                  <c:v>15149.329887734151</c:v>
                </c:pt>
                <c:pt idx="24">
                  <c:v>4099832.3591111773</c:v>
                </c:pt>
                <c:pt idx="25">
                  <c:v>2505774.5459141526</c:v>
                </c:pt>
                <c:pt idx="26">
                  <c:v>88347.83994137438</c:v>
                </c:pt>
                <c:pt idx="27">
                  <c:v>3586822.767171863</c:v>
                </c:pt>
                <c:pt idx="28">
                  <c:v>1158749.8745213456</c:v>
                </c:pt>
                <c:pt idx="29">
                  <c:v>1273211.1241387203</c:v>
                </c:pt>
                <c:pt idx="30">
                  <c:v>1285550.305817597</c:v>
                </c:pt>
                <c:pt idx="31">
                  <c:v>3579745.3105844464</c:v>
                </c:pt>
                <c:pt idx="32">
                  <c:v>2023505.1506070993</c:v>
                </c:pt>
                <c:pt idx="33">
                  <c:v>26739.527223099903</c:v>
                </c:pt>
                <c:pt idx="34">
                  <c:v>1140857.0524653848</c:v>
                </c:pt>
                <c:pt idx="35">
                  <c:v>2350125.3170918208</c:v>
                </c:pt>
                <c:pt idx="36">
                  <c:v>2229487.209072806</c:v>
                </c:pt>
                <c:pt idx="37">
                  <c:v>141356.14331811568</c:v>
                </c:pt>
                <c:pt idx="38">
                  <c:v>107626.6688485765</c:v>
                </c:pt>
                <c:pt idx="39">
                  <c:v>2479324.614977392</c:v>
                </c:pt>
                <c:pt idx="40">
                  <c:v>140598.38887694175</c:v>
                </c:pt>
                <c:pt idx="41">
                  <c:v>54955.78924626778</c:v>
                </c:pt>
                <c:pt idx="42">
                  <c:v>2397899.4006139203</c:v>
                </c:pt>
                <c:pt idx="43">
                  <c:v>1269249.957468668</c:v>
                </c:pt>
                <c:pt idx="44">
                  <c:v>1931377.3156478668</c:v>
                </c:pt>
                <c:pt idx="45">
                  <c:v>961860.3477305386</c:v>
                </c:pt>
                <c:pt idx="46">
                  <c:v>3213168.805456017</c:v>
                </c:pt>
                <c:pt idx="47">
                  <c:v>2277294.009328047</c:v>
                </c:pt>
                <c:pt idx="48">
                  <c:v>1360998.775652095</c:v>
                </c:pt>
                <c:pt idx="49">
                  <c:v>2383597.9842893532</c:v>
                </c:pt>
                <c:pt idx="50">
                  <c:v>3250682.126031706</c:v>
                </c:pt>
                <c:pt idx="51">
                  <c:v>3700671.3112275787</c:v>
                </c:pt>
                <c:pt idx="52">
                  <c:v>2741724.9005045285</c:v>
                </c:pt>
                <c:pt idx="53">
                  <c:v>2917009.98724602</c:v>
                </c:pt>
                <c:pt idx="54">
                  <c:v>2578661.044867493</c:v>
                </c:pt>
                <c:pt idx="55">
                  <c:v>4296026.54087687</c:v>
                </c:pt>
                <c:pt idx="56">
                  <c:v>1870629.4398949826</c:v>
                </c:pt>
                <c:pt idx="57">
                  <c:v>2660195.8108096696</c:v>
                </c:pt>
                <c:pt idx="58">
                  <c:v>1533520.7846546255</c:v>
                </c:pt>
                <c:pt idx="59">
                  <c:v>1503400.936175067</c:v>
                </c:pt>
                <c:pt idx="60">
                  <c:v>1822265.9492328349</c:v>
                </c:pt>
                <c:pt idx="61">
                  <c:v>3007522.3864391055</c:v>
                </c:pt>
                <c:pt idx="62">
                  <c:v>2669154.0679708603</c:v>
                </c:pt>
                <c:pt idx="63">
                  <c:v>4455026.386312854</c:v>
                </c:pt>
                <c:pt idx="64">
                  <c:v>3092848.0329256076</c:v>
                </c:pt>
                <c:pt idx="65">
                  <c:v>100753.84113189233</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1292245.262847681</c:v>
                </c:pt>
                <c:pt idx="1">
                  <c:v>1917361.1041487688</c:v>
                </c:pt>
                <c:pt idx="2">
                  <c:v>2023124.9575223057</c:v>
                </c:pt>
                <c:pt idx="3">
                  <c:v>2435050.834563118</c:v>
                </c:pt>
                <c:pt idx="4">
                  <c:v>1184870.161082854</c:v>
                </c:pt>
                <c:pt idx="5">
                  <c:v>2251123.612324066</c:v>
                </c:pt>
                <c:pt idx="6">
                  <c:v>2496590.4895128254</c:v>
                </c:pt>
                <c:pt idx="7">
                  <c:v>1963528.1953038757</c:v>
                </c:pt>
                <c:pt idx="8">
                  <c:v>1297100.9659038235</c:v>
                </c:pt>
                <c:pt idx="9">
                  <c:v>1055688.9982387074</c:v>
                </c:pt>
                <c:pt idx="10">
                  <c:v>761044.0656831616</c:v>
                </c:pt>
                <c:pt idx="11">
                  <c:v>1466821.6173466793</c:v>
                </c:pt>
                <c:pt idx="12">
                  <c:v>2585633.364532963</c:v>
                </c:pt>
                <c:pt idx="13">
                  <c:v>912835.3954033781</c:v>
                </c:pt>
                <c:pt idx="14">
                  <c:v>1649446.6404488825</c:v>
                </c:pt>
                <c:pt idx="15">
                  <c:v>1618828.0783415064</c:v>
                </c:pt>
                <c:pt idx="16">
                  <c:v>633652.7871069154</c:v>
                </c:pt>
                <c:pt idx="17">
                  <c:v>2225032.2956484333</c:v>
                </c:pt>
                <c:pt idx="18">
                  <c:v>2076643.3941476138</c:v>
                </c:pt>
                <c:pt idx="19">
                  <c:v>854120.5417824129</c:v>
                </c:pt>
                <c:pt idx="20">
                  <c:v>2161944.026072838</c:v>
                </c:pt>
                <c:pt idx="21">
                  <c:v>3479400.4734753077</c:v>
                </c:pt>
                <c:pt idx="22">
                  <c:v>2302907.6733728866</c:v>
                </c:pt>
                <c:pt idx="23">
                  <c:v>16507.333568814636</c:v>
                </c:pt>
                <c:pt idx="24">
                  <c:v>694857.0213501411</c:v>
                </c:pt>
                <c:pt idx="25">
                  <c:v>2225301.4964377056</c:v>
                </c:pt>
                <c:pt idx="26">
                  <c:v>2096216.8726375073</c:v>
                </c:pt>
                <c:pt idx="27">
                  <c:v>2019493.714042568</c:v>
                </c:pt>
                <c:pt idx="28">
                  <c:v>2112093.1158115575</c:v>
                </c:pt>
                <c:pt idx="29">
                  <c:v>1094202.3659448347</c:v>
                </c:pt>
                <c:pt idx="30">
                  <c:v>1071819.57325869</c:v>
                </c:pt>
                <c:pt idx="31">
                  <c:v>1301754.396190566</c:v>
                </c:pt>
                <c:pt idx="32">
                  <c:v>1358252.2923590187</c:v>
                </c:pt>
                <c:pt idx="33">
                  <c:v>2112598.48024547</c:v>
                </c:pt>
                <c:pt idx="34">
                  <c:v>2698135.0145893586</c:v>
                </c:pt>
                <c:pt idx="35">
                  <c:v>712016.4545838018</c:v>
                </c:pt>
                <c:pt idx="36">
                  <c:v>22150.784336080305</c:v>
                </c:pt>
                <c:pt idx="37">
                  <c:v>1995214.5120225113</c:v>
                </c:pt>
                <c:pt idx="38">
                  <c:v>2103246.5856398772</c:v>
                </c:pt>
                <c:pt idx="39">
                  <c:v>760720.9817270564</c:v>
                </c:pt>
                <c:pt idx="40">
                  <c:v>4000140.539786644</c:v>
                </c:pt>
                <c:pt idx="41">
                  <c:v>657179.9492721317</c:v>
                </c:pt>
                <c:pt idx="42">
                  <c:v>2326315.81569573</c:v>
                </c:pt>
                <c:pt idx="43">
                  <c:v>2308859.29361632</c:v>
                </c:pt>
                <c:pt idx="44">
                  <c:v>2480458.846557444</c:v>
                </c:pt>
                <c:pt idx="45">
                  <c:v>4003062.948816384</c:v>
                </c:pt>
                <c:pt idx="46">
                  <c:v>3257696.2923575356</c:v>
                </c:pt>
                <c:pt idx="47">
                  <c:v>1247355.4511597948</c:v>
                </c:pt>
                <c:pt idx="48">
                  <c:v>3774812.9363296204</c:v>
                </c:pt>
                <c:pt idx="49">
                  <c:v>910294.6010999094</c:v>
                </c:pt>
                <c:pt idx="50">
                  <c:v>1548661.0240924316</c:v>
                </c:pt>
                <c:pt idx="51">
                  <c:v>541615.7684660984</c:v>
                </c:pt>
                <c:pt idx="52">
                  <c:v>2264544.4866175777</c:v>
                </c:pt>
                <c:pt idx="53">
                  <c:v>3479009.00824544</c:v>
                </c:pt>
                <c:pt idx="54">
                  <c:v>1152407.7411756269</c:v>
                </c:pt>
                <c:pt idx="55">
                  <c:v>11492.86608316136</c:v>
                </c:pt>
                <c:pt idx="56">
                  <c:v>3235929.4799398747</c:v>
                </c:pt>
                <c:pt idx="57">
                  <c:v>2641267.3722806848</c:v>
                </c:pt>
                <c:pt idx="58">
                  <c:v>2151308.332333031</c:v>
                </c:pt>
                <c:pt idx="59">
                  <c:v>3536257.0307534016</c:v>
                </c:pt>
                <c:pt idx="60">
                  <c:v>3669012.5572368978</c:v>
                </c:pt>
                <c:pt idx="61">
                  <c:v>3000911.174135563</c:v>
                </c:pt>
                <c:pt idx="62">
                  <c:v>4034548.3600779604</c:v>
                </c:pt>
                <c:pt idx="63">
                  <c:v>4761001.983961641</c:v>
                </c:pt>
                <c:pt idx="64">
                  <c:v>505366.2854913915</c:v>
                </c:pt>
                <c:pt idx="65">
                  <c:v>1310849.3140528873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209556.56441904855</c:v>
                </c:pt>
                <c:pt idx="1">
                  <c:v>407632.8694192852</c:v>
                </c:pt>
                <c:pt idx="2">
                  <c:v>973073.9351800161</c:v>
                </c:pt>
                <c:pt idx="3">
                  <c:v>800731.5111810049</c:v>
                </c:pt>
                <c:pt idx="4">
                  <c:v>35066.53136990285</c:v>
                </c:pt>
                <c:pt idx="5">
                  <c:v>27894.772487769438</c:v>
                </c:pt>
                <c:pt idx="6">
                  <c:v>52229.3309839136</c:v>
                </c:pt>
                <c:pt idx="7">
                  <c:v>754.9174454942427</c:v>
                </c:pt>
                <c:pt idx="8">
                  <c:v>22588.622756011802</c:v>
                </c:pt>
                <c:pt idx="9">
                  <c:v>31201.56630337554</c:v>
                </c:pt>
                <c:pt idx="10">
                  <c:v>1467924.896954016</c:v>
                </c:pt>
                <c:pt idx="11">
                  <c:v>493877.49386262946</c:v>
                </c:pt>
                <c:pt idx="12">
                  <c:v>16584.740395595407</c:v>
                </c:pt>
                <c:pt idx="13">
                  <c:v>1285461.6225527995</c:v>
                </c:pt>
                <c:pt idx="14">
                  <c:v>839541.5682889582</c:v>
                </c:pt>
                <c:pt idx="15">
                  <c:v>795067.6247274518</c:v>
                </c:pt>
                <c:pt idx="16">
                  <c:v>743900.4805553406</c:v>
                </c:pt>
                <c:pt idx="17">
                  <c:v>1310705.1416883124</c:v>
                </c:pt>
                <c:pt idx="18">
                  <c:v>459208.3881705033</c:v>
                </c:pt>
                <c:pt idx="19">
                  <c:v>3305.798133821648</c:v>
                </c:pt>
                <c:pt idx="20">
                  <c:v>541706.067552228</c:v>
                </c:pt>
                <c:pt idx="21">
                  <c:v>630020.9854901718</c:v>
                </c:pt>
                <c:pt idx="22">
                  <c:v>80423.33211380514</c:v>
                </c:pt>
                <c:pt idx="23">
                  <c:v>36198.79860217802</c:v>
                </c:pt>
                <c:pt idx="24">
                  <c:v>54828.78379746136</c:v>
                </c:pt>
                <c:pt idx="25">
                  <c:v>928862.7189510295</c:v>
                </c:pt>
                <c:pt idx="26">
                  <c:v>32825.475181707276</c:v>
                </c:pt>
                <c:pt idx="27">
                  <c:v>31002.33607260203</c:v>
                </c:pt>
                <c:pt idx="28">
                  <c:v>668809.6119253605</c:v>
                </c:pt>
                <c:pt idx="29">
                  <c:v>29368.503777548874</c:v>
                </c:pt>
                <c:pt idx="30">
                  <c:v>28023.06535212816</c:v>
                </c:pt>
                <c:pt idx="31">
                  <c:v>15889.262472192457</c:v>
                </c:pt>
                <c:pt idx="32">
                  <c:v>1295585.3881102176</c:v>
                </c:pt>
                <c:pt idx="33">
                  <c:v>1111511.9451588383</c:v>
                </c:pt>
                <c:pt idx="34">
                  <c:v>36370.13899782538</c:v>
                </c:pt>
                <c:pt idx="35">
                  <c:v>58001.343575464925</c:v>
                </c:pt>
                <c:pt idx="36">
                  <c:v>595999.3133668647</c:v>
                </c:pt>
                <c:pt idx="37">
                  <c:v>406036.2731232753</c:v>
                </c:pt>
                <c:pt idx="38">
                  <c:v>77102.7470863963</c:v>
                </c:pt>
                <c:pt idx="39">
                  <c:v>2270586.89216627</c:v>
                </c:pt>
                <c:pt idx="40">
                  <c:v>1280333.4480129883</c:v>
                </c:pt>
                <c:pt idx="41">
                  <c:v>102102.30978595739</c:v>
                </c:pt>
                <c:pt idx="42">
                  <c:v>40505.30297337269</c:v>
                </c:pt>
                <c:pt idx="43">
                  <c:v>35864.7965020575</c:v>
                </c:pt>
                <c:pt idx="44">
                  <c:v>43294.09208559925</c:v>
                </c:pt>
                <c:pt idx="45">
                  <c:v>1771666.7905408537</c:v>
                </c:pt>
                <c:pt idx="46">
                  <c:v>139.18271484016103</c:v>
                </c:pt>
                <c:pt idx="47">
                  <c:v>461547.6026074557</c:v>
                </c:pt>
                <c:pt idx="48">
                  <c:v>982132.7557511103</c:v>
                </c:pt>
                <c:pt idx="49">
                  <c:v>142134.57719578486</c:v>
                </c:pt>
                <c:pt idx="50">
                  <c:v>15227.510543470817</c:v>
                </c:pt>
                <c:pt idx="51">
                  <c:v>1749020.003689486</c:v>
                </c:pt>
                <c:pt idx="52">
                  <c:v>676314.9622197567</c:v>
                </c:pt>
                <c:pt idx="53">
                  <c:v>1939077.520458791</c:v>
                </c:pt>
                <c:pt idx="54">
                  <c:v>87840.61792931292</c:v>
                </c:pt>
                <c:pt idx="55">
                  <c:v>1999489.8692429762</c:v>
                </c:pt>
                <c:pt idx="56">
                  <c:v>1024319.5524424842</c:v>
                </c:pt>
                <c:pt idx="57">
                  <c:v>1229014.2470913418</c:v>
                </c:pt>
                <c:pt idx="58">
                  <c:v>145641.97883827673</c:v>
                </c:pt>
                <c:pt idx="59">
                  <c:v>9996.591061793275</c:v>
                </c:pt>
                <c:pt idx="60">
                  <c:v>3186.668849686696</c:v>
                </c:pt>
                <c:pt idx="61">
                  <c:v>640094.1449979856</c:v>
                </c:pt>
                <c:pt idx="62">
                  <c:v>1332649.9180425485</c:v>
                </c:pt>
                <c:pt idx="63">
                  <c:v>759256.2423934794</c:v>
                </c:pt>
                <c:pt idx="64">
                  <c:v>1443799.3794664473</c:v>
                </c:pt>
                <c:pt idx="65">
                  <c:v>57970.94495061606</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269684.4672467719</c:v>
                </c:pt>
                <c:pt idx="1">
                  <c:v>1117189.1681627457</c:v>
                </c:pt>
                <c:pt idx="2">
                  <c:v>18186.311278862664</c:v>
                </c:pt>
                <c:pt idx="3">
                  <c:v>0.36614995044475107</c:v>
                </c:pt>
                <c:pt idx="4">
                  <c:v>1179066.9038146394</c:v>
                </c:pt>
                <c:pt idx="5">
                  <c:v>17164.516537922005</c:v>
                </c:pt>
                <c:pt idx="6">
                  <c:v>459304.20065199444</c:v>
                </c:pt>
                <c:pt idx="7">
                  <c:v>1102331.3903675836</c:v>
                </c:pt>
                <c:pt idx="8">
                  <c:v>972.4828720694397</c:v>
                </c:pt>
                <c:pt idx="9">
                  <c:v>33300.8513754724</c:v>
                </c:pt>
                <c:pt idx="10">
                  <c:v>1120602.347585294</c:v>
                </c:pt>
                <c:pt idx="11">
                  <c:v>30155.787749494855</c:v>
                </c:pt>
                <c:pt idx="12">
                  <c:v>1161490.0841243265</c:v>
                </c:pt>
                <c:pt idx="13">
                  <c:v>27857.113971652594</c:v>
                </c:pt>
                <c:pt idx="14">
                  <c:v>1510599.3562421552</c:v>
                </c:pt>
                <c:pt idx="15">
                  <c:v>943570.1155820997</c:v>
                </c:pt>
                <c:pt idx="16">
                  <c:v>129218.4416639501</c:v>
                </c:pt>
                <c:pt idx="17">
                  <c:v>1275441.8677913393</c:v>
                </c:pt>
                <c:pt idx="18">
                  <c:v>370097.81906309666</c:v>
                </c:pt>
                <c:pt idx="19">
                  <c:v>191346.72330866053</c:v>
                </c:pt>
                <c:pt idx="20">
                  <c:v>284628.1533777127</c:v>
                </c:pt>
                <c:pt idx="21">
                  <c:v>655475.5965673107</c:v>
                </c:pt>
                <c:pt idx="22">
                  <c:v>368213.4257647953</c:v>
                </c:pt>
                <c:pt idx="23">
                  <c:v>19814.999728755523</c:v>
                </c:pt>
                <c:pt idx="24">
                  <c:v>3461166.2420625756</c:v>
                </c:pt>
                <c:pt idx="25">
                  <c:v>1078479.453041794</c:v>
                </c:pt>
                <c:pt idx="26">
                  <c:v>358566.350322962</c:v>
                </c:pt>
                <c:pt idx="27">
                  <c:v>22211.10681712586</c:v>
                </c:pt>
                <c:pt idx="28">
                  <c:v>12455.952248630554</c:v>
                </c:pt>
                <c:pt idx="29">
                  <c:v>1121997.7051053082</c:v>
                </c:pt>
                <c:pt idx="30">
                  <c:v>2113297.706463369</c:v>
                </c:pt>
                <c:pt idx="31">
                  <c:v>103659.44462977091</c:v>
                </c:pt>
                <c:pt idx="32">
                  <c:v>2178728.7095955</c:v>
                </c:pt>
                <c:pt idx="33">
                  <c:v>2232438.767497299</c:v>
                </c:pt>
                <c:pt idx="34">
                  <c:v>2187794.99089316</c:v>
                </c:pt>
                <c:pt idx="35">
                  <c:v>921136.2859766339</c:v>
                </c:pt>
                <c:pt idx="36">
                  <c:v>2023004.9968133885</c:v>
                </c:pt>
                <c:pt idx="37">
                  <c:v>2203226.3403858147</c:v>
                </c:pt>
                <c:pt idx="38">
                  <c:v>81585.67858042491</c:v>
                </c:pt>
                <c:pt idx="39">
                  <c:v>12319.675274793039</c:v>
                </c:pt>
                <c:pt idx="40">
                  <c:v>1342526.873849693</c:v>
                </c:pt>
                <c:pt idx="41">
                  <c:v>578132.9475686467</c:v>
                </c:pt>
                <c:pt idx="42">
                  <c:v>1287459.522008968</c:v>
                </c:pt>
                <c:pt idx="43">
                  <c:v>1857292.4749502782</c:v>
                </c:pt>
                <c:pt idx="44">
                  <c:v>613554.68422152</c:v>
                </c:pt>
                <c:pt idx="45">
                  <c:v>2036536.349319183</c:v>
                </c:pt>
                <c:pt idx="46">
                  <c:v>2105139.6246511647</c:v>
                </c:pt>
                <c:pt idx="47">
                  <c:v>13888.849689647235</c:v>
                </c:pt>
                <c:pt idx="48">
                  <c:v>2280847.14861659</c:v>
                </c:pt>
                <c:pt idx="49">
                  <c:v>1100385.0718426327</c:v>
                </c:pt>
                <c:pt idx="50">
                  <c:v>38687.63714902565</c:v>
                </c:pt>
                <c:pt idx="51">
                  <c:v>109542.4739316272</c:v>
                </c:pt>
                <c:pt idx="52">
                  <c:v>825770.0019343001</c:v>
                </c:pt>
                <c:pt idx="53">
                  <c:v>752020.3521256658</c:v>
                </c:pt>
                <c:pt idx="54">
                  <c:v>1018756.3103479058</c:v>
                </c:pt>
                <c:pt idx="55">
                  <c:v>1143058.1420235804</c:v>
                </c:pt>
                <c:pt idx="56">
                  <c:v>2268471.4606312723</c:v>
                </c:pt>
                <c:pt idx="57">
                  <c:v>46795.86276203012</c:v>
                </c:pt>
                <c:pt idx="58">
                  <c:v>62531.98312821004</c:v>
                </c:pt>
                <c:pt idx="59">
                  <c:v>1360169.1839911798</c:v>
                </c:pt>
                <c:pt idx="60">
                  <c:v>1477045.2015657446</c:v>
                </c:pt>
                <c:pt idx="61">
                  <c:v>859891.394382502</c:v>
                </c:pt>
                <c:pt idx="62">
                  <c:v>2210562.2871253043</c:v>
                </c:pt>
                <c:pt idx="63">
                  <c:v>1982741.6032533748</c:v>
                </c:pt>
                <c:pt idx="64">
                  <c:v>35195.95350149601</c:v>
                </c:pt>
                <c:pt idx="65">
                  <c:v>49647.03825051066</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3033641.1489776024</c:v>
                </c:pt>
                <c:pt idx="1">
                  <c:v>3323616.845249544</c:v>
                </c:pt>
                <c:pt idx="2">
                  <c:v>3945008.4018418766</c:v>
                </c:pt>
                <c:pt idx="3">
                  <c:v>3951964.3539338587</c:v>
                </c:pt>
                <c:pt idx="4">
                  <c:v>3510617.842177546</c:v>
                </c:pt>
                <c:pt idx="5">
                  <c:v>3695101.5169574916</c:v>
                </c:pt>
                <c:pt idx="6">
                  <c:v>3824199.032861018</c:v>
                </c:pt>
                <c:pt idx="7">
                  <c:v>4199449.330042349</c:v>
                </c:pt>
                <c:pt idx="8">
                  <c:v>3349457.957156257</c:v>
                </c:pt>
                <c:pt idx="9">
                  <c:v>3753201.573950703</c:v>
                </c:pt>
                <c:pt idx="10">
                  <c:v>4115946.7204009113</c:v>
                </c:pt>
                <c:pt idx="11">
                  <c:v>3531143.959881888</c:v>
                </c:pt>
                <c:pt idx="12">
                  <c:v>3805494.2377028177</c:v>
                </c:pt>
                <c:pt idx="13">
                  <c:v>3376856.4865886364</c:v>
                </c:pt>
                <c:pt idx="14">
                  <c:v>4292709.720048325</c:v>
                </c:pt>
                <c:pt idx="15">
                  <c:v>2747719.588502849</c:v>
                </c:pt>
                <c:pt idx="16">
                  <c:v>3687581.9447495835</c:v>
                </c:pt>
                <c:pt idx="17">
                  <c:v>3565316.6367378426</c:v>
                </c:pt>
                <c:pt idx="18">
                  <c:v>3937998.7713973373</c:v>
                </c:pt>
                <c:pt idx="19">
                  <c:v>3793841.699138167</c:v>
                </c:pt>
                <c:pt idx="20">
                  <c:v>4148286.3157472177</c:v>
                </c:pt>
                <c:pt idx="21">
                  <c:v>3762228.2407835396</c:v>
                </c:pt>
                <c:pt idx="22">
                  <c:v>4293612.515609976</c:v>
                </c:pt>
                <c:pt idx="23">
                  <c:v>3743989.3763280525</c:v>
                </c:pt>
                <c:pt idx="24">
                  <c:v>5451145.396293322</c:v>
                </c:pt>
                <c:pt idx="25">
                  <c:v>3921053.925071262</c:v>
                </c:pt>
                <c:pt idx="26">
                  <c:v>3351171.3591267215</c:v>
                </c:pt>
                <c:pt idx="27">
                  <c:v>4318558.214028548</c:v>
                </c:pt>
                <c:pt idx="28">
                  <c:v>4614956.00380251</c:v>
                </c:pt>
                <c:pt idx="29">
                  <c:v>3298445.2114181523</c:v>
                </c:pt>
                <c:pt idx="30">
                  <c:v>3837750.2492851918</c:v>
                </c:pt>
                <c:pt idx="31">
                  <c:v>5504833.685248751</c:v>
                </c:pt>
                <c:pt idx="32">
                  <c:v>4640751.2482326</c:v>
                </c:pt>
                <c:pt idx="33">
                  <c:v>4689167.285659347</c:v>
                </c:pt>
                <c:pt idx="34">
                  <c:v>4145305.3872524677</c:v>
                </c:pt>
                <c:pt idx="35">
                  <c:v>3653223.1892106608</c:v>
                </c:pt>
                <c:pt idx="36">
                  <c:v>4406709.310813449</c:v>
                </c:pt>
                <c:pt idx="37">
                  <c:v>3899609.023830886</c:v>
                </c:pt>
                <c:pt idx="38">
                  <c:v>4014927.3742395937</c:v>
                </c:pt>
                <c:pt idx="39">
                  <c:v>4638080.436068258</c:v>
                </c:pt>
                <c:pt idx="40">
                  <c:v>4586323.778509294</c:v>
                </c:pt>
                <c:pt idx="41">
                  <c:v>3819249.3559538196</c:v>
                </c:pt>
                <c:pt idx="42">
                  <c:v>4703760.902248405</c:v>
                </c:pt>
                <c:pt idx="43">
                  <c:v>3729289.4961821507</c:v>
                </c:pt>
                <c:pt idx="44">
                  <c:v>4100680.0252899653</c:v>
                </c:pt>
                <c:pt idx="45">
                  <c:v>4702735.171826452</c:v>
                </c:pt>
                <c:pt idx="46">
                  <c:v>4625940.606662995</c:v>
                </c:pt>
                <c:pt idx="47">
                  <c:v>4224908.260154661</c:v>
                </c:pt>
                <c:pt idx="48">
                  <c:v>5281361.460560775</c:v>
                </c:pt>
                <c:pt idx="49">
                  <c:v>4105981.4040811383</c:v>
                </c:pt>
                <c:pt idx="50">
                  <c:v>4536405.027021396</c:v>
                </c:pt>
                <c:pt idx="51">
                  <c:v>5098118.622282812</c:v>
                </c:pt>
                <c:pt idx="52">
                  <c:v>3717503.5532245575</c:v>
                </c:pt>
                <c:pt idx="53">
                  <c:v>4091397.401723873</c:v>
                </c:pt>
                <c:pt idx="54">
                  <c:v>5497870.964100429</c:v>
                </c:pt>
                <c:pt idx="55">
                  <c:v>4849716.965614018</c:v>
                </c:pt>
                <c:pt idx="56">
                  <c:v>5712086.273623562</c:v>
                </c:pt>
                <c:pt idx="57">
                  <c:v>4704557.026384404</c:v>
                </c:pt>
                <c:pt idx="58">
                  <c:v>5163221.507072363</c:v>
                </c:pt>
                <c:pt idx="59">
                  <c:v>4985726.714258841</c:v>
                </c:pt>
                <c:pt idx="60">
                  <c:v>4698159.554144032</c:v>
                </c:pt>
                <c:pt idx="61">
                  <c:v>4278631.596933731</c:v>
                </c:pt>
                <c:pt idx="62">
                  <c:v>5484240.777310297</c:v>
                </c:pt>
                <c:pt idx="63">
                  <c:v>5001048.136320469</c:v>
                </c:pt>
                <c:pt idx="64">
                  <c:v>4844936.125112043</c:v>
                </c:pt>
                <c:pt idx="65">
                  <c:v>4090050.587593084</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323163.41076649266</c:v>
                </c:pt>
                <c:pt idx="1">
                  <c:v>927374.5574591622</c:v>
                </c:pt>
                <c:pt idx="2">
                  <c:v>826467.8341830677</c:v>
                </c:pt>
                <c:pt idx="3">
                  <c:v>458238.2282061001</c:v>
                </c:pt>
                <c:pt idx="4">
                  <c:v>600681.00291565</c:v>
                </c:pt>
                <c:pt idx="5">
                  <c:v>785396.0324253332</c:v>
                </c:pt>
                <c:pt idx="6">
                  <c:v>1179477.475306027</c:v>
                </c:pt>
                <c:pt idx="7">
                  <c:v>1842844.0592643349</c:v>
                </c:pt>
                <c:pt idx="8">
                  <c:v>1609221.2980379532</c:v>
                </c:pt>
                <c:pt idx="9">
                  <c:v>1699169.2479763182</c:v>
                </c:pt>
                <c:pt idx="10">
                  <c:v>894128.0891576256</c:v>
                </c:pt>
                <c:pt idx="11">
                  <c:v>664994.0681677442</c:v>
                </c:pt>
                <c:pt idx="12">
                  <c:v>497998.703305735</c:v>
                </c:pt>
                <c:pt idx="13">
                  <c:v>428868.219539348</c:v>
                </c:pt>
                <c:pt idx="14">
                  <c:v>594591.2579785547</c:v>
                </c:pt>
                <c:pt idx="15">
                  <c:v>726462.823467779</c:v>
                </c:pt>
                <c:pt idx="16">
                  <c:v>1007622.2286721658</c:v>
                </c:pt>
                <c:pt idx="17">
                  <c:v>891102.557403785</c:v>
                </c:pt>
                <c:pt idx="18">
                  <c:v>1308179.707280021</c:v>
                </c:pt>
                <c:pt idx="19">
                  <c:v>924140.2446651404</c:v>
                </c:pt>
                <c:pt idx="20">
                  <c:v>1346928.3458902966</c:v>
                </c:pt>
                <c:pt idx="21">
                  <c:v>1386271.1879616436</c:v>
                </c:pt>
                <c:pt idx="22">
                  <c:v>1249163.6804960782</c:v>
                </c:pt>
                <c:pt idx="23">
                  <c:v>823010.21996245</c:v>
                </c:pt>
                <c:pt idx="24">
                  <c:v>1674374.5412043151</c:v>
                </c:pt>
                <c:pt idx="25">
                  <c:v>925296.2292397281</c:v>
                </c:pt>
                <c:pt idx="26">
                  <c:v>888976.568188589</c:v>
                </c:pt>
                <c:pt idx="27">
                  <c:v>1466342.0230379894</c:v>
                </c:pt>
                <c:pt idx="28">
                  <c:v>1176909.0947513783</c:v>
                </c:pt>
                <c:pt idx="29">
                  <c:v>281515.3859347613</c:v>
                </c:pt>
                <c:pt idx="30">
                  <c:v>154089.99792765544</c:v>
                </c:pt>
                <c:pt idx="31">
                  <c:v>1143747.0803571604</c:v>
                </c:pt>
                <c:pt idx="32">
                  <c:v>927812.519834824</c:v>
                </c:pt>
                <c:pt idx="33">
                  <c:v>724103.5403670173</c:v>
                </c:pt>
                <c:pt idx="34">
                  <c:v>1213764.2978412495</c:v>
                </c:pt>
                <c:pt idx="35">
                  <c:v>1284126.7805066775</c:v>
                </c:pt>
                <c:pt idx="36">
                  <c:v>1095421.8173491163</c:v>
                </c:pt>
                <c:pt idx="37">
                  <c:v>944752.4288435696</c:v>
                </c:pt>
                <c:pt idx="38">
                  <c:v>741232.8743462494</c:v>
                </c:pt>
                <c:pt idx="39">
                  <c:v>1655691.3297828462</c:v>
                </c:pt>
                <c:pt idx="40">
                  <c:v>1292048.3776580174</c:v>
                </c:pt>
                <c:pt idx="41">
                  <c:v>1224156.8829942541</c:v>
                </c:pt>
                <c:pt idx="42">
                  <c:v>1133939.834250378</c:v>
                </c:pt>
                <c:pt idx="43">
                  <c:v>1300805.9261773373</c:v>
                </c:pt>
                <c:pt idx="44">
                  <c:v>1413141.0536610042</c:v>
                </c:pt>
                <c:pt idx="45">
                  <c:v>752844.4214483984</c:v>
                </c:pt>
                <c:pt idx="46">
                  <c:v>1446646.2256812938</c:v>
                </c:pt>
                <c:pt idx="47">
                  <c:v>1657672.6497051006</c:v>
                </c:pt>
                <c:pt idx="48">
                  <c:v>1590964.4204883364</c:v>
                </c:pt>
                <c:pt idx="49">
                  <c:v>993279.2172467443</c:v>
                </c:pt>
                <c:pt idx="50">
                  <c:v>1549603.9730002352</c:v>
                </c:pt>
                <c:pt idx="51">
                  <c:v>1241551.3255627383</c:v>
                </c:pt>
                <c:pt idx="52">
                  <c:v>582032.8056153103</c:v>
                </c:pt>
                <c:pt idx="53">
                  <c:v>1030350.5281107072</c:v>
                </c:pt>
                <c:pt idx="54">
                  <c:v>1327900.0894676605</c:v>
                </c:pt>
                <c:pt idx="55">
                  <c:v>1208930.9833824662</c:v>
                </c:pt>
                <c:pt idx="56">
                  <c:v>1480470.639068645</c:v>
                </c:pt>
                <c:pt idx="57">
                  <c:v>1328892.7730467601</c:v>
                </c:pt>
                <c:pt idx="58">
                  <c:v>1907659.32407986</c:v>
                </c:pt>
                <c:pt idx="59">
                  <c:v>1268947.6308106114</c:v>
                </c:pt>
                <c:pt idx="60">
                  <c:v>1053899.099506055</c:v>
                </c:pt>
                <c:pt idx="61">
                  <c:v>781399.8723001436</c:v>
                </c:pt>
                <c:pt idx="62">
                  <c:v>395723.69528527965</c:v>
                </c:pt>
                <c:pt idx="63">
                  <c:v>453470.4296296832</c:v>
                </c:pt>
                <c:pt idx="64">
                  <c:v>185606.03230766073</c:v>
                </c:pt>
                <c:pt idx="65">
                  <c:v>457915.33241496055</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3435959.6796569605</c:v>
                </c:pt>
                <c:pt idx="1">
                  <c:v>2562561.817119513</c:v>
                </c:pt>
                <c:pt idx="2">
                  <c:v>4263908.77840195</c:v>
                </c:pt>
                <c:pt idx="3">
                  <c:v>753667.0870428619</c:v>
                </c:pt>
                <c:pt idx="4">
                  <c:v>1319538.7351935385</c:v>
                </c:pt>
                <c:pt idx="5">
                  <c:v>2787655.100218875</c:v>
                </c:pt>
                <c:pt idx="6">
                  <c:v>6311322.184948564</c:v>
                </c:pt>
                <c:pt idx="7">
                  <c:v>1789065.1218259512</c:v>
                </c:pt>
                <c:pt idx="8">
                  <c:v>153515.35977322218</c:v>
                </c:pt>
                <c:pt idx="9">
                  <c:v>1212239.2447012062</c:v>
                </c:pt>
                <c:pt idx="10">
                  <c:v>6075274.849529251</c:v>
                </c:pt>
                <c:pt idx="11">
                  <c:v>1351617.8980028005</c:v>
                </c:pt>
                <c:pt idx="12">
                  <c:v>2174224.027336687</c:v>
                </c:pt>
                <c:pt idx="13">
                  <c:v>2609803.226794332</c:v>
                </c:pt>
                <c:pt idx="14">
                  <c:v>332650.4247559624</c:v>
                </c:pt>
                <c:pt idx="15">
                  <c:v>1307550.704393962</c:v>
                </c:pt>
                <c:pt idx="16">
                  <c:v>1510914.3612951112</c:v>
                </c:pt>
                <c:pt idx="17">
                  <c:v>1088146.226788217</c:v>
                </c:pt>
                <c:pt idx="18">
                  <c:v>3288885.2493442255</c:v>
                </c:pt>
                <c:pt idx="19">
                  <c:v>782052.9512164824</c:v>
                </c:pt>
                <c:pt idx="20">
                  <c:v>4486285.400300007</c:v>
                </c:pt>
                <c:pt idx="21">
                  <c:v>5959681.473951066</c:v>
                </c:pt>
                <c:pt idx="22">
                  <c:v>3771704.760235791</c:v>
                </c:pt>
                <c:pt idx="23">
                  <c:v>467256.9829309585</c:v>
                </c:pt>
                <c:pt idx="24">
                  <c:v>66685.81219235956</c:v>
                </c:pt>
                <c:pt idx="25">
                  <c:v>168134.14401431291</c:v>
                </c:pt>
                <c:pt idx="26">
                  <c:v>47641.0776149562</c:v>
                </c:pt>
                <c:pt idx="27">
                  <c:v>4967508.633974133</c:v>
                </c:pt>
                <c:pt idx="28">
                  <c:v>6872176.194881017</c:v>
                </c:pt>
                <c:pt idx="29">
                  <c:v>2059924.1468821645</c:v>
                </c:pt>
                <c:pt idx="30">
                  <c:v>2628674.195357814</c:v>
                </c:pt>
                <c:pt idx="31">
                  <c:v>3567679.251291489</c:v>
                </c:pt>
                <c:pt idx="32">
                  <c:v>1237354.024239956</c:v>
                </c:pt>
                <c:pt idx="33">
                  <c:v>3290042.165535532</c:v>
                </c:pt>
                <c:pt idx="34">
                  <c:v>3725892.5784994545</c:v>
                </c:pt>
                <c:pt idx="35">
                  <c:v>1588718.8723415365</c:v>
                </c:pt>
                <c:pt idx="36">
                  <c:v>1825828.547349698</c:v>
                </c:pt>
                <c:pt idx="37">
                  <c:v>1163691.3228369497</c:v>
                </c:pt>
                <c:pt idx="38">
                  <c:v>2678661.7100839596</c:v>
                </c:pt>
                <c:pt idx="39">
                  <c:v>751017.4930377384</c:v>
                </c:pt>
                <c:pt idx="40">
                  <c:v>4690629.522437689</c:v>
                </c:pt>
                <c:pt idx="41">
                  <c:v>5975040.589798127</c:v>
                </c:pt>
                <c:pt idx="42">
                  <c:v>2820737.7710748888</c:v>
                </c:pt>
                <c:pt idx="43">
                  <c:v>4823494.370781883</c:v>
                </c:pt>
                <c:pt idx="44">
                  <c:v>1205213.2165292467</c:v>
                </c:pt>
                <c:pt idx="45">
                  <c:v>299766.68062157027</c:v>
                </c:pt>
                <c:pt idx="46">
                  <c:v>6414780.412525983</c:v>
                </c:pt>
                <c:pt idx="47">
                  <c:v>7699262.406963343</c:v>
                </c:pt>
                <c:pt idx="48">
                  <c:v>4310180.232673139</c:v>
                </c:pt>
                <c:pt idx="49">
                  <c:v>5916475.4777597245</c:v>
                </c:pt>
                <c:pt idx="50">
                  <c:v>1108629.3107839078</c:v>
                </c:pt>
                <c:pt idx="51">
                  <c:v>1346304.355228444</c:v>
                </c:pt>
                <c:pt idx="52">
                  <c:v>5591244.8556163525</c:v>
                </c:pt>
                <c:pt idx="53">
                  <c:v>4874289.20604634</c:v>
                </c:pt>
                <c:pt idx="54">
                  <c:v>1667533.6572532563</c:v>
                </c:pt>
                <c:pt idx="55">
                  <c:v>262146.93952021474</c:v>
                </c:pt>
                <c:pt idx="56">
                  <c:v>3427427.9934635954</c:v>
                </c:pt>
                <c:pt idx="57">
                  <c:v>3391240.931141604</c:v>
                </c:pt>
                <c:pt idx="58">
                  <c:v>6888397.398007816</c:v>
                </c:pt>
                <c:pt idx="59">
                  <c:v>3294911.8949533748</c:v>
                </c:pt>
                <c:pt idx="60">
                  <c:v>393101.51707371755</c:v>
                </c:pt>
                <c:pt idx="61">
                  <c:v>189980.02538948736</c:v>
                </c:pt>
                <c:pt idx="62">
                  <c:v>9454491.608097821</c:v>
                </c:pt>
                <c:pt idx="63">
                  <c:v>1499482.3041094735</c:v>
                </c:pt>
                <c:pt idx="64">
                  <c:v>399251.5007457071</c:v>
                </c:pt>
                <c:pt idx="65">
                  <c:v>2460332.8408556604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321937.23447337927</c:v>
                </c:pt>
                <c:pt idx="1">
                  <c:v>3331.6621585981757</c:v>
                </c:pt>
                <c:pt idx="2">
                  <c:v>134668.05051596565</c:v>
                </c:pt>
                <c:pt idx="3">
                  <c:v>1649.4817445667902</c:v>
                </c:pt>
                <c:pt idx="4">
                  <c:v>236679.87330773758</c:v>
                </c:pt>
                <c:pt idx="5">
                  <c:v>146677.52096673605</c:v>
                </c:pt>
                <c:pt idx="6">
                  <c:v>21324.012541045427</c:v>
                </c:pt>
                <c:pt idx="7">
                  <c:v>400891.39924281026</c:v>
                </c:pt>
                <c:pt idx="8">
                  <c:v>3136.4462630160538</c:v>
                </c:pt>
                <c:pt idx="9">
                  <c:v>702882.2321918082</c:v>
                </c:pt>
                <c:pt idx="10">
                  <c:v>612617.7749145196</c:v>
                </c:pt>
                <c:pt idx="11">
                  <c:v>196223.42888791166</c:v>
                </c:pt>
                <c:pt idx="12">
                  <c:v>331254.912078438</c:v>
                </c:pt>
                <c:pt idx="13">
                  <c:v>417129.46353727963</c:v>
                </c:pt>
                <c:pt idx="14">
                  <c:v>225319.08461026935</c:v>
                </c:pt>
                <c:pt idx="15">
                  <c:v>101380.26696924993</c:v>
                </c:pt>
                <c:pt idx="16">
                  <c:v>309544.3476758071</c:v>
                </c:pt>
                <c:pt idx="17">
                  <c:v>448139.48902452766</c:v>
                </c:pt>
                <c:pt idx="18">
                  <c:v>256962.84234041005</c:v>
                </c:pt>
                <c:pt idx="19">
                  <c:v>223121.4044962605</c:v>
                </c:pt>
                <c:pt idx="20">
                  <c:v>290740.720361948</c:v>
                </c:pt>
                <c:pt idx="21">
                  <c:v>8446.743396631857</c:v>
                </c:pt>
                <c:pt idx="22">
                  <c:v>205687.46790577064</c:v>
                </c:pt>
                <c:pt idx="23">
                  <c:v>160304.86402931405</c:v>
                </c:pt>
                <c:pt idx="24">
                  <c:v>318110.072106037</c:v>
                </c:pt>
                <c:pt idx="25">
                  <c:v>211345.31666050313</c:v>
                </c:pt>
                <c:pt idx="26">
                  <c:v>209686.79016085452</c:v>
                </c:pt>
                <c:pt idx="27">
                  <c:v>188884.87868724923</c:v>
                </c:pt>
                <c:pt idx="28">
                  <c:v>265637.53176122636</c:v>
                </c:pt>
                <c:pt idx="29">
                  <c:v>305368.947281232</c:v>
                </c:pt>
                <c:pt idx="30">
                  <c:v>410564.7379396492</c:v>
                </c:pt>
                <c:pt idx="31">
                  <c:v>352011.4483642274</c:v>
                </c:pt>
                <c:pt idx="32">
                  <c:v>460333.7551765894</c:v>
                </c:pt>
                <c:pt idx="33">
                  <c:v>234204.28541807254</c:v>
                </c:pt>
                <c:pt idx="34">
                  <c:v>14873.031492949098</c:v>
                </c:pt>
                <c:pt idx="35">
                  <c:v>551451.9511208842</c:v>
                </c:pt>
                <c:pt idx="36">
                  <c:v>196606.1680824262</c:v>
                </c:pt>
                <c:pt idx="37">
                  <c:v>151245.4925396794</c:v>
                </c:pt>
                <c:pt idx="38">
                  <c:v>482363.45869456173</c:v>
                </c:pt>
                <c:pt idx="39">
                  <c:v>31159.074806809018</c:v>
                </c:pt>
                <c:pt idx="40">
                  <c:v>10090.370778895118</c:v>
                </c:pt>
                <c:pt idx="41">
                  <c:v>177896.84872195378</c:v>
                </c:pt>
                <c:pt idx="42">
                  <c:v>264578.0342423463</c:v>
                </c:pt>
                <c:pt idx="43">
                  <c:v>504526.5804290169</c:v>
                </c:pt>
                <c:pt idx="44">
                  <c:v>233041.5093148439</c:v>
                </c:pt>
                <c:pt idx="45">
                  <c:v>173657.22055895004</c:v>
                </c:pt>
                <c:pt idx="46">
                  <c:v>903561.8487784801</c:v>
                </c:pt>
                <c:pt idx="47">
                  <c:v>377154.84586044913</c:v>
                </c:pt>
                <c:pt idx="48">
                  <c:v>285699.50674165</c:v>
                </c:pt>
                <c:pt idx="49">
                  <c:v>9647.357409727356</c:v>
                </c:pt>
                <c:pt idx="50">
                  <c:v>185328.46338173808</c:v>
                </c:pt>
                <c:pt idx="51">
                  <c:v>309531.81554787117</c:v>
                </c:pt>
                <c:pt idx="52">
                  <c:v>278371.19388775853</c:v>
                </c:pt>
                <c:pt idx="53">
                  <c:v>14465.876751823389</c:v>
                </c:pt>
                <c:pt idx="54">
                  <c:v>581000.3274955313</c:v>
                </c:pt>
                <c:pt idx="55">
                  <c:v>188249.90903596854</c:v>
                </c:pt>
                <c:pt idx="56">
                  <c:v>427978.62328921905</c:v>
                </c:pt>
                <c:pt idx="57">
                  <c:v>555748.2409238984</c:v>
                </c:pt>
                <c:pt idx="58">
                  <c:v>533577.8277550539</c:v>
                </c:pt>
                <c:pt idx="59">
                  <c:v>10253.763474825188</c:v>
                </c:pt>
                <c:pt idx="60">
                  <c:v>198010.8265698932</c:v>
                </c:pt>
                <c:pt idx="61">
                  <c:v>314887.29409788817</c:v>
                </c:pt>
                <c:pt idx="62">
                  <c:v>565899.6634029853</c:v>
                </c:pt>
                <c:pt idx="63">
                  <c:v>381032.7771292806</c:v>
                </c:pt>
                <c:pt idx="64">
                  <c:v>382288.59138895996</c:v>
                </c:pt>
                <c:pt idx="65">
                  <c:v>151557.1501650689</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29326.556615446232</c:v>
                </c:pt>
                <c:pt idx="1">
                  <c:v>560467.3952395566</c:v>
                </c:pt>
                <c:pt idx="2">
                  <c:v>668250.7059769873</c:v>
                </c:pt>
                <c:pt idx="3">
                  <c:v>814436.685761599</c:v>
                </c:pt>
                <c:pt idx="4">
                  <c:v>367158.8994229081</c:v>
                </c:pt>
                <c:pt idx="5">
                  <c:v>586538.6235512203</c:v>
                </c:pt>
                <c:pt idx="6">
                  <c:v>729752.8304677014</c:v>
                </c:pt>
                <c:pt idx="7">
                  <c:v>29241.906040815098</c:v>
                </c:pt>
                <c:pt idx="8">
                  <c:v>860550.1605753723</c:v>
                </c:pt>
                <c:pt idx="9">
                  <c:v>119903.26053850162</c:v>
                </c:pt>
                <c:pt idx="10">
                  <c:v>10488.369930273062</c:v>
                </c:pt>
                <c:pt idx="11">
                  <c:v>23743.027562323514</c:v>
                </c:pt>
                <c:pt idx="12">
                  <c:v>5990.9685558857545</c:v>
                </c:pt>
                <c:pt idx="13">
                  <c:v>7810.090306007473</c:v>
                </c:pt>
                <c:pt idx="14">
                  <c:v>39637.53489395034</c:v>
                </c:pt>
                <c:pt idx="15">
                  <c:v>14497.532331596047</c:v>
                </c:pt>
                <c:pt idx="16">
                  <c:v>980547.6431847659</c:v>
                </c:pt>
                <c:pt idx="17">
                  <c:v>131684.05487265138</c:v>
                </c:pt>
                <c:pt idx="18">
                  <c:v>2367.091652313247</c:v>
                </c:pt>
                <c:pt idx="19">
                  <c:v>316451.877870735</c:v>
                </c:pt>
                <c:pt idx="20">
                  <c:v>11623.589564018217</c:v>
                </c:pt>
                <c:pt idx="21">
                  <c:v>33939.18388131698</c:v>
                </c:pt>
                <c:pt idx="22">
                  <c:v>958922.3881254166</c:v>
                </c:pt>
                <c:pt idx="23">
                  <c:v>193716.19765512546</c:v>
                </c:pt>
                <c:pt idx="24">
                  <c:v>95484.07366677544</c:v>
                </c:pt>
                <c:pt idx="25">
                  <c:v>22098.57112968677</c:v>
                </c:pt>
                <c:pt idx="26">
                  <c:v>47798.791667600635</c:v>
                </c:pt>
                <c:pt idx="27">
                  <c:v>27044.668878101467</c:v>
                </c:pt>
                <c:pt idx="28">
                  <c:v>21597.136077865554</c:v>
                </c:pt>
                <c:pt idx="29">
                  <c:v>43901.66834228588</c:v>
                </c:pt>
                <c:pt idx="30">
                  <c:v>556939.1812555834</c:v>
                </c:pt>
                <c:pt idx="31">
                  <c:v>821340.5535532798</c:v>
                </c:pt>
                <c:pt idx="32">
                  <c:v>1197453.5828816255</c:v>
                </c:pt>
                <c:pt idx="33">
                  <c:v>68092.18781418858</c:v>
                </c:pt>
                <c:pt idx="34">
                  <c:v>28089.355769256013</c:v>
                </c:pt>
                <c:pt idx="35">
                  <c:v>25466.655699064257</c:v>
                </c:pt>
                <c:pt idx="36">
                  <c:v>10212.864293273482</c:v>
                </c:pt>
                <c:pt idx="37">
                  <c:v>15744.840978344035</c:v>
                </c:pt>
                <c:pt idx="38">
                  <c:v>26776.841118470977</c:v>
                </c:pt>
                <c:pt idx="39">
                  <c:v>18716.370315339966</c:v>
                </c:pt>
                <c:pt idx="40">
                  <c:v>321244.2422574475</c:v>
                </c:pt>
                <c:pt idx="41">
                  <c:v>331099.2462285403</c:v>
                </c:pt>
                <c:pt idx="42">
                  <c:v>739455.9130513935</c:v>
                </c:pt>
                <c:pt idx="43">
                  <c:v>495375.41197758086</c:v>
                </c:pt>
                <c:pt idx="44">
                  <c:v>1570971.7163477885</c:v>
                </c:pt>
                <c:pt idx="45">
                  <c:v>602912.0794526867</c:v>
                </c:pt>
                <c:pt idx="46">
                  <c:v>1103918.1328106283</c:v>
                </c:pt>
                <c:pt idx="47">
                  <c:v>610278.9311821688</c:v>
                </c:pt>
                <c:pt idx="48">
                  <c:v>1208072.1891824552</c:v>
                </c:pt>
                <c:pt idx="49">
                  <c:v>1131649.5434831486</c:v>
                </c:pt>
                <c:pt idx="50">
                  <c:v>1153448.585157958</c:v>
                </c:pt>
                <c:pt idx="51">
                  <c:v>38247.20758471298</c:v>
                </c:pt>
                <c:pt idx="52">
                  <c:v>616985.4146942896</c:v>
                </c:pt>
                <c:pt idx="53">
                  <c:v>720984.7924330886</c:v>
                </c:pt>
                <c:pt idx="54">
                  <c:v>819445.7809970937</c:v>
                </c:pt>
                <c:pt idx="55">
                  <c:v>616345.40873263</c:v>
                </c:pt>
                <c:pt idx="56">
                  <c:v>41613.677652976614</c:v>
                </c:pt>
                <c:pt idx="57">
                  <c:v>858400.6688183849</c:v>
                </c:pt>
                <c:pt idx="58">
                  <c:v>2200214.282442023</c:v>
                </c:pt>
                <c:pt idx="59">
                  <c:v>171299.3193639995</c:v>
                </c:pt>
                <c:pt idx="60">
                  <c:v>722910.49026483</c:v>
                </c:pt>
                <c:pt idx="61">
                  <c:v>82902.21748515578</c:v>
                </c:pt>
                <c:pt idx="62">
                  <c:v>4636.918086049027</c:v>
                </c:pt>
                <c:pt idx="63">
                  <c:v>5898.215956224472</c:v>
                </c:pt>
                <c:pt idx="64">
                  <c:v>1183154.611920499</c:v>
                </c:pt>
                <c:pt idx="65">
                  <c:v>542306.2387216026</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-424822.89860539057</c:v>
                </c:pt>
                <c:pt idx="1">
                  <c:v>-514915.5880494011</c:v>
                </c:pt>
                <c:pt idx="2">
                  <c:v>-622633.1914400997</c:v>
                </c:pt>
                <c:pt idx="3">
                  <c:v>-284948.55039778334</c:v>
                </c:pt>
                <c:pt idx="4">
                  <c:v>3830.9238819353995</c:v>
                </c:pt>
                <c:pt idx="5">
                  <c:v>263418.9174886796</c:v>
                </c:pt>
                <c:pt idx="6">
                  <c:v>455441.8751854894</c:v>
                </c:pt>
                <c:pt idx="7">
                  <c:v>602307.0742873348</c:v>
                </c:pt>
                <c:pt idx="8">
                  <c:v>375370.9031418274</c:v>
                </c:pt>
                <c:pt idx="9">
                  <c:v>205744.32983588305</c:v>
                </c:pt>
                <c:pt idx="10">
                  <c:v>-113375.62307614682</c:v>
                </c:pt>
                <c:pt idx="11">
                  <c:v>-245585.5830255385</c:v>
                </c:pt>
                <c:pt idx="12">
                  <c:v>-585808.3708495174</c:v>
                </c:pt>
                <c:pt idx="13">
                  <c:v>-581584.022465729</c:v>
                </c:pt>
                <c:pt idx="14">
                  <c:v>-560130.6380293132</c:v>
                </c:pt>
                <c:pt idx="15">
                  <c:v>-124049.19201848857</c:v>
                </c:pt>
                <c:pt idx="16">
                  <c:v>85722.37798003202</c:v>
                </c:pt>
                <c:pt idx="17">
                  <c:v>313322.5253203269</c:v>
                </c:pt>
                <c:pt idx="18">
                  <c:v>412680.92381994496</c:v>
                </c:pt>
                <c:pt idx="19">
                  <c:v>517833.37496503704</c:v>
                </c:pt>
                <c:pt idx="20">
                  <c:v>559254.2881341367</c:v>
                </c:pt>
                <c:pt idx="21">
                  <c:v>307678.69570975396</c:v>
                </c:pt>
                <c:pt idx="22">
                  <c:v>-68109.00494632869</c:v>
                </c:pt>
                <c:pt idx="23">
                  <c:v>-203591.0482361248</c:v>
                </c:pt>
                <c:pt idx="24">
                  <c:v>-733978.0098417719</c:v>
                </c:pt>
                <c:pt idx="25">
                  <c:v>-717306.4150836177</c:v>
                </c:pt>
                <c:pt idx="26">
                  <c:v>-295641.3197778463</c:v>
                </c:pt>
                <c:pt idx="27">
                  <c:v>-350227.8656835776</c:v>
                </c:pt>
                <c:pt idx="28">
                  <c:v>55158.78512073387</c:v>
                </c:pt>
                <c:pt idx="29">
                  <c:v>144423.18817307788</c:v>
                </c:pt>
                <c:pt idx="30">
                  <c:v>387914.9608513703</c:v>
                </c:pt>
                <c:pt idx="31">
                  <c:v>594845.2075049101</c:v>
                </c:pt>
                <c:pt idx="32">
                  <c:v>382272.57479778654</c:v>
                </c:pt>
                <c:pt idx="33">
                  <c:v>296680.2688344319</c:v>
                </c:pt>
                <c:pt idx="34">
                  <c:v>-88150.9879833969</c:v>
                </c:pt>
                <c:pt idx="35">
                  <c:v>-285485.7050916053</c:v>
                </c:pt>
                <c:pt idx="36">
                  <c:v>-544942.5901513152</c:v>
                </c:pt>
                <c:pt idx="37">
                  <c:v>-568515.1809941767</c:v>
                </c:pt>
                <c:pt idx="38">
                  <c:v>-421268.8134403125</c:v>
                </c:pt>
                <c:pt idx="39">
                  <c:v>-245718.26200632987</c:v>
                </c:pt>
                <c:pt idx="40">
                  <c:v>30938.835987416314</c:v>
                </c:pt>
                <c:pt idx="41">
                  <c:v>287594.0619103121</c:v>
                </c:pt>
                <c:pt idx="42">
                  <c:v>450390.47547996906</c:v>
                </c:pt>
                <c:pt idx="43">
                  <c:v>541033.8378072156</c:v>
                </c:pt>
                <c:pt idx="44">
                  <c:v>428220.7333479263</c:v>
                </c:pt>
                <c:pt idx="45">
                  <c:v>342589.0386769248</c:v>
                </c:pt>
                <c:pt idx="46">
                  <c:v>-84998.50045113836</c:v>
                </c:pt>
                <c:pt idx="47">
                  <c:v>-475144.7504527433</c:v>
                </c:pt>
                <c:pt idx="48">
                  <c:v>-922119.8244920907</c:v>
                </c:pt>
                <c:pt idx="49">
                  <c:v>-697939.8977305653</c:v>
                </c:pt>
                <c:pt idx="50">
                  <c:v>-518684.4925283161</c:v>
                </c:pt>
                <c:pt idx="51">
                  <c:v>-249245.15617646725</c:v>
                </c:pt>
                <c:pt idx="52">
                  <c:v>137705.65628657734</c:v>
                </c:pt>
                <c:pt idx="53">
                  <c:v>308190.90101149847</c:v>
                </c:pt>
                <c:pt idx="54">
                  <c:v>530519.4040012779</c:v>
                </c:pt>
                <c:pt idx="55">
                  <c:v>737578.7619070053</c:v>
                </c:pt>
                <c:pt idx="56">
                  <c:v>642630.025212822</c:v>
                </c:pt>
                <c:pt idx="57">
                  <c:v>272429.3605156469</c:v>
                </c:pt>
                <c:pt idx="58">
                  <c:v>-61755.475407060185</c:v>
                </c:pt>
                <c:pt idx="59">
                  <c:v>-456504.61933673295</c:v>
                </c:pt>
                <c:pt idx="60">
                  <c:v>-548927.8599273206</c:v>
                </c:pt>
                <c:pt idx="61">
                  <c:v>-607780.6645936526</c:v>
                </c:pt>
                <c:pt idx="62">
                  <c:v>-699703.6306655395</c:v>
                </c:pt>
                <c:pt idx="63">
                  <c:v>-110627.04135411723</c:v>
                </c:pt>
                <c:pt idx="64">
                  <c:v>101391.09046269633</c:v>
                </c:pt>
                <c:pt idx="65">
                  <c:v>217321.26887008714</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-330773.67389554525</c:v>
                </c:pt>
                <c:pt idx="1">
                  <c:v>-453982.70690294344</c:v>
                </c:pt>
                <c:pt idx="2">
                  <c:v>-594174.2038621702</c:v>
                </c:pt>
                <c:pt idx="3">
                  <c:v>-481051.09432689263</c:v>
                </c:pt>
                <c:pt idx="4">
                  <c:v>-379851.30010482954</c:v>
                </c:pt>
                <c:pt idx="5">
                  <c:v>-429103.5719775261</c:v>
                </c:pt>
                <c:pt idx="6">
                  <c:v>-469685.31488265895</c:v>
                </c:pt>
                <c:pt idx="7">
                  <c:v>-468008.1781006408</c:v>
                </c:pt>
                <c:pt idx="8">
                  <c:v>-290662.0099382797</c:v>
                </c:pt>
                <c:pt idx="9">
                  <c:v>-312344.60478247365</c:v>
                </c:pt>
                <c:pt idx="10">
                  <c:v>-404555.73078411096</c:v>
                </c:pt>
                <c:pt idx="11">
                  <c:v>-288067.1231795284</c:v>
                </c:pt>
                <c:pt idx="12">
                  <c:v>-516254.1733498679</c:v>
                </c:pt>
                <c:pt idx="13">
                  <c:v>-431732.6307210242</c:v>
                </c:pt>
                <c:pt idx="14">
                  <c:v>-483550.0841839272</c:v>
                </c:pt>
                <c:pt idx="15">
                  <c:v>-356396.84715218743</c:v>
                </c:pt>
                <c:pt idx="16">
                  <c:v>-413778.86774753634</c:v>
                </c:pt>
                <c:pt idx="17">
                  <c:v>-426055.07750449213</c:v>
                </c:pt>
                <c:pt idx="18">
                  <c:v>-428011.3192412136</c:v>
                </c:pt>
                <c:pt idx="19">
                  <c:v>-366854.0697979992</c:v>
                </c:pt>
                <c:pt idx="20">
                  <c:v>-433029.59547902684</c:v>
                </c:pt>
                <c:pt idx="21">
                  <c:v>-434433.47043006733</c:v>
                </c:pt>
                <c:pt idx="22">
                  <c:v>-397532.4980242469</c:v>
                </c:pt>
                <c:pt idx="23">
                  <c:v>-221704.41733164652</c:v>
                </c:pt>
                <c:pt idx="24">
                  <c:v>-598453.8465894244</c:v>
                </c:pt>
                <c:pt idx="25">
                  <c:v>-518105.6641953623</c:v>
                </c:pt>
                <c:pt idx="26">
                  <c:v>-388448.8532104451</c:v>
                </c:pt>
                <c:pt idx="27">
                  <c:v>-589770.1919371958</c:v>
                </c:pt>
                <c:pt idx="28">
                  <c:v>-522505.74501365545</c:v>
                </c:pt>
                <c:pt idx="29">
                  <c:v>-342848.10149301484</c:v>
                </c:pt>
                <c:pt idx="30">
                  <c:v>-360429.6367384025</c:v>
                </c:pt>
                <c:pt idx="31">
                  <c:v>-471526.9984048381</c:v>
                </c:pt>
                <c:pt idx="32">
                  <c:v>-345003.242596694</c:v>
                </c:pt>
                <c:pt idx="33">
                  <c:v>-350629.3355097381</c:v>
                </c:pt>
                <c:pt idx="34">
                  <c:v>-464180.50122434454</c:v>
                </c:pt>
                <c:pt idx="35">
                  <c:v>-375650.1552365038</c:v>
                </c:pt>
                <c:pt idx="36">
                  <c:v>-443152.71991205803</c:v>
                </c:pt>
                <c:pt idx="37">
                  <c:v>-418204.9970333372</c:v>
                </c:pt>
                <c:pt idx="38">
                  <c:v>-402004.8494173398</c:v>
                </c:pt>
                <c:pt idx="39">
                  <c:v>-461683.26934448216</c:v>
                </c:pt>
                <c:pt idx="40">
                  <c:v>-606016.7933455878</c:v>
                </c:pt>
                <c:pt idx="41">
                  <c:v>-436577.4151639483</c:v>
                </c:pt>
                <c:pt idx="42">
                  <c:v>-445725.1640870328</c:v>
                </c:pt>
                <c:pt idx="43">
                  <c:v>-402680.5834964558</c:v>
                </c:pt>
                <c:pt idx="44">
                  <c:v>-381985.2646241979</c:v>
                </c:pt>
                <c:pt idx="45">
                  <c:v>-426430.09672475205</c:v>
                </c:pt>
                <c:pt idx="46">
                  <c:v>-533513.3926206415</c:v>
                </c:pt>
                <c:pt idx="47">
                  <c:v>-569128.7125016776</c:v>
                </c:pt>
                <c:pt idx="48">
                  <c:v>-700794.8174766529</c:v>
                </c:pt>
                <c:pt idx="49">
                  <c:v>-542735.2890170078</c:v>
                </c:pt>
                <c:pt idx="50">
                  <c:v>-534441.5253233039</c:v>
                </c:pt>
                <c:pt idx="51">
                  <c:v>-503313.42357140646</c:v>
                </c:pt>
                <c:pt idx="52">
                  <c:v>-583401.4233810706</c:v>
                </c:pt>
                <c:pt idx="53">
                  <c:v>-592289.848567662</c:v>
                </c:pt>
                <c:pt idx="54">
                  <c:v>-498630.43524821167</c:v>
                </c:pt>
                <c:pt idx="55">
                  <c:v>-510174.17504464026</c:v>
                </c:pt>
                <c:pt idx="56">
                  <c:v>-532338.5537984677</c:v>
                </c:pt>
                <c:pt idx="57">
                  <c:v>-463751.8394946201</c:v>
                </c:pt>
                <c:pt idx="58">
                  <c:v>-466518.550408416</c:v>
                </c:pt>
                <c:pt idx="59">
                  <c:v>-406547.76973933895</c:v>
                </c:pt>
                <c:pt idx="60">
                  <c:v>-434300.9731905459</c:v>
                </c:pt>
                <c:pt idx="61">
                  <c:v>-460708.60226714687</c:v>
                </c:pt>
                <c:pt idx="62">
                  <c:v>-763979.1590766537</c:v>
                </c:pt>
                <c:pt idx="63">
                  <c:v>-519604.8558289658</c:v>
                </c:pt>
                <c:pt idx="64">
                  <c:v>-387050.01539855875</c:v>
                </c:pt>
                <c:pt idx="65">
                  <c:v>-302955.90435112105</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4458169.020392465</c:v>
                </c:pt>
                <c:pt idx="1">
                  <c:v>6771733.682366659</c:v>
                </c:pt>
                <c:pt idx="2">
                  <c:v>10260902.609732527</c:v>
                </c:pt>
                <c:pt idx="3">
                  <c:v>8552289.664504364</c:v>
                </c:pt>
                <c:pt idx="4">
                  <c:v>6698684.75909267</c:v>
                </c:pt>
                <c:pt idx="5">
                  <c:v>5619567.76751427</c:v>
                </c:pt>
                <c:pt idx="6">
                  <c:v>4164367.884606596</c:v>
                </c:pt>
                <c:pt idx="7">
                  <c:v>1798772.564072019</c:v>
                </c:pt>
                <c:pt idx="8">
                  <c:v>156718.65454875372</c:v>
                </c:pt>
                <c:pt idx="9">
                  <c:v>97214.61222330769</c:v>
                </c:pt>
                <c:pt idx="10">
                  <c:v>1316544.9171327637</c:v>
                </c:pt>
                <c:pt idx="11">
                  <c:v>2141904.791528759</c:v>
                </c:pt>
                <c:pt idx="12">
                  <c:v>7367920.4523286745</c:v>
                </c:pt>
                <c:pt idx="13">
                  <c:v>6436161.2171425335</c:v>
                </c:pt>
                <c:pt idx="14">
                  <c:v>8424501.447284438</c:v>
                </c:pt>
                <c:pt idx="15">
                  <c:v>6337842.119724827</c:v>
                </c:pt>
                <c:pt idx="16">
                  <c:v>6797623.284066307</c:v>
                </c:pt>
                <c:pt idx="17">
                  <c:v>5349277.613572873</c:v>
                </c:pt>
                <c:pt idx="18">
                  <c:v>3628781.3326240024</c:v>
                </c:pt>
                <c:pt idx="19">
                  <c:v>1337713.5729634385</c:v>
                </c:pt>
                <c:pt idx="20">
                  <c:v>232391.32533556988</c:v>
                </c:pt>
                <c:pt idx="21">
                  <c:v>98560.80818575823</c:v>
                </c:pt>
                <c:pt idx="22">
                  <c:v>1063957.4629648975</c:v>
                </c:pt>
                <c:pt idx="23">
                  <c:v>1588674.3895426379</c:v>
                </c:pt>
                <c:pt idx="24">
                  <c:v>8675375.049743604</c:v>
                </c:pt>
                <c:pt idx="25">
                  <c:v>8074582.913651653</c:v>
                </c:pt>
                <c:pt idx="26">
                  <c:v>6770753.408950742</c:v>
                </c:pt>
                <c:pt idx="27">
                  <c:v>10455973.928301794</c:v>
                </c:pt>
                <c:pt idx="28">
                  <c:v>9096144.564431163</c:v>
                </c:pt>
                <c:pt idx="29">
                  <c:v>4308014.742903763</c:v>
                </c:pt>
                <c:pt idx="30">
                  <c:v>3035818.1819237573</c:v>
                </c:pt>
                <c:pt idx="31">
                  <c:v>1886179.9899301708</c:v>
                </c:pt>
                <c:pt idx="32">
                  <c:v>209686.69374208248</c:v>
                </c:pt>
                <c:pt idx="33">
                  <c:v>169368.59280377763</c:v>
                </c:pt>
                <c:pt idx="34">
                  <c:v>1640030.4712767901</c:v>
                </c:pt>
                <c:pt idx="35">
                  <c:v>2701863.4292809092</c:v>
                </c:pt>
                <c:pt idx="36">
                  <c:v>6380097.244733846</c:v>
                </c:pt>
                <c:pt idx="37">
                  <c:v>6597867.610045979</c:v>
                </c:pt>
                <c:pt idx="38">
                  <c:v>7006675.378856223</c:v>
                </c:pt>
                <c:pt idx="39">
                  <c:v>8200360.415781128</c:v>
                </c:pt>
                <c:pt idx="40">
                  <c:v>10537423.535957599</c:v>
                </c:pt>
                <c:pt idx="41">
                  <c:v>5633692.401709156</c:v>
                </c:pt>
                <c:pt idx="42">
                  <c:v>3480482.4355828543</c:v>
                </c:pt>
                <c:pt idx="43">
                  <c:v>1413190.5412044544</c:v>
                </c:pt>
                <c:pt idx="44">
                  <c:v>222948.4736021646</c:v>
                </c:pt>
                <c:pt idx="45">
                  <c:v>202111.57148923713</c:v>
                </c:pt>
                <c:pt idx="46">
                  <c:v>1882816.6816924924</c:v>
                </c:pt>
                <c:pt idx="47">
                  <c:v>4122489.9307213454</c:v>
                </c:pt>
                <c:pt idx="48">
                  <c:v>9967182.258021131</c:v>
                </c:pt>
                <c:pt idx="49">
                  <c:v>8531876.704041688</c:v>
                </c:pt>
                <c:pt idx="50">
                  <c:v>9377133.025945956</c:v>
                </c:pt>
                <c:pt idx="51">
                  <c:v>8930321.012755405</c:v>
                </c:pt>
                <c:pt idx="52">
                  <c:v>10028791.428162377</c:v>
                </c:pt>
                <c:pt idx="53">
                  <c:v>7616019.170847548</c:v>
                </c:pt>
                <c:pt idx="54">
                  <c:v>3997997.6346042953</c:v>
                </c:pt>
                <c:pt idx="55">
                  <c:v>1748633.700604251</c:v>
                </c:pt>
                <c:pt idx="56">
                  <c:v>335807.68366823444</c:v>
                </c:pt>
                <c:pt idx="57">
                  <c:v>259001.14383051486</c:v>
                </c:pt>
                <c:pt idx="58">
                  <c:v>1582931.8942918843</c:v>
                </c:pt>
                <c:pt idx="59">
                  <c:v>3149256.3333298764</c:v>
                </c:pt>
                <c:pt idx="60">
                  <c:v>6797836.229420271</c:v>
                </c:pt>
                <c:pt idx="61">
                  <c:v>7241734.1469321605</c:v>
                </c:pt>
                <c:pt idx="62">
                  <c:v>13469312.876844719</c:v>
                </c:pt>
                <c:pt idx="63">
                  <c:v>9144447.615194153</c:v>
                </c:pt>
                <c:pt idx="64">
                  <c:v>6556345.756914082</c:v>
                </c:pt>
                <c:pt idx="65">
                  <c:v>3807042.678353225</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310450.28769349423</c:v>
                </c:pt>
                <c:pt idx="1">
                  <c:v>341285.8391544699</c:v>
                </c:pt>
                <c:pt idx="2">
                  <c:v>960337.3459815581</c:v>
                </c:pt>
                <c:pt idx="3">
                  <c:v>3577176.0858988464</c:v>
                </c:pt>
                <c:pt idx="4">
                  <c:v>476493.1230986422</c:v>
                </c:pt>
                <c:pt idx="5">
                  <c:v>1907908.4794282692</c:v>
                </c:pt>
                <c:pt idx="6">
                  <c:v>2663006.7583826557</c:v>
                </c:pt>
                <c:pt idx="7">
                  <c:v>2954077.334109614</c:v>
                </c:pt>
                <c:pt idx="8">
                  <c:v>1187711.157184151</c:v>
                </c:pt>
                <c:pt idx="9">
                  <c:v>2801799.849817276</c:v>
                </c:pt>
                <c:pt idx="10">
                  <c:v>398869.7993225168</c:v>
                </c:pt>
                <c:pt idx="11">
                  <c:v>342045.9648121457</c:v>
                </c:pt>
                <c:pt idx="12">
                  <c:v>4957974.469513628</c:v>
                </c:pt>
                <c:pt idx="13">
                  <c:v>831893.7967679177</c:v>
                </c:pt>
                <c:pt idx="14">
                  <c:v>1548329.44660718</c:v>
                </c:pt>
                <c:pt idx="15">
                  <c:v>565439.7218283615</c:v>
                </c:pt>
                <c:pt idx="16">
                  <c:v>1601200.79606457</c:v>
                </c:pt>
                <c:pt idx="17">
                  <c:v>406447.5530744056</c:v>
                </c:pt>
                <c:pt idx="18">
                  <c:v>489681.43863559945</c:v>
                </c:pt>
                <c:pt idx="19">
                  <c:v>1975014.5053447832</c:v>
                </c:pt>
                <c:pt idx="20">
                  <c:v>2937160.8039714796</c:v>
                </c:pt>
                <c:pt idx="21">
                  <c:v>3306229.0529057146</c:v>
                </c:pt>
                <c:pt idx="22">
                  <c:v>3487726.09904205</c:v>
                </c:pt>
                <c:pt idx="23">
                  <c:v>1661576.0975506525</c:v>
                </c:pt>
                <c:pt idx="24">
                  <c:v>3723081.2477822388</c:v>
                </c:pt>
                <c:pt idx="25">
                  <c:v>2628053.440820476</c:v>
                </c:pt>
                <c:pt idx="26">
                  <c:v>405338.6453982454</c:v>
                </c:pt>
                <c:pt idx="27">
                  <c:v>3335405.6555756247</c:v>
                </c:pt>
                <c:pt idx="28">
                  <c:v>1445734.3723814501</c:v>
                </c:pt>
                <c:pt idx="29">
                  <c:v>2011939.9559347127</c:v>
                </c:pt>
                <c:pt idx="30">
                  <c:v>2436729.6377902096</c:v>
                </c:pt>
                <c:pt idx="31">
                  <c:v>4806839.527723388</c:v>
                </c:pt>
                <c:pt idx="32">
                  <c:v>650808.3989359323</c:v>
                </c:pt>
                <c:pt idx="33">
                  <c:v>1701432.83956328</c:v>
                </c:pt>
                <c:pt idx="34">
                  <c:v>4883110.148343706</c:v>
                </c:pt>
                <c:pt idx="35">
                  <c:v>1018505.1658089411</c:v>
                </c:pt>
                <c:pt idx="36">
                  <c:v>410963.76603520336</c:v>
                </c:pt>
                <c:pt idx="37">
                  <c:v>2842551.955959805</c:v>
                </c:pt>
                <c:pt idx="38">
                  <c:v>705479.3790424783</c:v>
                </c:pt>
                <c:pt idx="39">
                  <c:v>1290566.9760309649</c:v>
                </c:pt>
                <c:pt idx="40">
                  <c:v>2677215.139768181</c:v>
                </c:pt>
                <c:pt idx="41">
                  <c:v>3473170.6209739167</c:v>
                </c:pt>
                <c:pt idx="42">
                  <c:v>1635406.6535494418</c:v>
                </c:pt>
                <c:pt idx="43">
                  <c:v>2330262.2412835136</c:v>
                </c:pt>
                <c:pt idx="44">
                  <c:v>5139059.591666795</c:v>
                </c:pt>
                <c:pt idx="45">
                  <c:v>2444601.9890194517</c:v>
                </c:pt>
                <c:pt idx="46">
                  <c:v>1980556.8048905141</c:v>
                </c:pt>
                <c:pt idx="47">
                  <c:v>4862859.289066166</c:v>
                </c:pt>
                <c:pt idx="48">
                  <c:v>1488652.7491003412</c:v>
                </c:pt>
                <c:pt idx="49">
                  <c:v>4318724.405402779</c:v>
                </c:pt>
                <c:pt idx="50">
                  <c:v>5856044.779152081</c:v>
                </c:pt>
                <c:pt idx="51">
                  <c:v>1270725.5514208185</c:v>
                </c:pt>
                <c:pt idx="52">
                  <c:v>4246693.108029095</c:v>
                </c:pt>
                <c:pt idx="53">
                  <c:v>4867947.568822596</c:v>
                </c:pt>
                <c:pt idx="54">
                  <c:v>3845128.6658616494</c:v>
                </c:pt>
                <c:pt idx="55">
                  <c:v>8616476.888965864</c:v>
                </c:pt>
                <c:pt idx="56">
                  <c:v>3967657.6980159</c:v>
                </c:pt>
                <c:pt idx="57">
                  <c:v>5678013.313752874</c:v>
                </c:pt>
                <c:pt idx="58">
                  <c:v>1576432.6607214226</c:v>
                </c:pt>
                <c:pt idx="59">
                  <c:v>554387.0208080446</c:v>
                </c:pt>
                <c:pt idx="60">
                  <c:v>2013916.6314901137</c:v>
                </c:pt>
                <c:pt idx="61">
                  <c:v>1740496.187713506</c:v>
                </c:pt>
                <c:pt idx="62">
                  <c:v>2092622.6384928415</c:v>
                </c:pt>
                <c:pt idx="63">
                  <c:v>754638.9125287086</c:v>
                </c:pt>
                <c:pt idx="64">
                  <c:v>2160882.661499298</c:v>
                </c:pt>
                <c:pt idx="65">
                  <c:v>2150875.2610398903</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Seasonality</c:v>
                </c:pt>
                <c:pt idx="1">
                  <c:v>Distribution</c:v>
                </c:pt>
                <c:pt idx="2">
                  <c:v>ABA</c:v>
                </c:pt>
                <c:pt idx="3">
                  <c:v>Base</c:v>
                </c:pt>
                <c:pt idx="4">
                  <c:v>Digital_Perform...</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23.673492518243368</c:v>
                </c:pt>
                <c:pt idx="2">
                  <c:v>37.971762534774435</c:v>
                </c:pt>
                <c:pt idx="3">
                  <c:v>52.16684416198105</c:v>
                </c:pt>
                <c:pt idx="4">
                  <c:v>63.77836524820987</c:v>
                </c:pt>
                <c:pt idx="5">
                  <c:v>72.47990710995451</c:v>
                </c:pt>
                <c:pt idx="6">
                  <c:v>80.10689397962693</c:v>
                </c:pt>
                <c:pt idx="7">
                  <c:v>87.35577798413819</c:v>
                </c:pt>
                <c:pt idx="8">
                  <c:v>92.85082446031817</c:v>
                </c:pt>
                <c:pt idx="9">
                  <c:v>96.18159980035068</c:v>
                </c:pt>
                <c:pt idx="10">
                  <c:v>98.31495955825075</c:v>
                </c:pt>
                <c:pt idx="11">
                  <c:v>99.99065549408915</c:v>
                </c:pt>
                <c:pt idx="12">
                  <c:v>101.27048722106522</c:v>
                </c:pt>
                <c:pt idx="13">
                  <c:v>101.44437489570252</c:v>
                </c:pt>
                <c:pt idx="14">
                  <c:v>100.0</c:v>
                </c:pt>
              </c:numCache>
            </c:numRef>
          </c:val>
        </c:ser>
        <c:ser>
          <c:idx val="1"/>
          <c:order val="1"/>
          <c:tx>
            <c:strRef>
              <c:f>Sheet1!$C$1</c:f>
              <c:strCache>
                <c:ptCount val="1"/>
                <c:pt idx="0">
                  <c:v>value</c:v>
                </c:pt>
              </c:strCache>
            </c:strRef>
          </c:tx>
          <c:dPt>
            <c:idx val="0"/>
            <c:spPr>
              <a:solidFill>
                <a:srgbClr val="BCB6FF"/>
              </a:solidFill>
            </c:spPr>
          </c:dPt>
          <c:dPt>
            <c:idx val="1"/>
            <c:spPr>
              <a:solidFill>
                <a:srgbClr val="6B004F"/>
              </a:solidFill>
            </c:spPr>
          </c:dPt>
          <c:dPt>
            <c:idx val="2"/>
            <c:spPr>
              <a:solidFill>
                <a:srgbClr val="D60000"/>
              </a:solidFill>
            </c:spPr>
          </c:dPt>
          <c:dPt>
            <c:idx val="3"/>
            <c:spPr>
              <a:solidFill>
                <a:srgbClr val="8C3BFF"/>
              </a:solidFill>
            </c:spPr>
          </c:dPt>
          <c:dPt>
            <c:idx val="4"/>
            <c:spPr>
              <a:solidFill>
                <a:srgbClr val="00ACC6"/>
              </a:solidFill>
            </c:spPr>
          </c:dPt>
          <c:dPt>
            <c:idx val="5"/>
            <c:spPr>
              <a:solidFill>
                <a:srgbClr val="018700"/>
              </a:solidFill>
            </c:spPr>
          </c:dPt>
          <c:dPt>
            <c:idx val="6"/>
            <c:spPr>
              <a:solidFill>
                <a:srgbClr val="573B00"/>
              </a:solidFill>
            </c:spPr>
          </c:dPt>
          <c:dPt>
            <c:idx val="7"/>
            <c:spPr>
              <a:solidFill>
                <a:srgbClr val="95B577"/>
              </a:solidFill>
            </c:spPr>
          </c:dPt>
          <c:dPt>
            <c:idx val="8"/>
            <c:spPr>
              <a:solidFill>
                <a:srgbClr val="FF7ED1"/>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23.67%</a:t>
                    </a:r>
                  </a:p>
                </c:rich>
              </c:tx>
              <c:dLblPos val="inEnd"/>
              <c:showLegendKey val="0"/>
              <c:showVal val="1"/>
              <c:showCatName val="0"/>
              <c:showSerName val="0"/>
              <c:showPercent val="0"/>
              <c:showBubbleSize val="0"/>
            </c:dLbl>
            <c:dLbl>
              <c:idx val="1"/>
              <c:tx>
                <c:rich>
                  <a:bodyPr/>
                  <a:lstStyle/>
                  <a:p>
                    <a:r>
                      <a:t>14.3%</a:t>
                    </a:r>
                  </a:p>
                </c:rich>
              </c:tx>
              <c:dLblPos val="inEnd"/>
              <c:showLegendKey val="0"/>
              <c:showVal val="1"/>
              <c:showCatName val="0"/>
              <c:showSerName val="0"/>
              <c:showPercent val="0"/>
              <c:showBubbleSize val="0"/>
            </c:dLbl>
            <c:dLbl>
              <c:idx val="2"/>
              <c:tx>
                <c:rich>
                  <a:bodyPr/>
                  <a:lstStyle/>
                  <a:p>
                    <a:r>
                      <a:t>14.2%</a:t>
                    </a:r>
                  </a:p>
                </c:rich>
              </c:tx>
              <c:dLblPos val="inEnd"/>
              <c:showLegendKey val="0"/>
              <c:showVal val="1"/>
              <c:showCatName val="0"/>
              <c:showSerName val="0"/>
              <c:showPercent val="0"/>
              <c:showBubbleSize val="0"/>
            </c:dLbl>
            <c:dLbl>
              <c:idx val="3"/>
              <c:tx>
                <c:rich>
                  <a:bodyPr/>
                  <a:lstStyle/>
                  <a:p>
                    <a:r>
                      <a:t>11.61%</a:t>
                    </a:r>
                  </a:p>
                </c:rich>
              </c:tx>
              <c:dLblPos val="inEnd"/>
              <c:showLegendKey val="0"/>
              <c:showVal val="1"/>
              <c:showCatName val="0"/>
              <c:showSerName val="0"/>
              <c:showPercent val="0"/>
              <c:showBubbleSize val="0"/>
            </c:dLbl>
            <c:dLbl>
              <c:idx val="4"/>
              <c:tx>
                <c:rich>
                  <a:bodyPr/>
                  <a:lstStyle/>
                  <a:p>
                    <a:r>
                      <a:t>8.7%</a:t>
                    </a:r>
                  </a:p>
                </c:rich>
              </c:tx>
              <c:dLblPos val="inEnd"/>
              <c:showLegendKey val="0"/>
              <c:showVal val="1"/>
              <c:showCatName val="0"/>
              <c:showSerName val="0"/>
              <c:showPercent val="0"/>
              <c:showBubbleSize val="0"/>
            </c:dLbl>
            <c:dLbl>
              <c:idx val="5"/>
              <c:tx>
                <c:rich>
                  <a:bodyPr/>
                  <a:lstStyle/>
                  <a:p>
                    <a:r>
                      <a:t>7.63%</a:t>
                    </a:r>
                  </a:p>
                </c:rich>
              </c:tx>
              <c:dLblPos val="inEnd"/>
              <c:showLegendKey val="0"/>
              <c:showVal val="1"/>
              <c:showCatName val="0"/>
              <c:showSerName val="0"/>
              <c:showPercent val="0"/>
              <c:showBubbleSize val="0"/>
            </c:dLbl>
            <c:dLbl>
              <c:idx val="6"/>
              <c:tx>
                <c:rich>
                  <a:bodyPr/>
                  <a:lstStyle/>
                  <a:p>
                    <a:r>
                      <a:t>7.25%</a:t>
                    </a:r>
                  </a:p>
                </c:rich>
              </c:tx>
              <c:dLblPos val="inEnd"/>
              <c:showLegendKey val="0"/>
              <c:showVal val="1"/>
              <c:showCatName val="0"/>
              <c:showSerName val="0"/>
              <c:showPercent val="0"/>
              <c:showBubbleSize val="0"/>
            </c:dLbl>
            <c:dLbl>
              <c:idx val="7"/>
              <c:tx>
                <c:rich>
                  <a:bodyPr/>
                  <a:lstStyle/>
                  <a:p>
                    <a:r>
                      <a:t>5.5%</a:t>
                    </a:r>
                  </a:p>
                </c:rich>
              </c:tx>
              <c:dLblPos val="inEnd"/>
              <c:showLegendKey val="0"/>
              <c:showVal val="1"/>
              <c:showCatName val="0"/>
              <c:showSerName val="0"/>
              <c:showPercent val="0"/>
              <c:showBubbleSize val="0"/>
            </c:dLbl>
            <c:dLbl>
              <c:idx val="8"/>
              <c:tx>
                <c:rich>
                  <a:bodyPr/>
                  <a:lstStyle/>
                  <a:p>
                    <a:r>
                      <a:t>3.33%</a:t>
                    </a:r>
                  </a:p>
                </c:rich>
              </c:tx>
              <c:dLblPos val="inEnd"/>
              <c:showLegendKey val="0"/>
              <c:showVal val="1"/>
              <c:showCatName val="0"/>
              <c:showSerName val="0"/>
              <c:showPercent val="0"/>
              <c:showBubbleSize val="0"/>
            </c:dLbl>
            <c:dLbl>
              <c:idx val="9"/>
              <c:tx>
                <c:rich>
                  <a:bodyPr/>
                  <a:lstStyle/>
                  <a:p>
                    <a:r>
                      <a:t>2.13%</a:t>
                    </a:r>
                  </a:p>
                </c:rich>
              </c:tx>
              <c:dLblPos val="inEnd"/>
              <c:showLegendKey val="0"/>
              <c:showVal val="1"/>
              <c:showCatName val="0"/>
              <c:showSerName val="0"/>
              <c:showPercent val="0"/>
              <c:showBubbleSize val="0"/>
            </c:dLbl>
            <c:dLbl>
              <c:idx val="10"/>
              <c:tx>
                <c:rich>
                  <a:bodyPr/>
                  <a:lstStyle/>
                  <a:p>
                    <a:r>
                      <a:t>1.68%</a:t>
                    </a:r>
                  </a:p>
                </c:rich>
              </c:tx>
              <c:dLblPos val="inEnd"/>
              <c:showLegendKey val="0"/>
              <c:showVal val="1"/>
              <c:showCatName val="0"/>
              <c:showSerName val="0"/>
              <c:showPercent val="0"/>
              <c:showBubbleSize val="0"/>
            </c:dLbl>
            <c:dLbl>
              <c:idx val="11"/>
              <c:tx>
                <c:rich>
                  <a:bodyPr/>
                  <a:lstStyle/>
                  <a:p>
                    <a:r>
                      <a:t>1.28%</a:t>
                    </a:r>
                  </a:p>
                </c:rich>
              </c:tx>
              <c:dLblPos val="inEnd"/>
              <c:showLegendKey val="0"/>
              <c:showVal val="1"/>
              <c:showCatName val="0"/>
              <c:showSerName val="0"/>
              <c:showPercent val="0"/>
              <c:showBubbleSize val="0"/>
            </c:dLbl>
            <c:dLbl>
              <c:idx val="12"/>
              <c:tx>
                <c:rich>
                  <a:bodyPr/>
                  <a:lstStyle/>
                  <a:p>
                    <a:r>
                      <a:t>1.0%</a:t>
                    </a:r>
                  </a:p>
                </c:rich>
              </c:tx>
              <c:dLblPos val="inEnd"/>
              <c:showLegendKey val="0"/>
              <c:showVal val="1"/>
              <c:showCatName val="0"/>
              <c:showSerName val="0"/>
              <c:showPercent val="0"/>
              <c:showBubbleSize val="0"/>
            </c:dLbl>
            <c:dLbl>
              <c:idx val="13"/>
              <c:tx>
                <c:rich>
                  <a:bodyPr/>
                  <a:lstStyle/>
                  <a:p>
                    <a:r>
                      <a:t>-0.83%</a:t>
                    </a:r>
                  </a:p>
                </c:rich>
              </c:tx>
              <c:dLblPos val="inEnd"/>
              <c:showLegendKey val="0"/>
              <c:showVal val="1"/>
              <c:showCatName val="0"/>
              <c:showSerName val="0"/>
              <c:showPercent val="0"/>
              <c:showBubbleSize val="0"/>
            </c:dLbl>
            <c:dLbl>
              <c:idx val="14"/>
              <c:tx>
                <c:rich>
                  <a:bodyPr/>
                  <a:lstStyle/>
                  <a:p>
                    <a:r>
                      <a:t>-1.44%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Seasonality</c:v>
                </c:pt>
                <c:pt idx="1">
                  <c:v>Distribution</c:v>
                </c:pt>
                <c:pt idx="2">
                  <c:v>ABA</c:v>
                </c:pt>
                <c:pt idx="3">
                  <c:v>Base</c:v>
                </c:pt>
                <c:pt idx="4">
                  <c:v>Digital_Perform...</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23.673492518243364</c:v>
                </c:pt>
                <c:pt idx="1">
                  <c:v>14.298270016531067</c:v>
                </c:pt>
                <c:pt idx="2">
                  <c:v>14.19508162720662</c:v>
                </c:pt>
                <c:pt idx="3">
                  <c:v>11.611521086228818</c:v>
                </c:pt>
                <c:pt idx="4">
                  <c:v>8.701541861744635</c:v>
                </c:pt>
                <c:pt idx="5">
                  <c:v>7.62698686967242</c:v>
                </c:pt>
                <c:pt idx="6">
                  <c:v>7.248884004511259</c:v>
                </c:pt>
                <c:pt idx="7">
                  <c:v>5.495046476179981</c:v>
                </c:pt>
                <c:pt idx="8">
                  <c:v>3.3307753400325164</c:v>
                </c:pt>
                <c:pt idx="9">
                  <c:v>2.1333597579000796</c:v>
                </c:pt>
                <c:pt idx="10">
                  <c:v>1.67569593583839</c:v>
                </c:pt>
                <c:pt idx="11">
                  <c:v>1.2798317269760755</c:v>
                </c:pt>
                <c:pt idx="12">
                  <c:v>1.0038403728729546</c:v>
                </c:pt>
                <c:pt idx="13">
                  <c:v>0.8299526982356513</c:v>
                </c:pt>
                <c:pt idx="14">
                  <c:v>1.4443748957025186</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3214100.0</c:v>
                </c:pt>
                <c:pt idx="1">
                  <c:v>5352900.0</c:v>
                </c:pt>
                <c:pt idx="2">
                  <c:v>6463300.0</c:v>
                </c:pt>
                <c:pt idx="3">
                  <c:v>5157200.0</c:v>
                </c:pt>
                <c:pt idx="4">
                  <c:v>4229400.0</c:v>
                </c:pt>
                <c:pt idx="5">
                  <c:v>4496000.0</c:v>
                </c:pt>
                <c:pt idx="6">
                  <c:v>5186100.0</c:v>
                </c:pt>
                <c:pt idx="7">
                  <c:v>5140500.0</c:v>
                </c:pt>
                <c:pt idx="8">
                  <c:v>3042300.0</c:v>
                </c:pt>
                <c:pt idx="9">
                  <c:v>3072700.0</c:v>
                </c:pt>
                <c:pt idx="10">
                  <c:v>4155900.0</c:v>
                </c:pt>
                <c:pt idx="11">
                  <c:v>2930900.0</c:v>
                </c:pt>
                <c:pt idx="12">
                  <c:v>5520700.0</c:v>
                </c:pt>
                <c:pt idx="13">
                  <c:v>4805800.0</c:v>
                </c:pt>
                <c:pt idx="14">
                  <c:v>5086000.0</c:v>
                </c:pt>
                <c:pt idx="15">
                  <c:v>3939400.0</c:v>
                </c:pt>
                <c:pt idx="16">
                  <c:v>4410500.0</c:v>
                </c:pt>
                <c:pt idx="17">
                  <c:v>4950100.0</c:v>
                </c:pt>
                <c:pt idx="18">
                  <c:v>4831500.0</c:v>
                </c:pt>
                <c:pt idx="19">
                  <c:v>3650100.0</c:v>
                </c:pt>
                <c:pt idx="20">
                  <c:v>4894600.0</c:v>
                </c:pt>
                <c:pt idx="21">
                  <c:v>4436800.0</c:v>
                </c:pt>
                <c:pt idx="22">
                  <c:v>4477700.0</c:v>
                </c:pt>
                <c:pt idx="23">
                  <c:v>2263600.0</c:v>
                </c:pt>
                <c:pt idx="24">
                  <c:v>6413000.0</c:v>
                </c:pt>
                <c:pt idx="25">
                  <c:v>5643200.0</c:v>
                </c:pt>
                <c:pt idx="26">
                  <c:v>4185900.0</c:v>
                </c:pt>
                <c:pt idx="27">
                  <c:v>6733800.0</c:v>
                </c:pt>
                <c:pt idx="28">
                  <c:v>5708800.0</c:v>
                </c:pt>
                <c:pt idx="29">
                  <c:v>3729200.0</c:v>
                </c:pt>
                <c:pt idx="30">
                  <c:v>4312300.0</c:v>
                </c:pt>
                <c:pt idx="31">
                  <c:v>5376300.0</c:v>
                </c:pt>
                <c:pt idx="32">
                  <c:v>3890200.0</c:v>
                </c:pt>
                <c:pt idx="33">
                  <c:v>3879200.0</c:v>
                </c:pt>
                <c:pt idx="34">
                  <c:v>4698300.0</c:v>
                </c:pt>
                <c:pt idx="35">
                  <c:v>3904600.0</c:v>
                </c:pt>
                <c:pt idx="36">
                  <c:v>4663200.0</c:v>
                </c:pt>
                <c:pt idx="37">
                  <c:v>4362100.0</c:v>
                </c:pt>
                <c:pt idx="38">
                  <c:v>4624700.0</c:v>
                </c:pt>
                <c:pt idx="39">
                  <c:v>5224300.0</c:v>
                </c:pt>
                <c:pt idx="40">
                  <c:v>6690200.0</c:v>
                </c:pt>
                <c:pt idx="41">
                  <c:v>4793300.0</c:v>
                </c:pt>
                <c:pt idx="42">
                  <c:v>4998800.0</c:v>
                </c:pt>
                <c:pt idx="43">
                  <c:v>4027900.0</c:v>
                </c:pt>
                <c:pt idx="44">
                  <c:v>4282100.0</c:v>
                </c:pt>
                <c:pt idx="45">
                  <c:v>4700400.0</c:v>
                </c:pt>
                <c:pt idx="46">
                  <c:v>5657100.0</c:v>
                </c:pt>
                <c:pt idx="47">
                  <c:v>6403100.0</c:v>
                </c:pt>
                <c:pt idx="48">
                  <c:v>7496700.0</c:v>
                </c:pt>
                <c:pt idx="49">
                  <c:v>5872100.0</c:v>
                </c:pt>
                <c:pt idx="50">
                  <c:v>5590600.0</c:v>
                </c:pt>
                <c:pt idx="51">
                  <c:v>5703200.0</c:v>
                </c:pt>
                <c:pt idx="52">
                  <c:v>6532800.0</c:v>
                </c:pt>
                <c:pt idx="53">
                  <c:v>6934300.0</c:v>
                </c:pt>
                <c:pt idx="54">
                  <c:v>5250700.0</c:v>
                </c:pt>
                <c:pt idx="55">
                  <c:v>5805300.0</c:v>
                </c:pt>
                <c:pt idx="56">
                  <c:v>5736000.0</c:v>
                </c:pt>
                <c:pt idx="57">
                  <c:v>5017100.0</c:v>
                </c:pt>
                <c:pt idx="58">
                  <c:v>5463400.0</c:v>
                </c:pt>
                <c:pt idx="59">
                  <c:v>3090200.0</c:v>
                </c:pt>
                <c:pt idx="60">
                  <c:v>954100.0</c:v>
                </c:pt>
                <c:pt idx="61">
                  <c:v>4464300.0</c:v>
                </c:pt>
                <c:pt idx="62">
                  <c:v>4525100.0</c:v>
                </c:pt>
                <c:pt idx="63">
                  <c:v>9177000.0</c:v>
                </c:pt>
                <c:pt idx="64">
                  <c:v>5713300.0</c:v>
                </c:pt>
                <c:pt idx="65">
                  <c:v>4518500.0</c:v>
                </c:pt>
                <c:pt idx="66">
                  <c:v>3558600.0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3470461.447531072</c:v>
                </c:pt>
                <c:pt idx="1">
                  <c:v>4889879.753288524</c:v>
                </c:pt>
                <c:pt idx="2">
                  <c:v>6465428.2472565295</c:v>
                </c:pt>
                <c:pt idx="3">
                  <c:v>5308636.601215836</c:v>
                </c:pt>
                <c:pt idx="4">
                  <c:v>4171836.7890638644</c:v>
                </c:pt>
                <c:pt idx="5">
                  <c:v>4695711.137562092</c:v>
                </c:pt>
                <c:pt idx="6">
                  <c:v>5231015.6069662785</c:v>
                </c:pt>
                <c:pt idx="7">
                  <c:v>5102241.4159261575</c:v>
                </c:pt>
                <c:pt idx="8">
                  <c:v>3106023.1621745727</c:v>
                </c:pt>
                <c:pt idx="9">
                  <c:v>3328188.1220719023</c:v>
                </c:pt>
                <c:pt idx="10">
                  <c:v>4307576.855281888</c:v>
                </c:pt>
                <c:pt idx="11">
                  <c:v>3028875.56459929</c:v>
                </c:pt>
                <c:pt idx="12">
                  <c:v>5596509.80351781</c:v>
                </c:pt>
                <c:pt idx="13">
                  <c:v>4652657.444207706</c:v>
                </c:pt>
                <c:pt idx="14">
                  <c:v>5237158.523810323</c:v>
                </c:pt>
                <c:pt idx="15">
                  <c:v>3892677.4551379345</c:v>
                </c:pt>
                <c:pt idx="16">
                  <c:v>4486353.832315451</c:v>
                </c:pt>
                <c:pt idx="17">
                  <c:v>4716629.8469993435</c:v>
                </c:pt>
                <c:pt idx="18">
                  <c:v>4699094.67625862</c:v>
                </c:pt>
                <c:pt idx="19">
                  <c:v>3922541.234155295</c:v>
                </c:pt>
                <c:pt idx="20">
                  <c:v>4715441.346902141</c:v>
                </c:pt>
                <c:pt idx="21">
                  <c:v>4709423.057204659</c:v>
                </c:pt>
                <c:pt idx="22">
                  <c:v>4205129.016688647</c:v>
                </c:pt>
                <c:pt idx="23">
                  <c:v>2252552.587329789</c:v>
                </c:pt>
                <c:pt idx="24">
                  <c:v>6373561.6951845605</c:v>
                </c:pt>
                <c:pt idx="25">
                  <c:v>5592989.704481827</c:v>
                </c:pt>
                <c:pt idx="26">
                  <c:v>4198586.984397437</c:v>
                </c:pt>
                <c:pt idx="27">
                  <c:v>6581751.866550852</c:v>
                </c:pt>
                <c:pt idx="28">
                  <c:v>5757087.174346225</c:v>
                </c:pt>
                <c:pt idx="29">
                  <c:v>3738523.8481736546</c:v>
                </c:pt>
                <c:pt idx="30">
                  <c:v>3943052.6019693324</c:v>
                </c:pt>
                <c:pt idx="31">
                  <c:v>5176874.99513908</c:v>
                </c:pt>
                <c:pt idx="32">
                  <c:v>3766776.7054918013</c:v>
                </c:pt>
                <c:pt idx="33">
                  <c:v>3745141.2405311773</c:v>
                </c:pt>
                <c:pt idx="34">
                  <c:v>5037650.0352268545</c:v>
                </c:pt>
                <c:pt idx="35">
                  <c:v>3995993.755940738</c:v>
                </c:pt>
                <c:pt idx="36">
                  <c:v>4652356.79902451</c:v>
                </c:pt>
                <c:pt idx="37">
                  <c:v>4471200.983608079</c:v>
                </c:pt>
                <c:pt idx="38">
                  <c:v>4330965.241218053</c:v>
                </c:pt>
                <c:pt idx="39">
                  <c:v>5099117.212672159</c:v>
                </c:pt>
                <c:pt idx="40">
                  <c:v>6814350.172747955</c:v>
                </c:pt>
                <c:pt idx="41">
                  <c:v>4881054.767018433</c:v>
                </c:pt>
                <c:pt idx="42">
                  <c:v>4910093.131559808</c:v>
                </c:pt>
                <c:pt idx="43">
                  <c:v>4430129.43458982</c:v>
                </c:pt>
                <c:pt idx="44">
                  <c:v>4161569.8249200485</c:v>
                </c:pt>
                <c:pt idx="45">
                  <c:v>4579603.42841344</c:v>
                </c:pt>
                <c:pt idx="46">
                  <c:v>5803056.809108224</c:v>
                </c:pt>
                <c:pt idx="47">
                  <c:v>6156639.29042384</c:v>
                </c:pt>
                <c:pt idx="48">
                  <c:v>7562280.086391044</c:v>
                </c:pt>
                <c:pt idx="49">
                  <c:v>5904317.560359306</c:v>
                </c:pt>
                <c:pt idx="50">
                  <c:v>5902562.367042521</c:v>
                </c:pt>
                <c:pt idx="51">
                  <c:v>5559601.032708179</c:v>
                </c:pt>
                <c:pt idx="52">
                  <c:v>6581704.491786135</c:v>
                </c:pt>
                <c:pt idx="53">
                  <c:v>6699417.217664993</c:v>
                </c:pt>
                <c:pt idx="54">
                  <c:v>5502289.583072258</c:v>
                </c:pt>
                <c:pt idx="55">
                  <c:v>5648463.095379576</c:v>
                </c:pt>
                <c:pt idx="56">
                  <c:v>5819217.910731239</c:v>
                </c:pt>
                <c:pt idx="57">
                  <c:v>5052374.772924423</c:v>
                </c:pt>
                <c:pt idx="58">
                  <c:v>5051822.698235533</c:v>
                </c:pt>
                <c:pt idx="59">
                  <c:v>3361997.536478985</c:v>
                </c:pt>
                <c:pt idx="60">
                  <c:v>909653.8770540771</c:v>
                </c:pt>
                <c:pt idx="61">
                  <c:v>4642613.791376166</c:v>
                </c:pt>
                <c:pt idx="62">
                  <c:v>4980135.663941663</c:v>
                </c:pt>
                <c:pt idx="63">
                  <c:v>8486401.754196635</c:v>
                </c:pt>
                <c:pt idx="64">
                  <c:v>5791759.750233327</c:v>
                </c:pt>
                <c:pt idx="65">
                  <c:v>4269234.439787058</c:v>
                </c:pt>
                <c:pt idx="66">
                  <c:v>3278246.229789655</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101240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667564593.0</c:v>
                </c:pt>
                <c:pt idx="1">
                  <c:v>1162812009.0</c:v>
                </c:pt>
                <c:pt idx="2">
                  <c:v>1546064474.0</c:v>
                </c:pt>
                <c:pt idx="3">
                  <c:v>1259026698.0</c:v>
                </c:pt>
                <c:pt idx="4">
                  <c:v>968472915.0</c:v>
                </c:pt>
                <c:pt idx="5">
                  <c:v>964397757.0</c:v>
                </c:pt>
                <c:pt idx="6">
                  <c:v>1006853395.0</c:v>
                </c:pt>
                <c:pt idx="7">
                  <c:v>898492295.0</c:v>
                </c:pt>
                <c:pt idx="8">
                  <c:v>483855725.0</c:v>
                </c:pt>
                <c:pt idx="9">
                  <c:v>509347981.0</c:v>
                </c:pt>
                <c:pt idx="10">
                  <c:v>737289028.0</c:v>
                </c:pt>
                <c:pt idx="11">
                  <c:v>549397386.0</c:v>
                </c:pt>
                <c:pt idx="12">
                  <c:v>1132014989.0</c:v>
                </c:pt>
                <c:pt idx="13">
                  <c:v>1100193744.0</c:v>
                </c:pt>
                <c:pt idx="14">
                  <c:v>1230082535.0</c:v>
                </c:pt>
                <c:pt idx="15">
                  <c:v>911566209.0</c:v>
                </c:pt>
                <c:pt idx="16">
                  <c:v>1008021336.0</c:v>
                </c:pt>
                <c:pt idx="17">
                  <c:v>998489223.0</c:v>
                </c:pt>
                <c:pt idx="18">
                  <c:v>929310304.0</c:v>
                </c:pt>
                <c:pt idx="19">
                  <c:v>611057592.0</c:v>
                </c:pt>
                <c:pt idx="20">
                  <c:v>757596152.0</c:v>
                </c:pt>
                <c:pt idx="21">
                  <c:v>706083962.0</c:v>
                </c:pt>
                <c:pt idx="22">
                  <c:v>762497798.0</c:v>
                </c:pt>
                <c:pt idx="23">
                  <c:v>426352970.0</c:v>
                </c:pt>
                <c:pt idx="24">
                  <c:v>1348437041.0</c:v>
                </c:pt>
                <c:pt idx="25">
                  <c:v>1323724056.0</c:v>
                </c:pt>
                <c:pt idx="26">
                  <c:v>954967488.0</c:v>
                </c:pt>
                <c:pt idx="27">
                  <c:v>1605586889.0</c:v>
                </c:pt>
                <c:pt idx="28">
                  <c:v>1310644255.0</c:v>
                </c:pt>
                <c:pt idx="29">
                  <c:v>809368859.0</c:v>
                </c:pt>
                <c:pt idx="30">
                  <c:v>842503336.0</c:v>
                </c:pt>
                <c:pt idx="31">
                  <c:v>964934027.0</c:v>
                </c:pt>
                <c:pt idx="32">
                  <c:v>641476449.0</c:v>
                </c:pt>
                <c:pt idx="33">
                  <c:v>611281702.0</c:v>
                </c:pt>
                <c:pt idx="34">
                  <c:v>808292867.0</c:v>
                </c:pt>
                <c:pt idx="35">
                  <c:v>732702617.0</c:v>
                </c:pt>
                <c:pt idx="36">
                  <c:v>971439440.0</c:v>
                </c:pt>
                <c:pt idx="37">
                  <c:v>1008860833.0</c:v>
                </c:pt>
                <c:pt idx="38">
                  <c:v>1107621400.0</c:v>
                </c:pt>
                <c:pt idx="39">
                  <c:v>1249416369.0</c:v>
                </c:pt>
                <c:pt idx="40">
                  <c:v>1497823138.0</c:v>
                </c:pt>
                <c:pt idx="41">
                  <c:v>1030303726.0</c:v>
                </c:pt>
                <c:pt idx="42">
                  <c:v>958691051.0</c:v>
                </c:pt>
                <c:pt idx="43">
                  <c:v>705053188.0</c:v>
                </c:pt>
                <c:pt idx="44">
                  <c:v>706043733.0</c:v>
                </c:pt>
                <c:pt idx="45">
                  <c:v>753321767.0</c:v>
                </c:pt>
                <c:pt idx="46">
                  <c:v>974225109.0</c:v>
                </c:pt>
                <c:pt idx="47">
                  <c:v>1231177556.0</c:v>
                </c:pt>
                <c:pt idx="48">
                  <c:v>1581045518.0</c:v>
                </c:pt>
                <c:pt idx="49">
                  <c:v>1373171697.0</c:v>
                </c:pt>
                <c:pt idx="50">
                  <c:v>1321799934.0</c:v>
                </c:pt>
                <c:pt idx="51">
                  <c:v>1378964344.0</c:v>
                </c:pt>
                <c:pt idx="52">
                  <c:v>1490853250.0</c:v>
                </c:pt>
                <c:pt idx="53">
                  <c:v>1484574009.0</c:v>
                </c:pt>
                <c:pt idx="54">
                  <c:v>1016190356.0</c:v>
                </c:pt>
                <c:pt idx="55">
                  <c:v>967517486.0</c:v>
                </c:pt>
                <c:pt idx="56">
                  <c:v>920849545.0</c:v>
                </c:pt>
                <c:pt idx="57">
                  <c:v>795743088.0</c:v>
                </c:pt>
                <c:pt idx="58">
                  <c:v>907235422.0</c:v>
                </c:pt>
                <c:pt idx="59">
                  <c:v>593513001.0</c:v>
                </c:pt>
                <c:pt idx="60">
                  <c:v>206152387.0</c:v>
                </c:pt>
                <c:pt idx="61">
                  <c:v>942174353.0</c:v>
                </c:pt>
                <c:pt idx="62">
                  <c:v>1035815993.0</c:v>
                </c:pt>
                <c:pt idx="63">
                  <c:v>2187656598.0</c:v>
                </c:pt>
                <c:pt idx="64">
                  <c:v>1344830322.0</c:v>
                </c:pt>
                <c:pt idx="65">
                  <c:v>998367156.0</c:v>
                </c:pt>
                <c:pt idx="66">
                  <c:v>730718530.0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720174205.6166884</c:v>
                </c:pt>
                <c:pt idx="1">
                  <c:v>1063572274.5590986</c:v>
                </c:pt>
                <c:pt idx="2">
                  <c:v>1545865561.2679338</c:v>
                </c:pt>
                <c:pt idx="3">
                  <c:v>1294647628.1308224</c:v>
                </c:pt>
                <c:pt idx="4">
                  <c:v>956755762.7039161</c:v>
                </c:pt>
                <c:pt idx="5">
                  <c:v>1007320530.0354207</c:v>
                </c:pt>
                <c:pt idx="6">
                  <c:v>1015007440.1250755</c:v>
                </c:pt>
                <c:pt idx="7">
                  <c:v>891621645.163543</c:v>
                </c:pt>
                <c:pt idx="8">
                  <c:v>493418856.8201283</c:v>
                </c:pt>
                <c:pt idx="9">
                  <c:v>551078704.2509769</c:v>
                </c:pt>
                <c:pt idx="10">
                  <c:v>764974142.9476514</c:v>
                </c:pt>
                <c:pt idx="11">
                  <c:v>567218395.167009</c:v>
                </c:pt>
                <c:pt idx="12">
                  <c:v>1148540875.6428356</c:v>
                </c:pt>
                <c:pt idx="13">
                  <c:v>1062837503.2180264</c:v>
                </c:pt>
                <c:pt idx="14">
                  <c:v>1264183492.5816553</c:v>
                </c:pt>
                <c:pt idx="15">
                  <c:v>900291162.5591867</c:v>
                </c:pt>
                <c:pt idx="16">
                  <c:v>1024039317.6561596</c:v>
                </c:pt>
                <c:pt idx="17">
                  <c:v>953709869.4463012</c:v>
                </c:pt>
                <c:pt idx="18">
                  <c:v>903997069.9612952</c:v>
                </c:pt>
                <c:pt idx="19">
                  <c:v>658161691.3028761</c:v>
                </c:pt>
                <c:pt idx="20">
                  <c:v>728900700.76067</c:v>
                </c:pt>
                <c:pt idx="21">
                  <c:v>750725652.8726366</c:v>
                </c:pt>
                <c:pt idx="22">
                  <c:v>716367088.0327808</c:v>
                </c:pt>
                <c:pt idx="23">
                  <c:v>424885445.2432858</c:v>
                </c:pt>
                <c:pt idx="24">
                  <c:v>1341431655.7596602</c:v>
                </c:pt>
                <c:pt idx="25">
                  <c:v>1310939583.872283</c:v>
                </c:pt>
                <c:pt idx="26">
                  <c:v>957933583.2050074</c:v>
                </c:pt>
                <c:pt idx="27">
                  <c:v>1569367120.8655496</c:v>
                </c:pt>
                <c:pt idx="28">
                  <c:v>1321240844.4026828</c:v>
                </c:pt>
                <c:pt idx="29">
                  <c:v>811959565.5947343</c:v>
                </c:pt>
                <c:pt idx="30">
                  <c:v>769180050.215188</c:v>
                </c:pt>
                <c:pt idx="31">
                  <c:v>928577192.5714256</c:v>
                </c:pt>
                <c:pt idx="32">
                  <c:v>620974993.9767022</c:v>
                </c:pt>
                <c:pt idx="33">
                  <c:v>589529934.1653616</c:v>
                </c:pt>
                <c:pt idx="34">
                  <c:v>867270894.4855957</c:v>
                </c:pt>
                <c:pt idx="35">
                  <c:v>751360160.3616323</c:v>
                </c:pt>
                <c:pt idx="36">
                  <c:v>967882776.5079968</c:v>
                </c:pt>
                <c:pt idx="37">
                  <c:v>1033496450.0020736</c:v>
                </c:pt>
                <c:pt idx="38">
                  <c:v>1038371485.2396522</c:v>
                </c:pt>
                <c:pt idx="39">
                  <c:v>1214993844.7373567</c:v>
                </c:pt>
                <c:pt idx="40">
                  <c:v>1524838460.097392</c:v>
                </c:pt>
                <c:pt idx="41">
                  <c:v>1048931676.0065097</c:v>
                </c:pt>
                <c:pt idx="42">
                  <c:v>945297890.7413266</c:v>
                </c:pt>
                <c:pt idx="43">
                  <c:v>775207354.1504145</c:v>
                </c:pt>
                <c:pt idx="44">
                  <c:v>688243909.1644135</c:v>
                </c:pt>
                <c:pt idx="45">
                  <c:v>733842051.7633352</c:v>
                </c:pt>
                <c:pt idx="46">
                  <c:v>998000477.9737632</c:v>
                </c:pt>
                <c:pt idx="47">
                  <c:v>1184476689.704168</c:v>
                </c:pt>
                <c:pt idx="48">
                  <c:v>1592591743.5142953</c:v>
                </c:pt>
                <c:pt idx="49">
                  <c:v>1381677652.5168667</c:v>
                </c:pt>
                <c:pt idx="50">
                  <c:v>1396144796.6516995</c:v>
                </c:pt>
                <c:pt idx="51">
                  <c:v>1342949322.3234577</c:v>
                </c:pt>
                <c:pt idx="52">
                  <c:v>1501840143.767316</c:v>
                </c:pt>
                <c:pt idx="53">
                  <c:v>1434160150.4862385</c:v>
                </c:pt>
                <c:pt idx="54">
                  <c:v>1063869076.0973355</c:v>
                </c:pt>
                <c:pt idx="55">
                  <c:v>941194731.1993943</c:v>
                </c:pt>
                <c:pt idx="56">
                  <c:v>933587503.6626385</c:v>
                </c:pt>
                <c:pt idx="57">
                  <c:v>801593035.6156924</c:v>
                </c:pt>
                <c:pt idx="58">
                  <c:v>837645987.5774511</c:v>
                </c:pt>
                <c:pt idx="59">
                  <c:v>644189902.7805492</c:v>
                </c:pt>
                <c:pt idx="60">
                  <c:v>196548913.21507442</c:v>
                </c:pt>
                <c:pt idx="61">
                  <c:v>979733669.2568474</c:v>
                </c:pt>
                <c:pt idx="62">
                  <c:v>1139950578.91012</c:v>
                </c:pt>
                <c:pt idx="63">
                  <c:v>2021018260.6782818</c:v>
                </c:pt>
                <c:pt idx="64">
                  <c:v>1365107118.37998</c:v>
                </c:pt>
                <c:pt idx="65">
                  <c:v>940049071.4086018</c:v>
                </c:pt>
                <c:pt idx="66">
                  <c:v>674342022.6260648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625187918.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Brand_1_Master_A Form_A: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911809.1483620929</c:v>
                </c:pt>
                <c:pt idx="1">
                  <c:v>1437466.831161963</c:v>
                </c:pt>
                <c:pt idx="2">
                  <c:v>1956401.862995809</c:v>
                </c:pt>
                <c:pt idx="3">
                  <c:v>1406902.8304680951</c:v>
                </c:pt>
                <c:pt idx="4">
                  <c:v>1283665.2148189675</c:v>
                </c:pt>
                <c:pt idx="5">
                  <c:v>1205802.8199775026</c:v>
                </c:pt>
                <c:pt idx="6">
                  <c:v>1188464.2807493082</c:v>
                </c:pt>
                <c:pt idx="7">
                  <c:v>1655655.117686708</c:v>
                </c:pt>
                <c:pt idx="8">
                  <c:v>1046535.6425041417</c:v>
                </c:pt>
                <c:pt idx="9">
                  <c:v>679475.191637914</c:v>
                </c:pt>
                <c:pt idx="10">
                  <c:v>943879.6015932102</c:v>
                </c:pt>
                <c:pt idx="11">
                  <c:v>809256.8679590696</c:v>
                </c:pt>
                <c:pt idx="12">
                  <c:v>1287080.6748833763</c:v>
                </c:pt>
                <c:pt idx="13">
                  <c:v>1715109.286697902</c:v>
                </c:pt>
                <c:pt idx="14">
                  <c:v>1538182.884658293</c:v>
                </c:pt>
                <c:pt idx="15">
                  <c:v>954110.7936453847</c:v>
                </c:pt>
                <c:pt idx="16">
                  <c:v>1009168.2688134508</c:v>
                </c:pt>
                <c:pt idx="17">
                  <c:v>1405530.8450613944</c:v>
                </c:pt>
                <c:pt idx="18">
                  <c:v>1584334.334217821</c:v>
                </c:pt>
                <c:pt idx="19">
                  <c:v>1670270.56000061</c:v>
                </c:pt>
                <c:pt idx="20">
                  <c:v>1073235.4756822109</c:v>
                </c:pt>
                <c:pt idx="21">
                  <c:v>1097916.7403909487</c:v>
                </c:pt>
                <c:pt idx="22">
                  <c:v>817426.0740983695</c:v>
                </c:pt>
                <c:pt idx="23">
                  <c:v>484308.73658576945</c:v>
                </c:pt>
                <c:pt idx="24">
                  <c:v>1435691.4921880644</c:v>
                </c:pt>
                <c:pt idx="25">
                  <c:v>1662085.150951233</c:v>
                </c:pt>
                <c:pt idx="26">
                  <c:v>1577091.1314002303</c:v>
                </c:pt>
                <c:pt idx="27">
                  <c:v>1319491.540352788</c:v>
                </c:pt>
                <c:pt idx="28">
                  <c:v>844193.0389558258</c:v>
                </c:pt>
                <c:pt idx="29">
                  <c:v>772706.4039422112</c:v>
                </c:pt>
                <c:pt idx="30">
                  <c:v>642696.3858749287</c:v>
                </c:pt>
                <c:pt idx="31">
                  <c:v>822914.0257897998</c:v>
                </c:pt>
                <c:pt idx="32">
                  <c:v>653117.8030273606</c:v>
                </c:pt>
                <c:pt idx="33">
                  <c:v>514862.5485231846</c:v>
                </c:pt>
                <c:pt idx="34">
                  <c:v>1109932.3736812365</c:v>
                </c:pt>
                <c:pt idx="35">
                  <c:v>1246735.0417379541</c:v>
                </c:pt>
                <c:pt idx="36">
                  <c:v>1166919.6366662146</c:v>
                </c:pt>
                <c:pt idx="37">
                  <c:v>884017.7446091296</c:v>
                </c:pt>
                <c:pt idx="38">
                  <c:v>1118526.0504675955</c:v>
                </c:pt>
                <c:pt idx="39">
                  <c:v>1187702.0880831457</c:v>
                </c:pt>
                <c:pt idx="40">
                  <c:v>1318106.3009665327</c:v>
                </c:pt>
                <c:pt idx="41">
                  <c:v>887292.096609916</c:v>
                </c:pt>
                <c:pt idx="42">
                  <c:v>966914.2106411674</c:v>
                </c:pt>
                <c:pt idx="43">
                  <c:v>675079.7423046706</c:v>
                </c:pt>
                <c:pt idx="44">
                  <c:v>589088.5679052236</c:v>
                </c:pt>
                <c:pt idx="45">
                  <c:v>1092393.062904463</c:v>
                </c:pt>
                <c:pt idx="46">
                  <c:v>1014588.5541735468</c:v>
                </c:pt>
                <c:pt idx="47">
                  <c:v>1359856.5785303996</c:v>
                </c:pt>
                <c:pt idx="48">
                  <c:v>1948991.5455678427</c:v>
                </c:pt>
                <c:pt idx="49">
                  <c:v>835596.9583955295</c:v>
                </c:pt>
                <c:pt idx="50">
                  <c:v>950325.7212447867</c:v>
                </c:pt>
                <c:pt idx="51">
                  <c:v>1199392.3800197667</c:v>
                </c:pt>
                <c:pt idx="52">
                  <c:v>1058189.414562893</c:v>
                </c:pt>
                <c:pt idx="53">
                  <c:v>994239.4452719976</c:v>
                </c:pt>
                <c:pt idx="54">
                  <c:v>1265563.2689280845</c:v>
                </c:pt>
                <c:pt idx="55">
                  <c:v>1051307.1431970713</c:v>
                </c:pt>
                <c:pt idx="56">
                  <c:v>1326041.6051786717</c:v>
                </c:pt>
                <c:pt idx="57">
                  <c:v>781230.1171066153</c:v>
                </c:pt>
                <c:pt idx="58">
                  <c:v>780130.4045152321</c:v>
                </c:pt>
                <c:pt idx="59">
                  <c:v>632950.5895141627</c:v>
                </c:pt>
                <c:pt idx="60">
                  <c:v>644889.7375279765</c:v>
                </c:pt>
                <c:pt idx="61">
                  <c:v>1109932.3736812365</c:v>
                </c:pt>
                <c:pt idx="62">
                  <c:v>1339897.498443875</c:v>
                </c:pt>
                <c:pt idx="63">
                  <c:v>697339.9818320241</c:v>
                </c:pt>
                <c:pt idx="64">
                  <c:v>505282.67446372955</c:v>
                </c:pt>
                <c:pt idx="65">
                  <c:v>401345.99508527905</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406149.85760791524</c:v>
                </c:pt>
                <c:pt idx="1">
                  <c:v>406149.85760791524</c:v>
                </c:pt>
                <c:pt idx="2">
                  <c:v>507687.32200989407</c:v>
                </c:pt>
                <c:pt idx="3">
                  <c:v>406149.85760791524</c:v>
                </c:pt>
                <c:pt idx="4">
                  <c:v>406149.85760791524</c:v>
                </c:pt>
                <c:pt idx="5">
                  <c:v>507687.32200989407</c:v>
                </c:pt>
                <c:pt idx="6">
                  <c:v>406149.85760791524</c:v>
                </c:pt>
                <c:pt idx="7">
                  <c:v>507687.32200989407</c:v>
                </c:pt>
                <c:pt idx="8">
                  <c:v>406149.85760791524</c:v>
                </c:pt>
                <c:pt idx="9">
                  <c:v>406149.85760791524</c:v>
                </c:pt>
                <c:pt idx="10">
                  <c:v>507687.32200989407</c:v>
                </c:pt>
                <c:pt idx="11">
                  <c:v>406149.85760791524</c:v>
                </c:pt>
                <c:pt idx="12">
                  <c:v>406149.85760791524</c:v>
                </c:pt>
                <c:pt idx="13">
                  <c:v>406149.85760791524</c:v>
                </c:pt>
                <c:pt idx="14">
                  <c:v>507687.32200989407</c:v>
                </c:pt>
                <c:pt idx="15">
                  <c:v>406149.85760791524</c:v>
                </c:pt>
                <c:pt idx="16">
                  <c:v>507687.32200989407</c:v>
                </c:pt>
                <c:pt idx="17">
                  <c:v>406149.85760791524</c:v>
                </c:pt>
                <c:pt idx="18">
                  <c:v>406149.85760791524</c:v>
                </c:pt>
                <c:pt idx="19">
                  <c:v>507687.32200989407</c:v>
                </c:pt>
                <c:pt idx="20">
                  <c:v>406149.85760791524</c:v>
                </c:pt>
                <c:pt idx="21">
                  <c:v>406149.85760791524</c:v>
                </c:pt>
                <c:pt idx="22">
                  <c:v>507687.32200989407</c:v>
                </c:pt>
                <c:pt idx="23">
                  <c:v>406149.85760791524</c:v>
                </c:pt>
                <c:pt idx="24">
                  <c:v>507687.32200989407</c:v>
                </c:pt>
                <c:pt idx="25">
                  <c:v>406149.85760791524</c:v>
                </c:pt>
                <c:pt idx="26">
                  <c:v>406149.85760791524</c:v>
                </c:pt>
                <c:pt idx="27">
                  <c:v>406149.85760791524</c:v>
                </c:pt>
                <c:pt idx="28">
                  <c:v>507687.32200989407</c:v>
                </c:pt>
                <c:pt idx="29">
                  <c:v>406149.85760791524</c:v>
                </c:pt>
                <c:pt idx="30">
                  <c:v>406149.85760791524</c:v>
                </c:pt>
                <c:pt idx="31">
                  <c:v>507687.32200989407</c:v>
                </c:pt>
                <c:pt idx="32">
                  <c:v>406149.85760791524</c:v>
                </c:pt>
                <c:pt idx="33">
                  <c:v>507687.32200989407</c:v>
                </c:pt>
                <c:pt idx="34">
                  <c:v>406149.85760791524</c:v>
                </c:pt>
                <c:pt idx="35">
                  <c:v>406149.85760791524</c:v>
                </c:pt>
                <c:pt idx="36">
                  <c:v>507687.32200989407</c:v>
                </c:pt>
                <c:pt idx="37">
                  <c:v>406149.85760791524</c:v>
                </c:pt>
                <c:pt idx="38">
                  <c:v>406149.85760791524</c:v>
                </c:pt>
                <c:pt idx="39">
                  <c:v>406149.85760791524</c:v>
                </c:pt>
                <c:pt idx="40">
                  <c:v>507687.32200989407</c:v>
                </c:pt>
                <c:pt idx="41">
                  <c:v>406149.85760791524</c:v>
                </c:pt>
                <c:pt idx="42">
                  <c:v>507687.32200989407</c:v>
                </c:pt>
                <c:pt idx="43">
                  <c:v>406149.85760791524</c:v>
                </c:pt>
                <c:pt idx="44">
                  <c:v>406149.85760791524</c:v>
                </c:pt>
                <c:pt idx="45">
                  <c:v>507687.32200989407</c:v>
                </c:pt>
                <c:pt idx="46">
                  <c:v>406149.85760791524</c:v>
                </c:pt>
                <c:pt idx="47">
                  <c:v>406149.85760791524</c:v>
                </c:pt>
                <c:pt idx="48">
                  <c:v>507687.32200989407</c:v>
                </c:pt>
                <c:pt idx="49">
                  <c:v>406149.85760791524</c:v>
                </c:pt>
                <c:pt idx="50">
                  <c:v>406149.85760791524</c:v>
                </c:pt>
                <c:pt idx="51">
                  <c:v>507687.32200989407</c:v>
                </c:pt>
                <c:pt idx="52">
                  <c:v>406149.85760791524</c:v>
                </c:pt>
                <c:pt idx="53">
                  <c:v>406149.85760791524</c:v>
                </c:pt>
                <c:pt idx="54">
                  <c:v>507687.32200989407</c:v>
                </c:pt>
                <c:pt idx="55">
                  <c:v>406149.85760791524</c:v>
                </c:pt>
                <c:pt idx="56">
                  <c:v>507687.32200989407</c:v>
                </c:pt>
                <c:pt idx="57">
                  <c:v>406149.85760791524</c:v>
                </c:pt>
                <c:pt idx="58">
                  <c:v>406149.85760791524</c:v>
                </c:pt>
                <c:pt idx="59">
                  <c:v>507687.32200989407</c:v>
                </c:pt>
                <c:pt idx="60">
                  <c:v>406149.85760791524</c:v>
                </c:pt>
                <c:pt idx="61">
                  <c:v>406149.85760791524</c:v>
                </c:pt>
                <c:pt idx="62">
                  <c:v>507687.32200989407</c:v>
                </c:pt>
                <c:pt idx="63">
                  <c:v>406149.85760791524</c:v>
                </c:pt>
                <c:pt idx="64">
                  <c:v>406149.85760791524</c:v>
                </c:pt>
                <c:pt idx="65">
                  <c:v>406149.85760791524</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32173.872829897915</c:v>
                </c:pt>
                <c:pt idx="1">
                  <c:v>257567.32056061167</c:v>
                </c:pt>
                <c:pt idx="2">
                  <c:v>269722.6250180824</c:v>
                </c:pt>
                <c:pt idx="3">
                  <c:v>137034.07360101544</c:v>
                </c:pt>
                <c:pt idx="4">
                  <c:v>6091.7112069331815</c:v>
                </c:pt>
                <c:pt idx="5">
                  <c:v>101090.71727406849</c:v>
                </c:pt>
                <c:pt idx="6">
                  <c:v>11878.326567869784</c:v>
                </c:pt>
                <c:pt idx="7">
                  <c:v>255318.8781586332</c:v>
                </c:pt>
                <c:pt idx="8">
                  <c:v>201043.97844729346</c:v>
                </c:pt>
                <c:pt idx="9">
                  <c:v>350574.316371183</c:v>
                </c:pt>
                <c:pt idx="10">
                  <c:v>158379.34225059542</c:v>
                </c:pt>
                <c:pt idx="11">
                  <c:v>207159.38153184706</c:v>
                </c:pt>
                <c:pt idx="12">
                  <c:v>307676.6237583147</c:v>
                </c:pt>
                <c:pt idx="13">
                  <c:v>27268.01729252973</c:v>
                </c:pt>
                <c:pt idx="14">
                  <c:v>193280.7147397944</c:v>
                </c:pt>
                <c:pt idx="15">
                  <c:v>145003.05995874875</c:v>
                </c:pt>
                <c:pt idx="16">
                  <c:v>208825.21702695548</c:v>
                </c:pt>
                <c:pt idx="17">
                  <c:v>177647.82825281224</c:v>
                </c:pt>
                <c:pt idx="18">
                  <c:v>107915.37779412104</c:v>
                </c:pt>
                <c:pt idx="19">
                  <c:v>2600.2264255955647</c:v>
                </c:pt>
                <c:pt idx="20">
                  <c:v>473665.6730224268</c:v>
                </c:pt>
                <c:pt idx="21">
                  <c:v>8719.12429356864</c:v>
                </c:pt>
                <c:pt idx="22">
                  <c:v>5619.0429310039235</c:v>
                </c:pt>
                <c:pt idx="23">
                  <c:v>2524.8883146223584</c:v>
                </c:pt>
                <c:pt idx="24">
                  <c:v>683305.3931851962</c:v>
                </c:pt>
                <c:pt idx="25">
                  <c:v>417629.0909856921</c:v>
                </c:pt>
                <c:pt idx="26">
                  <c:v>14724.639990229063</c:v>
                </c:pt>
                <c:pt idx="27">
                  <c:v>597803.7945286438</c:v>
                </c:pt>
                <c:pt idx="28">
                  <c:v>193124.97908689093</c:v>
                </c:pt>
                <c:pt idx="29">
                  <c:v>212201.85402312007</c:v>
                </c:pt>
                <c:pt idx="30">
                  <c:v>214258.38430293286</c:v>
                </c:pt>
                <c:pt idx="31">
                  <c:v>596624.2184307411</c:v>
                </c:pt>
                <c:pt idx="32">
                  <c:v>337250.8584345165</c:v>
                </c:pt>
                <c:pt idx="33">
                  <c:v>4456.587870516651</c:v>
                </c:pt>
                <c:pt idx="34">
                  <c:v>190142.84207756413</c:v>
                </c:pt>
                <c:pt idx="35">
                  <c:v>391687.55284863675</c:v>
                </c:pt>
                <c:pt idx="36">
                  <c:v>371581.2015121343</c:v>
                </c:pt>
                <c:pt idx="37">
                  <c:v>23559.357219685946</c:v>
                </c:pt>
                <c:pt idx="38">
                  <c:v>17937.77814142942</c:v>
                </c:pt>
                <c:pt idx="39">
                  <c:v>413220.76916289865</c:v>
                </c:pt>
                <c:pt idx="40">
                  <c:v>23433.064812823628</c:v>
                </c:pt>
                <c:pt idx="41">
                  <c:v>9159.298207711297</c:v>
                </c:pt>
                <c:pt idx="42">
                  <c:v>399649.90010232</c:v>
                </c:pt>
                <c:pt idx="43">
                  <c:v>211541.6595781113</c:v>
                </c:pt>
                <c:pt idx="44">
                  <c:v>321896.2192746445</c:v>
                </c:pt>
                <c:pt idx="45">
                  <c:v>160310.05795508978</c:v>
                </c:pt>
                <c:pt idx="46">
                  <c:v>535528.1342426694</c:v>
                </c:pt>
                <c:pt idx="47">
                  <c:v>379549.0015546745</c:v>
                </c:pt>
                <c:pt idx="48">
                  <c:v>226833.12927534914</c:v>
                </c:pt>
                <c:pt idx="49">
                  <c:v>397266.33071489225</c:v>
                </c:pt>
                <c:pt idx="50">
                  <c:v>541780.3543386176</c:v>
                </c:pt>
                <c:pt idx="51">
                  <c:v>616778.5518712631</c:v>
                </c:pt>
                <c:pt idx="52">
                  <c:v>456954.15008408815</c:v>
                </c:pt>
                <c:pt idx="53">
                  <c:v>486168.33120767004</c:v>
                </c:pt>
                <c:pt idx="54">
                  <c:v>429776.84081124887</c:v>
                </c:pt>
                <c:pt idx="55">
                  <c:v>716004.4234794783</c:v>
                </c:pt>
                <c:pt idx="56">
                  <c:v>311771.57331583044</c:v>
                </c:pt>
                <c:pt idx="57">
                  <c:v>443365.9684682783</c:v>
                </c:pt>
                <c:pt idx="58">
                  <c:v>255586.7974424376</c:v>
                </c:pt>
                <c:pt idx="59">
                  <c:v>250566.8226958445</c:v>
                </c:pt>
                <c:pt idx="60">
                  <c:v>303710.99153880577</c:v>
                </c:pt>
                <c:pt idx="61">
                  <c:v>501253.7310731843</c:v>
                </c:pt>
                <c:pt idx="62">
                  <c:v>444859.0113284767</c:v>
                </c:pt>
                <c:pt idx="63">
                  <c:v>742504.3977188088</c:v>
                </c:pt>
                <c:pt idx="64">
                  <c:v>515474.67215426796</c:v>
                </c:pt>
                <c:pt idx="65">
                  <c:v>16792.30685531539</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215374.21047461353</c:v>
                </c:pt>
                <c:pt idx="1">
                  <c:v>319560.1840247948</c:v>
                </c:pt>
                <c:pt idx="2">
                  <c:v>337187.4929203843</c:v>
                </c:pt>
                <c:pt idx="3">
                  <c:v>405841.80576051964</c:v>
                </c:pt>
                <c:pt idx="4">
                  <c:v>197478.3601804757</c:v>
                </c:pt>
                <c:pt idx="5">
                  <c:v>375187.2687206777</c:v>
                </c:pt>
                <c:pt idx="6">
                  <c:v>416098.41491880425</c:v>
                </c:pt>
                <c:pt idx="7">
                  <c:v>327254.6992173126</c:v>
                </c:pt>
                <c:pt idx="8">
                  <c:v>216183.4943173039</c:v>
                </c:pt>
                <c:pt idx="9">
                  <c:v>175948.16637311789</c:v>
                </c:pt>
                <c:pt idx="10">
                  <c:v>126840.67761386026</c:v>
                </c:pt>
                <c:pt idx="11">
                  <c:v>244470.2695577799</c:v>
                </c:pt>
                <c:pt idx="12">
                  <c:v>430938.8940888272</c:v>
                </c:pt>
                <c:pt idx="13">
                  <c:v>152139.2325672297</c:v>
                </c:pt>
                <c:pt idx="14">
                  <c:v>274907.7734081471</c:v>
                </c:pt>
                <c:pt idx="15">
                  <c:v>269804.67972358444</c:v>
                </c:pt>
                <c:pt idx="16">
                  <c:v>105608.79785115257</c:v>
                </c:pt>
                <c:pt idx="17">
                  <c:v>370838.71594140556</c:v>
                </c:pt>
                <c:pt idx="18">
                  <c:v>346107.23235793563</c:v>
                </c:pt>
                <c:pt idx="19">
                  <c:v>142353.42363040213</c:v>
                </c:pt>
                <c:pt idx="20">
                  <c:v>360324.00434547296</c:v>
                </c:pt>
                <c:pt idx="21">
                  <c:v>579900.0789125513</c:v>
                </c:pt>
                <c:pt idx="22">
                  <c:v>383817.94556214777</c:v>
                </c:pt>
                <c:pt idx="23">
                  <c:v>2751.222261469106</c:v>
                </c:pt>
                <c:pt idx="24">
                  <c:v>115809.50355835687</c:v>
                </c:pt>
                <c:pt idx="25">
                  <c:v>370883.5827396176</c:v>
                </c:pt>
                <c:pt idx="26">
                  <c:v>349369.4787729179</c:v>
                </c:pt>
                <c:pt idx="27">
                  <c:v>336582.28567376133</c:v>
                </c:pt>
                <c:pt idx="28">
                  <c:v>352015.51930192625</c:v>
                </c:pt>
                <c:pt idx="29">
                  <c:v>182367.06099080577</c:v>
                </c:pt>
                <c:pt idx="30">
                  <c:v>178636.59554311502</c:v>
                </c:pt>
                <c:pt idx="31">
                  <c:v>216959.066031761</c:v>
                </c:pt>
                <c:pt idx="32">
                  <c:v>226375.38205983644</c:v>
                </c:pt>
                <c:pt idx="33">
                  <c:v>352099.74670757836</c:v>
                </c:pt>
                <c:pt idx="34">
                  <c:v>449689.16909822647</c:v>
                </c:pt>
                <c:pt idx="35">
                  <c:v>118669.40909730029</c:v>
                </c:pt>
                <c:pt idx="36">
                  <c:v>3691.797389346718</c:v>
                </c:pt>
                <c:pt idx="37">
                  <c:v>332535.7520037519</c:v>
                </c:pt>
                <c:pt idx="38">
                  <c:v>350541.0976066462</c:v>
                </c:pt>
                <c:pt idx="39">
                  <c:v>126786.83028784275</c:v>
                </c:pt>
                <c:pt idx="40">
                  <c:v>666690.0899644407</c:v>
                </c:pt>
                <c:pt idx="41">
                  <c:v>109529.99154535527</c:v>
                </c:pt>
                <c:pt idx="42">
                  <c:v>387719.302615955</c:v>
                </c:pt>
                <c:pt idx="43">
                  <c:v>384809.88226938667</c:v>
                </c:pt>
                <c:pt idx="44">
                  <c:v>413409.8077595739</c:v>
                </c:pt>
                <c:pt idx="45">
                  <c:v>667177.158136064</c:v>
                </c:pt>
                <c:pt idx="46">
                  <c:v>542949.3820595893</c:v>
                </c:pt>
                <c:pt idx="47">
                  <c:v>207892.57519329916</c:v>
                </c:pt>
                <c:pt idx="48">
                  <c:v>629135.4893882701</c:v>
                </c:pt>
                <c:pt idx="49">
                  <c:v>151715.7668499849</c:v>
                </c:pt>
                <c:pt idx="50">
                  <c:v>258110.17068207194</c:v>
                </c:pt>
                <c:pt idx="51">
                  <c:v>90269.29474434973</c:v>
                </c:pt>
                <c:pt idx="52">
                  <c:v>377424.08110292966</c:v>
                </c:pt>
                <c:pt idx="53">
                  <c:v>579834.8347075733</c:v>
                </c:pt>
                <c:pt idx="54">
                  <c:v>192067.95686260448</c:v>
                </c:pt>
                <c:pt idx="55">
                  <c:v>1915.4776805268932</c:v>
                </c:pt>
                <c:pt idx="56">
                  <c:v>539321.5799899792</c:v>
                </c:pt>
                <c:pt idx="57">
                  <c:v>440211.22871344746</c:v>
                </c:pt>
                <c:pt idx="58">
                  <c:v>358551.38872217183</c:v>
                </c:pt>
                <c:pt idx="59">
                  <c:v>589376.1717922336</c:v>
                </c:pt>
                <c:pt idx="60">
                  <c:v>611502.0928728163</c:v>
                </c:pt>
                <c:pt idx="61">
                  <c:v>500151.8623559272</c:v>
                </c:pt>
                <c:pt idx="62">
                  <c:v>672424.72667966</c:v>
                </c:pt>
                <c:pt idx="63">
                  <c:v>793500.3306602734</c:v>
                </c:pt>
                <c:pt idx="64">
                  <c:v>84227.71424856524</c:v>
                </c:pt>
                <c:pt idx="65">
                  <c:v>218474.88567548123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34926.09406984143</c:v>
                </c:pt>
                <c:pt idx="1">
                  <c:v>67938.81156988087</c:v>
                </c:pt>
                <c:pt idx="2">
                  <c:v>162178.98919666937</c:v>
                </c:pt>
                <c:pt idx="3">
                  <c:v>133455.2518635008</c:v>
                </c:pt>
                <c:pt idx="4">
                  <c:v>5844.421894983808</c:v>
                </c:pt>
                <c:pt idx="5">
                  <c:v>4649.128747961573</c:v>
                </c:pt>
                <c:pt idx="6">
                  <c:v>8704.888497318932</c:v>
                </c:pt>
                <c:pt idx="7">
                  <c:v>125.81957424904044</c:v>
                </c:pt>
                <c:pt idx="8">
                  <c:v>3764.7704593353005</c:v>
                </c:pt>
                <c:pt idx="9">
                  <c:v>5200.261050562591</c:v>
                </c:pt>
                <c:pt idx="10">
                  <c:v>244654.14949233603</c:v>
                </c:pt>
                <c:pt idx="11">
                  <c:v>82312.91564377157</c:v>
                </c:pt>
                <c:pt idx="12">
                  <c:v>2764.1233992659013</c:v>
                </c:pt>
                <c:pt idx="13">
                  <c:v>214243.60375879993</c:v>
                </c:pt>
                <c:pt idx="14">
                  <c:v>139923.59471482638</c:v>
                </c:pt>
                <c:pt idx="15">
                  <c:v>132511.27078790864</c:v>
                </c:pt>
                <c:pt idx="16">
                  <c:v>123983.41342589012</c:v>
                </c:pt>
                <c:pt idx="17">
                  <c:v>218450.85694805207</c:v>
                </c:pt>
                <c:pt idx="18">
                  <c:v>76534.73136175056</c:v>
                </c:pt>
                <c:pt idx="19">
                  <c:v>550.9663556369413</c:v>
                </c:pt>
                <c:pt idx="20">
                  <c:v>90284.344592038</c:v>
                </c:pt>
                <c:pt idx="21">
                  <c:v>105003.4975816953</c:v>
                </c:pt>
                <c:pt idx="22">
                  <c:v>13403.88868563419</c:v>
                </c:pt>
                <c:pt idx="23">
                  <c:v>6033.133100363004</c:v>
                </c:pt>
                <c:pt idx="24">
                  <c:v>9138.130632910226</c:v>
                </c:pt>
                <c:pt idx="25">
                  <c:v>154810.4531585049</c:v>
                </c:pt>
                <c:pt idx="26">
                  <c:v>5470.912530284546</c:v>
                </c:pt>
                <c:pt idx="27">
                  <c:v>5167.056012100338</c:v>
                </c:pt>
                <c:pt idx="28">
                  <c:v>111468.26865422675</c:v>
                </c:pt>
                <c:pt idx="29">
                  <c:v>4894.750629591479</c:v>
                </c:pt>
                <c:pt idx="30">
                  <c:v>4670.51089202136</c:v>
                </c:pt>
                <c:pt idx="31">
                  <c:v>2648.210412032076</c:v>
                </c:pt>
                <c:pt idx="32">
                  <c:v>215930.89801836963</c:v>
                </c:pt>
                <c:pt idx="33">
                  <c:v>185251.9908598064</c:v>
                </c:pt>
                <c:pt idx="34">
                  <c:v>6061.689832970897</c:v>
                </c:pt>
                <c:pt idx="35">
                  <c:v>9666.89059591082</c:v>
                </c:pt>
                <c:pt idx="36">
                  <c:v>99333.21889447745</c:v>
                </c:pt>
                <c:pt idx="37">
                  <c:v>67672.71218721256</c:v>
                </c:pt>
                <c:pt idx="38">
                  <c:v>12850.457847732718</c:v>
                </c:pt>
                <c:pt idx="39">
                  <c:v>378431.1486943783</c:v>
                </c:pt>
                <c:pt idx="40">
                  <c:v>213388.90800216474</c:v>
                </c:pt>
                <c:pt idx="41">
                  <c:v>17017.051630992897</c:v>
                </c:pt>
                <c:pt idx="42">
                  <c:v>6750.8838288954485</c:v>
                </c:pt>
                <c:pt idx="43">
                  <c:v>5977.46608367625</c:v>
                </c:pt>
                <c:pt idx="44">
                  <c:v>7215.682014266542</c:v>
                </c:pt>
                <c:pt idx="45">
                  <c:v>295277.7984234756</c:v>
                </c:pt>
                <c:pt idx="46">
                  <c:v>23.19711914002684</c:v>
                </c:pt>
                <c:pt idx="47">
                  <c:v>76924.60043457596</c:v>
                </c:pt>
                <c:pt idx="48">
                  <c:v>163688.79262518504</c:v>
                </c:pt>
                <c:pt idx="49">
                  <c:v>23689.096199297477</c:v>
                </c:pt>
                <c:pt idx="50">
                  <c:v>2537.918423911803</c:v>
                </c:pt>
                <c:pt idx="51">
                  <c:v>291503.33394824766</c:v>
                </c:pt>
                <c:pt idx="52">
                  <c:v>112719.16036995944</c:v>
                </c:pt>
                <c:pt idx="53">
                  <c:v>323179.5867431318</c:v>
                </c:pt>
                <c:pt idx="54">
                  <c:v>14640.102988218821</c:v>
                </c:pt>
                <c:pt idx="55">
                  <c:v>333248.311540496</c:v>
                </c:pt>
                <c:pt idx="56">
                  <c:v>170719.92540708068</c:v>
                </c:pt>
                <c:pt idx="57">
                  <c:v>204835.70784855695</c:v>
                </c:pt>
                <c:pt idx="58">
                  <c:v>24273.663139712786</c:v>
                </c:pt>
                <c:pt idx="59">
                  <c:v>1666.0985102988793</c:v>
                </c:pt>
                <c:pt idx="60">
                  <c:v>531.1114749477827</c:v>
                </c:pt>
                <c:pt idx="61">
                  <c:v>106682.35749966426</c:v>
                </c:pt>
                <c:pt idx="62">
                  <c:v>222108.3196737581</c:v>
                </c:pt>
                <c:pt idx="63">
                  <c:v>126542.70706557992</c:v>
                </c:pt>
                <c:pt idx="64">
                  <c:v>240633.22991107454</c:v>
                </c:pt>
                <c:pt idx="65">
                  <c:v>9661.82415843601</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44947.41120779532</c:v>
                </c:pt>
                <c:pt idx="1">
                  <c:v>186198.19469379095</c:v>
                </c:pt>
                <c:pt idx="2">
                  <c:v>3031.051879810444</c:v>
                </c:pt>
                <c:pt idx="3">
                  <c:v>0.061024991740791845</c:v>
                </c:pt>
                <c:pt idx="4">
                  <c:v>196511.15063577323</c:v>
                </c:pt>
                <c:pt idx="5">
                  <c:v>2860.7527563203344</c:v>
                </c:pt>
                <c:pt idx="6">
                  <c:v>76550.70010866574</c:v>
                </c:pt>
                <c:pt idx="7">
                  <c:v>183721.89839459726</c:v>
                </c:pt>
                <c:pt idx="8">
                  <c:v>162.08047867823996</c:v>
                </c:pt>
                <c:pt idx="9">
                  <c:v>5550.1418959120665</c:v>
                </c:pt>
                <c:pt idx="10">
                  <c:v>186767.05793088232</c:v>
                </c:pt>
                <c:pt idx="11">
                  <c:v>5025.964624915809</c:v>
                </c:pt>
                <c:pt idx="12">
                  <c:v>193581.68068738774</c:v>
                </c:pt>
                <c:pt idx="13">
                  <c:v>4642.852328608766</c:v>
                </c:pt>
                <c:pt idx="14">
                  <c:v>251766.55937369255</c:v>
                </c:pt>
                <c:pt idx="15">
                  <c:v>157261.68593034995</c:v>
                </c:pt>
                <c:pt idx="16">
                  <c:v>21536.406943991682</c:v>
                </c:pt>
                <c:pt idx="17">
                  <c:v>212573.64463188988</c:v>
                </c:pt>
                <c:pt idx="18">
                  <c:v>61682.969843849445</c:v>
                </c:pt>
                <c:pt idx="19">
                  <c:v>31891.120551443422</c:v>
                </c:pt>
                <c:pt idx="20">
                  <c:v>47438.02556295212</c:v>
                </c:pt>
                <c:pt idx="21">
                  <c:v>109245.93276121846</c:v>
                </c:pt>
                <c:pt idx="22">
                  <c:v>61368.90429413254</c:v>
                </c:pt>
                <c:pt idx="23">
                  <c:v>3302.4999547925872</c:v>
                </c:pt>
                <c:pt idx="24">
                  <c:v>576861.0403437626</c:v>
                </c:pt>
                <c:pt idx="25">
                  <c:v>179746.57550696566</c:v>
                </c:pt>
                <c:pt idx="26">
                  <c:v>59761.05838716034</c:v>
                </c:pt>
                <c:pt idx="27">
                  <c:v>3701.8511361876435</c:v>
                </c:pt>
                <c:pt idx="28">
                  <c:v>2075.9920414384255</c:v>
                </c:pt>
                <c:pt idx="29">
                  <c:v>186999.61751755135</c:v>
                </c:pt>
                <c:pt idx="30">
                  <c:v>352216.28441056155</c:v>
                </c:pt>
                <c:pt idx="31">
                  <c:v>17276.57410496182</c:v>
                </c:pt>
                <c:pt idx="32">
                  <c:v>363121.45159924997</c:v>
                </c:pt>
                <c:pt idx="33">
                  <c:v>372073.12791621644</c:v>
                </c:pt>
                <c:pt idx="34">
                  <c:v>364632.49848219333</c:v>
                </c:pt>
                <c:pt idx="35">
                  <c:v>153522.71432943898</c:v>
                </c:pt>
                <c:pt idx="36">
                  <c:v>337167.49946889805</c:v>
                </c:pt>
                <c:pt idx="37">
                  <c:v>367204.3900643024</c:v>
                </c:pt>
                <c:pt idx="38">
                  <c:v>13597.613096737485</c:v>
                </c:pt>
                <c:pt idx="39">
                  <c:v>2053.2792124655066</c:v>
                </c:pt>
                <c:pt idx="40">
                  <c:v>223754.4789749488</c:v>
                </c:pt>
                <c:pt idx="41">
                  <c:v>96355.49126144113</c:v>
                </c:pt>
                <c:pt idx="42">
                  <c:v>214576.58700149466</c:v>
                </c:pt>
                <c:pt idx="43">
                  <c:v>309548.7458250464</c:v>
                </c:pt>
                <c:pt idx="44">
                  <c:v>102259.11403691999</c:v>
                </c:pt>
                <c:pt idx="45">
                  <c:v>339422.7248865305</c:v>
                </c:pt>
                <c:pt idx="46">
                  <c:v>350856.6041085274</c:v>
                </c:pt>
                <c:pt idx="47">
                  <c:v>2314.8082816078727</c:v>
                </c:pt>
                <c:pt idx="48">
                  <c:v>380141.1914360983</c:v>
                </c:pt>
                <c:pt idx="49">
                  <c:v>183397.51197377214</c:v>
                </c:pt>
                <c:pt idx="50">
                  <c:v>6447.939524837608</c:v>
                </c:pt>
                <c:pt idx="51">
                  <c:v>18257.07898860453</c:v>
                </c:pt>
                <c:pt idx="52">
                  <c:v>137628.33365571668</c:v>
                </c:pt>
                <c:pt idx="53">
                  <c:v>125336.72535427763</c:v>
                </c:pt>
                <c:pt idx="54">
                  <c:v>169792.71839131764</c:v>
                </c:pt>
                <c:pt idx="55">
                  <c:v>190509.69033726343</c:v>
                </c:pt>
                <c:pt idx="56">
                  <c:v>378078.57677187875</c:v>
                </c:pt>
                <c:pt idx="57">
                  <c:v>7799.310460338354</c:v>
                </c:pt>
                <c:pt idx="58">
                  <c:v>10421.997188035008</c:v>
                </c:pt>
                <c:pt idx="59">
                  <c:v>226694.86399852997</c:v>
                </c:pt>
                <c:pt idx="60">
                  <c:v>246174.20026095744</c:v>
                </c:pt>
                <c:pt idx="61">
                  <c:v>143315.23239708366</c:v>
                </c:pt>
                <c:pt idx="62">
                  <c:v>368427.04785421735</c:v>
                </c:pt>
                <c:pt idx="63">
                  <c:v>330456.93387556245</c:v>
                </c:pt>
                <c:pt idx="64">
                  <c:v>5865.9922502493355</c:v>
                </c:pt>
                <c:pt idx="65">
                  <c:v>8274.506375085111</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505606.8581629337</c:v>
                </c:pt>
                <c:pt idx="1">
                  <c:v>553936.1408749239</c:v>
                </c:pt>
                <c:pt idx="2">
                  <c:v>657501.4003069794</c:v>
                </c:pt>
                <c:pt idx="3">
                  <c:v>658660.725655643</c:v>
                </c:pt>
                <c:pt idx="4">
                  <c:v>585102.9736962577</c:v>
                </c:pt>
                <c:pt idx="5">
                  <c:v>615850.2528262486</c:v>
                </c:pt>
                <c:pt idx="6">
                  <c:v>637366.5054768363</c:v>
                </c:pt>
                <c:pt idx="7">
                  <c:v>699908.2216737249</c:v>
                </c:pt>
                <c:pt idx="8">
                  <c:v>558242.9928593761</c:v>
                </c:pt>
                <c:pt idx="9">
                  <c:v>625533.5956584505</c:v>
                </c:pt>
                <c:pt idx="10">
                  <c:v>685991.1200668185</c:v>
                </c:pt>
                <c:pt idx="11">
                  <c:v>588523.9933136479</c:v>
                </c:pt>
                <c:pt idx="12">
                  <c:v>634249.0396171362</c:v>
                </c:pt>
                <c:pt idx="13">
                  <c:v>562809.4144314395</c:v>
                </c:pt>
                <c:pt idx="14">
                  <c:v>715451.6200080542</c:v>
                </c:pt>
                <c:pt idx="15">
                  <c:v>457953.26475047483</c:v>
                </c:pt>
                <c:pt idx="16">
                  <c:v>614596.9907915973</c:v>
                </c:pt>
                <c:pt idx="17">
                  <c:v>594219.4394563071</c:v>
                </c:pt>
                <c:pt idx="18">
                  <c:v>656333.1285662228</c:v>
                </c:pt>
                <c:pt idx="19">
                  <c:v>632306.9498563611</c:v>
                </c:pt>
                <c:pt idx="20">
                  <c:v>691381.0526245363</c:v>
                </c:pt>
                <c:pt idx="21">
                  <c:v>627038.0401305899</c:v>
                </c:pt>
                <c:pt idx="22">
                  <c:v>715602.085934996</c:v>
                </c:pt>
                <c:pt idx="23">
                  <c:v>623998.2293880087</c:v>
                </c:pt>
                <c:pt idx="24">
                  <c:v>908524.2327155536</c:v>
                </c:pt>
                <c:pt idx="25">
                  <c:v>653508.987511877</c:v>
                </c:pt>
                <c:pt idx="26">
                  <c:v>558528.5598544537</c:v>
                </c:pt>
                <c:pt idx="27">
                  <c:v>719759.7023380913</c:v>
                </c:pt>
                <c:pt idx="28">
                  <c:v>769159.333967085</c:v>
                </c:pt>
                <c:pt idx="29">
                  <c:v>549740.8685696921</c:v>
                </c:pt>
                <c:pt idx="30">
                  <c:v>639625.041547532</c:v>
                </c:pt>
                <c:pt idx="31">
                  <c:v>917472.2808747919</c:v>
                </c:pt>
                <c:pt idx="32">
                  <c:v>773458.5413721</c:v>
                </c:pt>
                <c:pt idx="33">
                  <c:v>781527.8809432245</c:v>
                </c:pt>
                <c:pt idx="34">
                  <c:v>690884.2312087446</c:v>
                </c:pt>
                <c:pt idx="35">
                  <c:v>608870.5315351101</c:v>
                </c:pt>
                <c:pt idx="36">
                  <c:v>734451.5518022416</c:v>
                </c:pt>
                <c:pt idx="37">
                  <c:v>649934.8373051477</c:v>
                </c:pt>
                <c:pt idx="38">
                  <c:v>669154.5623732656</c:v>
                </c:pt>
                <c:pt idx="39">
                  <c:v>773013.4060113763</c:v>
                </c:pt>
                <c:pt idx="40">
                  <c:v>764387.2964182156</c:v>
                </c:pt>
                <c:pt idx="41">
                  <c:v>636541.5593256366</c:v>
                </c:pt>
                <c:pt idx="42">
                  <c:v>783960.1503747341</c:v>
                </c:pt>
                <c:pt idx="43">
                  <c:v>621548.2493636918</c:v>
                </c:pt>
                <c:pt idx="44">
                  <c:v>683446.6708816609</c:v>
                </c:pt>
                <c:pt idx="45">
                  <c:v>783789.1953044086</c:v>
                </c:pt>
                <c:pt idx="46">
                  <c:v>770990.1011104991</c:v>
                </c:pt>
                <c:pt idx="47">
                  <c:v>704151.3766924435</c:v>
                </c:pt>
                <c:pt idx="48">
                  <c:v>880226.9100934626</c:v>
                </c:pt>
                <c:pt idx="49">
                  <c:v>684330.2340135231</c:v>
                </c:pt>
                <c:pt idx="50">
                  <c:v>756067.5045035661</c:v>
                </c:pt>
                <c:pt idx="51">
                  <c:v>849686.4370471353</c:v>
                </c:pt>
                <c:pt idx="52">
                  <c:v>619583.9255374263</c:v>
                </c:pt>
                <c:pt idx="53">
                  <c:v>681899.5669539789</c:v>
                </c:pt>
                <c:pt idx="54">
                  <c:v>916311.8273500714</c:v>
                </c:pt>
                <c:pt idx="55">
                  <c:v>808286.1609356697</c:v>
                </c:pt>
                <c:pt idx="56">
                  <c:v>952014.3789372604</c:v>
                </c:pt>
                <c:pt idx="57">
                  <c:v>784092.837730734</c:v>
                </c:pt>
                <c:pt idx="58">
                  <c:v>860536.9178453939</c:v>
                </c:pt>
                <c:pt idx="59">
                  <c:v>830954.4523764736</c:v>
                </c:pt>
                <c:pt idx="60">
                  <c:v>783026.5923573386</c:v>
                </c:pt>
                <c:pt idx="61">
                  <c:v>713105.2661556219</c:v>
                </c:pt>
                <c:pt idx="62">
                  <c:v>914040.1295517161</c:v>
                </c:pt>
                <c:pt idx="63">
                  <c:v>833508.0227200781</c:v>
                </c:pt>
                <c:pt idx="64">
                  <c:v>807489.3541853405</c:v>
                </c:pt>
                <c:pt idx="65">
                  <c:v>681675.0979321807</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53860.56846108211</c:v>
                </c:pt>
                <c:pt idx="1">
                  <c:v>154562.42624319368</c:v>
                </c:pt>
                <c:pt idx="2">
                  <c:v>137744.6390305113</c:v>
                </c:pt>
                <c:pt idx="3">
                  <c:v>76373.03803435001</c:v>
                </c:pt>
                <c:pt idx="4">
                  <c:v>100113.50048594167</c:v>
                </c:pt>
                <c:pt idx="5">
                  <c:v>130899.33873755553</c:v>
                </c:pt>
                <c:pt idx="6">
                  <c:v>196579.57921767118</c:v>
                </c:pt>
                <c:pt idx="7">
                  <c:v>307140.6765440558</c:v>
                </c:pt>
                <c:pt idx="8">
                  <c:v>268203.5496729922</c:v>
                </c:pt>
                <c:pt idx="9">
                  <c:v>283194.8746627197</c:v>
                </c:pt>
                <c:pt idx="10">
                  <c:v>149021.3481929376</c:v>
                </c:pt>
                <c:pt idx="11">
                  <c:v>110832.34469462403</c:v>
                </c:pt>
                <c:pt idx="12">
                  <c:v>82999.78388428917</c:v>
                </c:pt>
                <c:pt idx="13">
                  <c:v>71478.03658989133</c:v>
                </c:pt>
                <c:pt idx="14">
                  <c:v>99098.54299642578</c:v>
                </c:pt>
                <c:pt idx="15">
                  <c:v>121077.13724462982</c:v>
                </c:pt>
                <c:pt idx="16">
                  <c:v>167937.03811202763</c:v>
                </c:pt>
                <c:pt idx="17">
                  <c:v>148517.0929006308</c:v>
                </c:pt>
                <c:pt idx="18">
                  <c:v>218029.95121333684</c:v>
                </c:pt>
                <c:pt idx="19">
                  <c:v>154023.37411085673</c:v>
                </c:pt>
                <c:pt idx="20">
                  <c:v>224488.0576483828</c:v>
                </c:pt>
                <c:pt idx="21">
                  <c:v>231045.19799360726</c:v>
                </c:pt>
                <c:pt idx="22">
                  <c:v>208193.9467493464</c:v>
                </c:pt>
                <c:pt idx="23">
                  <c:v>137168.36999374165</c:v>
                </c:pt>
                <c:pt idx="24">
                  <c:v>279062.42353405256</c:v>
                </c:pt>
                <c:pt idx="25">
                  <c:v>154216.03820662136</c:v>
                </c:pt>
                <c:pt idx="26">
                  <c:v>148162.76136476482</c:v>
                </c:pt>
                <c:pt idx="27">
                  <c:v>244390.33717299823</c:v>
                </c:pt>
                <c:pt idx="28">
                  <c:v>196151.51579189638</c:v>
                </c:pt>
                <c:pt idx="29">
                  <c:v>46919.23098912688</c:v>
                </c:pt>
                <c:pt idx="30">
                  <c:v>25681.666321275905</c:v>
                </c:pt>
                <c:pt idx="31">
                  <c:v>190624.51339286004</c:v>
                </c:pt>
                <c:pt idx="32">
                  <c:v>154635.41997247067</c:v>
                </c:pt>
                <c:pt idx="33">
                  <c:v>120683.92339450288</c:v>
                </c:pt>
                <c:pt idx="34">
                  <c:v>202294.04964020825</c:v>
                </c:pt>
                <c:pt idx="35">
                  <c:v>214021.13008444622</c:v>
                </c:pt>
                <c:pt idx="36">
                  <c:v>182570.3028915194</c:v>
                </c:pt>
                <c:pt idx="37">
                  <c:v>157458.73814059494</c:v>
                </c:pt>
                <c:pt idx="38">
                  <c:v>123538.81239104156</c:v>
                </c:pt>
                <c:pt idx="39">
                  <c:v>275948.5549638077</c:v>
                </c:pt>
                <c:pt idx="40">
                  <c:v>215341.39627633622</c:v>
                </c:pt>
                <c:pt idx="41">
                  <c:v>204026.147165709</c:v>
                </c:pt>
                <c:pt idx="42">
                  <c:v>188989.972375063</c:v>
                </c:pt>
                <c:pt idx="43">
                  <c:v>216800.9876962229</c:v>
                </c:pt>
                <c:pt idx="44">
                  <c:v>235523.5089435007</c:v>
                </c:pt>
                <c:pt idx="45">
                  <c:v>125474.07024139972</c:v>
                </c:pt>
                <c:pt idx="46">
                  <c:v>241107.70428021564</c:v>
                </c:pt>
                <c:pt idx="47">
                  <c:v>276278.7749508501</c:v>
                </c:pt>
                <c:pt idx="48">
                  <c:v>265160.7367480561</c:v>
                </c:pt>
                <c:pt idx="49">
                  <c:v>165546.53620779072</c:v>
                </c:pt>
                <c:pt idx="50">
                  <c:v>258267.32883337254</c:v>
                </c:pt>
                <c:pt idx="51">
                  <c:v>206925.22092712304</c:v>
                </c:pt>
                <c:pt idx="52">
                  <c:v>97005.46760255173</c:v>
                </c:pt>
                <c:pt idx="53">
                  <c:v>171725.0880184512</c:v>
                </c:pt>
                <c:pt idx="54">
                  <c:v>221316.68157794344</c:v>
                </c:pt>
                <c:pt idx="55">
                  <c:v>201488.49723041104</c:v>
                </c:pt>
                <c:pt idx="56">
                  <c:v>246745.10651144083</c:v>
                </c:pt>
                <c:pt idx="57">
                  <c:v>221482.1288411267</c:v>
                </c:pt>
                <c:pt idx="58">
                  <c:v>317943.2206799766</c:v>
                </c:pt>
                <c:pt idx="59">
                  <c:v>211491.27180176857</c:v>
                </c:pt>
                <c:pt idx="60">
                  <c:v>175649.84991767583</c:v>
                </c:pt>
                <c:pt idx="61">
                  <c:v>130233.31205002393</c:v>
                </c:pt>
                <c:pt idx="62">
                  <c:v>65953.94921421327</c:v>
                </c:pt>
                <c:pt idx="63">
                  <c:v>75578.40493828054</c:v>
                </c:pt>
                <c:pt idx="64">
                  <c:v>30934.338717943458</c:v>
                </c:pt>
                <c:pt idx="65">
                  <c:v>76319.2220691601</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572659.9466094935</c:v>
                </c:pt>
                <c:pt idx="1">
                  <c:v>427093.6361865855</c:v>
                </c:pt>
                <c:pt idx="2">
                  <c:v>710651.4630669918</c:v>
                </c:pt>
                <c:pt idx="3">
                  <c:v>125611.18117381031</c:v>
                </c:pt>
                <c:pt idx="4">
                  <c:v>219923.1225322564</c:v>
                </c:pt>
                <c:pt idx="5">
                  <c:v>464609.18336981244</c:v>
                </c:pt>
                <c:pt idx="6">
                  <c:v>1051887.0308247607</c:v>
                </c:pt>
                <c:pt idx="7">
                  <c:v>298177.52030432515</c:v>
                </c:pt>
                <c:pt idx="8">
                  <c:v>25585.89329553703</c:v>
                </c:pt>
                <c:pt idx="9">
                  <c:v>202039.87411686772</c:v>
                </c:pt>
                <c:pt idx="10">
                  <c:v>1012545.8082548752</c:v>
                </c:pt>
                <c:pt idx="11">
                  <c:v>225269.6496671334</c:v>
                </c:pt>
                <c:pt idx="12">
                  <c:v>362370.6712227811</c:v>
                </c:pt>
                <c:pt idx="13">
                  <c:v>434967.20446572197</c:v>
                </c:pt>
                <c:pt idx="14">
                  <c:v>55441.737459327065</c:v>
                </c:pt>
                <c:pt idx="15">
                  <c:v>217925.11739899367</c:v>
                </c:pt>
                <c:pt idx="16">
                  <c:v>251819.06021585187</c:v>
                </c:pt>
                <c:pt idx="17">
                  <c:v>181357.7044647028</c:v>
                </c:pt>
                <c:pt idx="18">
                  <c:v>548147.5415573709</c:v>
                </c:pt>
                <c:pt idx="19">
                  <c:v>130342.15853608042</c:v>
                </c:pt>
                <c:pt idx="20">
                  <c:v>747714.2333833345</c:v>
                </c:pt>
                <c:pt idx="21">
                  <c:v>993280.245658511</c:v>
                </c:pt>
                <c:pt idx="22">
                  <c:v>628617.4600392985</c:v>
                </c:pt>
                <c:pt idx="23">
                  <c:v>77876.16382182641</c:v>
                </c:pt>
                <c:pt idx="24">
                  <c:v>11114.302032059926</c:v>
                </c:pt>
                <c:pt idx="25">
                  <c:v>28022.35733571882</c:v>
                </c:pt>
                <c:pt idx="26">
                  <c:v>7940.1796024927</c:v>
                </c:pt>
                <c:pt idx="27">
                  <c:v>827918.1056623554</c:v>
                </c:pt>
                <c:pt idx="28">
                  <c:v>1145362.6991468363</c:v>
                </c:pt>
                <c:pt idx="29">
                  <c:v>343320.6911470274</c:v>
                </c:pt>
                <c:pt idx="30">
                  <c:v>438112.365892969</c:v>
                </c:pt>
                <c:pt idx="31">
                  <c:v>594613.2085485816</c:v>
                </c:pt>
                <c:pt idx="32">
                  <c:v>206225.6707066593</c:v>
                </c:pt>
                <c:pt idx="33">
                  <c:v>548340.3609225886</c:v>
                </c:pt>
                <c:pt idx="34">
                  <c:v>620982.0964165758</c:v>
                </c:pt>
                <c:pt idx="35">
                  <c:v>264786.4787235894</c:v>
                </c:pt>
                <c:pt idx="36">
                  <c:v>304304.7578916163</c:v>
                </c:pt>
                <c:pt idx="37">
                  <c:v>193948.55380615828</c:v>
                </c:pt>
                <c:pt idx="38">
                  <c:v>446443.61834732664</c:v>
                </c:pt>
                <c:pt idx="39">
                  <c:v>125169.5821729564</c:v>
                </c:pt>
                <c:pt idx="40">
                  <c:v>781771.5870729481</c:v>
                </c:pt>
                <c:pt idx="41">
                  <c:v>995840.0982996878</c:v>
                </c:pt>
                <c:pt idx="42">
                  <c:v>470122.96184581483</c:v>
                </c:pt>
                <c:pt idx="43">
                  <c:v>803915.7284636472</c:v>
                </c:pt>
                <c:pt idx="44">
                  <c:v>200868.8694215411</c:v>
                </c:pt>
                <c:pt idx="45">
                  <c:v>49961.11343692838</c:v>
                </c:pt>
                <c:pt idx="46">
                  <c:v>1069130.0687543305</c:v>
                </c:pt>
                <c:pt idx="47">
                  <c:v>1283210.4011605573</c:v>
                </c:pt>
                <c:pt idx="48">
                  <c:v>718363.3721121898</c:v>
                </c:pt>
                <c:pt idx="49">
                  <c:v>986079.2462932874</c:v>
                </c:pt>
                <c:pt idx="50">
                  <c:v>184771.55179731798</c:v>
                </c:pt>
                <c:pt idx="51">
                  <c:v>224384.05920474068</c:v>
                </c:pt>
                <c:pt idx="52">
                  <c:v>931874.1426027253</c:v>
                </c:pt>
                <c:pt idx="53">
                  <c:v>812381.5343410567</c:v>
                </c:pt>
                <c:pt idx="54">
                  <c:v>277922.27620887605</c:v>
                </c:pt>
                <c:pt idx="55">
                  <c:v>43691.156586702455</c:v>
                </c:pt>
                <c:pt idx="56">
                  <c:v>571237.9989105993</c:v>
                </c:pt>
                <c:pt idx="57">
                  <c:v>565206.8218569341</c:v>
                </c:pt>
                <c:pt idx="58">
                  <c:v>1148066.2330013025</c:v>
                </c:pt>
                <c:pt idx="59">
                  <c:v>549151.9824922292</c:v>
                </c:pt>
                <c:pt idx="60">
                  <c:v>65516.91951228625</c:v>
                </c:pt>
                <c:pt idx="61">
                  <c:v>31663.33756491456</c:v>
                </c:pt>
                <c:pt idx="62">
                  <c:v>1575748.601349637</c:v>
                </c:pt>
                <c:pt idx="63">
                  <c:v>249913.71735157893</c:v>
                </c:pt>
                <c:pt idx="64">
                  <c:v>66541.91679095117</c:v>
                </c:pt>
                <c:pt idx="65">
                  <c:v>410055.4734759434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53656.20574556321</c:v>
                </c:pt>
                <c:pt idx="1">
                  <c:v>555.2770264330293</c:v>
                </c:pt>
                <c:pt idx="2">
                  <c:v>22444.675085994273</c:v>
                </c:pt>
                <c:pt idx="3">
                  <c:v>274.91362409446504</c:v>
                </c:pt>
                <c:pt idx="4">
                  <c:v>39446.6455512896</c:v>
                </c:pt>
                <c:pt idx="5">
                  <c:v>24446.253494456007</c:v>
                </c:pt>
                <c:pt idx="6">
                  <c:v>3554.0020901742378</c:v>
                </c:pt>
                <c:pt idx="7">
                  <c:v>66815.23320713505</c:v>
                </c:pt>
                <c:pt idx="8">
                  <c:v>522.741043836009</c:v>
                </c:pt>
                <c:pt idx="9">
                  <c:v>117147.03869863469</c:v>
                </c:pt>
                <c:pt idx="10">
                  <c:v>102102.96248575326</c:v>
                </c:pt>
                <c:pt idx="11">
                  <c:v>32703.90481465194</c:v>
                </c:pt>
                <c:pt idx="12">
                  <c:v>55209.15201307299</c:v>
                </c:pt>
                <c:pt idx="13">
                  <c:v>69521.57725621328</c:v>
                </c:pt>
                <c:pt idx="14">
                  <c:v>37553.180768378224</c:v>
                </c:pt>
                <c:pt idx="15">
                  <c:v>16896.711161541654</c:v>
                </c:pt>
                <c:pt idx="16">
                  <c:v>51590.72461263451</c:v>
                </c:pt>
                <c:pt idx="17">
                  <c:v>74689.91483742127</c:v>
                </c:pt>
                <c:pt idx="18">
                  <c:v>42827.14039006834</c:v>
                </c:pt>
                <c:pt idx="19">
                  <c:v>37186.90074937675</c:v>
                </c:pt>
                <c:pt idx="20">
                  <c:v>48456.78672699133</c:v>
                </c:pt>
                <c:pt idx="21">
                  <c:v>1407.7905661053094</c:v>
                </c:pt>
                <c:pt idx="22">
                  <c:v>34281.24465096177</c:v>
                </c:pt>
                <c:pt idx="23">
                  <c:v>26717.477338219007</c:v>
                </c:pt>
                <c:pt idx="24">
                  <c:v>53018.34535100616</c:v>
                </c:pt>
                <c:pt idx="25">
                  <c:v>35224.21944341718</c:v>
                </c:pt>
                <c:pt idx="26">
                  <c:v>34947.79836014242</c:v>
                </c:pt>
                <c:pt idx="27">
                  <c:v>31480.81311454154</c:v>
                </c:pt>
                <c:pt idx="28">
                  <c:v>44272.92196020439</c:v>
                </c:pt>
                <c:pt idx="29">
                  <c:v>50894.824546872</c:v>
                </c:pt>
                <c:pt idx="30">
                  <c:v>68427.45632327486</c:v>
                </c:pt>
                <c:pt idx="31">
                  <c:v>58668.57472737123</c:v>
                </c:pt>
                <c:pt idx="32">
                  <c:v>76722.29252943158</c:v>
                </c:pt>
                <c:pt idx="33">
                  <c:v>39034.047569678754</c:v>
                </c:pt>
                <c:pt idx="34">
                  <c:v>2478.838582158183</c:v>
                </c:pt>
                <c:pt idx="35">
                  <c:v>91908.65852014736</c:v>
                </c:pt>
                <c:pt idx="36">
                  <c:v>32767.694680404362</c:v>
                </c:pt>
                <c:pt idx="37">
                  <c:v>25207.58208994657</c:v>
                </c:pt>
                <c:pt idx="38">
                  <c:v>80393.90978242696</c:v>
                </c:pt>
                <c:pt idx="39">
                  <c:v>5193.17913446817</c:v>
                </c:pt>
                <c:pt idx="40">
                  <c:v>1681.7284631491864</c:v>
                </c:pt>
                <c:pt idx="41">
                  <c:v>29649.474786992294</c:v>
                </c:pt>
                <c:pt idx="42">
                  <c:v>44096.33904039105</c:v>
                </c:pt>
                <c:pt idx="43">
                  <c:v>84087.76340483615</c:v>
                </c:pt>
                <c:pt idx="44">
                  <c:v>38840.25155247398</c:v>
                </c:pt>
                <c:pt idx="45">
                  <c:v>28942.87009315834</c:v>
                </c:pt>
                <c:pt idx="46">
                  <c:v>150593.64146308</c:v>
                </c:pt>
                <c:pt idx="47">
                  <c:v>62859.14097674152</c:v>
                </c:pt>
                <c:pt idx="48">
                  <c:v>47616.584456941666</c:v>
                </c:pt>
                <c:pt idx="49">
                  <c:v>1607.892901621226</c:v>
                </c:pt>
                <c:pt idx="50">
                  <c:v>30888.07723028968</c:v>
                </c:pt>
                <c:pt idx="51">
                  <c:v>51588.6359246452</c:v>
                </c:pt>
                <c:pt idx="52">
                  <c:v>46395.198981293084</c:v>
                </c:pt>
                <c:pt idx="53">
                  <c:v>2410.9794586372313</c:v>
                </c:pt>
                <c:pt idx="54">
                  <c:v>96833.38791592189</c:v>
                </c:pt>
                <c:pt idx="55">
                  <c:v>31374.984839328088</c:v>
                </c:pt>
                <c:pt idx="56">
                  <c:v>71329.77054820317</c:v>
                </c:pt>
                <c:pt idx="57">
                  <c:v>92624.70682064974</c:v>
                </c:pt>
                <c:pt idx="58">
                  <c:v>88929.63795917564</c:v>
                </c:pt>
                <c:pt idx="59">
                  <c:v>1708.960579137531</c:v>
                </c:pt>
                <c:pt idx="60">
                  <c:v>33001.80442831553</c:v>
                </c:pt>
                <c:pt idx="61">
                  <c:v>52481.21568298136</c:v>
                </c:pt>
                <c:pt idx="62">
                  <c:v>94316.61056716421</c:v>
                </c:pt>
                <c:pt idx="63">
                  <c:v>63505.4628548801</c:v>
                </c:pt>
                <c:pt idx="64">
                  <c:v>63714.76523149332</c:v>
                </c:pt>
                <c:pt idx="65">
                  <c:v>25259.52502751148</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4887.759435907706</c:v>
                </c:pt>
                <c:pt idx="1">
                  <c:v>93411.2325399261</c:v>
                </c:pt>
                <c:pt idx="2">
                  <c:v>111375.11766283121</c:v>
                </c:pt>
                <c:pt idx="3">
                  <c:v>135739.44762693316</c:v>
                </c:pt>
                <c:pt idx="4">
                  <c:v>61193.14990381801</c:v>
                </c:pt>
                <c:pt idx="5">
                  <c:v>97756.43725853672</c:v>
                </c:pt>
                <c:pt idx="6">
                  <c:v>121625.47174461691</c:v>
                </c:pt>
                <c:pt idx="7">
                  <c:v>4873.651006802516</c:v>
                </c:pt>
                <c:pt idx="8">
                  <c:v>143425.02676256205</c:v>
                </c:pt>
                <c:pt idx="9">
                  <c:v>19983.876756416936</c:v>
                </c:pt>
                <c:pt idx="10">
                  <c:v>1748.0616550455102</c:v>
                </c:pt>
                <c:pt idx="11">
                  <c:v>3957.1712603872525</c:v>
                </c:pt>
                <c:pt idx="12">
                  <c:v>998.4947593142924</c:v>
                </c:pt>
                <c:pt idx="13">
                  <c:v>1301.6817176679124</c:v>
                </c:pt>
                <c:pt idx="14">
                  <c:v>6606.255815658389</c:v>
                </c:pt>
                <c:pt idx="15">
                  <c:v>2416.255388599341</c:v>
                </c:pt>
                <c:pt idx="16">
                  <c:v>163424.60719746098</c:v>
                </c:pt>
                <c:pt idx="17">
                  <c:v>21947.34247877523</c:v>
                </c:pt>
                <c:pt idx="18">
                  <c:v>394.51527538554114</c:v>
                </c:pt>
                <c:pt idx="19">
                  <c:v>52741.9796451225</c:v>
                </c:pt>
                <c:pt idx="20">
                  <c:v>1937.2649273363695</c:v>
                </c:pt>
                <c:pt idx="21">
                  <c:v>5656.530646886164</c:v>
                </c:pt>
                <c:pt idx="22">
                  <c:v>159820.39802090276</c:v>
                </c:pt>
                <c:pt idx="23">
                  <c:v>32286.032942520913</c:v>
                </c:pt>
                <c:pt idx="24">
                  <c:v>15914.012277795908</c:v>
                </c:pt>
                <c:pt idx="25">
                  <c:v>3683.0951882811287</c:v>
                </c:pt>
                <c:pt idx="26">
                  <c:v>7966.465277933439</c:v>
                </c:pt>
                <c:pt idx="27">
                  <c:v>4507.444813016911</c:v>
                </c:pt>
                <c:pt idx="28">
                  <c:v>3599.5226796442594</c:v>
                </c:pt>
                <c:pt idx="29">
                  <c:v>7316.944723714313</c:v>
                </c:pt>
                <c:pt idx="30">
                  <c:v>92823.19687593056</c:v>
                </c:pt>
                <c:pt idx="31">
                  <c:v>136890.09225887997</c:v>
                </c:pt>
                <c:pt idx="32">
                  <c:v>199575.5971469376</c:v>
                </c:pt>
                <c:pt idx="33">
                  <c:v>11348.697969031431</c:v>
                </c:pt>
                <c:pt idx="34">
                  <c:v>4681.559294876002</c:v>
                </c:pt>
                <c:pt idx="35">
                  <c:v>4244.442616510709</c:v>
                </c:pt>
                <c:pt idx="36">
                  <c:v>1702.1440488789135</c:v>
                </c:pt>
                <c:pt idx="37">
                  <c:v>2624.140163057339</c:v>
                </c:pt>
                <c:pt idx="38">
                  <c:v>4462.806853078496</c:v>
                </c:pt>
                <c:pt idx="39">
                  <c:v>3119.395052556661</c:v>
                </c:pt>
                <c:pt idx="40">
                  <c:v>53540.70704290792</c:v>
                </c:pt>
                <c:pt idx="41">
                  <c:v>55183.20770475672</c:v>
                </c:pt>
                <c:pt idx="42">
                  <c:v>123242.65217523224</c:v>
                </c:pt>
                <c:pt idx="43">
                  <c:v>82562.56866293015</c:v>
                </c:pt>
                <c:pt idx="44">
                  <c:v>261828.61939129807</c:v>
                </c:pt>
                <c:pt idx="45">
                  <c:v>100485.34657544778</c:v>
                </c:pt>
                <c:pt idx="46">
                  <c:v>183986.35546843807</c:v>
                </c:pt>
                <c:pt idx="47">
                  <c:v>101713.15519702813</c:v>
                </c:pt>
                <c:pt idx="48">
                  <c:v>201345.36486374252</c:v>
                </c:pt>
                <c:pt idx="49">
                  <c:v>188608.25724719142</c:v>
                </c:pt>
                <c:pt idx="50">
                  <c:v>192241.43085965968</c:v>
                </c:pt>
                <c:pt idx="51">
                  <c:v>6374.534597452164</c:v>
                </c:pt>
                <c:pt idx="52">
                  <c:v>102830.90244904826</c:v>
                </c:pt>
                <c:pt idx="53">
                  <c:v>120164.13207218144</c:v>
                </c:pt>
                <c:pt idx="54">
                  <c:v>136574.29683284895</c:v>
                </c:pt>
                <c:pt idx="55">
                  <c:v>102724.23478877166</c:v>
                </c:pt>
                <c:pt idx="56">
                  <c:v>6935.612942162769</c:v>
                </c:pt>
                <c:pt idx="57">
                  <c:v>143066.77813639748</c:v>
                </c:pt>
                <c:pt idx="58">
                  <c:v>366702.38040700386</c:v>
                </c:pt>
                <c:pt idx="59">
                  <c:v>28549.886560666582</c:v>
                </c:pt>
                <c:pt idx="60">
                  <c:v>120485.08171080501</c:v>
                </c:pt>
                <c:pt idx="61">
                  <c:v>13817.036247525964</c:v>
                </c:pt>
                <c:pt idx="62">
                  <c:v>772.8196810081712</c:v>
                </c:pt>
                <c:pt idx="63">
                  <c:v>983.0359927040788</c:v>
                </c:pt>
                <c:pt idx="64">
                  <c:v>197192.43532008317</c:v>
                </c:pt>
                <c:pt idx="65">
                  <c:v>90384.37312026709</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-59989.84376573251</c:v>
                </c:pt>
                <c:pt idx="1">
                  <c:v>-71762.28983225787</c:v>
                </c:pt>
                <c:pt idx="2">
                  <c:v>-102168.26379297437</c:v>
                </c:pt>
                <c:pt idx="3">
                  <c:v>-53371.88970882211</c:v>
                </c:pt>
                <c:pt idx="4">
                  <c:v>4014.175513780815</c:v>
                </c:pt>
                <c:pt idx="5">
                  <c:v>37498.2284568487</c:v>
                </c:pt>
                <c:pt idx="6">
                  <c:v>77735.26667426564</c:v>
                </c:pt>
                <c:pt idx="7">
                  <c:v>92804.99701815922</c:v>
                </c:pt>
                <c:pt idx="8">
                  <c:v>59401.84161470722</c:v>
                </c:pt>
                <c:pt idx="9">
                  <c:v>23959.814894999836</c:v>
                </c:pt>
                <c:pt idx="10">
                  <c:v>-23131.911785418044</c:v>
                </c:pt>
                <c:pt idx="11">
                  <c:v>-31517.879216096502</c:v>
                </c:pt>
                <c:pt idx="12">
                  <c:v>-87430.99698418626</c:v>
                </c:pt>
                <c:pt idx="13">
                  <c:v>-93558.36559947935</c:v>
                </c:pt>
                <c:pt idx="14">
                  <c:v>-84726.0508248014</c:v>
                </c:pt>
                <c:pt idx="15">
                  <c:v>-13916.97595222846</c:v>
                </c:pt>
                <c:pt idx="16">
                  <c:v>7057.6022664593675</c:v>
                </c:pt>
                <c:pt idx="17">
                  <c:v>57677.147618817005</c:v>
                </c:pt>
                <c:pt idx="18">
                  <c:v>61938.17220154042</c:v>
                </c:pt>
                <c:pt idx="19">
                  <c:v>81155.62772165974</c:v>
                </c:pt>
                <c:pt idx="20">
                  <c:v>93339.73575873848</c:v>
                </c:pt>
                <c:pt idx="21">
                  <c:v>46916.20035172422</c:v>
                </c:pt>
                <c:pt idx="22">
                  <c:v>-15408.8152846753</c:v>
                </c:pt>
                <c:pt idx="23">
                  <c:v>-33929.79734475599</c:v>
                </c:pt>
                <c:pt idx="24">
                  <c:v>-126266.98890403708</c:v>
                </c:pt>
                <c:pt idx="25">
                  <c:v>-114838.79158985839</c:v>
                </c:pt>
                <c:pt idx="26">
                  <c:v>-38582.27467743857</c:v>
                </c:pt>
                <c:pt idx="27">
                  <c:v>-50258.6998735238</c:v>
                </c:pt>
                <c:pt idx="28">
                  <c:v>2622.9081226603944</c:v>
                </c:pt>
                <c:pt idx="29">
                  <c:v>21254.941288832168</c:v>
                </c:pt>
                <c:pt idx="30">
                  <c:v>53894.69643347974</c:v>
                </c:pt>
                <c:pt idx="31">
                  <c:v>88475.69566679612</c:v>
                </c:pt>
                <c:pt idx="32">
                  <c:v>66914.08127616707</c:v>
                </c:pt>
                <c:pt idx="33">
                  <c:v>52344.010508007654</c:v>
                </c:pt>
                <c:pt idx="34">
                  <c:v>-13004.441398968193</c:v>
                </c:pt>
                <c:pt idx="35">
                  <c:v>-50388.00659398654</c:v>
                </c:pt>
                <c:pt idx="36">
                  <c:v>-84910.98391365464</c:v>
                </c:pt>
                <c:pt idx="37">
                  <c:v>-87126.08641659946</c:v>
                </c:pt>
                <c:pt idx="38">
                  <c:v>-66701.16593332107</c:v>
                </c:pt>
                <c:pt idx="39">
                  <c:v>-36996.82978988905</c:v>
                </c:pt>
                <c:pt idx="40">
                  <c:v>21961.032104273512</c:v>
                </c:pt>
                <c:pt idx="41">
                  <c:v>33882.19828571518</c:v>
                </c:pt>
                <c:pt idx="42">
                  <c:v>68084.63768054495</c:v>
                </c:pt>
                <c:pt idx="43">
                  <c:v>78920.85922436963</c:v>
                </c:pt>
                <c:pt idx="44">
                  <c:v>69590.7219466393</c:v>
                </c:pt>
                <c:pt idx="45">
                  <c:v>56452.90880928352</c:v>
                </c:pt>
                <c:pt idx="46">
                  <c:v>-10749.302447725247</c:v>
                </c:pt>
                <c:pt idx="47">
                  <c:v>-85958.55266835613</c:v>
                </c:pt>
                <c:pt idx="48">
                  <c:v>-139456.8060058321</c:v>
                </c:pt>
                <c:pt idx="49">
                  <c:v>-115645.70761367482</c:v>
                </c:pt>
                <c:pt idx="50">
                  <c:v>-70883.41370870944</c:v>
                </c:pt>
                <c:pt idx="51">
                  <c:v>-38788.40796307713</c:v>
                </c:pt>
                <c:pt idx="52">
                  <c:v>15933.497382758615</c:v>
                </c:pt>
                <c:pt idx="53">
                  <c:v>54758.39684799744</c:v>
                </c:pt>
                <c:pt idx="54">
                  <c:v>79388.01329374222</c:v>
                </c:pt>
                <c:pt idx="55">
                  <c:v>126399.11335858161</c:v>
                </c:pt>
                <c:pt idx="56">
                  <c:v>106817.52320567983</c:v>
                </c:pt>
                <c:pt idx="57">
                  <c:v>48947.61508047041</c:v>
                </c:pt>
                <c:pt idx="58">
                  <c:v>-6828.004450555338</c:v>
                </c:pt>
                <c:pt idx="59">
                  <c:v>-79282.21642366867</c:v>
                </c:pt>
                <c:pt idx="60">
                  <c:v>-85844.00905963588</c:v>
                </c:pt>
                <c:pt idx="61">
                  <c:v>-92954.21838981859</c:v>
                </c:pt>
                <c:pt idx="62">
                  <c:v>-105318.71057242961</c:v>
                </c:pt>
                <c:pt idx="63">
                  <c:v>-26682.195449651197</c:v>
                </c:pt>
                <c:pt idx="64">
                  <c:v>17827.58118749575</c:v>
                </c:pt>
                <c:pt idx="65">
                  <c:v>33660.39485710196</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-51264.48368465266</c:v>
                </c:pt>
                <c:pt idx="1">
                  <c:v>-71783.03998289461</c:v>
                </c:pt>
                <c:pt idx="2">
                  <c:v>-94281.65519046113</c:v>
                </c:pt>
                <c:pt idx="3">
                  <c:v>-76340.3436223089</c:v>
                </c:pt>
                <c:pt idx="4">
                  <c:v>-59353.269037837075</c:v>
                </c:pt>
                <c:pt idx="5">
                  <c:v>-66804.79089848175</c:v>
                </c:pt>
                <c:pt idx="6">
                  <c:v>-74884.86955672824</c:v>
                </c:pt>
                <c:pt idx="7">
                  <c:v>-74012.68233154279</c:v>
                </c:pt>
                <c:pt idx="8">
                  <c:v>-45381.500963074446</c:v>
                </c:pt>
                <c:pt idx="9">
                  <c:v>-48837.751181163854</c:v>
                </c:pt>
                <c:pt idx="10">
                  <c:v>-63292.58849865559</c:v>
                </c:pt>
                <c:pt idx="11">
                  <c:v>-44614.655967060775</c:v>
                </c:pt>
                <c:pt idx="12">
                  <c:v>-82232.23636703698</c:v>
                </c:pt>
                <c:pt idx="13">
                  <c:v>-68239.37425194564</c:v>
                </c:pt>
                <c:pt idx="14">
                  <c:v>-75898.96141296215</c:v>
                </c:pt>
                <c:pt idx="15">
                  <c:v>-55790.39913906215</c:v>
                </c:pt>
                <c:pt idx="16">
                  <c:v>-64178.725093947214</c:v>
                </c:pt>
                <c:pt idx="17">
                  <c:v>-67824.84008086193</c:v>
                </c:pt>
                <c:pt idx="18">
                  <c:v>-68178.76368294258</c:v>
                </c:pt>
                <c:pt idx="19">
                  <c:v>-57228.41989204879</c:v>
                </c:pt>
                <c:pt idx="20">
                  <c:v>-69323.41610527481</c:v>
                </c:pt>
                <c:pt idx="21">
                  <c:v>-69438.32626187852</c:v>
                </c:pt>
                <c:pt idx="22">
                  <c:v>-62358.12522574507</c:v>
                </c:pt>
                <c:pt idx="23">
                  <c:v>-33603.77024880036</c:v>
                </c:pt>
                <c:pt idx="24">
                  <c:v>-94984.5932544354</c:v>
                </c:pt>
                <c:pt idx="25">
                  <c:v>-82243.57894296505</c:v>
                </c:pt>
                <c:pt idx="26">
                  <c:v>-60691.499930085316</c:v>
                </c:pt>
                <c:pt idx="27">
                  <c:v>-94233.50900648999</c:v>
                </c:pt>
                <c:pt idx="28">
                  <c:v>-82105.06159642115</c:v>
                </c:pt>
                <c:pt idx="29">
                  <c:v>-53542.845817392736</c:v>
                </c:pt>
                <c:pt idx="30">
                  <c:v>-56407.341882058005</c:v>
                </c:pt>
                <c:pt idx="31">
                  <c:v>-74116.20024568988</c:v>
                </c:pt>
                <c:pt idx="32">
                  <c:v>-54218.509990863706</c:v>
                </c:pt>
                <c:pt idx="33">
                  <c:v>-54499.12676150799</c:v>
                </c:pt>
                <c:pt idx="34">
                  <c:v>-74075.25461337728</c:v>
                </c:pt>
                <c:pt idx="35">
                  <c:v>-59203.506775758426</c:v>
                </c:pt>
                <c:pt idx="36">
                  <c:v>-69081.8160534284</c:v>
                </c:pt>
                <c:pt idx="37">
                  <c:v>-65729.7968066394</c:v>
                </c:pt>
                <c:pt idx="38">
                  <c:v>-63021.85714521025</c:v>
                </c:pt>
                <c:pt idx="39">
                  <c:v>-73006.45681366953</c:v>
                </c:pt>
                <c:pt idx="40">
                  <c:v>-96850.29314249243</c:v>
                </c:pt>
                <c:pt idx="41">
                  <c:v>-69417.65280433912</c:v>
                </c:pt>
                <c:pt idx="42">
                  <c:v>-70260.13228710294</c:v>
                </c:pt>
                <c:pt idx="43">
                  <c:v>-63885.119638160526</c:v>
                </c:pt>
                <c:pt idx="44">
                  <c:v>-60300.83487328639</c:v>
                </c:pt>
                <c:pt idx="45">
                  <c:v>-66990.22704625814</c:v>
                </c:pt>
                <c:pt idx="46">
                  <c:v>-85547.41297451548</c:v>
                </c:pt>
                <c:pt idx="47">
                  <c:v>-91121.75988436252</c:v>
                </c:pt>
                <c:pt idx="48">
                  <c:v>-111850.21268637548</c:v>
                </c:pt>
                <c:pt idx="49">
                  <c:v>-86131.21263935303</c:v>
                </c:pt>
                <c:pt idx="50">
                  <c:v>-84737.61527639395</c:v>
                </c:pt>
                <c:pt idx="51">
                  <c:v>-78817.07424401716</c:v>
                </c:pt>
                <c:pt idx="52">
                  <c:v>-92721.73945526948</c:v>
                </c:pt>
                <c:pt idx="53">
                  <c:v>-94634.23707083458</c:v>
                </c:pt>
                <c:pt idx="54">
                  <c:v>-78398.27022229802</c:v>
                </c:pt>
                <c:pt idx="55">
                  <c:v>-81705.32680908148</c:v>
                </c:pt>
                <c:pt idx="56">
                  <c:v>-84853.147592519</c:v>
                </c:pt>
                <c:pt idx="57">
                  <c:v>-74296.18228093519</c:v>
                </c:pt>
                <c:pt idx="58">
                  <c:v>-74724.462201933</c:v>
                </c:pt>
                <c:pt idx="59">
                  <c:v>-63629.73028947201</c:v>
                </c:pt>
                <c:pt idx="60">
                  <c:v>-68614.9672790216</c:v>
                </c:pt>
                <c:pt idx="61">
                  <c:v>-73074.02972565932</c:v>
                </c:pt>
                <c:pt idx="62">
                  <c:v>-122363.89719261028</c:v>
                </c:pt>
                <c:pt idx="63">
                  <c:v>-82780.857846762</c:v>
                </c:pt>
                <c:pt idx="64">
                  <c:v>-60785.14633651732</c:v>
                </c:pt>
                <c:pt idx="65">
                  <c:v>-46921.57394002307</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693922.1273987389</c:v>
                </c:pt>
                <c:pt idx="1">
                  <c:v>1072104.1974212462</c:v>
                </c:pt>
                <c:pt idx="2">
                  <c:v>1625895.3027357482</c:v>
                </c:pt>
                <c:pt idx="3">
                  <c:v>1356109.633789624</c:v>
                </c:pt>
                <c:pt idx="4">
                  <c:v>1046240.253556869</c:v>
                </c:pt>
                <c:pt idx="5">
                  <c:v>876193.4782593136</c:v>
                </c:pt>
                <c:pt idx="6">
                  <c:v>665471.6923143577</c:v>
                </c:pt>
                <c:pt idx="7">
                  <c:v>284423.8411105006</c:v>
                </c:pt>
                <c:pt idx="8">
                  <c:v>24230.93454327704</c:v>
                </c:pt>
                <c:pt idx="9">
                  <c:v>15302.221892159492</c:v>
                </c:pt>
                <c:pt idx="10">
                  <c:v>207905.60413266587</c:v>
                </c:pt>
                <c:pt idx="11">
                  <c:v>332338.11830467964</c:v>
                </c:pt>
                <c:pt idx="12">
                  <c:v>1175824.9626950808</c:v>
                </c:pt>
                <c:pt idx="13">
                  <c:v>1016175.4532172254</c:v>
                </c:pt>
                <c:pt idx="14">
                  <c:v>1319828.4423277336</c:v>
                </c:pt>
                <c:pt idx="15">
                  <c:v>987035.0429930342</c:v>
                </c:pt>
                <c:pt idx="16">
                  <c:v>1050430.308797937</c:v>
                </c:pt>
                <c:pt idx="17">
                  <c:v>847113.0380343483</c:v>
                </c:pt>
                <c:pt idx="18">
                  <c:v>575264.9144483117</c:v>
                </c:pt>
                <c:pt idx="19">
                  <c:v>207489.96023017418</c:v>
                </c:pt>
                <c:pt idx="20">
                  <c:v>36823.450463167464</c:v>
                </c:pt>
                <c:pt idx="21">
                  <c:v>15543.97108693017</c:v>
                </c:pt>
                <c:pt idx="22">
                  <c:v>165769.96104870466</c:v>
                </c:pt>
                <c:pt idx="23">
                  <c:v>240040.19402232108</c:v>
                </c:pt>
                <c:pt idx="24">
                  <c:v>1378173.5382173406</c:v>
                </c:pt>
                <c:pt idx="25">
                  <c:v>1286103.7595753935</c:v>
                </c:pt>
                <c:pt idx="26">
                  <c:v>1060191.4749567292</c:v>
                </c:pt>
                <c:pt idx="27">
                  <c:v>1673390.344422529</c:v>
                </c:pt>
                <c:pt idx="28">
                  <c:v>1426502.4854938756</c:v>
                </c:pt>
                <c:pt idx="29">
                  <c:v>671976.3220254692</c:v>
                </c:pt>
                <c:pt idx="30">
                  <c:v>476145.8955270853</c:v>
                </c:pt>
                <c:pt idx="31">
                  <c:v>298997.49184906844</c:v>
                </c:pt>
                <c:pt idx="32">
                  <c:v>33049.29524232857</c:v>
                </c:pt>
                <c:pt idx="33">
                  <c:v>26357.982171241165</c:v>
                </c:pt>
                <c:pt idx="34">
                  <c:v>262948.8339259124</c:v>
                </c:pt>
                <c:pt idx="35">
                  <c:v>425571.70064536633</c:v>
                </c:pt>
                <c:pt idx="36">
                  <c:v>995678.5107301003</c:v>
                </c:pt>
                <c:pt idx="37">
                  <c:v>1039984.5423077813</c:v>
                </c:pt>
                <c:pt idx="38">
                  <c:v>1099511.8032743093</c:v>
                </c:pt>
                <c:pt idx="39">
                  <c:v>1297237.9128867458</c:v>
                </c:pt>
                <c:pt idx="40">
                  <c:v>1673254.030487115</c:v>
                </c:pt>
                <c:pt idx="41">
                  <c:v>890984.1772286233</c:v>
                </c:pt>
                <c:pt idx="42">
                  <c:v>545990.5685638303</c:v>
                </c:pt>
                <c:pt idx="43">
                  <c:v>224694.00352955717</c:v>
                </c:pt>
                <c:pt idx="44">
                  <c:v>35242.83711321101</c:v>
                </c:pt>
                <c:pt idx="45">
                  <c:v>31786.36184697962</c:v>
                </c:pt>
                <c:pt idx="46">
                  <c:v>303357.1233274278</c:v>
                </c:pt>
                <c:pt idx="47">
                  <c:v>662342.7842187725</c:v>
                </c:pt>
                <c:pt idx="48">
                  <c:v>1596287.874989496</c:v>
                </c:pt>
                <c:pt idx="49">
                  <c:v>1362319.391307066</c:v>
                </c:pt>
                <c:pt idx="50">
                  <c:v>1494588.0777892647</c:v>
                </c:pt>
                <c:pt idx="51">
                  <c:v>1402572.0737285814</c:v>
                </c:pt>
                <c:pt idx="52">
                  <c:v>1603955.9146305835</c:v>
                </c:pt>
                <c:pt idx="53">
                  <c:v>1224478.3813471938</c:v>
                </c:pt>
                <c:pt idx="54">
                  <c:v>631958.3824801766</c:v>
                </c:pt>
                <c:pt idx="55">
                  <c:v>280989.88911213184</c:v>
                </c:pt>
                <c:pt idx="56">
                  <c:v>54093.80159242743</c:v>
                </c:pt>
                <c:pt idx="57">
                  <c:v>41322.32424174831</c:v>
                </c:pt>
                <c:pt idx="58">
                  <c:v>253343.88959276146</c:v>
                </c:pt>
                <c:pt idx="59">
                  <c:v>491367.10111362283</c:v>
                </c:pt>
                <c:pt idx="60">
                  <c:v>1070781.7565899636</c:v>
                </c:pt>
                <c:pt idx="61">
                  <c:v>1147295.6317888114</c:v>
                </c:pt>
                <c:pt idx="62">
                  <c:v>2159077.885859249</c:v>
                </c:pt>
                <c:pt idx="63">
                  <c:v>1455466.798823937</c:v>
                </c:pt>
                <c:pt idx="64">
                  <c:v>1028537.9438045827</c:v>
                </c:pt>
                <c:pt idx="65">
                  <c:v>588635.1313166865</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51741.71461558237</c:v>
                </c:pt>
                <c:pt idx="1">
                  <c:v>56880.97319241165</c:v>
                </c:pt>
                <c:pt idx="2">
                  <c:v>160056.2243302597</c:v>
                </c:pt>
                <c:pt idx="3">
                  <c:v>596196.0143164744</c:v>
                </c:pt>
                <c:pt idx="4">
                  <c:v>79415.52051644036</c:v>
                </c:pt>
                <c:pt idx="5">
                  <c:v>317984.7465713782</c:v>
                </c:pt>
                <c:pt idx="6">
                  <c:v>443834.4597304426</c:v>
                </c:pt>
                <c:pt idx="7">
                  <c:v>492346.22235160234</c:v>
                </c:pt>
                <c:pt idx="8">
                  <c:v>197951.8595306918</c:v>
                </c:pt>
                <c:pt idx="9">
                  <c:v>466966.64163621265</c:v>
                </c:pt>
                <c:pt idx="10">
                  <c:v>66478.29988708612</c:v>
                </c:pt>
                <c:pt idx="11">
                  <c:v>57007.660802024286</c:v>
                </c:pt>
                <c:pt idx="12">
                  <c:v>826329.0782522713</c:v>
                </c:pt>
                <c:pt idx="13">
                  <c:v>138648.9661279863</c:v>
                </c:pt>
                <c:pt idx="14">
                  <c:v>258054.9077678633</c:v>
                </c:pt>
                <c:pt idx="15">
                  <c:v>94239.95363806025</c:v>
                </c:pt>
                <c:pt idx="16">
                  <c:v>266866.799344095</c:v>
                </c:pt>
                <c:pt idx="17">
                  <c:v>67741.25884573426</c:v>
                </c:pt>
                <c:pt idx="18">
                  <c:v>81613.57310593323</c:v>
                </c:pt>
                <c:pt idx="19">
                  <c:v>329169.08422413055</c:v>
                </c:pt>
                <c:pt idx="20">
                  <c:v>489526.80066191324</c:v>
                </c:pt>
                <c:pt idx="21">
                  <c:v>551038.1754842858</c:v>
                </c:pt>
                <c:pt idx="22">
                  <c:v>581287.683173675</c:v>
                </c:pt>
                <c:pt idx="23">
                  <c:v>276929.3495917754</c:v>
                </c:pt>
                <c:pt idx="24">
                  <c:v>620513.5412970398</c:v>
                </c:pt>
                <c:pt idx="25">
                  <c:v>438008.9068034127</c:v>
                </c:pt>
                <c:pt idx="26">
                  <c:v>67556.44089970757</c:v>
                </c:pt>
                <c:pt idx="27">
                  <c:v>555900.9425959374</c:v>
                </c:pt>
                <c:pt idx="28">
                  <c:v>240955.72873024168</c:v>
                </c:pt>
                <c:pt idx="29">
                  <c:v>335323.3259891188</c:v>
                </c:pt>
                <c:pt idx="30">
                  <c:v>406121.6062983683</c:v>
                </c:pt>
                <c:pt idx="31">
                  <c:v>801139.9212872313</c:v>
                </c:pt>
                <c:pt idx="32">
                  <c:v>108468.06648932205</c:v>
                </c:pt>
                <c:pt idx="33">
                  <c:v>283572.1399272134</c:v>
                </c:pt>
                <c:pt idx="34">
                  <c:v>813851.6913906176</c:v>
                </c:pt>
                <c:pt idx="35">
                  <c:v>169750.86096815686</c:v>
                </c:pt>
                <c:pt idx="36">
                  <c:v>68493.96100586723</c:v>
                </c:pt>
                <c:pt idx="37">
                  <c:v>473758.65932663414</c:v>
                </c:pt>
                <c:pt idx="38">
                  <c:v>117579.89650707971</c:v>
                </c:pt>
                <c:pt idx="39">
                  <c:v>215094.49600516082</c:v>
                </c:pt>
                <c:pt idx="40">
                  <c:v>446202.5232946968</c:v>
                </c:pt>
                <c:pt idx="41">
                  <c:v>578861.7701623195</c:v>
                </c:pt>
                <c:pt idx="42">
                  <c:v>272567.7755915736</c:v>
                </c:pt>
                <c:pt idx="43">
                  <c:v>388377.04021391895</c:v>
                </c:pt>
                <c:pt idx="44">
                  <c:v>856509.931944466</c:v>
                </c:pt>
                <c:pt idx="45">
                  <c:v>407433.66483657534</c:v>
                </c:pt>
                <c:pt idx="46">
                  <c:v>330092.8008150857</c:v>
                </c:pt>
                <c:pt idx="47">
                  <c:v>810476.5481776942</c:v>
                </c:pt>
                <c:pt idx="48">
                  <c:v>248108.79151672355</c:v>
                </c:pt>
                <c:pt idx="49">
                  <c:v>719787.4009004631</c:v>
                </c:pt>
                <c:pt idx="50">
                  <c:v>976007.4631920136</c:v>
                </c:pt>
                <c:pt idx="51">
                  <c:v>211787.59190346976</c:v>
                </c:pt>
                <c:pt idx="52">
                  <c:v>707782.184671516</c:v>
                </c:pt>
                <c:pt idx="53">
                  <c:v>811324.5948037661</c:v>
                </c:pt>
                <c:pt idx="54">
                  <c:v>640854.7776436083</c:v>
                </c:pt>
                <c:pt idx="55">
                  <c:v>1436079.4814943105</c:v>
                </c:pt>
                <c:pt idx="56">
                  <c:v>661276.28300265</c:v>
                </c:pt>
                <c:pt idx="57">
                  <c:v>946335.5522921457</c:v>
                </c:pt>
                <c:pt idx="58">
                  <c:v>262738.7767869038</c:v>
                </c:pt>
                <c:pt idx="59">
                  <c:v>92397.83680134077</c:v>
                </c:pt>
                <c:pt idx="60">
                  <c:v>335652.77191501897</c:v>
                </c:pt>
                <c:pt idx="61">
                  <c:v>290082.697952251</c:v>
                </c:pt>
                <c:pt idx="62">
                  <c:v>348770.4397488069</c:v>
                </c:pt>
                <c:pt idx="63">
                  <c:v>125773.1520881181</c:v>
                </c:pt>
                <c:pt idx="64">
                  <c:v>360147.11024988303</c:v>
                </c:pt>
                <c:pt idx="65">
                  <c:v>358479.210173315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Seasonality</c:v>
                </c:pt>
                <c:pt idx="1">
                  <c:v>Distribution</c:v>
                </c:pt>
                <c:pt idx="2">
                  <c:v>ABA</c:v>
                </c:pt>
                <c:pt idx="3">
                  <c:v>Digital_Perform...</c:v>
                </c:pt>
                <c:pt idx="4">
                  <c:v>Base</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23.688954385942466</c:v>
                </c:pt>
                <c:pt idx="2">
                  <c:v>38.7385140540085</c:v>
                </c:pt>
                <c:pt idx="3">
                  <c:v>53.679463392265795</c:v>
                </c:pt>
                <c:pt idx="4">
                  <c:v>62.8382198922547</c:v>
                </c:pt>
                <c:pt idx="5">
                  <c:v>70.9099732587527</c:v>
                </c:pt>
                <c:pt idx="6">
                  <c:v>78.9377132475754</c:v>
                </c:pt>
                <c:pt idx="7">
                  <c:v>86.56748329854337</c:v>
                </c:pt>
                <c:pt idx="8">
                  <c:v>92.35126201628016</c:v>
                </c:pt>
                <c:pt idx="9">
                  <c:v>95.85704993067736</c:v>
                </c:pt>
                <c:pt idx="10">
                  <c:v>98.10250514538853</c:v>
                </c:pt>
                <c:pt idx="11">
                  <c:v>99.86624900690317</c:v>
                </c:pt>
                <c:pt idx="12">
                  <c:v>101.21332833313929</c:v>
                </c:pt>
                <c:pt idx="13">
                  <c:v>101.44535363740752</c:v>
                </c:pt>
                <c:pt idx="14">
                  <c:v>100.00000000000003</c:v>
                </c:pt>
              </c:numCache>
            </c:numRef>
          </c:val>
        </c:ser>
        <c:ser>
          <c:idx val="1"/>
          <c:order val="1"/>
          <c:tx>
            <c:strRef>
              <c:f>Sheet1!$C$1</c:f>
              <c:strCache>
                <c:ptCount val="1"/>
                <c:pt idx="0">
                  <c:v>value</c:v>
                </c:pt>
              </c:strCache>
            </c:strRef>
          </c:tx>
          <c:dPt>
            <c:idx val="0"/>
            <c:spPr>
              <a:solidFill>
                <a:srgbClr val="BCB6FF"/>
              </a:solidFill>
            </c:spPr>
          </c:dPt>
          <c:dPt>
            <c:idx val="1"/>
            <c:spPr>
              <a:solidFill>
                <a:srgbClr val="6B004F"/>
              </a:solidFill>
            </c:spPr>
          </c:dPt>
          <c:dPt>
            <c:idx val="2"/>
            <c:spPr>
              <a:solidFill>
                <a:srgbClr val="D60000"/>
              </a:solidFill>
            </c:spPr>
          </c:dPt>
          <c:dPt>
            <c:idx val="3"/>
            <c:spPr>
              <a:solidFill>
                <a:srgbClr val="00ACC6"/>
              </a:solidFill>
            </c:spPr>
          </c:dPt>
          <c:dPt>
            <c:idx val="4"/>
            <c:spPr>
              <a:solidFill>
                <a:srgbClr val="8C3BFF"/>
              </a:solidFill>
            </c:spPr>
          </c:dPt>
          <c:dPt>
            <c:idx val="5"/>
            <c:spPr>
              <a:solidFill>
                <a:srgbClr val="018700"/>
              </a:solidFill>
            </c:spPr>
          </c:dPt>
          <c:dPt>
            <c:idx val="6"/>
            <c:spPr>
              <a:solidFill>
                <a:srgbClr val="573B00"/>
              </a:solidFill>
            </c:spPr>
          </c:dPt>
          <c:dPt>
            <c:idx val="7"/>
            <c:spPr>
              <a:solidFill>
                <a:srgbClr val="95B577"/>
              </a:solidFill>
            </c:spPr>
          </c:dPt>
          <c:dPt>
            <c:idx val="8"/>
            <c:spPr>
              <a:solidFill>
                <a:srgbClr val="FF7ED1"/>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23.69%</a:t>
                    </a:r>
                  </a:p>
                </c:rich>
              </c:tx>
              <c:dLblPos val="inEnd"/>
              <c:showLegendKey val="0"/>
              <c:showVal val="1"/>
              <c:showCatName val="0"/>
              <c:showSerName val="0"/>
              <c:showPercent val="0"/>
              <c:showBubbleSize val="0"/>
            </c:dLbl>
            <c:dLbl>
              <c:idx val="1"/>
              <c:tx>
                <c:rich>
                  <a:bodyPr/>
                  <a:lstStyle/>
                  <a:p>
                    <a:r>
                      <a:t>15.05%</a:t>
                    </a:r>
                  </a:p>
                </c:rich>
              </c:tx>
              <c:dLblPos val="inEnd"/>
              <c:showLegendKey val="0"/>
              <c:showVal val="1"/>
              <c:showCatName val="0"/>
              <c:showSerName val="0"/>
              <c:showPercent val="0"/>
              <c:showBubbleSize val="0"/>
            </c:dLbl>
            <c:dLbl>
              <c:idx val="2"/>
              <c:tx>
                <c:rich>
                  <a:bodyPr/>
                  <a:lstStyle/>
                  <a:p>
                    <a:r>
                      <a:t>14.94%</a:t>
                    </a:r>
                  </a:p>
                </c:rich>
              </c:tx>
              <c:dLblPos val="inEnd"/>
              <c:showLegendKey val="0"/>
              <c:showVal val="1"/>
              <c:showCatName val="0"/>
              <c:showSerName val="0"/>
              <c:showPercent val="0"/>
              <c:showBubbleSize val="0"/>
            </c:dLbl>
            <c:dLbl>
              <c:idx val="3"/>
              <c:tx>
                <c:rich>
                  <a:bodyPr/>
                  <a:lstStyle/>
                  <a:p>
                    <a:r>
                      <a:t>9.16%</a:t>
                    </a:r>
                  </a:p>
                </c:rich>
              </c:tx>
              <c:dLblPos val="inEnd"/>
              <c:showLegendKey val="0"/>
              <c:showVal val="1"/>
              <c:showCatName val="0"/>
              <c:showSerName val="0"/>
              <c:showPercent val="0"/>
              <c:showBubbleSize val="0"/>
            </c:dLbl>
            <c:dLbl>
              <c:idx val="4"/>
              <c:tx>
                <c:rich>
                  <a:bodyPr/>
                  <a:lstStyle/>
                  <a:p>
                    <a:r>
                      <a:t>8.07%</a:t>
                    </a:r>
                  </a:p>
                </c:rich>
              </c:tx>
              <c:dLblPos val="inEnd"/>
              <c:showLegendKey val="0"/>
              <c:showVal val="1"/>
              <c:showCatName val="0"/>
              <c:showSerName val="0"/>
              <c:showPercent val="0"/>
              <c:showBubbleSize val="0"/>
            </c:dLbl>
            <c:dLbl>
              <c:idx val="5"/>
              <c:tx>
                <c:rich>
                  <a:bodyPr/>
                  <a:lstStyle/>
                  <a:p>
                    <a:r>
                      <a:t>8.03%</a:t>
                    </a:r>
                  </a:p>
                </c:rich>
              </c:tx>
              <c:dLblPos val="inEnd"/>
              <c:showLegendKey val="0"/>
              <c:showVal val="1"/>
              <c:showCatName val="0"/>
              <c:showSerName val="0"/>
              <c:showPercent val="0"/>
              <c:showBubbleSize val="0"/>
            </c:dLbl>
            <c:dLbl>
              <c:idx val="6"/>
              <c:tx>
                <c:rich>
                  <a:bodyPr/>
                  <a:lstStyle/>
                  <a:p>
                    <a:r>
                      <a:t>7.63%</a:t>
                    </a:r>
                  </a:p>
                </c:rich>
              </c:tx>
              <c:dLblPos val="inEnd"/>
              <c:showLegendKey val="0"/>
              <c:showVal val="1"/>
              <c:showCatName val="0"/>
              <c:showSerName val="0"/>
              <c:showPercent val="0"/>
              <c:showBubbleSize val="0"/>
            </c:dLbl>
            <c:dLbl>
              <c:idx val="7"/>
              <c:tx>
                <c:rich>
                  <a:bodyPr/>
                  <a:lstStyle/>
                  <a:p>
                    <a:r>
                      <a:t>5.78%</a:t>
                    </a:r>
                  </a:p>
                </c:rich>
              </c:tx>
              <c:dLblPos val="inEnd"/>
              <c:showLegendKey val="0"/>
              <c:showVal val="1"/>
              <c:showCatName val="0"/>
              <c:showSerName val="0"/>
              <c:showPercent val="0"/>
              <c:showBubbleSize val="0"/>
            </c:dLbl>
            <c:dLbl>
              <c:idx val="8"/>
              <c:tx>
                <c:rich>
                  <a:bodyPr/>
                  <a:lstStyle/>
                  <a:p>
                    <a:r>
                      <a:t>3.51%</a:t>
                    </a:r>
                  </a:p>
                </c:rich>
              </c:tx>
              <c:dLblPos val="inEnd"/>
              <c:showLegendKey val="0"/>
              <c:showVal val="1"/>
              <c:showCatName val="0"/>
              <c:showSerName val="0"/>
              <c:showPercent val="0"/>
              <c:showBubbleSize val="0"/>
            </c:dLbl>
            <c:dLbl>
              <c:idx val="9"/>
              <c:tx>
                <c:rich>
                  <a:bodyPr/>
                  <a:lstStyle/>
                  <a:p>
                    <a:r>
                      <a:t>2.25%</a:t>
                    </a:r>
                  </a:p>
                </c:rich>
              </c:tx>
              <c:dLblPos val="inEnd"/>
              <c:showLegendKey val="0"/>
              <c:showVal val="1"/>
              <c:showCatName val="0"/>
              <c:showSerName val="0"/>
              <c:showPercent val="0"/>
              <c:showBubbleSize val="0"/>
            </c:dLbl>
            <c:dLbl>
              <c:idx val="10"/>
              <c:tx>
                <c:rich>
                  <a:bodyPr/>
                  <a:lstStyle/>
                  <a:p>
                    <a:r>
                      <a:t>1.76%</a:t>
                    </a:r>
                  </a:p>
                </c:rich>
              </c:tx>
              <c:dLblPos val="inEnd"/>
              <c:showLegendKey val="0"/>
              <c:showVal val="1"/>
              <c:showCatName val="0"/>
              <c:showSerName val="0"/>
              <c:showPercent val="0"/>
              <c:showBubbleSize val="0"/>
            </c:dLbl>
            <c:dLbl>
              <c:idx val="11"/>
              <c:tx>
                <c:rich>
                  <a:bodyPr/>
                  <a:lstStyle/>
                  <a:p>
                    <a:r>
                      <a:t>1.35%</a:t>
                    </a:r>
                  </a:p>
                </c:rich>
              </c:tx>
              <c:dLblPos val="inEnd"/>
              <c:showLegendKey val="0"/>
              <c:showVal val="1"/>
              <c:showCatName val="0"/>
              <c:showSerName val="0"/>
              <c:showPercent val="0"/>
              <c:showBubbleSize val="0"/>
            </c:dLbl>
            <c:dLbl>
              <c:idx val="12"/>
              <c:tx>
                <c:rich>
                  <a:bodyPr/>
                  <a:lstStyle/>
                  <a:p>
                    <a:r>
                      <a:t>1.06%</a:t>
                    </a:r>
                  </a:p>
                </c:rich>
              </c:tx>
              <c:dLblPos val="inEnd"/>
              <c:showLegendKey val="0"/>
              <c:showVal val="1"/>
              <c:showCatName val="0"/>
              <c:showSerName val="0"/>
              <c:showPercent val="0"/>
              <c:showBubbleSize val="0"/>
            </c:dLbl>
            <c:dLbl>
              <c:idx val="13"/>
              <c:tx>
                <c:rich>
                  <a:bodyPr/>
                  <a:lstStyle/>
                  <a:p>
                    <a:r>
                      <a:t>-0.82%</a:t>
                    </a:r>
                  </a:p>
                </c:rich>
              </c:tx>
              <c:dLblPos val="inEnd"/>
              <c:showLegendKey val="0"/>
              <c:showVal val="1"/>
              <c:showCatName val="0"/>
              <c:showSerName val="0"/>
              <c:showPercent val="0"/>
              <c:showBubbleSize val="0"/>
            </c:dLbl>
            <c:dLbl>
              <c:idx val="14"/>
              <c:tx>
                <c:rich>
                  <a:bodyPr/>
                  <a:lstStyle/>
                  <a:p>
                    <a:r>
                      <a:t>-1.45%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Seasonality</c:v>
                </c:pt>
                <c:pt idx="1">
                  <c:v>Distribution</c:v>
                </c:pt>
                <c:pt idx="2">
                  <c:v>ABA</c:v>
                </c:pt>
                <c:pt idx="3">
                  <c:v>Digital_Perform...</c:v>
                </c:pt>
                <c:pt idx="4">
                  <c:v>Base</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23.688954385942466</c:v>
                </c:pt>
                <c:pt idx="1">
                  <c:v>15.049559668066037</c:v>
                </c:pt>
                <c:pt idx="2">
                  <c:v>14.940949338257292</c:v>
                </c:pt>
                <c:pt idx="3">
                  <c:v>9.158756499988902</c:v>
                </c:pt>
                <c:pt idx="4">
                  <c:v>8.071753366497983</c:v>
                </c:pt>
                <c:pt idx="5">
                  <c:v>8.027739988822717</c:v>
                </c:pt>
                <c:pt idx="6">
                  <c:v>7.629770050967945</c:v>
                </c:pt>
                <c:pt idx="7">
                  <c:v>5.783778717736804</c:v>
                </c:pt>
                <c:pt idx="8">
                  <c:v>3.5057879143971875</c:v>
                </c:pt>
                <c:pt idx="9">
                  <c:v>2.2454552147111775</c:v>
                </c:pt>
                <c:pt idx="10">
                  <c:v>1.7637438615146475</c:v>
                </c:pt>
                <c:pt idx="11">
                  <c:v>1.3470793262360965</c:v>
                </c:pt>
                <c:pt idx="12">
                  <c:v>1.05658625633022</c:v>
                </c:pt>
                <c:pt idx="13">
                  <c:v>0.8245609520619781</c:v>
                </c:pt>
                <c:pt idx="14">
                  <c:v>1.4453536374074876</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5506300.0</c:v>
                </c:pt>
                <c:pt idx="1">
                  <c:v>7178700.0</c:v>
                </c:pt>
                <c:pt idx="2">
                  <c:v>9605300.0</c:v>
                </c:pt>
                <c:pt idx="3">
                  <c:v>7355500.0</c:v>
                </c:pt>
                <c:pt idx="4">
                  <c:v>6314500.0</c:v>
                </c:pt>
                <c:pt idx="5">
                  <c:v>7505400.0</c:v>
                </c:pt>
                <c:pt idx="6">
                  <c:v>7178600.0</c:v>
                </c:pt>
                <c:pt idx="7">
                  <c:v>7377500.0</c:v>
                </c:pt>
                <c:pt idx="8">
                  <c:v>4700000.0</c:v>
                </c:pt>
                <c:pt idx="9">
                  <c:v>4521400.0</c:v>
                </c:pt>
                <c:pt idx="10">
                  <c:v>6765400.0</c:v>
                </c:pt>
                <c:pt idx="11">
                  <c:v>4919000.0</c:v>
                </c:pt>
                <c:pt idx="12">
                  <c:v>7766100.0</c:v>
                </c:pt>
                <c:pt idx="13">
                  <c:v>7106100.0</c:v>
                </c:pt>
                <c:pt idx="14">
                  <c:v>7855400.0</c:v>
                </c:pt>
                <c:pt idx="15">
                  <c:v>5579300.0</c:v>
                </c:pt>
                <c:pt idx="16">
                  <c:v>7011300.0</c:v>
                </c:pt>
                <c:pt idx="17">
                  <c:v>6476600.0</c:v>
                </c:pt>
                <c:pt idx="18">
                  <c:v>6336000.0</c:v>
                </c:pt>
                <c:pt idx="19">
                  <c:v>5932800.0</c:v>
                </c:pt>
                <c:pt idx="20">
                  <c:v>6588600.0</c:v>
                </c:pt>
                <c:pt idx="21">
                  <c:v>6321200.0</c:v>
                </c:pt>
                <c:pt idx="22">
                  <c:v>6205400.0</c:v>
                </c:pt>
                <c:pt idx="23">
                  <c:v>3887100.0</c:v>
                </c:pt>
                <c:pt idx="24">
                  <c:v>8894000.0</c:v>
                </c:pt>
                <c:pt idx="25">
                  <c:v>7897600.0</c:v>
                </c:pt>
                <c:pt idx="26">
                  <c:v>6254000.0</c:v>
                </c:pt>
                <c:pt idx="27">
                  <c:v>8973400.0</c:v>
                </c:pt>
                <c:pt idx="28">
                  <c:v>8714900.0</c:v>
                </c:pt>
                <c:pt idx="29">
                  <c:v>6092600.0</c:v>
                </c:pt>
                <c:pt idx="30">
                  <c:v>5576700.0</c:v>
                </c:pt>
                <c:pt idx="31">
                  <c:v>7012200.0</c:v>
                </c:pt>
                <c:pt idx="32">
                  <c:v>5097900.0</c:v>
                </c:pt>
                <c:pt idx="33">
                  <c:v>6059200.0</c:v>
                </c:pt>
                <c:pt idx="34">
                  <c:v>6735500.0</c:v>
                </c:pt>
                <c:pt idx="35">
                  <c:v>5591500.0</c:v>
                </c:pt>
                <c:pt idx="36">
                  <c:v>7187700.0</c:v>
                </c:pt>
                <c:pt idx="37">
                  <c:v>6642000.0</c:v>
                </c:pt>
                <c:pt idx="38">
                  <c:v>6823300.0</c:v>
                </c:pt>
                <c:pt idx="39">
                  <c:v>7213200.0</c:v>
                </c:pt>
                <c:pt idx="40">
                  <c:v>9008000.0</c:v>
                </c:pt>
                <c:pt idx="41">
                  <c:v>6803100.0</c:v>
                </c:pt>
                <c:pt idx="42">
                  <c:v>7407700.0</c:v>
                </c:pt>
                <c:pt idx="43">
                  <c:v>6072800.0</c:v>
                </c:pt>
                <c:pt idx="44">
                  <c:v>5913000.0</c:v>
                </c:pt>
                <c:pt idx="45">
                  <c:v>6646800.0</c:v>
                </c:pt>
                <c:pt idx="46">
                  <c:v>7872300.0</c:v>
                </c:pt>
                <c:pt idx="47">
                  <c:v>7531100.0</c:v>
                </c:pt>
                <c:pt idx="48">
                  <c:v>9875300.0</c:v>
                </c:pt>
                <c:pt idx="49">
                  <c:v>7559800.0</c:v>
                </c:pt>
                <c:pt idx="50">
                  <c:v>8106100.0</c:v>
                </c:pt>
                <c:pt idx="51">
                  <c:v>8419900.0</c:v>
                </c:pt>
                <c:pt idx="52">
                  <c:v>8419300.0</c:v>
                </c:pt>
                <c:pt idx="53">
                  <c:v>8858500.0</c:v>
                </c:pt>
                <c:pt idx="54">
                  <c:v>7417600.0</c:v>
                </c:pt>
                <c:pt idx="55">
                  <c:v>7076700.0</c:v>
                </c:pt>
                <c:pt idx="56">
                  <c:v>7613700.0</c:v>
                </c:pt>
                <c:pt idx="57">
                  <c:v>6601700.0</c:v>
                </c:pt>
                <c:pt idx="58">
                  <c:v>6749200.0</c:v>
                </c:pt>
                <c:pt idx="59">
                  <c:v>4877200.0</c:v>
                </c:pt>
                <c:pt idx="60">
                  <c:v>1356800.0</c:v>
                </c:pt>
                <c:pt idx="61">
                  <c:v>6785600.0</c:v>
                </c:pt>
                <c:pt idx="62">
                  <c:v>6849200.0</c:v>
                </c:pt>
                <c:pt idx="63">
                  <c:v>11784000.0</c:v>
                </c:pt>
                <c:pt idx="64">
                  <c:v>8472500.0</c:v>
                </c:pt>
                <c:pt idx="65">
                  <c:v>6231100.0</c:v>
                </c:pt>
                <c:pt idx="66">
                  <c:v>5476100.0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5402808.573726593</c:v>
                </c:pt>
                <c:pt idx="1">
                  <c:v>6886470.978914056</c:v>
                </c:pt>
                <c:pt idx="2">
                  <c:v>9081198.858221995</c:v>
                </c:pt>
                <c:pt idx="3">
                  <c:v>7428061.0699103065</c:v>
                </c:pt>
                <c:pt idx="4">
                  <c:v>6322505.461412388</c:v>
                </c:pt>
                <c:pt idx="5">
                  <c:v>7175570.886425358</c:v>
                </c:pt>
                <c:pt idx="6">
                  <c:v>7067011.275065812</c:v>
                </c:pt>
                <c:pt idx="7">
                  <c:v>7267482.348503711</c:v>
                </c:pt>
                <c:pt idx="8">
                  <c:v>4754165.812826674</c:v>
                </c:pt>
                <c:pt idx="9">
                  <c:v>4965073.1474285</c:v>
                </c:pt>
                <c:pt idx="10">
                  <c:v>6379514.499668408</c:v>
                </c:pt>
                <c:pt idx="11">
                  <c:v>4783627.820523793</c:v>
                </c:pt>
                <c:pt idx="12">
                  <c:v>7549974.057742387</c:v>
                </c:pt>
                <c:pt idx="13">
                  <c:v>6659126.93025081</c:v>
                </c:pt>
                <c:pt idx="14">
                  <c:v>7848845.892436881</c:v>
                </c:pt>
                <c:pt idx="15">
                  <c:v>6007076.395209355</c:v>
                </c:pt>
                <c:pt idx="16">
                  <c:v>7134820.482240615</c:v>
                </c:pt>
                <c:pt idx="17">
                  <c:v>6671688.687511436</c:v>
                </c:pt>
                <c:pt idx="18">
                  <c:v>6566010.814008805</c:v>
                </c:pt>
                <c:pt idx="19">
                  <c:v>6079450.708173056</c:v>
                </c:pt>
                <c:pt idx="20">
                  <c:v>6328488.703904932</c:v>
                </c:pt>
                <c:pt idx="21">
                  <c:v>6335966.937936144</c:v>
                </c:pt>
                <c:pt idx="22">
                  <c:v>6310767.879626031</c:v>
                </c:pt>
                <c:pt idx="23">
                  <c:v>4025981.976711109</c:v>
                </c:pt>
                <c:pt idx="24">
                  <c:v>8855956.528930059</c:v>
                </c:pt>
                <c:pt idx="25">
                  <c:v>7616666.897779413</c:v>
                </c:pt>
                <c:pt idx="26">
                  <c:v>6284774.3674983885</c:v>
                </c:pt>
                <c:pt idx="27">
                  <c:v>8682461.720021544</c:v>
                </c:pt>
                <c:pt idx="28">
                  <c:v>8449351.722390652</c:v>
                </c:pt>
                <c:pt idx="29">
                  <c:v>5690208.189551866</c:v>
                </c:pt>
                <c:pt idx="30">
                  <c:v>5823179.43268919</c:v>
                </c:pt>
                <c:pt idx="31">
                  <c:v>7333880.795549031</c:v>
                </c:pt>
                <c:pt idx="32">
                  <c:v>5402000.012636083</c:v>
                </c:pt>
                <c:pt idx="33">
                  <c:v>5780380.130158197</c:v>
                </c:pt>
                <c:pt idx="34">
                  <c:v>6717131.439815617</c:v>
                </c:pt>
                <c:pt idx="35">
                  <c:v>5763558.692780469</c:v>
                </c:pt>
                <c:pt idx="36">
                  <c:v>7123066.7863925705</c:v>
                </c:pt>
                <c:pt idx="37">
                  <c:v>6482144.617896838</c:v>
                </c:pt>
                <c:pt idx="38">
                  <c:v>6432871.856224437</c:v>
                </c:pt>
                <c:pt idx="39">
                  <c:v>7212491.626513984</c:v>
                </c:pt>
                <c:pt idx="40">
                  <c:v>9427550.208238939</c:v>
                </c:pt>
                <c:pt idx="41">
                  <c:v>6863712.264597626</c:v>
                </c:pt>
                <c:pt idx="42">
                  <c:v>7209781.803725927</c:v>
                </c:pt>
                <c:pt idx="43">
                  <c:v>6156553.851506968</c:v>
                </c:pt>
                <c:pt idx="44">
                  <c:v>5813215.78959251</c:v>
                </c:pt>
                <c:pt idx="45">
                  <c:v>6612677.199247381</c:v>
                </c:pt>
                <c:pt idx="46">
                  <c:v>7471772.416689365</c:v>
                </c:pt>
                <c:pt idx="47">
                  <c:v>7950316.323511286</c:v>
                </c:pt>
                <c:pt idx="48">
                  <c:v>9995591.390448235</c:v>
                </c:pt>
                <c:pt idx="49">
                  <c:v>7941093.56435629</c:v>
                </c:pt>
                <c:pt idx="50">
                  <c:v>7969565.97470883</c:v>
                </c:pt>
                <c:pt idx="51">
                  <c:v>8191826.179201641</c:v>
                </c:pt>
                <c:pt idx="52">
                  <c:v>8708651.087210335</c:v>
                </c:pt>
                <c:pt idx="53">
                  <c:v>8663220.05110727</c:v>
                </c:pt>
                <c:pt idx="54">
                  <c:v>7810163.280099461</c:v>
                </c:pt>
                <c:pt idx="55">
                  <c:v>7345160.177775867</c:v>
                </c:pt>
                <c:pt idx="56">
                  <c:v>7831893.422802191</c:v>
                </c:pt>
                <c:pt idx="57">
                  <c:v>6701350.71577176</c:v>
                </c:pt>
                <c:pt idx="58">
                  <c:v>6732787.603418253</c:v>
                </c:pt>
                <c:pt idx="59">
                  <c:v>5131267.721093631</c:v>
                </c:pt>
                <c:pt idx="60">
                  <c:v>1376727.7746376998</c:v>
                </c:pt>
                <c:pt idx="61">
                  <c:v>6672097.901575955</c:v>
                </c:pt>
                <c:pt idx="62">
                  <c:v>6988858.706104659</c:v>
                </c:pt>
                <c:pt idx="63">
                  <c:v>11112142.75935812</c:v>
                </c:pt>
                <c:pt idx="64">
                  <c:v>7924082.710396325</c:v>
                </c:pt>
                <c:pt idx="65">
                  <c:v>6374151.989320025</c:v>
                </c:pt>
                <c:pt idx="66">
                  <c:v>5256981.269551475</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414080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1161161991.0</c:v>
                </c:pt>
                <c:pt idx="1">
                  <c:v>1564373512.0</c:v>
                </c:pt>
                <c:pt idx="2">
                  <c:v>2273640316.0</c:v>
                </c:pt>
                <c:pt idx="3">
                  <c:v>1770582957.0</c:v>
                </c:pt>
                <c:pt idx="4">
                  <c:v>1432144221.0</c:v>
                </c:pt>
                <c:pt idx="5">
                  <c:v>1594081586.0</c:v>
                </c:pt>
                <c:pt idx="6">
                  <c:v>1415503568.0</c:v>
                </c:pt>
                <c:pt idx="7">
                  <c:v>1270512722.0</c:v>
                </c:pt>
                <c:pt idx="8">
                  <c:v>745833563.0</c:v>
                </c:pt>
                <c:pt idx="9">
                  <c:v>721646302.0</c:v>
                </c:pt>
                <c:pt idx="10">
                  <c:v>1199272719.0</c:v>
                </c:pt>
                <c:pt idx="11">
                  <c:v>945037025.0</c:v>
                </c:pt>
                <c:pt idx="12">
                  <c:v>1632374968.0</c:v>
                </c:pt>
                <c:pt idx="13">
                  <c:v>1609478442.0</c:v>
                </c:pt>
                <c:pt idx="14">
                  <c:v>1896657590.0</c:v>
                </c:pt>
                <c:pt idx="15">
                  <c:v>1321660160.0</c:v>
                </c:pt>
                <c:pt idx="16">
                  <c:v>1573713167.0</c:v>
                </c:pt>
                <c:pt idx="17">
                  <c:v>1365151396.0</c:v>
                </c:pt>
                <c:pt idx="18">
                  <c:v>1202622364.0</c:v>
                </c:pt>
                <c:pt idx="19">
                  <c:v>1006029558.0</c:v>
                </c:pt>
                <c:pt idx="20">
                  <c:v>1089457927.0</c:v>
                </c:pt>
                <c:pt idx="21">
                  <c:v>1018964817.0</c:v>
                </c:pt>
                <c:pt idx="22">
                  <c:v>1036377857.0</c:v>
                </c:pt>
                <c:pt idx="23">
                  <c:v>730562180.0</c:v>
                </c:pt>
                <c:pt idx="24">
                  <c:v>1845861830.0</c:v>
                </c:pt>
                <c:pt idx="25">
                  <c:v>1802588428.0</c:v>
                </c:pt>
                <c:pt idx="26">
                  <c:v>1450548410.0</c:v>
                </c:pt>
                <c:pt idx="27">
                  <c:v>2162144931.0</c:v>
                </c:pt>
                <c:pt idx="28">
                  <c:v>1972279521.0</c:v>
                </c:pt>
                <c:pt idx="29">
                  <c:v>1350760624.0</c:v>
                </c:pt>
                <c:pt idx="30">
                  <c:v>1035816751.0</c:v>
                </c:pt>
                <c:pt idx="31">
                  <c:v>1243496908.0</c:v>
                </c:pt>
                <c:pt idx="32">
                  <c:v>844415966.0</c:v>
                </c:pt>
                <c:pt idx="33">
                  <c:v>956319741.0</c:v>
                </c:pt>
                <c:pt idx="34">
                  <c:v>1141992635.0</c:v>
                </c:pt>
                <c:pt idx="35">
                  <c:v>1043523040.0</c:v>
                </c:pt>
                <c:pt idx="36">
                  <c:v>1492001962.0</c:v>
                </c:pt>
                <c:pt idx="37">
                  <c:v>1543659044.0</c:v>
                </c:pt>
                <c:pt idx="38">
                  <c:v>1613482509.0</c:v>
                </c:pt>
                <c:pt idx="39">
                  <c:v>1716874849.0</c:v>
                </c:pt>
                <c:pt idx="40">
                  <c:v>2120745499.0</c:v>
                </c:pt>
                <c:pt idx="41">
                  <c:v>1444526658.0</c:v>
                </c:pt>
                <c:pt idx="42">
                  <c:v>1434218338.0</c:v>
                </c:pt>
                <c:pt idx="43">
                  <c:v>1051751092.0</c:v>
                </c:pt>
                <c:pt idx="44">
                  <c:v>958970958.0</c:v>
                </c:pt>
                <c:pt idx="45">
                  <c:v>1063148504.0</c:v>
                </c:pt>
                <c:pt idx="46">
                  <c:v>1350853113.0</c:v>
                </c:pt>
                <c:pt idx="47">
                  <c:v>1377099213.0</c:v>
                </c:pt>
                <c:pt idx="48">
                  <c:v>2092078759.0</c:v>
                </c:pt>
                <c:pt idx="49">
                  <c:v>1690958184.0</c:v>
                </c:pt>
                <c:pt idx="50">
                  <c:v>1949229422.0</c:v>
                </c:pt>
                <c:pt idx="51">
                  <c:v>2028749575.0</c:v>
                </c:pt>
                <c:pt idx="52">
                  <c:v>1864215996.0</c:v>
                </c:pt>
                <c:pt idx="53">
                  <c:v>1878491033.0</c:v>
                </c:pt>
                <c:pt idx="54">
                  <c:v>1394174450.0</c:v>
                </c:pt>
                <c:pt idx="55">
                  <c:v>1202209867.0</c:v>
                </c:pt>
                <c:pt idx="56">
                  <c:v>1278194224.0</c:v>
                </c:pt>
                <c:pt idx="57">
                  <c:v>1027564597.0</c:v>
                </c:pt>
                <c:pt idx="58">
                  <c:v>1129257079.0</c:v>
                </c:pt>
                <c:pt idx="59">
                  <c:v>931334790.0</c:v>
                </c:pt>
                <c:pt idx="60">
                  <c:v>270098176.0</c:v>
                </c:pt>
                <c:pt idx="61">
                  <c:v>1450898688.0</c:v>
                </c:pt>
                <c:pt idx="62">
                  <c:v>1598828144.0</c:v>
                </c:pt>
                <c:pt idx="63">
                  <c:v>2809703446.0</c:v>
                </c:pt>
                <c:pt idx="64">
                  <c:v>1965480086.0</c:v>
                </c:pt>
                <c:pt idx="65">
                  <c:v>1392199384.0</c:v>
                </c:pt>
                <c:pt idx="66">
                  <c:v>1118199686.0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1137967442.1800783</c:v>
                </c:pt>
                <c:pt idx="1">
                  <c:v>1501098365.286816</c:v>
                </c:pt>
                <c:pt idx="2">
                  <c:v>2148972019.550995</c:v>
                </c:pt>
                <c:pt idx="3">
                  <c:v>1786971093.3788898</c:v>
                </c:pt>
                <c:pt idx="4">
                  <c:v>1434522001.986609</c:v>
                </c:pt>
                <c:pt idx="5">
                  <c:v>1523025321.5854423</c:v>
                </c:pt>
                <c:pt idx="6">
                  <c:v>1390928171.549617</c:v>
                </c:pt>
                <c:pt idx="7">
                  <c:v>1254215957.8799558</c:v>
                </c:pt>
                <c:pt idx="8">
                  <c:v>755380347.3672637</c:v>
                </c:pt>
                <c:pt idx="9">
                  <c:v>793313616.3160231</c:v>
                </c:pt>
                <c:pt idx="10">
                  <c:v>1128757568.1868181</c:v>
                </c:pt>
                <c:pt idx="11">
                  <c:v>920486058.216081</c:v>
                </c:pt>
                <c:pt idx="12">
                  <c:v>1582423865.3667488</c:v>
                </c:pt>
                <c:pt idx="13">
                  <c:v>1508756941.479666</c:v>
                </c:pt>
                <c:pt idx="14">
                  <c:v>1898412245.0888455</c:v>
                </c:pt>
                <c:pt idx="15">
                  <c:v>1423944634.3703086</c:v>
                </c:pt>
                <c:pt idx="16">
                  <c:v>1602253960.7904212</c:v>
                </c:pt>
                <c:pt idx="17">
                  <c:v>1403043212.5029426</c:v>
                </c:pt>
                <c:pt idx="18">
                  <c:v>1245113704.8098135</c:v>
                </c:pt>
                <c:pt idx="19">
                  <c:v>1032408473.9232092</c:v>
                </c:pt>
                <c:pt idx="20">
                  <c:v>1045769530.7494276</c:v>
                </c:pt>
                <c:pt idx="21">
                  <c:v>1022905459.0197647</c:v>
                </c:pt>
                <c:pt idx="22">
                  <c:v>1052870105.2625834</c:v>
                </c:pt>
                <c:pt idx="23">
                  <c:v>754678209.7755688</c:v>
                </c:pt>
                <c:pt idx="24">
                  <c:v>1840540360.0820847</c:v>
                </c:pt>
                <c:pt idx="25">
                  <c:v>1741945876.2061586</c:v>
                </c:pt>
                <c:pt idx="26">
                  <c:v>1458285621.5559473</c:v>
                </c:pt>
                <c:pt idx="27">
                  <c:v>2094165991.0385365</c:v>
                </c:pt>
                <c:pt idx="28">
                  <c:v>1905429552.1323776</c:v>
                </c:pt>
                <c:pt idx="29">
                  <c:v>1260598301.4337533</c:v>
                </c:pt>
                <c:pt idx="30">
                  <c:v>1080702743.0660534</c:v>
                </c:pt>
                <c:pt idx="31">
                  <c:v>1302563159.1081164</c:v>
                </c:pt>
                <c:pt idx="32">
                  <c:v>894517639.4211667</c:v>
                </c:pt>
                <c:pt idx="33">
                  <c:v>912971218.2373303</c:v>
                </c:pt>
                <c:pt idx="34">
                  <c:v>1138657228.8220923</c:v>
                </c:pt>
                <c:pt idx="35">
                  <c:v>1075154647.0846453</c:v>
                </c:pt>
                <c:pt idx="36">
                  <c:v>1478776705.9297671</c:v>
                </c:pt>
                <c:pt idx="37">
                  <c:v>1503616693.7888832</c:v>
                </c:pt>
                <c:pt idx="38">
                  <c:v>1518342271.134604</c:v>
                </c:pt>
                <c:pt idx="39">
                  <c:v>1718097617.4370046</c:v>
                </c:pt>
                <c:pt idx="40">
                  <c:v>2219699506.1118193</c:v>
                </c:pt>
                <c:pt idx="41">
                  <c:v>1465542042.673986</c:v>
                </c:pt>
                <c:pt idx="42">
                  <c:v>1396655974.680872</c:v>
                </c:pt>
                <c:pt idx="43">
                  <c:v>1066785297.2358315</c:v>
                </c:pt>
                <c:pt idx="44">
                  <c:v>942104602.570873</c:v>
                </c:pt>
                <c:pt idx="45">
                  <c:v>1056775028.4634365</c:v>
                </c:pt>
                <c:pt idx="46">
                  <c:v>1282878823.9452453</c:v>
                </c:pt>
                <c:pt idx="47">
                  <c:v>1453705464.4035485</c:v>
                </c:pt>
                <c:pt idx="48">
                  <c:v>2115479122.6922882</c:v>
                </c:pt>
                <c:pt idx="49">
                  <c:v>1777659904.791501</c:v>
                </c:pt>
                <c:pt idx="50">
                  <c:v>1913198556.3166559</c:v>
                </c:pt>
                <c:pt idx="51">
                  <c:v>1975574974.579907</c:v>
                </c:pt>
                <c:pt idx="52">
                  <c:v>1928840166.0987353</c:v>
                </c:pt>
                <c:pt idx="53">
                  <c:v>1837657294.4901814</c:v>
                </c:pt>
                <c:pt idx="54">
                  <c:v>1467043191.4758978</c:v>
                </c:pt>
                <c:pt idx="55">
                  <c:v>1246379673.072754</c:v>
                </c:pt>
                <c:pt idx="56">
                  <c:v>1311393070.577756</c:v>
                </c:pt>
                <c:pt idx="57">
                  <c:v>1042578851.5209042</c:v>
                </c:pt>
                <c:pt idx="58">
                  <c:v>1127515329.5620124</c:v>
                </c:pt>
                <c:pt idx="59">
                  <c:v>980159458.652417</c:v>
                </c:pt>
                <c:pt idx="60">
                  <c:v>274065198.0971269</c:v>
                </c:pt>
                <c:pt idx="61">
                  <c:v>1428334514.1704185</c:v>
                </c:pt>
                <c:pt idx="62">
                  <c:v>1632688887.7369695</c:v>
                </c:pt>
                <c:pt idx="63">
                  <c:v>2650002041.104246</c:v>
                </c:pt>
                <c:pt idx="64">
                  <c:v>1837455167.6693816</c:v>
                </c:pt>
                <c:pt idx="65">
                  <c:v>1424927410.8615012</c:v>
                </c:pt>
                <c:pt idx="66">
                  <c:v>1072104031.773114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337164413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Brand_1_Master_A Form_B: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911809.1483620929</c:v>
                </c:pt>
                <c:pt idx="1">
                  <c:v>1437466.831161963</c:v>
                </c:pt>
                <c:pt idx="2">
                  <c:v>1956401.862995809</c:v>
                </c:pt>
                <c:pt idx="3">
                  <c:v>1406902.8304680951</c:v>
                </c:pt>
                <c:pt idx="4">
                  <c:v>1283665.2148189675</c:v>
                </c:pt>
                <c:pt idx="5">
                  <c:v>1205802.8199775026</c:v>
                </c:pt>
                <c:pt idx="6">
                  <c:v>1188464.2807493082</c:v>
                </c:pt>
                <c:pt idx="7">
                  <c:v>1655655.117686708</c:v>
                </c:pt>
                <c:pt idx="8">
                  <c:v>1046535.6425041417</c:v>
                </c:pt>
                <c:pt idx="9">
                  <c:v>679475.191637914</c:v>
                </c:pt>
                <c:pt idx="10">
                  <c:v>943879.6015932102</c:v>
                </c:pt>
                <c:pt idx="11">
                  <c:v>809256.8679590696</c:v>
                </c:pt>
                <c:pt idx="12">
                  <c:v>1287080.6748833763</c:v>
                </c:pt>
                <c:pt idx="13">
                  <c:v>1715109.286697902</c:v>
                </c:pt>
                <c:pt idx="14">
                  <c:v>1538182.884658293</c:v>
                </c:pt>
                <c:pt idx="15">
                  <c:v>954110.7936453847</c:v>
                </c:pt>
                <c:pt idx="16">
                  <c:v>1009168.2688134508</c:v>
                </c:pt>
                <c:pt idx="17">
                  <c:v>1405530.8450613944</c:v>
                </c:pt>
                <c:pt idx="18">
                  <c:v>1584334.334217821</c:v>
                </c:pt>
                <c:pt idx="19">
                  <c:v>1670270.56000061</c:v>
                </c:pt>
                <c:pt idx="20">
                  <c:v>1073235.4756822109</c:v>
                </c:pt>
                <c:pt idx="21">
                  <c:v>1097916.7403909487</c:v>
                </c:pt>
                <c:pt idx="22">
                  <c:v>817426.0740983695</c:v>
                </c:pt>
                <c:pt idx="23">
                  <c:v>484308.73658576945</c:v>
                </c:pt>
                <c:pt idx="24">
                  <c:v>1435691.4921880644</c:v>
                </c:pt>
                <c:pt idx="25">
                  <c:v>1662085.150951233</c:v>
                </c:pt>
                <c:pt idx="26">
                  <c:v>1577091.1314002303</c:v>
                </c:pt>
                <c:pt idx="27">
                  <c:v>1319491.540352788</c:v>
                </c:pt>
                <c:pt idx="28">
                  <c:v>844193.0389558258</c:v>
                </c:pt>
                <c:pt idx="29">
                  <c:v>772706.4039422112</c:v>
                </c:pt>
                <c:pt idx="30">
                  <c:v>642696.3858749287</c:v>
                </c:pt>
                <c:pt idx="31">
                  <c:v>822914.0257897998</c:v>
                </c:pt>
                <c:pt idx="32">
                  <c:v>653117.8030273606</c:v>
                </c:pt>
                <c:pt idx="33">
                  <c:v>514862.5485231846</c:v>
                </c:pt>
                <c:pt idx="34">
                  <c:v>1109932.3736812365</c:v>
                </c:pt>
                <c:pt idx="35">
                  <c:v>1246735.0417379541</c:v>
                </c:pt>
                <c:pt idx="36">
                  <c:v>1166919.6366662146</c:v>
                </c:pt>
                <c:pt idx="37">
                  <c:v>884017.7446091296</c:v>
                </c:pt>
                <c:pt idx="38">
                  <c:v>1118526.0504675955</c:v>
                </c:pt>
                <c:pt idx="39">
                  <c:v>1187702.0880831457</c:v>
                </c:pt>
                <c:pt idx="40">
                  <c:v>1318106.3009665327</c:v>
                </c:pt>
                <c:pt idx="41">
                  <c:v>887292.096609916</c:v>
                </c:pt>
                <c:pt idx="42">
                  <c:v>966914.2106411674</c:v>
                </c:pt>
                <c:pt idx="43">
                  <c:v>675079.7423046706</c:v>
                </c:pt>
                <c:pt idx="44">
                  <c:v>589088.5679052236</c:v>
                </c:pt>
                <c:pt idx="45">
                  <c:v>1092393.062904463</c:v>
                </c:pt>
                <c:pt idx="46">
                  <c:v>1014588.5541735468</c:v>
                </c:pt>
                <c:pt idx="47">
                  <c:v>1359856.5785303996</c:v>
                </c:pt>
                <c:pt idx="48">
                  <c:v>1948991.5455678427</c:v>
                </c:pt>
                <c:pt idx="49">
                  <c:v>835596.9583955295</c:v>
                </c:pt>
                <c:pt idx="50">
                  <c:v>950325.7212447867</c:v>
                </c:pt>
                <c:pt idx="51">
                  <c:v>1199392.3800197667</c:v>
                </c:pt>
                <c:pt idx="52">
                  <c:v>1058189.414562893</c:v>
                </c:pt>
                <c:pt idx="53">
                  <c:v>994239.4452719976</c:v>
                </c:pt>
                <c:pt idx="54">
                  <c:v>1265563.2689280845</c:v>
                </c:pt>
                <c:pt idx="55">
                  <c:v>1051307.1431970713</c:v>
                </c:pt>
                <c:pt idx="56">
                  <c:v>1326041.6051786717</c:v>
                </c:pt>
                <c:pt idx="57">
                  <c:v>781230.1171066153</c:v>
                </c:pt>
                <c:pt idx="58">
                  <c:v>780130.4045152321</c:v>
                </c:pt>
                <c:pt idx="59">
                  <c:v>632950.5895141627</c:v>
                </c:pt>
                <c:pt idx="60">
                  <c:v>644889.7375279765</c:v>
                </c:pt>
                <c:pt idx="61">
                  <c:v>1109932.3736812365</c:v>
                </c:pt>
                <c:pt idx="62">
                  <c:v>1339897.498443875</c:v>
                </c:pt>
                <c:pt idx="63">
                  <c:v>697339.9818320241</c:v>
                </c:pt>
                <c:pt idx="64">
                  <c:v>505282.67446372955</c:v>
                </c:pt>
                <c:pt idx="65">
                  <c:v>401345.99508527905</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2030057.723415832</c:v>
                </c:pt>
                <c:pt idx="1">
                  <c:v>2030057.723415832</c:v>
                </c:pt>
                <c:pt idx="2">
                  <c:v>2537572.1542697903</c:v>
                </c:pt>
                <c:pt idx="3">
                  <c:v>2030057.723415832</c:v>
                </c:pt>
                <c:pt idx="4">
                  <c:v>2030057.723415832</c:v>
                </c:pt>
                <c:pt idx="5">
                  <c:v>2537572.1542697903</c:v>
                </c:pt>
                <c:pt idx="6">
                  <c:v>2030057.723415832</c:v>
                </c:pt>
                <c:pt idx="7">
                  <c:v>2537572.1542697903</c:v>
                </c:pt>
                <c:pt idx="8">
                  <c:v>2030057.723415832</c:v>
                </c:pt>
                <c:pt idx="9">
                  <c:v>2030057.723415832</c:v>
                </c:pt>
                <c:pt idx="10">
                  <c:v>2537572.1542697903</c:v>
                </c:pt>
                <c:pt idx="11">
                  <c:v>2030057.723415832</c:v>
                </c:pt>
                <c:pt idx="12">
                  <c:v>2030057.723415832</c:v>
                </c:pt>
                <c:pt idx="13">
                  <c:v>2030057.723415832</c:v>
                </c:pt>
                <c:pt idx="14">
                  <c:v>2537572.1542697903</c:v>
                </c:pt>
                <c:pt idx="15">
                  <c:v>2030057.723415832</c:v>
                </c:pt>
                <c:pt idx="16">
                  <c:v>2537572.1542697903</c:v>
                </c:pt>
                <c:pt idx="17">
                  <c:v>2030057.723415832</c:v>
                </c:pt>
                <c:pt idx="18">
                  <c:v>2030057.723415832</c:v>
                </c:pt>
                <c:pt idx="19">
                  <c:v>2537572.1542697903</c:v>
                </c:pt>
                <c:pt idx="20">
                  <c:v>2030057.723415832</c:v>
                </c:pt>
                <c:pt idx="21">
                  <c:v>2030057.723415832</c:v>
                </c:pt>
                <c:pt idx="22">
                  <c:v>2537572.1542697903</c:v>
                </c:pt>
                <c:pt idx="23">
                  <c:v>2030057.723415832</c:v>
                </c:pt>
                <c:pt idx="24">
                  <c:v>2537572.1542697903</c:v>
                </c:pt>
                <c:pt idx="25">
                  <c:v>2030057.723415832</c:v>
                </c:pt>
                <c:pt idx="26">
                  <c:v>2030057.723415832</c:v>
                </c:pt>
                <c:pt idx="27">
                  <c:v>2030057.723415832</c:v>
                </c:pt>
                <c:pt idx="28">
                  <c:v>2537572.1542697903</c:v>
                </c:pt>
                <c:pt idx="29">
                  <c:v>2030057.723415832</c:v>
                </c:pt>
                <c:pt idx="30">
                  <c:v>2030057.723415832</c:v>
                </c:pt>
                <c:pt idx="31">
                  <c:v>2537572.1542697903</c:v>
                </c:pt>
                <c:pt idx="32">
                  <c:v>2030057.723415832</c:v>
                </c:pt>
                <c:pt idx="33">
                  <c:v>2537572.1542697903</c:v>
                </c:pt>
                <c:pt idx="34">
                  <c:v>2030057.723415832</c:v>
                </c:pt>
                <c:pt idx="35">
                  <c:v>2030057.723415832</c:v>
                </c:pt>
                <c:pt idx="36">
                  <c:v>2537572.1542697903</c:v>
                </c:pt>
                <c:pt idx="37">
                  <c:v>2030057.723415832</c:v>
                </c:pt>
                <c:pt idx="38">
                  <c:v>2030057.723415832</c:v>
                </c:pt>
                <c:pt idx="39">
                  <c:v>2030057.723415832</c:v>
                </c:pt>
                <c:pt idx="40">
                  <c:v>2537572.1542697903</c:v>
                </c:pt>
                <c:pt idx="41">
                  <c:v>2030057.723415832</c:v>
                </c:pt>
                <c:pt idx="42">
                  <c:v>2537572.1542697903</c:v>
                </c:pt>
                <c:pt idx="43">
                  <c:v>2030057.723415832</c:v>
                </c:pt>
                <c:pt idx="44">
                  <c:v>2030057.723415832</c:v>
                </c:pt>
                <c:pt idx="45">
                  <c:v>2537572.1542697903</c:v>
                </c:pt>
                <c:pt idx="46">
                  <c:v>2030057.723415832</c:v>
                </c:pt>
                <c:pt idx="47">
                  <c:v>2030057.723415832</c:v>
                </c:pt>
                <c:pt idx="48">
                  <c:v>2537572.1542697903</c:v>
                </c:pt>
                <c:pt idx="49">
                  <c:v>2030057.723415832</c:v>
                </c:pt>
                <c:pt idx="50">
                  <c:v>2030057.723415832</c:v>
                </c:pt>
                <c:pt idx="51">
                  <c:v>2537572.1542697903</c:v>
                </c:pt>
                <c:pt idx="52">
                  <c:v>2030057.723415832</c:v>
                </c:pt>
                <c:pt idx="53">
                  <c:v>2030057.723415832</c:v>
                </c:pt>
                <c:pt idx="54">
                  <c:v>2537572.1542697903</c:v>
                </c:pt>
                <c:pt idx="55">
                  <c:v>2030057.723415832</c:v>
                </c:pt>
                <c:pt idx="56">
                  <c:v>2537572.1542697903</c:v>
                </c:pt>
                <c:pt idx="57">
                  <c:v>2030057.723415832</c:v>
                </c:pt>
                <c:pt idx="58">
                  <c:v>2030057.723415832</c:v>
                </c:pt>
                <c:pt idx="59">
                  <c:v>2537572.1542697903</c:v>
                </c:pt>
                <c:pt idx="60">
                  <c:v>2030057.723415832</c:v>
                </c:pt>
                <c:pt idx="61">
                  <c:v>2030057.723415832</c:v>
                </c:pt>
                <c:pt idx="62">
                  <c:v>2537572.1542697903</c:v>
                </c:pt>
                <c:pt idx="63">
                  <c:v>2030057.723415832</c:v>
                </c:pt>
                <c:pt idx="64">
                  <c:v>2030057.723415832</c:v>
                </c:pt>
                <c:pt idx="65">
                  <c:v>2030057.723415832</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32173.872829897915</c:v>
                </c:pt>
                <c:pt idx="1">
                  <c:v>257567.32056061167</c:v>
                </c:pt>
                <c:pt idx="2">
                  <c:v>269722.6250180824</c:v>
                </c:pt>
                <c:pt idx="3">
                  <c:v>137034.07360101544</c:v>
                </c:pt>
                <c:pt idx="4">
                  <c:v>6091.7112069331815</c:v>
                </c:pt>
                <c:pt idx="5">
                  <c:v>101090.71727406849</c:v>
                </c:pt>
                <c:pt idx="6">
                  <c:v>11878.326567869784</c:v>
                </c:pt>
                <c:pt idx="7">
                  <c:v>255318.8781586332</c:v>
                </c:pt>
                <c:pt idx="8">
                  <c:v>201043.97844729346</c:v>
                </c:pt>
                <c:pt idx="9">
                  <c:v>350574.316371183</c:v>
                </c:pt>
                <c:pt idx="10">
                  <c:v>158379.34225059542</c:v>
                </c:pt>
                <c:pt idx="11">
                  <c:v>207159.38153184706</c:v>
                </c:pt>
                <c:pt idx="12">
                  <c:v>307676.6237583147</c:v>
                </c:pt>
                <c:pt idx="13">
                  <c:v>27268.01729252973</c:v>
                </c:pt>
                <c:pt idx="14">
                  <c:v>193280.7147397944</c:v>
                </c:pt>
                <c:pt idx="15">
                  <c:v>145003.05995874875</c:v>
                </c:pt>
                <c:pt idx="16">
                  <c:v>208825.21702695548</c:v>
                </c:pt>
                <c:pt idx="17">
                  <c:v>177647.82825281224</c:v>
                </c:pt>
                <c:pt idx="18">
                  <c:v>107915.37779412104</c:v>
                </c:pt>
                <c:pt idx="19">
                  <c:v>2600.2264255955647</c:v>
                </c:pt>
                <c:pt idx="20">
                  <c:v>473665.6730224268</c:v>
                </c:pt>
                <c:pt idx="21">
                  <c:v>8719.12429356864</c:v>
                </c:pt>
                <c:pt idx="22">
                  <c:v>5619.0429310039235</c:v>
                </c:pt>
                <c:pt idx="23">
                  <c:v>2524.8883146223584</c:v>
                </c:pt>
                <c:pt idx="24">
                  <c:v>683305.3931851962</c:v>
                </c:pt>
                <c:pt idx="25">
                  <c:v>417629.0909856921</c:v>
                </c:pt>
                <c:pt idx="26">
                  <c:v>14724.639990229063</c:v>
                </c:pt>
                <c:pt idx="27">
                  <c:v>597803.7945286438</c:v>
                </c:pt>
                <c:pt idx="28">
                  <c:v>193124.97908689093</c:v>
                </c:pt>
                <c:pt idx="29">
                  <c:v>212201.85402312007</c:v>
                </c:pt>
                <c:pt idx="30">
                  <c:v>214258.38430293286</c:v>
                </c:pt>
                <c:pt idx="31">
                  <c:v>596624.2184307411</c:v>
                </c:pt>
                <c:pt idx="32">
                  <c:v>337250.8584345165</c:v>
                </c:pt>
                <c:pt idx="33">
                  <c:v>4456.587870516651</c:v>
                </c:pt>
                <c:pt idx="34">
                  <c:v>190142.84207756413</c:v>
                </c:pt>
                <c:pt idx="35">
                  <c:v>391687.55284863675</c:v>
                </c:pt>
                <c:pt idx="36">
                  <c:v>371581.2015121343</c:v>
                </c:pt>
                <c:pt idx="37">
                  <c:v>23559.357219685946</c:v>
                </c:pt>
                <c:pt idx="38">
                  <c:v>17937.77814142942</c:v>
                </c:pt>
                <c:pt idx="39">
                  <c:v>413220.76916289865</c:v>
                </c:pt>
                <c:pt idx="40">
                  <c:v>23433.064812823628</c:v>
                </c:pt>
                <c:pt idx="41">
                  <c:v>9159.298207711297</c:v>
                </c:pt>
                <c:pt idx="42">
                  <c:v>399649.90010232</c:v>
                </c:pt>
                <c:pt idx="43">
                  <c:v>211541.6595781113</c:v>
                </c:pt>
                <c:pt idx="44">
                  <c:v>321896.2192746445</c:v>
                </c:pt>
                <c:pt idx="45">
                  <c:v>160310.05795508978</c:v>
                </c:pt>
                <c:pt idx="46">
                  <c:v>535528.1342426694</c:v>
                </c:pt>
                <c:pt idx="47">
                  <c:v>379549.0015546745</c:v>
                </c:pt>
                <c:pt idx="48">
                  <c:v>226833.12927534914</c:v>
                </c:pt>
                <c:pt idx="49">
                  <c:v>397266.33071489225</c:v>
                </c:pt>
                <c:pt idx="50">
                  <c:v>541780.3543386176</c:v>
                </c:pt>
                <c:pt idx="51">
                  <c:v>616778.5518712631</c:v>
                </c:pt>
                <c:pt idx="52">
                  <c:v>456954.15008408815</c:v>
                </c:pt>
                <c:pt idx="53">
                  <c:v>486168.33120767004</c:v>
                </c:pt>
                <c:pt idx="54">
                  <c:v>429776.84081124887</c:v>
                </c:pt>
                <c:pt idx="55">
                  <c:v>716004.4234794783</c:v>
                </c:pt>
                <c:pt idx="56">
                  <c:v>311771.57331583044</c:v>
                </c:pt>
                <c:pt idx="57">
                  <c:v>443365.9684682783</c:v>
                </c:pt>
                <c:pt idx="58">
                  <c:v>255586.7974424376</c:v>
                </c:pt>
                <c:pt idx="59">
                  <c:v>250566.8226958445</c:v>
                </c:pt>
                <c:pt idx="60">
                  <c:v>303710.99153880577</c:v>
                </c:pt>
                <c:pt idx="61">
                  <c:v>501253.7310731843</c:v>
                </c:pt>
                <c:pt idx="62">
                  <c:v>444859.0113284767</c:v>
                </c:pt>
                <c:pt idx="63">
                  <c:v>742504.3977188088</c:v>
                </c:pt>
                <c:pt idx="64">
                  <c:v>515474.67215426796</c:v>
                </c:pt>
                <c:pt idx="65">
                  <c:v>16792.30685531539</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215374.21047461353</c:v>
                </c:pt>
                <c:pt idx="1">
                  <c:v>319560.1840247948</c:v>
                </c:pt>
                <c:pt idx="2">
                  <c:v>337187.4929203843</c:v>
                </c:pt>
                <c:pt idx="3">
                  <c:v>405841.80576051964</c:v>
                </c:pt>
                <c:pt idx="4">
                  <c:v>197478.3601804757</c:v>
                </c:pt>
                <c:pt idx="5">
                  <c:v>375187.2687206777</c:v>
                </c:pt>
                <c:pt idx="6">
                  <c:v>416098.41491880425</c:v>
                </c:pt>
                <c:pt idx="7">
                  <c:v>327254.6992173126</c:v>
                </c:pt>
                <c:pt idx="8">
                  <c:v>216183.4943173039</c:v>
                </c:pt>
                <c:pt idx="9">
                  <c:v>175948.16637311789</c:v>
                </c:pt>
                <c:pt idx="10">
                  <c:v>126840.67761386026</c:v>
                </c:pt>
                <c:pt idx="11">
                  <c:v>244470.2695577799</c:v>
                </c:pt>
                <c:pt idx="12">
                  <c:v>430938.8940888272</c:v>
                </c:pt>
                <c:pt idx="13">
                  <c:v>152139.2325672297</c:v>
                </c:pt>
                <c:pt idx="14">
                  <c:v>274907.7734081471</c:v>
                </c:pt>
                <c:pt idx="15">
                  <c:v>269804.67972358444</c:v>
                </c:pt>
                <c:pt idx="16">
                  <c:v>105608.79785115257</c:v>
                </c:pt>
                <c:pt idx="17">
                  <c:v>370838.71594140556</c:v>
                </c:pt>
                <c:pt idx="18">
                  <c:v>346107.23235793563</c:v>
                </c:pt>
                <c:pt idx="19">
                  <c:v>142353.42363040213</c:v>
                </c:pt>
                <c:pt idx="20">
                  <c:v>360324.00434547296</c:v>
                </c:pt>
                <c:pt idx="21">
                  <c:v>579900.0789125513</c:v>
                </c:pt>
                <c:pt idx="22">
                  <c:v>383817.94556214777</c:v>
                </c:pt>
                <c:pt idx="23">
                  <c:v>2751.222261469106</c:v>
                </c:pt>
                <c:pt idx="24">
                  <c:v>115809.50355835687</c:v>
                </c:pt>
                <c:pt idx="25">
                  <c:v>370883.5827396176</c:v>
                </c:pt>
                <c:pt idx="26">
                  <c:v>349369.4787729179</c:v>
                </c:pt>
                <c:pt idx="27">
                  <c:v>336582.28567376133</c:v>
                </c:pt>
                <c:pt idx="28">
                  <c:v>352015.51930192625</c:v>
                </c:pt>
                <c:pt idx="29">
                  <c:v>182367.06099080577</c:v>
                </c:pt>
                <c:pt idx="30">
                  <c:v>178636.59554311502</c:v>
                </c:pt>
                <c:pt idx="31">
                  <c:v>216959.066031761</c:v>
                </c:pt>
                <c:pt idx="32">
                  <c:v>226375.38205983644</c:v>
                </c:pt>
                <c:pt idx="33">
                  <c:v>352099.74670757836</c:v>
                </c:pt>
                <c:pt idx="34">
                  <c:v>449689.16909822647</c:v>
                </c:pt>
                <c:pt idx="35">
                  <c:v>118669.40909730029</c:v>
                </c:pt>
                <c:pt idx="36">
                  <c:v>3691.797389346718</c:v>
                </c:pt>
                <c:pt idx="37">
                  <c:v>332535.7520037519</c:v>
                </c:pt>
                <c:pt idx="38">
                  <c:v>350541.0976066462</c:v>
                </c:pt>
                <c:pt idx="39">
                  <c:v>126786.83028784275</c:v>
                </c:pt>
                <c:pt idx="40">
                  <c:v>666690.0899644407</c:v>
                </c:pt>
                <c:pt idx="41">
                  <c:v>109529.99154535527</c:v>
                </c:pt>
                <c:pt idx="42">
                  <c:v>387719.302615955</c:v>
                </c:pt>
                <c:pt idx="43">
                  <c:v>384809.88226938667</c:v>
                </c:pt>
                <c:pt idx="44">
                  <c:v>413409.8077595739</c:v>
                </c:pt>
                <c:pt idx="45">
                  <c:v>667177.158136064</c:v>
                </c:pt>
                <c:pt idx="46">
                  <c:v>542949.3820595893</c:v>
                </c:pt>
                <c:pt idx="47">
                  <c:v>207892.57519329916</c:v>
                </c:pt>
                <c:pt idx="48">
                  <c:v>629135.4893882701</c:v>
                </c:pt>
                <c:pt idx="49">
                  <c:v>151715.7668499849</c:v>
                </c:pt>
                <c:pt idx="50">
                  <c:v>258110.17068207194</c:v>
                </c:pt>
                <c:pt idx="51">
                  <c:v>90269.29474434973</c:v>
                </c:pt>
                <c:pt idx="52">
                  <c:v>377424.08110292966</c:v>
                </c:pt>
                <c:pt idx="53">
                  <c:v>579834.8347075733</c:v>
                </c:pt>
                <c:pt idx="54">
                  <c:v>192067.95686260448</c:v>
                </c:pt>
                <c:pt idx="55">
                  <c:v>1915.4776805268932</c:v>
                </c:pt>
                <c:pt idx="56">
                  <c:v>539321.5799899792</c:v>
                </c:pt>
                <c:pt idx="57">
                  <c:v>440211.22871344746</c:v>
                </c:pt>
                <c:pt idx="58">
                  <c:v>358551.38872217183</c:v>
                </c:pt>
                <c:pt idx="59">
                  <c:v>589376.1717922336</c:v>
                </c:pt>
                <c:pt idx="60">
                  <c:v>611502.0928728163</c:v>
                </c:pt>
                <c:pt idx="61">
                  <c:v>500151.8623559272</c:v>
                </c:pt>
                <c:pt idx="62">
                  <c:v>672424.72667966</c:v>
                </c:pt>
                <c:pt idx="63">
                  <c:v>793500.3306602734</c:v>
                </c:pt>
                <c:pt idx="64">
                  <c:v>84227.71424856524</c:v>
                </c:pt>
                <c:pt idx="65">
                  <c:v>218474.88567548123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34926.09406984143</c:v>
                </c:pt>
                <c:pt idx="1">
                  <c:v>67938.81156988087</c:v>
                </c:pt>
                <c:pt idx="2">
                  <c:v>162178.98919666937</c:v>
                </c:pt>
                <c:pt idx="3">
                  <c:v>133455.2518635008</c:v>
                </c:pt>
                <c:pt idx="4">
                  <c:v>5844.421894983808</c:v>
                </c:pt>
                <c:pt idx="5">
                  <c:v>4649.128747961573</c:v>
                </c:pt>
                <c:pt idx="6">
                  <c:v>8704.888497318932</c:v>
                </c:pt>
                <c:pt idx="7">
                  <c:v>125.81957424904044</c:v>
                </c:pt>
                <c:pt idx="8">
                  <c:v>3764.7704593353005</c:v>
                </c:pt>
                <c:pt idx="9">
                  <c:v>5200.261050562591</c:v>
                </c:pt>
                <c:pt idx="10">
                  <c:v>244654.14949233603</c:v>
                </c:pt>
                <c:pt idx="11">
                  <c:v>82312.91564377157</c:v>
                </c:pt>
                <c:pt idx="12">
                  <c:v>2764.1233992659013</c:v>
                </c:pt>
                <c:pt idx="13">
                  <c:v>214243.60375879993</c:v>
                </c:pt>
                <c:pt idx="14">
                  <c:v>139923.59471482638</c:v>
                </c:pt>
                <c:pt idx="15">
                  <c:v>132511.27078790864</c:v>
                </c:pt>
                <c:pt idx="16">
                  <c:v>123983.41342589012</c:v>
                </c:pt>
                <c:pt idx="17">
                  <c:v>218450.85694805207</c:v>
                </c:pt>
                <c:pt idx="18">
                  <c:v>76534.73136175056</c:v>
                </c:pt>
                <c:pt idx="19">
                  <c:v>550.9663556369413</c:v>
                </c:pt>
                <c:pt idx="20">
                  <c:v>90284.344592038</c:v>
                </c:pt>
                <c:pt idx="21">
                  <c:v>105003.4975816953</c:v>
                </c:pt>
                <c:pt idx="22">
                  <c:v>13403.88868563419</c:v>
                </c:pt>
                <c:pt idx="23">
                  <c:v>6033.133100363004</c:v>
                </c:pt>
                <c:pt idx="24">
                  <c:v>9138.130632910226</c:v>
                </c:pt>
                <c:pt idx="25">
                  <c:v>154810.4531585049</c:v>
                </c:pt>
                <c:pt idx="26">
                  <c:v>5470.912530284546</c:v>
                </c:pt>
                <c:pt idx="27">
                  <c:v>5167.056012100338</c:v>
                </c:pt>
                <c:pt idx="28">
                  <c:v>111468.26865422675</c:v>
                </c:pt>
                <c:pt idx="29">
                  <c:v>4894.750629591479</c:v>
                </c:pt>
                <c:pt idx="30">
                  <c:v>4670.51089202136</c:v>
                </c:pt>
                <c:pt idx="31">
                  <c:v>2648.210412032076</c:v>
                </c:pt>
                <c:pt idx="32">
                  <c:v>215930.89801836963</c:v>
                </c:pt>
                <c:pt idx="33">
                  <c:v>185251.9908598064</c:v>
                </c:pt>
                <c:pt idx="34">
                  <c:v>6061.689832970897</c:v>
                </c:pt>
                <c:pt idx="35">
                  <c:v>9666.89059591082</c:v>
                </c:pt>
                <c:pt idx="36">
                  <c:v>99333.21889447745</c:v>
                </c:pt>
                <c:pt idx="37">
                  <c:v>67672.71218721256</c:v>
                </c:pt>
                <c:pt idx="38">
                  <c:v>12850.457847732718</c:v>
                </c:pt>
                <c:pt idx="39">
                  <c:v>378431.1486943783</c:v>
                </c:pt>
                <c:pt idx="40">
                  <c:v>213388.90800216474</c:v>
                </c:pt>
                <c:pt idx="41">
                  <c:v>17017.051630992897</c:v>
                </c:pt>
                <c:pt idx="42">
                  <c:v>6750.8838288954485</c:v>
                </c:pt>
                <c:pt idx="43">
                  <c:v>5977.46608367625</c:v>
                </c:pt>
                <c:pt idx="44">
                  <c:v>7215.682014266542</c:v>
                </c:pt>
                <c:pt idx="45">
                  <c:v>295277.7984234756</c:v>
                </c:pt>
                <c:pt idx="46">
                  <c:v>23.19711914002684</c:v>
                </c:pt>
                <c:pt idx="47">
                  <c:v>76924.60043457596</c:v>
                </c:pt>
                <c:pt idx="48">
                  <c:v>163688.79262518504</c:v>
                </c:pt>
                <c:pt idx="49">
                  <c:v>23689.096199297477</c:v>
                </c:pt>
                <c:pt idx="50">
                  <c:v>2537.918423911803</c:v>
                </c:pt>
                <c:pt idx="51">
                  <c:v>291503.33394824766</c:v>
                </c:pt>
                <c:pt idx="52">
                  <c:v>112719.16036995944</c:v>
                </c:pt>
                <c:pt idx="53">
                  <c:v>323179.5867431318</c:v>
                </c:pt>
                <c:pt idx="54">
                  <c:v>14640.102988218821</c:v>
                </c:pt>
                <c:pt idx="55">
                  <c:v>333248.311540496</c:v>
                </c:pt>
                <c:pt idx="56">
                  <c:v>170719.92540708068</c:v>
                </c:pt>
                <c:pt idx="57">
                  <c:v>204835.70784855695</c:v>
                </c:pt>
                <c:pt idx="58">
                  <c:v>24273.663139712786</c:v>
                </c:pt>
                <c:pt idx="59">
                  <c:v>1666.0985102988793</c:v>
                </c:pt>
                <c:pt idx="60">
                  <c:v>531.1114749477827</c:v>
                </c:pt>
                <c:pt idx="61">
                  <c:v>106682.35749966426</c:v>
                </c:pt>
                <c:pt idx="62">
                  <c:v>222108.3196737581</c:v>
                </c:pt>
                <c:pt idx="63">
                  <c:v>126542.70706557992</c:v>
                </c:pt>
                <c:pt idx="64">
                  <c:v>240633.22991107454</c:v>
                </c:pt>
                <c:pt idx="65">
                  <c:v>9661.82415843601</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44947.41120779532</c:v>
                </c:pt>
                <c:pt idx="1">
                  <c:v>186198.19469379095</c:v>
                </c:pt>
                <c:pt idx="2">
                  <c:v>3031.051879810444</c:v>
                </c:pt>
                <c:pt idx="3">
                  <c:v>0.061024991740791845</c:v>
                </c:pt>
                <c:pt idx="4">
                  <c:v>196511.15063577323</c:v>
                </c:pt>
                <c:pt idx="5">
                  <c:v>2860.7527563203344</c:v>
                </c:pt>
                <c:pt idx="6">
                  <c:v>76550.70010866574</c:v>
                </c:pt>
                <c:pt idx="7">
                  <c:v>183721.89839459726</c:v>
                </c:pt>
                <c:pt idx="8">
                  <c:v>162.08047867823996</c:v>
                </c:pt>
                <c:pt idx="9">
                  <c:v>5550.1418959120665</c:v>
                </c:pt>
                <c:pt idx="10">
                  <c:v>186767.05793088232</c:v>
                </c:pt>
                <c:pt idx="11">
                  <c:v>5025.964624915809</c:v>
                </c:pt>
                <c:pt idx="12">
                  <c:v>193581.68068738774</c:v>
                </c:pt>
                <c:pt idx="13">
                  <c:v>4642.852328608766</c:v>
                </c:pt>
                <c:pt idx="14">
                  <c:v>251766.55937369255</c:v>
                </c:pt>
                <c:pt idx="15">
                  <c:v>157261.68593034995</c:v>
                </c:pt>
                <c:pt idx="16">
                  <c:v>21536.406943991682</c:v>
                </c:pt>
                <c:pt idx="17">
                  <c:v>212573.64463188988</c:v>
                </c:pt>
                <c:pt idx="18">
                  <c:v>61682.969843849445</c:v>
                </c:pt>
                <c:pt idx="19">
                  <c:v>31891.120551443422</c:v>
                </c:pt>
                <c:pt idx="20">
                  <c:v>47438.02556295212</c:v>
                </c:pt>
                <c:pt idx="21">
                  <c:v>109245.93276121846</c:v>
                </c:pt>
                <c:pt idx="22">
                  <c:v>61368.90429413254</c:v>
                </c:pt>
                <c:pt idx="23">
                  <c:v>3302.4999547925872</c:v>
                </c:pt>
                <c:pt idx="24">
                  <c:v>576861.0403437626</c:v>
                </c:pt>
                <c:pt idx="25">
                  <c:v>179746.57550696566</c:v>
                </c:pt>
                <c:pt idx="26">
                  <c:v>59761.05838716034</c:v>
                </c:pt>
                <c:pt idx="27">
                  <c:v>3701.8511361876435</c:v>
                </c:pt>
                <c:pt idx="28">
                  <c:v>2075.9920414384255</c:v>
                </c:pt>
                <c:pt idx="29">
                  <c:v>186999.61751755135</c:v>
                </c:pt>
                <c:pt idx="30">
                  <c:v>352216.28441056155</c:v>
                </c:pt>
                <c:pt idx="31">
                  <c:v>17276.57410496182</c:v>
                </c:pt>
                <c:pt idx="32">
                  <c:v>363121.45159924997</c:v>
                </c:pt>
                <c:pt idx="33">
                  <c:v>372073.12791621644</c:v>
                </c:pt>
                <c:pt idx="34">
                  <c:v>364632.49848219333</c:v>
                </c:pt>
                <c:pt idx="35">
                  <c:v>153522.71432943898</c:v>
                </c:pt>
                <c:pt idx="36">
                  <c:v>337167.49946889805</c:v>
                </c:pt>
                <c:pt idx="37">
                  <c:v>367204.3900643024</c:v>
                </c:pt>
                <c:pt idx="38">
                  <c:v>13597.613096737485</c:v>
                </c:pt>
                <c:pt idx="39">
                  <c:v>2053.2792124655066</c:v>
                </c:pt>
                <c:pt idx="40">
                  <c:v>223754.4789749488</c:v>
                </c:pt>
                <c:pt idx="41">
                  <c:v>96355.49126144113</c:v>
                </c:pt>
                <c:pt idx="42">
                  <c:v>214576.58700149466</c:v>
                </c:pt>
                <c:pt idx="43">
                  <c:v>309548.7458250464</c:v>
                </c:pt>
                <c:pt idx="44">
                  <c:v>102259.11403691999</c:v>
                </c:pt>
                <c:pt idx="45">
                  <c:v>339422.7248865305</c:v>
                </c:pt>
                <c:pt idx="46">
                  <c:v>350856.6041085274</c:v>
                </c:pt>
                <c:pt idx="47">
                  <c:v>2314.8082816078727</c:v>
                </c:pt>
                <c:pt idx="48">
                  <c:v>380141.1914360983</c:v>
                </c:pt>
                <c:pt idx="49">
                  <c:v>183397.51197377214</c:v>
                </c:pt>
                <c:pt idx="50">
                  <c:v>6447.939524837608</c:v>
                </c:pt>
                <c:pt idx="51">
                  <c:v>18257.07898860453</c:v>
                </c:pt>
                <c:pt idx="52">
                  <c:v>137628.33365571668</c:v>
                </c:pt>
                <c:pt idx="53">
                  <c:v>125336.72535427763</c:v>
                </c:pt>
                <c:pt idx="54">
                  <c:v>169792.71839131764</c:v>
                </c:pt>
                <c:pt idx="55">
                  <c:v>190509.69033726343</c:v>
                </c:pt>
                <c:pt idx="56">
                  <c:v>378078.57677187875</c:v>
                </c:pt>
                <c:pt idx="57">
                  <c:v>7799.310460338354</c:v>
                </c:pt>
                <c:pt idx="58">
                  <c:v>10421.997188035008</c:v>
                </c:pt>
                <c:pt idx="59">
                  <c:v>226694.86399852997</c:v>
                </c:pt>
                <c:pt idx="60">
                  <c:v>246174.20026095744</c:v>
                </c:pt>
                <c:pt idx="61">
                  <c:v>143315.23239708366</c:v>
                </c:pt>
                <c:pt idx="62">
                  <c:v>368427.04785421735</c:v>
                </c:pt>
                <c:pt idx="63">
                  <c:v>330456.93387556245</c:v>
                </c:pt>
                <c:pt idx="64">
                  <c:v>5865.9922502493355</c:v>
                </c:pt>
                <c:pt idx="65">
                  <c:v>8274.506375085111</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505606.8581629337</c:v>
                </c:pt>
                <c:pt idx="1">
                  <c:v>553936.1408749239</c:v>
                </c:pt>
                <c:pt idx="2">
                  <c:v>657501.4003069794</c:v>
                </c:pt>
                <c:pt idx="3">
                  <c:v>658660.725655643</c:v>
                </c:pt>
                <c:pt idx="4">
                  <c:v>585102.9736962577</c:v>
                </c:pt>
                <c:pt idx="5">
                  <c:v>615850.2528262486</c:v>
                </c:pt>
                <c:pt idx="6">
                  <c:v>637366.5054768363</c:v>
                </c:pt>
                <c:pt idx="7">
                  <c:v>699908.2216737249</c:v>
                </c:pt>
                <c:pt idx="8">
                  <c:v>558242.9928593761</c:v>
                </c:pt>
                <c:pt idx="9">
                  <c:v>625533.5956584505</c:v>
                </c:pt>
                <c:pt idx="10">
                  <c:v>685991.1200668185</c:v>
                </c:pt>
                <c:pt idx="11">
                  <c:v>588523.9933136479</c:v>
                </c:pt>
                <c:pt idx="12">
                  <c:v>634249.0396171362</c:v>
                </c:pt>
                <c:pt idx="13">
                  <c:v>562809.4144314395</c:v>
                </c:pt>
                <c:pt idx="14">
                  <c:v>715451.6200080542</c:v>
                </c:pt>
                <c:pt idx="15">
                  <c:v>457953.26475047483</c:v>
                </c:pt>
                <c:pt idx="16">
                  <c:v>614596.9907915973</c:v>
                </c:pt>
                <c:pt idx="17">
                  <c:v>594219.4394563071</c:v>
                </c:pt>
                <c:pt idx="18">
                  <c:v>656333.1285662228</c:v>
                </c:pt>
                <c:pt idx="19">
                  <c:v>632306.9498563611</c:v>
                </c:pt>
                <c:pt idx="20">
                  <c:v>691381.0526245363</c:v>
                </c:pt>
                <c:pt idx="21">
                  <c:v>627038.0401305899</c:v>
                </c:pt>
                <c:pt idx="22">
                  <c:v>715602.085934996</c:v>
                </c:pt>
                <c:pt idx="23">
                  <c:v>623998.2293880087</c:v>
                </c:pt>
                <c:pt idx="24">
                  <c:v>908524.2327155536</c:v>
                </c:pt>
                <c:pt idx="25">
                  <c:v>653508.987511877</c:v>
                </c:pt>
                <c:pt idx="26">
                  <c:v>558528.5598544537</c:v>
                </c:pt>
                <c:pt idx="27">
                  <c:v>719759.7023380913</c:v>
                </c:pt>
                <c:pt idx="28">
                  <c:v>769159.333967085</c:v>
                </c:pt>
                <c:pt idx="29">
                  <c:v>549740.8685696921</c:v>
                </c:pt>
                <c:pt idx="30">
                  <c:v>639625.041547532</c:v>
                </c:pt>
                <c:pt idx="31">
                  <c:v>917472.2808747919</c:v>
                </c:pt>
                <c:pt idx="32">
                  <c:v>773458.5413721</c:v>
                </c:pt>
                <c:pt idx="33">
                  <c:v>781527.8809432245</c:v>
                </c:pt>
                <c:pt idx="34">
                  <c:v>690884.2312087446</c:v>
                </c:pt>
                <c:pt idx="35">
                  <c:v>608870.5315351101</c:v>
                </c:pt>
                <c:pt idx="36">
                  <c:v>734451.5518022416</c:v>
                </c:pt>
                <c:pt idx="37">
                  <c:v>649934.8373051477</c:v>
                </c:pt>
                <c:pt idx="38">
                  <c:v>669154.5623732656</c:v>
                </c:pt>
                <c:pt idx="39">
                  <c:v>773013.4060113763</c:v>
                </c:pt>
                <c:pt idx="40">
                  <c:v>764387.2964182156</c:v>
                </c:pt>
                <c:pt idx="41">
                  <c:v>636541.5593256366</c:v>
                </c:pt>
                <c:pt idx="42">
                  <c:v>783960.1503747341</c:v>
                </c:pt>
                <c:pt idx="43">
                  <c:v>621548.2493636918</c:v>
                </c:pt>
                <c:pt idx="44">
                  <c:v>683446.6708816609</c:v>
                </c:pt>
                <c:pt idx="45">
                  <c:v>783789.1953044086</c:v>
                </c:pt>
                <c:pt idx="46">
                  <c:v>770990.1011104991</c:v>
                </c:pt>
                <c:pt idx="47">
                  <c:v>704151.3766924435</c:v>
                </c:pt>
                <c:pt idx="48">
                  <c:v>880226.9100934626</c:v>
                </c:pt>
                <c:pt idx="49">
                  <c:v>684330.2340135231</c:v>
                </c:pt>
                <c:pt idx="50">
                  <c:v>756067.5045035661</c:v>
                </c:pt>
                <c:pt idx="51">
                  <c:v>849686.4370471353</c:v>
                </c:pt>
                <c:pt idx="52">
                  <c:v>619583.9255374263</c:v>
                </c:pt>
                <c:pt idx="53">
                  <c:v>681899.5669539789</c:v>
                </c:pt>
                <c:pt idx="54">
                  <c:v>916311.8273500714</c:v>
                </c:pt>
                <c:pt idx="55">
                  <c:v>808286.1609356697</c:v>
                </c:pt>
                <c:pt idx="56">
                  <c:v>952014.3789372604</c:v>
                </c:pt>
                <c:pt idx="57">
                  <c:v>784092.837730734</c:v>
                </c:pt>
                <c:pt idx="58">
                  <c:v>860536.9178453939</c:v>
                </c:pt>
                <c:pt idx="59">
                  <c:v>830954.4523764736</c:v>
                </c:pt>
                <c:pt idx="60">
                  <c:v>783026.5923573386</c:v>
                </c:pt>
                <c:pt idx="61">
                  <c:v>713105.2661556219</c:v>
                </c:pt>
                <c:pt idx="62">
                  <c:v>914040.1295517161</c:v>
                </c:pt>
                <c:pt idx="63">
                  <c:v>833508.0227200781</c:v>
                </c:pt>
                <c:pt idx="64">
                  <c:v>807489.3541853405</c:v>
                </c:pt>
                <c:pt idx="65">
                  <c:v>681675.0979321807</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53860.56846108211</c:v>
                </c:pt>
                <c:pt idx="1">
                  <c:v>154562.42624319368</c:v>
                </c:pt>
                <c:pt idx="2">
                  <c:v>137744.6390305113</c:v>
                </c:pt>
                <c:pt idx="3">
                  <c:v>76373.03803435001</c:v>
                </c:pt>
                <c:pt idx="4">
                  <c:v>100113.50048594167</c:v>
                </c:pt>
                <c:pt idx="5">
                  <c:v>130899.33873755553</c:v>
                </c:pt>
                <c:pt idx="6">
                  <c:v>196579.57921767118</c:v>
                </c:pt>
                <c:pt idx="7">
                  <c:v>307140.6765440558</c:v>
                </c:pt>
                <c:pt idx="8">
                  <c:v>268203.5496729922</c:v>
                </c:pt>
                <c:pt idx="9">
                  <c:v>283194.8746627197</c:v>
                </c:pt>
                <c:pt idx="10">
                  <c:v>149021.3481929376</c:v>
                </c:pt>
                <c:pt idx="11">
                  <c:v>110832.34469462403</c:v>
                </c:pt>
                <c:pt idx="12">
                  <c:v>82999.78388428917</c:v>
                </c:pt>
                <c:pt idx="13">
                  <c:v>71478.03658989133</c:v>
                </c:pt>
                <c:pt idx="14">
                  <c:v>99098.54299642578</c:v>
                </c:pt>
                <c:pt idx="15">
                  <c:v>121077.13724462982</c:v>
                </c:pt>
                <c:pt idx="16">
                  <c:v>167937.03811202763</c:v>
                </c:pt>
                <c:pt idx="17">
                  <c:v>148517.0929006308</c:v>
                </c:pt>
                <c:pt idx="18">
                  <c:v>218029.95121333684</c:v>
                </c:pt>
                <c:pt idx="19">
                  <c:v>154023.37411085673</c:v>
                </c:pt>
                <c:pt idx="20">
                  <c:v>224488.0576483828</c:v>
                </c:pt>
                <c:pt idx="21">
                  <c:v>231045.19799360726</c:v>
                </c:pt>
                <c:pt idx="22">
                  <c:v>208193.9467493464</c:v>
                </c:pt>
                <c:pt idx="23">
                  <c:v>137168.36999374165</c:v>
                </c:pt>
                <c:pt idx="24">
                  <c:v>279062.42353405256</c:v>
                </c:pt>
                <c:pt idx="25">
                  <c:v>154216.03820662136</c:v>
                </c:pt>
                <c:pt idx="26">
                  <c:v>148162.76136476482</c:v>
                </c:pt>
                <c:pt idx="27">
                  <c:v>244390.33717299823</c:v>
                </c:pt>
                <c:pt idx="28">
                  <c:v>196151.51579189638</c:v>
                </c:pt>
                <c:pt idx="29">
                  <c:v>46919.23098912688</c:v>
                </c:pt>
                <c:pt idx="30">
                  <c:v>25681.666321275905</c:v>
                </c:pt>
                <c:pt idx="31">
                  <c:v>190624.51339286004</c:v>
                </c:pt>
                <c:pt idx="32">
                  <c:v>154635.41997247067</c:v>
                </c:pt>
                <c:pt idx="33">
                  <c:v>120683.92339450288</c:v>
                </c:pt>
                <c:pt idx="34">
                  <c:v>202294.04964020825</c:v>
                </c:pt>
                <c:pt idx="35">
                  <c:v>214021.13008444622</c:v>
                </c:pt>
                <c:pt idx="36">
                  <c:v>182570.3028915194</c:v>
                </c:pt>
                <c:pt idx="37">
                  <c:v>157458.73814059494</c:v>
                </c:pt>
                <c:pt idx="38">
                  <c:v>123538.81239104156</c:v>
                </c:pt>
                <c:pt idx="39">
                  <c:v>275948.5549638077</c:v>
                </c:pt>
                <c:pt idx="40">
                  <c:v>215341.39627633622</c:v>
                </c:pt>
                <c:pt idx="41">
                  <c:v>204026.147165709</c:v>
                </c:pt>
                <c:pt idx="42">
                  <c:v>188989.972375063</c:v>
                </c:pt>
                <c:pt idx="43">
                  <c:v>216800.9876962229</c:v>
                </c:pt>
                <c:pt idx="44">
                  <c:v>235523.5089435007</c:v>
                </c:pt>
                <c:pt idx="45">
                  <c:v>125474.07024139972</c:v>
                </c:pt>
                <c:pt idx="46">
                  <c:v>241107.70428021564</c:v>
                </c:pt>
                <c:pt idx="47">
                  <c:v>276278.7749508501</c:v>
                </c:pt>
                <c:pt idx="48">
                  <c:v>265160.7367480561</c:v>
                </c:pt>
                <c:pt idx="49">
                  <c:v>165546.53620779072</c:v>
                </c:pt>
                <c:pt idx="50">
                  <c:v>258267.32883337254</c:v>
                </c:pt>
                <c:pt idx="51">
                  <c:v>206925.22092712304</c:v>
                </c:pt>
                <c:pt idx="52">
                  <c:v>97005.46760255173</c:v>
                </c:pt>
                <c:pt idx="53">
                  <c:v>171725.0880184512</c:v>
                </c:pt>
                <c:pt idx="54">
                  <c:v>221316.68157794344</c:v>
                </c:pt>
                <c:pt idx="55">
                  <c:v>201488.49723041104</c:v>
                </c:pt>
                <c:pt idx="56">
                  <c:v>246745.10651144083</c:v>
                </c:pt>
                <c:pt idx="57">
                  <c:v>221482.1288411267</c:v>
                </c:pt>
                <c:pt idx="58">
                  <c:v>317943.2206799766</c:v>
                </c:pt>
                <c:pt idx="59">
                  <c:v>211491.27180176857</c:v>
                </c:pt>
                <c:pt idx="60">
                  <c:v>175649.84991767583</c:v>
                </c:pt>
                <c:pt idx="61">
                  <c:v>130233.31205002393</c:v>
                </c:pt>
                <c:pt idx="62">
                  <c:v>65953.94921421327</c:v>
                </c:pt>
                <c:pt idx="63">
                  <c:v>75578.40493828054</c:v>
                </c:pt>
                <c:pt idx="64">
                  <c:v>30934.338717943458</c:v>
                </c:pt>
                <c:pt idx="65">
                  <c:v>76319.2220691601</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572659.9466094935</c:v>
                </c:pt>
                <c:pt idx="1">
                  <c:v>427093.6361865855</c:v>
                </c:pt>
                <c:pt idx="2">
                  <c:v>710651.4630669918</c:v>
                </c:pt>
                <c:pt idx="3">
                  <c:v>125611.18117381031</c:v>
                </c:pt>
                <c:pt idx="4">
                  <c:v>219923.1225322564</c:v>
                </c:pt>
                <c:pt idx="5">
                  <c:v>464609.18336981244</c:v>
                </c:pt>
                <c:pt idx="6">
                  <c:v>1051887.0308247607</c:v>
                </c:pt>
                <c:pt idx="7">
                  <c:v>298177.52030432515</c:v>
                </c:pt>
                <c:pt idx="8">
                  <c:v>25585.89329553703</c:v>
                </c:pt>
                <c:pt idx="9">
                  <c:v>202039.87411686772</c:v>
                </c:pt>
                <c:pt idx="10">
                  <c:v>1012545.8082548752</c:v>
                </c:pt>
                <c:pt idx="11">
                  <c:v>225269.6496671334</c:v>
                </c:pt>
                <c:pt idx="12">
                  <c:v>362370.6712227811</c:v>
                </c:pt>
                <c:pt idx="13">
                  <c:v>434967.20446572197</c:v>
                </c:pt>
                <c:pt idx="14">
                  <c:v>55441.737459327065</c:v>
                </c:pt>
                <c:pt idx="15">
                  <c:v>217925.11739899367</c:v>
                </c:pt>
                <c:pt idx="16">
                  <c:v>251819.06021585187</c:v>
                </c:pt>
                <c:pt idx="17">
                  <c:v>181357.7044647028</c:v>
                </c:pt>
                <c:pt idx="18">
                  <c:v>548147.5415573709</c:v>
                </c:pt>
                <c:pt idx="19">
                  <c:v>130342.15853608042</c:v>
                </c:pt>
                <c:pt idx="20">
                  <c:v>747714.2333833345</c:v>
                </c:pt>
                <c:pt idx="21">
                  <c:v>993280.245658511</c:v>
                </c:pt>
                <c:pt idx="22">
                  <c:v>628617.4600392985</c:v>
                </c:pt>
                <c:pt idx="23">
                  <c:v>77876.16382182641</c:v>
                </c:pt>
                <c:pt idx="24">
                  <c:v>11114.302032059926</c:v>
                </c:pt>
                <c:pt idx="25">
                  <c:v>28022.35733571882</c:v>
                </c:pt>
                <c:pt idx="26">
                  <c:v>7940.1796024927</c:v>
                </c:pt>
                <c:pt idx="27">
                  <c:v>827918.1056623554</c:v>
                </c:pt>
                <c:pt idx="28">
                  <c:v>1145362.6991468363</c:v>
                </c:pt>
                <c:pt idx="29">
                  <c:v>343320.6911470274</c:v>
                </c:pt>
                <c:pt idx="30">
                  <c:v>438112.365892969</c:v>
                </c:pt>
                <c:pt idx="31">
                  <c:v>594613.2085485816</c:v>
                </c:pt>
                <c:pt idx="32">
                  <c:v>206225.6707066593</c:v>
                </c:pt>
                <c:pt idx="33">
                  <c:v>548340.3609225886</c:v>
                </c:pt>
                <c:pt idx="34">
                  <c:v>620982.0964165758</c:v>
                </c:pt>
                <c:pt idx="35">
                  <c:v>264786.4787235894</c:v>
                </c:pt>
                <c:pt idx="36">
                  <c:v>304304.7578916163</c:v>
                </c:pt>
                <c:pt idx="37">
                  <c:v>193948.55380615828</c:v>
                </c:pt>
                <c:pt idx="38">
                  <c:v>446443.61834732664</c:v>
                </c:pt>
                <c:pt idx="39">
                  <c:v>125169.5821729564</c:v>
                </c:pt>
                <c:pt idx="40">
                  <c:v>781771.5870729481</c:v>
                </c:pt>
                <c:pt idx="41">
                  <c:v>995840.0982996878</c:v>
                </c:pt>
                <c:pt idx="42">
                  <c:v>470122.96184581483</c:v>
                </c:pt>
                <c:pt idx="43">
                  <c:v>803915.7284636472</c:v>
                </c:pt>
                <c:pt idx="44">
                  <c:v>200868.8694215411</c:v>
                </c:pt>
                <c:pt idx="45">
                  <c:v>49961.11343692838</c:v>
                </c:pt>
                <c:pt idx="46">
                  <c:v>1069130.0687543305</c:v>
                </c:pt>
                <c:pt idx="47">
                  <c:v>1283210.4011605573</c:v>
                </c:pt>
                <c:pt idx="48">
                  <c:v>718363.3721121898</c:v>
                </c:pt>
                <c:pt idx="49">
                  <c:v>986079.2462932874</c:v>
                </c:pt>
                <c:pt idx="50">
                  <c:v>184771.55179731798</c:v>
                </c:pt>
                <c:pt idx="51">
                  <c:v>224384.05920474068</c:v>
                </c:pt>
                <c:pt idx="52">
                  <c:v>931874.1426027253</c:v>
                </c:pt>
                <c:pt idx="53">
                  <c:v>812381.5343410567</c:v>
                </c:pt>
                <c:pt idx="54">
                  <c:v>277922.27620887605</c:v>
                </c:pt>
                <c:pt idx="55">
                  <c:v>43691.156586702455</c:v>
                </c:pt>
                <c:pt idx="56">
                  <c:v>571237.9989105993</c:v>
                </c:pt>
                <c:pt idx="57">
                  <c:v>565206.8218569341</c:v>
                </c:pt>
                <c:pt idx="58">
                  <c:v>1148066.2330013025</c:v>
                </c:pt>
                <c:pt idx="59">
                  <c:v>549151.9824922292</c:v>
                </c:pt>
                <c:pt idx="60">
                  <c:v>65516.91951228625</c:v>
                </c:pt>
                <c:pt idx="61">
                  <c:v>31663.33756491456</c:v>
                </c:pt>
                <c:pt idx="62">
                  <c:v>1575748.601349637</c:v>
                </c:pt>
                <c:pt idx="63">
                  <c:v>249913.71735157893</c:v>
                </c:pt>
                <c:pt idx="64">
                  <c:v>66541.91679095117</c:v>
                </c:pt>
                <c:pt idx="65">
                  <c:v>410055.4734759434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53656.20574556321</c:v>
                </c:pt>
                <c:pt idx="1">
                  <c:v>555.2770264330293</c:v>
                </c:pt>
                <c:pt idx="2">
                  <c:v>22444.675085994273</c:v>
                </c:pt>
                <c:pt idx="3">
                  <c:v>274.91362409446504</c:v>
                </c:pt>
                <c:pt idx="4">
                  <c:v>39446.6455512896</c:v>
                </c:pt>
                <c:pt idx="5">
                  <c:v>24446.253494456007</c:v>
                </c:pt>
                <c:pt idx="6">
                  <c:v>3554.0020901742378</c:v>
                </c:pt>
                <c:pt idx="7">
                  <c:v>66815.23320713505</c:v>
                </c:pt>
                <c:pt idx="8">
                  <c:v>522.741043836009</c:v>
                </c:pt>
                <c:pt idx="9">
                  <c:v>117147.03869863469</c:v>
                </c:pt>
                <c:pt idx="10">
                  <c:v>102102.96248575326</c:v>
                </c:pt>
                <c:pt idx="11">
                  <c:v>32703.90481465194</c:v>
                </c:pt>
                <c:pt idx="12">
                  <c:v>55209.15201307299</c:v>
                </c:pt>
                <c:pt idx="13">
                  <c:v>69521.57725621328</c:v>
                </c:pt>
                <c:pt idx="14">
                  <c:v>37553.180768378224</c:v>
                </c:pt>
                <c:pt idx="15">
                  <c:v>16896.711161541654</c:v>
                </c:pt>
                <c:pt idx="16">
                  <c:v>51590.72461263451</c:v>
                </c:pt>
                <c:pt idx="17">
                  <c:v>74689.91483742127</c:v>
                </c:pt>
                <c:pt idx="18">
                  <c:v>42827.14039006834</c:v>
                </c:pt>
                <c:pt idx="19">
                  <c:v>37186.90074937675</c:v>
                </c:pt>
                <c:pt idx="20">
                  <c:v>48456.78672699133</c:v>
                </c:pt>
                <c:pt idx="21">
                  <c:v>1407.7905661053094</c:v>
                </c:pt>
                <c:pt idx="22">
                  <c:v>34281.24465096177</c:v>
                </c:pt>
                <c:pt idx="23">
                  <c:v>26717.477338219007</c:v>
                </c:pt>
                <c:pt idx="24">
                  <c:v>53018.34535100616</c:v>
                </c:pt>
                <c:pt idx="25">
                  <c:v>35224.21944341718</c:v>
                </c:pt>
                <c:pt idx="26">
                  <c:v>34947.79836014242</c:v>
                </c:pt>
                <c:pt idx="27">
                  <c:v>31480.81311454154</c:v>
                </c:pt>
                <c:pt idx="28">
                  <c:v>44272.92196020439</c:v>
                </c:pt>
                <c:pt idx="29">
                  <c:v>50894.824546872</c:v>
                </c:pt>
                <c:pt idx="30">
                  <c:v>68427.45632327486</c:v>
                </c:pt>
                <c:pt idx="31">
                  <c:v>58668.57472737123</c:v>
                </c:pt>
                <c:pt idx="32">
                  <c:v>76722.29252943158</c:v>
                </c:pt>
                <c:pt idx="33">
                  <c:v>39034.047569678754</c:v>
                </c:pt>
                <c:pt idx="34">
                  <c:v>2478.838582158183</c:v>
                </c:pt>
                <c:pt idx="35">
                  <c:v>91908.65852014736</c:v>
                </c:pt>
                <c:pt idx="36">
                  <c:v>32767.694680404362</c:v>
                </c:pt>
                <c:pt idx="37">
                  <c:v>25207.58208994657</c:v>
                </c:pt>
                <c:pt idx="38">
                  <c:v>80393.90978242696</c:v>
                </c:pt>
                <c:pt idx="39">
                  <c:v>5193.17913446817</c:v>
                </c:pt>
                <c:pt idx="40">
                  <c:v>1681.7284631491864</c:v>
                </c:pt>
                <c:pt idx="41">
                  <c:v>29649.474786992294</c:v>
                </c:pt>
                <c:pt idx="42">
                  <c:v>44096.33904039105</c:v>
                </c:pt>
                <c:pt idx="43">
                  <c:v>84087.76340483615</c:v>
                </c:pt>
                <c:pt idx="44">
                  <c:v>38840.25155247398</c:v>
                </c:pt>
                <c:pt idx="45">
                  <c:v>28942.87009315834</c:v>
                </c:pt>
                <c:pt idx="46">
                  <c:v>150593.64146308</c:v>
                </c:pt>
                <c:pt idx="47">
                  <c:v>62859.14097674152</c:v>
                </c:pt>
                <c:pt idx="48">
                  <c:v>47616.584456941666</c:v>
                </c:pt>
                <c:pt idx="49">
                  <c:v>1607.892901621226</c:v>
                </c:pt>
                <c:pt idx="50">
                  <c:v>30888.07723028968</c:v>
                </c:pt>
                <c:pt idx="51">
                  <c:v>51588.6359246452</c:v>
                </c:pt>
                <c:pt idx="52">
                  <c:v>46395.198981293084</c:v>
                </c:pt>
                <c:pt idx="53">
                  <c:v>2410.9794586372313</c:v>
                </c:pt>
                <c:pt idx="54">
                  <c:v>96833.38791592189</c:v>
                </c:pt>
                <c:pt idx="55">
                  <c:v>31374.984839328088</c:v>
                </c:pt>
                <c:pt idx="56">
                  <c:v>71329.77054820317</c:v>
                </c:pt>
                <c:pt idx="57">
                  <c:v>92624.70682064974</c:v>
                </c:pt>
                <c:pt idx="58">
                  <c:v>88929.63795917564</c:v>
                </c:pt>
                <c:pt idx="59">
                  <c:v>1708.960579137531</c:v>
                </c:pt>
                <c:pt idx="60">
                  <c:v>33001.80442831553</c:v>
                </c:pt>
                <c:pt idx="61">
                  <c:v>52481.21568298136</c:v>
                </c:pt>
                <c:pt idx="62">
                  <c:v>94316.61056716421</c:v>
                </c:pt>
                <c:pt idx="63">
                  <c:v>63505.4628548801</c:v>
                </c:pt>
                <c:pt idx="64">
                  <c:v>63714.76523149332</c:v>
                </c:pt>
                <c:pt idx="65">
                  <c:v>25259.52502751148</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4887.759435907706</c:v>
                </c:pt>
                <c:pt idx="1">
                  <c:v>93411.2325399261</c:v>
                </c:pt>
                <c:pt idx="2">
                  <c:v>111375.11766283121</c:v>
                </c:pt>
                <c:pt idx="3">
                  <c:v>135739.44762693316</c:v>
                </c:pt>
                <c:pt idx="4">
                  <c:v>61193.14990381801</c:v>
                </c:pt>
                <c:pt idx="5">
                  <c:v>97756.43725853672</c:v>
                </c:pt>
                <c:pt idx="6">
                  <c:v>121625.47174461691</c:v>
                </c:pt>
                <c:pt idx="7">
                  <c:v>4873.651006802516</c:v>
                </c:pt>
                <c:pt idx="8">
                  <c:v>143425.02676256205</c:v>
                </c:pt>
                <c:pt idx="9">
                  <c:v>19983.876756416936</c:v>
                </c:pt>
                <c:pt idx="10">
                  <c:v>1748.0616550455102</c:v>
                </c:pt>
                <c:pt idx="11">
                  <c:v>3957.1712603872525</c:v>
                </c:pt>
                <c:pt idx="12">
                  <c:v>998.4947593142924</c:v>
                </c:pt>
                <c:pt idx="13">
                  <c:v>1301.6817176679124</c:v>
                </c:pt>
                <c:pt idx="14">
                  <c:v>6606.255815658389</c:v>
                </c:pt>
                <c:pt idx="15">
                  <c:v>2416.255388599341</c:v>
                </c:pt>
                <c:pt idx="16">
                  <c:v>163424.60719746098</c:v>
                </c:pt>
                <c:pt idx="17">
                  <c:v>21947.34247877523</c:v>
                </c:pt>
                <c:pt idx="18">
                  <c:v>394.51527538554114</c:v>
                </c:pt>
                <c:pt idx="19">
                  <c:v>52741.9796451225</c:v>
                </c:pt>
                <c:pt idx="20">
                  <c:v>1937.2649273363695</c:v>
                </c:pt>
                <c:pt idx="21">
                  <c:v>5656.530646886164</c:v>
                </c:pt>
                <c:pt idx="22">
                  <c:v>159820.39802090276</c:v>
                </c:pt>
                <c:pt idx="23">
                  <c:v>32286.032942520913</c:v>
                </c:pt>
                <c:pt idx="24">
                  <c:v>15914.012277795908</c:v>
                </c:pt>
                <c:pt idx="25">
                  <c:v>3683.0951882811287</c:v>
                </c:pt>
                <c:pt idx="26">
                  <c:v>7966.465277933439</c:v>
                </c:pt>
                <c:pt idx="27">
                  <c:v>4507.444813016911</c:v>
                </c:pt>
                <c:pt idx="28">
                  <c:v>3599.5226796442594</c:v>
                </c:pt>
                <c:pt idx="29">
                  <c:v>7316.944723714313</c:v>
                </c:pt>
                <c:pt idx="30">
                  <c:v>92823.19687593056</c:v>
                </c:pt>
                <c:pt idx="31">
                  <c:v>136890.09225887997</c:v>
                </c:pt>
                <c:pt idx="32">
                  <c:v>199575.5971469376</c:v>
                </c:pt>
                <c:pt idx="33">
                  <c:v>11348.697969031431</c:v>
                </c:pt>
                <c:pt idx="34">
                  <c:v>4681.559294876002</c:v>
                </c:pt>
                <c:pt idx="35">
                  <c:v>4244.442616510709</c:v>
                </c:pt>
                <c:pt idx="36">
                  <c:v>1702.1440488789135</c:v>
                </c:pt>
                <c:pt idx="37">
                  <c:v>2624.140163057339</c:v>
                </c:pt>
                <c:pt idx="38">
                  <c:v>4462.806853078496</c:v>
                </c:pt>
                <c:pt idx="39">
                  <c:v>3119.395052556661</c:v>
                </c:pt>
                <c:pt idx="40">
                  <c:v>53540.70704290792</c:v>
                </c:pt>
                <c:pt idx="41">
                  <c:v>55183.20770475672</c:v>
                </c:pt>
                <c:pt idx="42">
                  <c:v>123242.65217523224</c:v>
                </c:pt>
                <c:pt idx="43">
                  <c:v>82562.56866293015</c:v>
                </c:pt>
                <c:pt idx="44">
                  <c:v>261828.61939129807</c:v>
                </c:pt>
                <c:pt idx="45">
                  <c:v>100485.34657544778</c:v>
                </c:pt>
                <c:pt idx="46">
                  <c:v>183986.35546843807</c:v>
                </c:pt>
                <c:pt idx="47">
                  <c:v>101713.15519702813</c:v>
                </c:pt>
                <c:pt idx="48">
                  <c:v>201345.36486374252</c:v>
                </c:pt>
                <c:pt idx="49">
                  <c:v>188608.25724719142</c:v>
                </c:pt>
                <c:pt idx="50">
                  <c:v>192241.43085965968</c:v>
                </c:pt>
                <c:pt idx="51">
                  <c:v>6374.534597452164</c:v>
                </c:pt>
                <c:pt idx="52">
                  <c:v>102830.90244904826</c:v>
                </c:pt>
                <c:pt idx="53">
                  <c:v>120164.13207218144</c:v>
                </c:pt>
                <c:pt idx="54">
                  <c:v>136574.29683284895</c:v>
                </c:pt>
                <c:pt idx="55">
                  <c:v>102724.23478877166</c:v>
                </c:pt>
                <c:pt idx="56">
                  <c:v>6935.612942162769</c:v>
                </c:pt>
                <c:pt idx="57">
                  <c:v>143066.77813639748</c:v>
                </c:pt>
                <c:pt idx="58">
                  <c:v>366702.38040700386</c:v>
                </c:pt>
                <c:pt idx="59">
                  <c:v>28549.886560666582</c:v>
                </c:pt>
                <c:pt idx="60">
                  <c:v>120485.08171080501</c:v>
                </c:pt>
                <c:pt idx="61">
                  <c:v>13817.036247525964</c:v>
                </c:pt>
                <c:pt idx="62">
                  <c:v>772.8196810081712</c:v>
                </c:pt>
                <c:pt idx="63">
                  <c:v>983.0359927040788</c:v>
                </c:pt>
                <c:pt idx="64">
                  <c:v>197192.43532008317</c:v>
                </c:pt>
                <c:pt idx="65">
                  <c:v>90384.37312026709</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-104477.50145090795</c:v>
                </c:pt>
                <c:pt idx="1">
                  <c:v>-108934.74995185321</c:v>
                </c:pt>
                <c:pt idx="2">
                  <c:v>-133459.51431927405</c:v>
                </c:pt>
                <c:pt idx="3">
                  <c:v>-66003.14943691593</c:v>
                </c:pt>
                <c:pt idx="4">
                  <c:v>8353.484148307556</c:v>
                </c:pt>
                <c:pt idx="5">
                  <c:v>59002.160523805374</c:v>
                </c:pt>
                <c:pt idx="6">
                  <c:v>90870.97586652022</c:v>
                </c:pt>
                <c:pt idx="7">
                  <c:v>139600.56671404286</c:v>
                </c:pt>
                <c:pt idx="8">
                  <c:v>92848.95003283152</c:v>
                </c:pt>
                <c:pt idx="9">
                  <c:v>54090.61759325037</c:v>
                </c:pt>
                <c:pt idx="10">
                  <c:v>-39618.93245918916</c:v>
                </c:pt>
                <c:pt idx="11">
                  <c:v>-66822.56863301914</c:v>
                </c:pt>
                <c:pt idx="12">
                  <c:v>-134834.9389216807</c:v>
                </c:pt>
                <c:pt idx="13">
                  <c:v>-121718.86950324674</c:v>
                </c:pt>
                <c:pt idx="14">
                  <c:v>-121078.20152233155</c:v>
                </c:pt>
                <c:pt idx="15">
                  <c:v>-32316.940385804533</c:v>
                </c:pt>
                <c:pt idx="16">
                  <c:v>24133.146761226726</c:v>
                </c:pt>
                <c:pt idx="17">
                  <c:v>62361.04165679429</c:v>
                </c:pt>
                <c:pt idx="18">
                  <c:v>102814.22348042531</c:v>
                </c:pt>
                <c:pt idx="19">
                  <c:v>119571.62448706306</c:v>
                </c:pt>
                <c:pt idx="20">
                  <c:v>90875.46230015828</c:v>
                </c:pt>
                <c:pt idx="21">
                  <c:v>66020.15197792683</c:v>
                </c:pt>
                <c:pt idx="22">
                  <c:v>1299.353648038852</c:v>
                </c:pt>
                <c:pt idx="23">
                  <c:v>-50610.81758947599</c:v>
                </c:pt>
                <c:pt idx="24">
                  <c:v>-163427.9276088146</c:v>
                </c:pt>
                <c:pt idx="25">
                  <c:v>-148692.56073354848</c:v>
                </c:pt>
                <c:pt idx="26">
                  <c:v>-76469.25083344278</c:v>
                </c:pt>
                <c:pt idx="27">
                  <c:v>-81659.02294805035</c:v>
                </c:pt>
                <c:pt idx="28">
                  <c:v>16264.56481272096</c:v>
                </c:pt>
                <c:pt idx="29">
                  <c:v>22932.753434069007</c:v>
                </c:pt>
                <c:pt idx="30">
                  <c:v>107431.20982857498</c:v>
                </c:pt>
                <c:pt idx="31">
                  <c:v>127700.41576352433</c:v>
                </c:pt>
                <c:pt idx="32">
                  <c:v>87437.00132920308</c:v>
                </c:pt>
                <c:pt idx="33">
                  <c:v>72880.86392274805</c:v>
                </c:pt>
                <c:pt idx="34">
                  <c:v>-13990.956447767425</c:v>
                </c:pt>
                <c:pt idx="35">
                  <c:v>-72835.2028819675</c:v>
                </c:pt>
                <c:pt idx="36">
                  <c:v>-133427.52303126914</c:v>
                </c:pt>
                <c:pt idx="37">
                  <c:v>-134065.90285340906</c:v>
                </c:pt>
                <c:pt idx="38">
                  <c:v>-89114.60552100545</c:v>
                </c:pt>
                <c:pt idx="39">
                  <c:v>-56028.09609136629</c:v>
                </c:pt>
                <c:pt idx="40">
                  <c:v>-14032.152035420168</c:v>
                </c:pt>
                <c:pt idx="41">
                  <c:v>61573.956395274596</c:v>
                </c:pt>
                <c:pt idx="42">
                  <c:v>105376.44370322578</c:v>
                </c:pt>
                <c:pt idx="43">
                  <c:v>122510.16023557715</c:v>
                </c:pt>
                <c:pt idx="44">
                  <c:v>106726.20316528209</c:v>
                </c:pt>
                <c:pt idx="45">
                  <c:v>74999.13594414806</c:v>
                </c:pt>
                <c:pt idx="46">
                  <c:v>-22581.02127704642</c:v>
                </c:pt>
                <c:pt idx="47">
                  <c:v>-81752.32925297438</c:v>
                </c:pt>
                <c:pt idx="48">
                  <c:v>-203910.46415644477</c:v>
                </c:pt>
                <c:pt idx="49">
                  <c:v>-135977.0404387694</c:v>
                </c:pt>
                <c:pt idx="50">
                  <c:v>-127276.3767227836</c:v>
                </c:pt>
                <c:pt idx="51">
                  <c:v>-65667.26712673191</c:v>
                </c:pt>
                <c:pt idx="52">
                  <c:v>36922.69347410048</c:v>
                </c:pt>
                <c:pt idx="53">
                  <c:v>67316.23191882082</c:v>
                </c:pt>
                <c:pt idx="54">
                  <c:v>125583.57879296952</c:v>
                </c:pt>
                <c:pt idx="55">
                  <c:v>141986.39772860828</c:v>
                </c:pt>
                <c:pt idx="56">
                  <c:v>104290.48473772066</c:v>
                </c:pt>
                <c:pt idx="57">
                  <c:v>83233.97288740615</c:v>
                </c:pt>
                <c:pt idx="58">
                  <c:v>-6978.344746063312</c:v>
                </c:pt>
                <c:pt idx="59">
                  <c:v>-100698.8897250244</c:v>
                </c:pt>
                <c:pt idx="60">
                  <c:v>-133759.8425673753</c:v>
                </c:pt>
                <c:pt idx="61">
                  <c:v>-142630.07657072178</c:v>
                </c:pt>
                <c:pt idx="62">
                  <c:v>-138955.3530970146</c:v>
                </c:pt>
                <c:pt idx="63">
                  <c:v>-19736.40617577288</c:v>
                </c:pt>
                <c:pt idx="64">
                  <c:v>21855.475348658987</c:v>
                </c:pt>
                <c:pt idx="65">
                  <c:v>58702.04759257011</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-80230.72779843237</c:v>
                </c:pt>
                <c:pt idx="1">
                  <c:v>-101463.13569391085</c:v>
                </c:pt>
                <c:pt idx="2">
                  <c:v>-132349.01395028853</c:v>
                </c:pt>
                <c:pt idx="3">
                  <c:v>-106914.253237636</c:v>
                </c:pt>
                <c:pt idx="4">
                  <c:v>-90541.05116946955</c:v>
                </c:pt>
                <c:pt idx="5">
                  <c:v>-102709.82358940333</c:v>
                </c:pt>
                <c:pt idx="6">
                  <c:v>-101508.76110331302</c:v>
                </c:pt>
                <c:pt idx="7">
                  <c:v>-105441.24393771356</c:v>
                </c:pt>
                <c:pt idx="8">
                  <c:v>-69396.66603026075</c:v>
                </c:pt>
                <c:pt idx="9">
                  <c:v>-72964.28890787378</c:v>
                </c:pt>
                <c:pt idx="10">
                  <c:v>-94209.87109649097</c:v>
                </c:pt>
                <c:pt idx="11">
                  <c:v>-70746.0637257863</c:v>
                </c:pt>
                <c:pt idx="12">
                  <c:v>-110929.2504698507</c:v>
                </c:pt>
                <c:pt idx="13">
                  <c:v>-97053.16576121627</c:v>
                </c:pt>
                <c:pt idx="14">
                  <c:v>-112988.66234046688</c:v>
                </c:pt>
                <c:pt idx="15">
                  <c:v>-85621.1326719579</c:v>
                </c:pt>
                <c:pt idx="16">
                  <c:v>-101968.87346889741</c:v>
                </c:pt>
                <c:pt idx="17">
                  <c:v>-95404.19025447128</c:v>
                </c:pt>
                <c:pt idx="18">
                  <c:v>-94753.00736072361</c:v>
                </c:pt>
                <c:pt idx="19">
                  <c:v>-88612.54499505083</c:v>
                </c:pt>
                <c:pt idx="20">
                  <c:v>-92527.4272925058</c:v>
                </c:pt>
                <c:pt idx="21">
                  <c:v>-92856.44345074586</c:v>
                </c:pt>
                <c:pt idx="22">
                  <c:v>-93084.93157234967</c:v>
                </c:pt>
                <c:pt idx="23">
                  <c:v>-59793.14246451722</c:v>
                </c:pt>
                <c:pt idx="24">
                  <c:v>-131983.75706847315</c:v>
                </c:pt>
                <c:pt idx="25">
                  <c:v>-112591.25841924976</c:v>
                </c:pt>
                <c:pt idx="26">
                  <c:v>-91434.48275019297</c:v>
                </c:pt>
                <c:pt idx="27">
                  <c:v>-124752.9704991634</c:v>
                </c:pt>
                <c:pt idx="28">
                  <c:v>-120621.03182687674</c:v>
                </c:pt>
                <c:pt idx="29">
                  <c:v>-81207.27055979057</c:v>
                </c:pt>
                <c:pt idx="30">
                  <c:v>-83396.75658905532</c:v>
                </c:pt>
                <c:pt idx="31">
                  <c:v>-105540.66960534215</c:v>
                </c:pt>
                <c:pt idx="32">
                  <c:v>-78266.80500914642</c:v>
                </c:pt>
                <c:pt idx="33">
                  <c:v>-84516.44588424297</c:v>
                </c:pt>
                <c:pt idx="34">
                  <c:v>-99111.2131540145</c:v>
                </c:pt>
                <c:pt idx="35">
                  <c:v>-85491.15548980312</c:v>
                </c:pt>
                <c:pt idx="36">
                  <c:v>-106011.47773849266</c:v>
                </c:pt>
                <c:pt idx="37">
                  <c:v>-95724.98799863222</c:v>
                </c:pt>
                <c:pt idx="38">
                  <c:v>-93519.14462820426</c:v>
                </c:pt>
                <c:pt idx="39">
                  <c:v>-103509.04838858343</c:v>
                </c:pt>
                <c:pt idx="40">
                  <c:v>-133472.99552991235</c:v>
                </c:pt>
                <c:pt idx="41">
                  <c:v>-96511.9074018041</c:v>
                </c:pt>
                <c:pt idx="42">
                  <c:v>-102126.9839549525</c:v>
                </c:pt>
                <c:pt idx="43">
                  <c:v>-88216.41997130032</c:v>
                </c:pt>
                <c:pt idx="44">
                  <c:v>-84580.97037017441</c:v>
                </c:pt>
                <c:pt idx="45">
                  <c:v>-97175.3216146988</c:v>
                </c:pt>
                <c:pt idx="46">
                  <c:v>-110597.1351156864</c:v>
                </c:pt>
                <c:pt idx="47">
                  <c:v>-117950.73205405512</c:v>
                </c:pt>
                <c:pt idx="48">
                  <c:v>-148762.69239826794</c:v>
                </c:pt>
                <c:pt idx="49">
                  <c:v>-116902.51773483524</c:v>
                </c:pt>
                <c:pt idx="50">
                  <c:v>-116158.38667307464</c:v>
                </c:pt>
                <c:pt idx="51">
                  <c:v>-116915.63784380746</c:v>
                </c:pt>
                <c:pt idx="52">
                  <c:v>-123851.11011259822</c:v>
                </c:pt>
                <c:pt idx="53">
                  <c:v>-123457.25607598673</c:v>
                </c:pt>
                <c:pt idx="54">
                  <c:v>-112320.84596442268</c:v>
                </c:pt>
                <c:pt idx="55">
                  <c:v>-106922.29279860934</c:v>
                </c:pt>
                <c:pt idx="56">
                  <c:v>-114279.97724497445</c:v>
                </c:pt>
                <c:pt idx="57">
                  <c:v>-98301.57999415035</c:v>
                </c:pt>
                <c:pt idx="58">
                  <c:v>-99276.83361966402</c:v>
                </c:pt>
                <c:pt idx="59">
                  <c:v>-96349.85344751508</c:v>
                </c:pt>
                <c:pt idx="60">
                  <c:v>-98776.15527188187</c:v>
                </c:pt>
                <c:pt idx="61">
                  <c:v>-102553.771299322</c:v>
                </c:pt>
                <c:pt idx="62">
                  <c:v>-160188.81876345008</c:v>
                </c:pt>
                <c:pt idx="63">
                  <c:v>-112821.33118191212</c:v>
                </c:pt>
                <c:pt idx="64">
                  <c:v>-90431.51406009725</c:v>
                </c:pt>
                <c:pt idx="65">
                  <c:v>-75192.57777782748</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1075815.2895852982</c:v>
                </c:pt>
                <c:pt idx="1">
                  <c:v>1511640.1130694721</c:v>
                </c:pt>
                <c:pt idx="2">
                  <c:v>2281139.6907274444</c:v>
                </c:pt>
                <c:pt idx="3">
                  <c:v>1894831.406019599</c:v>
                </c:pt>
                <c:pt idx="4">
                  <c:v>1599849.533594581</c:v>
                </c:pt>
                <c:pt idx="5">
                  <c:v>1340569.4954866476</c:v>
                </c:pt>
                <c:pt idx="6">
                  <c:v>891047.6769603033</c:v>
                </c:pt>
                <c:pt idx="7">
                  <c:v>404412.9333384456</c:v>
                </c:pt>
                <c:pt idx="8">
                  <c:v>39033.776036523006</c:v>
                </c:pt>
                <c:pt idx="9">
                  <c:v>22275.11646929933</c:v>
                </c:pt>
                <c:pt idx="10">
                  <c:v>297362.71953089756</c:v>
                </c:pt>
                <c:pt idx="11">
                  <c:v>524618.6055969137</c:v>
                </c:pt>
                <c:pt idx="12">
                  <c:v>1581482.3071520482</c:v>
                </c:pt>
                <c:pt idx="13">
                  <c:v>1455711.3688654515</c:v>
                </c:pt>
                <c:pt idx="14">
                  <c:v>1975072.8303194288</c:v>
                </c:pt>
                <c:pt idx="15">
                  <c:v>1525756.815223009</c:v>
                </c:pt>
                <c:pt idx="16">
                  <c:v>1689726.7303433875</c:v>
                </c:pt>
                <c:pt idx="17">
                  <c:v>1201159.468874155</c:v>
                </c:pt>
                <c:pt idx="18">
                  <c:v>803971.3787894758</c:v>
                </c:pt>
                <c:pt idx="19">
                  <c:v>327482.7303256371</c:v>
                </c:pt>
                <c:pt idx="20">
                  <c:v>51631.226303851865</c:v>
                </c:pt>
                <c:pt idx="21">
                  <c:v>22494.151573162642</c:v>
                </c:pt>
                <c:pt idx="22">
                  <c:v>255542.6291400834</c:v>
                </c:pt>
                <c:pt idx="23">
                  <c:v>432432.1100561612</c:v>
                </c:pt>
                <c:pt idx="24">
                  <c:v>1904843.6422217586</c:v>
                </c:pt>
                <c:pt idx="25">
                  <c:v>1750074.535685038</c:v>
                </c:pt>
                <c:pt idx="26">
                  <c:v>1591100.9512258754</c:v>
                </c:pt>
                <c:pt idx="27">
                  <c:v>2212112.1166525036</c:v>
                </c:pt>
                <c:pt idx="28">
                  <c:v>2113756.5148188015</c:v>
                </c:pt>
                <c:pt idx="29">
                  <c:v>1025739.4101929246</c:v>
                </c:pt>
                <c:pt idx="30">
                  <c:v>705817.7617509277</c:v>
                </c:pt>
                <c:pt idx="31">
                  <c:v>418318.2092620475</c:v>
                </c:pt>
                <c:pt idx="32">
                  <c:v>47890.111543940424</c:v>
                </c:pt>
                <c:pt idx="33">
                  <c:v>41192.50524635935</c:v>
                </c:pt>
                <c:pt idx="34">
                  <c:v>344544.8462961956</c:v>
                </c:pt>
                <c:pt idx="35">
                  <c:v>617963.6166792063</c:v>
                </c:pt>
                <c:pt idx="36">
                  <c:v>1521949.866640943</c:v>
                </c:pt>
                <c:pt idx="37">
                  <c:v>1503955.3184174257</c:v>
                </c:pt>
                <c:pt idx="38">
                  <c:v>1630421.2795434557</c:v>
                </c:pt>
                <c:pt idx="39">
                  <c:v>1836238.3187970445</c:v>
                </c:pt>
                <c:pt idx="40">
                  <c:v>2329185.1202453165</c:v>
                </c:pt>
                <c:pt idx="41">
                  <c:v>1249136.3054878053</c:v>
                </c:pt>
                <c:pt idx="42">
                  <c:v>810369.4541152217</c:v>
                </c:pt>
                <c:pt idx="43">
                  <c:v>307952.5539607202</c:v>
                </c:pt>
                <c:pt idx="44">
                  <c:v>50125.590256000156</c:v>
                </c:pt>
                <c:pt idx="45">
                  <c:v>46614.16785460069</c:v>
                </c:pt>
                <c:pt idx="46">
                  <c:v>385046.3060711429</c:v>
                </c:pt>
                <c:pt idx="47">
                  <c:v>854734.7002526124</c:v>
                </c:pt>
                <c:pt idx="48">
                  <c:v>2101080.484649296</c:v>
                </c:pt>
                <c:pt idx="49">
                  <c:v>1826290.1674167106</c:v>
                </c:pt>
                <c:pt idx="50">
                  <c:v>2025497.5540584112</c:v>
                </c:pt>
                <c:pt idx="51">
                  <c:v>2069889.8107255925</c:v>
                </c:pt>
                <c:pt idx="52">
                  <c:v>2117134.818812852</c:v>
                </c:pt>
                <c:pt idx="53">
                  <c:v>1580638.5329158828</c:v>
                </c:pt>
                <c:pt idx="54">
                  <c:v>897674.2574903796</c:v>
                </c:pt>
                <c:pt idx="55">
                  <c:v>363408.7873200064</c:v>
                </c:pt>
                <c:pt idx="56">
                  <c:v>68838.34952389805</c:v>
                </c:pt>
                <c:pt idx="57">
                  <c:v>56109.441187446806</c:v>
                </c:pt>
                <c:pt idx="58">
                  <c:v>335103.6406808032</c:v>
                </c:pt>
                <c:pt idx="59">
                  <c:v>751963.147511395</c:v>
                </c:pt>
                <c:pt idx="60">
                  <c:v>1554435.0224824355</c:v>
                </c:pt>
                <c:pt idx="61">
                  <c:v>1611266.4078984559</c:v>
                </c:pt>
                <c:pt idx="62">
                  <c:v>2826395.6228562603</c:v>
                </c:pt>
                <c:pt idx="63">
                  <c:v>1986976.5772402892</c:v>
                </c:pt>
                <c:pt idx="64">
                  <c:v>1535166.1010920494</c:v>
                </c:pt>
                <c:pt idx="65">
                  <c:v>946691.6563729256</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51741.71461558237</c:v>
                </c:pt>
                <c:pt idx="1">
                  <c:v>56880.97319241165</c:v>
                </c:pt>
                <c:pt idx="2">
                  <c:v>160056.2243302597</c:v>
                </c:pt>
                <c:pt idx="3">
                  <c:v>596196.0143164744</c:v>
                </c:pt>
                <c:pt idx="4">
                  <c:v>79415.52051644036</c:v>
                </c:pt>
                <c:pt idx="5">
                  <c:v>317984.7465713782</c:v>
                </c:pt>
                <c:pt idx="6">
                  <c:v>443834.4597304426</c:v>
                </c:pt>
                <c:pt idx="7">
                  <c:v>492346.22235160234</c:v>
                </c:pt>
                <c:pt idx="8">
                  <c:v>197951.8595306918</c:v>
                </c:pt>
                <c:pt idx="9">
                  <c:v>466966.64163621265</c:v>
                </c:pt>
                <c:pt idx="10">
                  <c:v>66478.29988708612</c:v>
                </c:pt>
                <c:pt idx="11">
                  <c:v>57007.660802024286</c:v>
                </c:pt>
                <c:pt idx="12">
                  <c:v>826329.0782522713</c:v>
                </c:pt>
                <c:pt idx="13">
                  <c:v>138648.9661279863</c:v>
                </c:pt>
                <c:pt idx="14">
                  <c:v>258054.9077678633</c:v>
                </c:pt>
                <c:pt idx="15">
                  <c:v>94239.95363806025</c:v>
                </c:pt>
                <c:pt idx="16">
                  <c:v>266866.799344095</c:v>
                </c:pt>
                <c:pt idx="17">
                  <c:v>67741.25884573426</c:v>
                </c:pt>
                <c:pt idx="18">
                  <c:v>81613.57310593323</c:v>
                </c:pt>
                <c:pt idx="19">
                  <c:v>329169.08422413055</c:v>
                </c:pt>
                <c:pt idx="20">
                  <c:v>489526.80066191324</c:v>
                </c:pt>
                <c:pt idx="21">
                  <c:v>551038.1754842858</c:v>
                </c:pt>
                <c:pt idx="22">
                  <c:v>581287.683173675</c:v>
                </c:pt>
                <c:pt idx="23">
                  <c:v>276929.3495917754</c:v>
                </c:pt>
                <c:pt idx="24">
                  <c:v>620513.5412970398</c:v>
                </c:pt>
                <c:pt idx="25">
                  <c:v>438008.9068034127</c:v>
                </c:pt>
                <c:pt idx="26">
                  <c:v>67556.44089970757</c:v>
                </c:pt>
                <c:pt idx="27">
                  <c:v>555900.9425959374</c:v>
                </c:pt>
                <c:pt idx="28">
                  <c:v>240955.72873024168</c:v>
                </c:pt>
                <c:pt idx="29">
                  <c:v>335323.3259891188</c:v>
                </c:pt>
                <c:pt idx="30">
                  <c:v>406121.6062983683</c:v>
                </c:pt>
                <c:pt idx="31">
                  <c:v>801139.9212872313</c:v>
                </c:pt>
                <c:pt idx="32">
                  <c:v>108468.06648932205</c:v>
                </c:pt>
                <c:pt idx="33">
                  <c:v>283572.1399272134</c:v>
                </c:pt>
                <c:pt idx="34">
                  <c:v>813851.6913906176</c:v>
                </c:pt>
                <c:pt idx="35">
                  <c:v>169750.86096815686</c:v>
                </c:pt>
                <c:pt idx="36">
                  <c:v>68493.96100586723</c:v>
                </c:pt>
                <c:pt idx="37">
                  <c:v>473758.65932663414</c:v>
                </c:pt>
                <c:pt idx="38">
                  <c:v>117579.89650707971</c:v>
                </c:pt>
                <c:pt idx="39">
                  <c:v>215094.49600516082</c:v>
                </c:pt>
                <c:pt idx="40">
                  <c:v>446202.5232946968</c:v>
                </c:pt>
                <c:pt idx="41">
                  <c:v>578861.7701623195</c:v>
                </c:pt>
                <c:pt idx="42">
                  <c:v>272567.7755915736</c:v>
                </c:pt>
                <c:pt idx="43">
                  <c:v>388377.04021391895</c:v>
                </c:pt>
                <c:pt idx="44">
                  <c:v>856509.931944466</c:v>
                </c:pt>
                <c:pt idx="45">
                  <c:v>407433.66483657534</c:v>
                </c:pt>
                <c:pt idx="46">
                  <c:v>330092.8008150857</c:v>
                </c:pt>
                <c:pt idx="47">
                  <c:v>810476.5481776942</c:v>
                </c:pt>
                <c:pt idx="48">
                  <c:v>248108.79151672355</c:v>
                </c:pt>
                <c:pt idx="49">
                  <c:v>719787.4009004631</c:v>
                </c:pt>
                <c:pt idx="50">
                  <c:v>976007.4631920136</c:v>
                </c:pt>
                <c:pt idx="51">
                  <c:v>211787.59190346976</c:v>
                </c:pt>
                <c:pt idx="52">
                  <c:v>707782.184671516</c:v>
                </c:pt>
                <c:pt idx="53">
                  <c:v>811324.5948037661</c:v>
                </c:pt>
                <c:pt idx="54">
                  <c:v>640854.7776436083</c:v>
                </c:pt>
                <c:pt idx="55">
                  <c:v>1436079.4814943105</c:v>
                </c:pt>
                <c:pt idx="56">
                  <c:v>661276.28300265</c:v>
                </c:pt>
                <c:pt idx="57">
                  <c:v>946335.5522921457</c:v>
                </c:pt>
                <c:pt idx="58">
                  <c:v>262738.7767869038</c:v>
                </c:pt>
                <c:pt idx="59">
                  <c:v>92397.83680134077</c:v>
                </c:pt>
                <c:pt idx="60">
                  <c:v>335652.77191501897</c:v>
                </c:pt>
                <c:pt idx="61">
                  <c:v>290082.697952251</c:v>
                </c:pt>
                <c:pt idx="62">
                  <c:v>348770.4397488069</c:v>
                </c:pt>
                <c:pt idx="63">
                  <c:v>125773.1520881181</c:v>
                </c:pt>
                <c:pt idx="64">
                  <c:v>360147.11024988303</c:v>
                </c:pt>
                <c:pt idx="65">
                  <c:v>358479.210173315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Base</c:v>
                </c:pt>
                <c:pt idx="1">
                  <c:v>Seasonality</c:v>
                </c:pt>
                <c:pt idx="2">
                  <c:v>Distribution</c:v>
                </c:pt>
                <c:pt idx="3">
                  <c:v>ABA</c:v>
                </c:pt>
                <c:pt idx="4">
                  <c:v>Digital_Perform...</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28.622474540459503</c:v>
                </c:pt>
                <c:pt idx="2">
                  <c:v>52.221231471730746</c:v>
                </c:pt>
                <c:pt idx="3">
                  <c:v>62.89802897011412</c:v>
                </c:pt>
                <c:pt idx="4">
                  <c:v>73.49777368269001</c:v>
                </c:pt>
                <c:pt idx="5">
                  <c:v>79.99538495133586</c:v>
                </c:pt>
                <c:pt idx="6">
                  <c:v>85.69060501895058</c:v>
                </c:pt>
                <c:pt idx="7">
                  <c:v>91.10348829195888</c:v>
                </c:pt>
                <c:pt idx="8">
                  <c:v>95.20674682621146</c:v>
                </c:pt>
                <c:pt idx="9">
                  <c:v>97.69390183007002</c:v>
                </c:pt>
                <c:pt idx="10">
                  <c:v>99.2869232305587</c:v>
                </c:pt>
                <c:pt idx="11">
                  <c:v>100.53819811592075</c:v>
                </c:pt>
                <c:pt idx="12">
                  <c:v>101.49387346441615</c:v>
                </c:pt>
                <c:pt idx="13">
                  <c:v>101.4436916077213</c:v>
                </c:pt>
                <c:pt idx="14">
                  <c:v>100.00000000000003</c:v>
                </c:pt>
              </c:numCache>
            </c:numRef>
          </c:val>
        </c:ser>
        <c:ser>
          <c:idx val="1"/>
          <c:order val="1"/>
          <c:tx>
            <c:strRef>
              <c:f>Sheet1!$C$1</c:f>
              <c:strCache>
                <c:ptCount val="1"/>
                <c:pt idx="0">
                  <c:v>value</c:v>
                </c:pt>
              </c:strCache>
            </c:strRef>
          </c:tx>
          <c:dPt>
            <c:idx val="0"/>
            <c:spPr>
              <a:solidFill>
                <a:srgbClr val="8C3BFF"/>
              </a:solidFill>
            </c:spPr>
          </c:dPt>
          <c:dPt>
            <c:idx val="1"/>
            <c:spPr>
              <a:solidFill>
                <a:srgbClr val="BCB6FF"/>
              </a:solidFill>
            </c:spPr>
          </c:dPt>
          <c:dPt>
            <c:idx val="2"/>
            <c:spPr>
              <a:solidFill>
                <a:srgbClr val="6B004F"/>
              </a:solidFill>
            </c:spPr>
          </c:dPt>
          <c:dPt>
            <c:idx val="3"/>
            <c:spPr>
              <a:solidFill>
                <a:srgbClr val="D60000"/>
              </a:solidFill>
            </c:spPr>
          </c:dPt>
          <c:dPt>
            <c:idx val="4"/>
            <c:spPr>
              <a:solidFill>
                <a:srgbClr val="00ACC6"/>
              </a:solidFill>
            </c:spPr>
          </c:dPt>
          <c:dPt>
            <c:idx val="5"/>
            <c:spPr>
              <a:solidFill>
                <a:srgbClr val="018700"/>
              </a:solidFill>
            </c:spPr>
          </c:dPt>
          <c:dPt>
            <c:idx val="6"/>
            <c:spPr>
              <a:solidFill>
                <a:srgbClr val="573B00"/>
              </a:solidFill>
            </c:spPr>
          </c:dPt>
          <c:dPt>
            <c:idx val="7"/>
            <c:spPr>
              <a:solidFill>
                <a:srgbClr val="95B577"/>
              </a:solidFill>
            </c:spPr>
          </c:dPt>
          <c:dPt>
            <c:idx val="8"/>
            <c:spPr>
              <a:solidFill>
                <a:srgbClr val="FF7ED1"/>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28.62%</a:t>
                    </a:r>
                  </a:p>
                </c:rich>
              </c:tx>
              <c:dLblPos val="inEnd"/>
              <c:showLegendKey val="0"/>
              <c:showVal val="1"/>
              <c:showCatName val="0"/>
              <c:showSerName val="0"/>
              <c:showPercent val="0"/>
              <c:showBubbleSize val="0"/>
            </c:dLbl>
            <c:dLbl>
              <c:idx val="1"/>
              <c:tx>
                <c:rich>
                  <a:bodyPr/>
                  <a:lstStyle/>
                  <a:p>
                    <a:r>
                      <a:t>23.6%</a:t>
                    </a:r>
                  </a:p>
                </c:rich>
              </c:tx>
              <c:dLblPos val="inEnd"/>
              <c:showLegendKey val="0"/>
              <c:showVal val="1"/>
              <c:showCatName val="0"/>
              <c:showSerName val="0"/>
              <c:showPercent val="0"/>
              <c:showBubbleSize val="0"/>
            </c:dLbl>
            <c:dLbl>
              <c:idx val="2"/>
              <c:tx>
                <c:rich>
                  <a:bodyPr/>
                  <a:lstStyle/>
                  <a:p>
                    <a:r>
                      <a:t>10.68%</a:t>
                    </a:r>
                  </a:p>
                </c:rich>
              </c:tx>
              <c:dLblPos val="inEnd"/>
              <c:showLegendKey val="0"/>
              <c:showVal val="1"/>
              <c:showCatName val="0"/>
              <c:showSerName val="0"/>
              <c:showPercent val="0"/>
              <c:showBubbleSize val="0"/>
            </c:dLbl>
            <c:dLbl>
              <c:idx val="3"/>
              <c:tx>
                <c:rich>
                  <a:bodyPr/>
                  <a:lstStyle/>
                  <a:p>
                    <a:r>
                      <a:t>10.6%</a:t>
                    </a:r>
                  </a:p>
                </c:rich>
              </c:tx>
              <c:dLblPos val="inEnd"/>
              <c:showLegendKey val="0"/>
              <c:showVal val="1"/>
              <c:showCatName val="0"/>
              <c:showSerName val="0"/>
              <c:showPercent val="0"/>
              <c:showBubbleSize val="0"/>
            </c:dLbl>
            <c:dLbl>
              <c:idx val="4"/>
              <c:tx>
                <c:rich>
                  <a:bodyPr/>
                  <a:lstStyle/>
                  <a:p>
                    <a:r>
                      <a:t>6.5%</a:t>
                    </a:r>
                  </a:p>
                </c:rich>
              </c:tx>
              <c:dLblPos val="inEnd"/>
              <c:showLegendKey val="0"/>
              <c:showVal val="1"/>
              <c:showCatName val="0"/>
              <c:showSerName val="0"/>
              <c:showPercent val="0"/>
              <c:showBubbleSize val="0"/>
            </c:dLbl>
            <c:dLbl>
              <c:idx val="5"/>
              <c:tx>
                <c:rich>
                  <a:bodyPr/>
                  <a:lstStyle/>
                  <a:p>
                    <a:r>
                      <a:t>5.7%</a:t>
                    </a:r>
                  </a:p>
                </c:rich>
              </c:tx>
              <c:dLblPos val="inEnd"/>
              <c:showLegendKey val="0"/>
              <c:showVal val="1"/>
              <c:showCatName val="0"/>
              <c:showSerName val="0"/>
              <c:showPercent val="0"/>
              <c:showBubbleSize val="0"/>
            </c:dLbl>
            <c:dLbl>
              <c:idx val="6"/>
              <c:tx>
                <c:rich>
                  <a:bodyPr/>
                  <a:lstStyle/>
                  <a:p>
                    <a:r>
                      <a:t>5.41%</a:t>
                    </a:r>
                  </a:p>
                </c:rich>
              </c:tx>
              <c:dLblPos val="inEnd"/>
              <c:showLegendKey val="0"/>
              <c:showVal val="1"/>
              <c:showCatName val="0"/>
              <c:showSerName val="0"/>
              <c:showPercent val="0"/>
              <c:showBubbleSize val="0"/>
            </c:dLbl>
            <c:dLbl>
              <c:idx val="7"/>
              <c:tx>
                <c:rich>
                  <a:bodyPr/>
                  <a:lstStyle/>
                  <a:p>
                    <a:r>
                      <a:t>4.1%</a:t>
                    </a:r>
                  </a:p>
                </c:rich>
              </c:tx>
              <c:dLblPos val="inEnd"/>
              <c:showLegendKey val="0"/>
              <c:showVal val="1"/>
              <c:showCatName val="0"/>
              <c:showSerName val="0"/>
              <c:showPercent val="0"/>
              <c:showBubbleSize val="0"/>
            </c:dLbl>
            <c:dLbl>
              <c:idx val="8"/>
              <c:tx>
                <c:rich>
                  <a:bodyPr/>
                  <a:lstStyle/>
                  <a:p>
                    <a:r>
                      <a:t>2.49%</a:t>
                    </a:r>
                  </a:p>
                </c:rich>
              </c:tx>
              <c:dLblPos val="inEnd"/>
              <c:showLegendKey val="0"/>
              <c:showVal val="1"/>
              <c:showCatName val="0"/>
              <c:showSerName val="0"/>
              <c:showPercent val="0"/>
              <c:showBubbleSize val="0"/>
            </c:dLbl>
            <c:dLbl>
              <c:idx val="9"/>
              <c:tx>
                <c:rich>
                  <a:bodyPr/>
                  <a:lstStyle/>
                  <a:p>
                    <a:r>
                      <a:t>1.59%</a:t>
                    </a:r>
                  </a:p>
                </c:rich>
              </c:tx>
              <c:dLblPos val="inEnd"/>
              <c:showLegendKey val="0"/>
              <c:showVal val="1"/>
              <c:showCatName val="0"/>
              <c:showSerName val="0"/>
              <c:showPercent val="0"/>
              <c:showBubbleSize val="0"/>
            </c:dLbl>
            <c:dLbl>
              <c:idx val="10"/>
              <c:tx>
                <c:rich>
                  <a:bodyPr/>
                  <a:lstStyle/>
                  <a:p>
                    <a:r>
                      <a:t>1.25%</a:t>
                    </a:r>
                  </a:p>
                </c:rich>
              </c:tx>
              <c:dLblPos val="inEnd"/>
              <c:showLegendKey val="0"/>
              <c:showVal val="1"/>
              <c:showCatName val="0"/>
              <c:showSerName val="0"/>
              <c:showPercent val="0"/>
              <c:showBubbleSize val="0"/>
            </c:dLbl>
            <c:dLbl>
              <c:idx val="11"/>
              <c:tx>
                <c:rich>
                  <a:bodyPr/>
                  <a:lstStyle/>
                  <a:p>
                    <a:r>
                      <a:t>0.96%</a:t>
                    </a:r>
                  </a:p>
                </c:rich>
              </c:tx>
              <c:dLblPos val="inEnd"/>
              <c:showLegendKey val="0"/>
              <c:showVal val="1"/>
              <c:showCatName val="0"/>
              <c:showSerName val="0"/>
              <c:showPercent val="0"/>
              <c:showBubbleSize val="0"/>
            </c:dLbl>
            <c:dLbl>
              <c:idx val="12"/>
              <c:tx>
                <c:rich>
                  <a:bodyPr/>
                  <a:lstStyle/>
                  <a:p>
                    <a:r>
                      <a:t>0.75%</a:t>
                    </a:r>
                  </a:p>
                </c:rich>
              </c:tx>
              <c:dLblPos val="inEnd"/>
              <c:showLegendKey val="0"/>
              <c:showVal val="1"/>
              <c:showCatName val="0"/>
              <c:showSerName val="0"/>
              <c:showPercent val="0"/>
              <c:showBubbleSize val="0"/>
            </c:dLbl>
            <c:dLbl>
              <c:idx val="13"/>
              <c:tx>
                <c:rich>
                  <a:bodyPr/>
                  <a:lstStyle/>
                  <a:p>
                    <a:r>
                      <a:t>-0.8%</a:t>
                    </a:r>
                  </a:p>
                </c:rich>
              </c:tx>
              <c:dLblPos val="inEnd"/>
              <c:showLegendKey val="0"/>
              <c:showVal val="1"/>
              <c:showCatName val="0"/>
              <c:showSerName val="0"/>
              <c:showPercent val="0"/>
              <c:showBubbleSize val="0"/>
            </c:dLbl>
            <c:dLbl>
              <c:idx val="14"/>
              <c:tx>
                <c:rich>
                  <a:bodyPr/>
                  <a:lstStyle/>
                  <a:p>
                    <a:r>
                      <a:t>-1.44%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Base</c:v>
                </c:pt>
                <c:pt idx="1">
                  <c:v>Seasonality</c:v>
                </c:pt>
                <c:pt idx="2">
                  <c:v>Distribution</c:v>
                </c:pt>
                <c:pt idx="3">
                  <c:v>ABA</c:v>
                </c:pt>
                <c:pt idx="4">
                  <c:v>Digital_Perform...</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28.622474540459503</c:v>
                </c:pt>
                <c:pt idx="1">
                  <c:v>23.598756931271243</c:v>
                </c:pt>
                <c:pt idx="2">
                  <c:v>10.676797498383381</c:v>
                </c:pt>
                <c:pt idx="3">
                  <c:v>10.59974471257589</c:v>
                </c:pt>
                <c:pt idx="4">
                  <c:v>6.497611268645855</c:v>
                </c:pt>
                <c:pt idx="5">
                  <c:v>5.695220067614707</c:v>
                </c:pt>
                <c:pt idx="6">
                  <c:v>5.412883273008302</c:v>
                </c:pt>
                <c:pt idx="7">
                  <c:v>4.103258534252578</c:v>
                </c:pt>
                <c:pt idx="8">
                  <c:v>2.487155003858572</c:v>
                </c:pt>
                <c:pt idx="9">
                  <c:v>1.593021400488661</c:v>
                </c:pt>
                <c:pt idx="10">
                  <c:v>1.2512748853620481</c:v>
                </c:pt>
                <c:pt idx="11">
                  <c:v>0.9556753484954134</c:v>
                </c:pt>
                <c:pt idx="12">
                  <c:v>0.7495872136611442</c:v>
                </c:pt>
                <c:pt idx="13">
                  <c:v>0.7997690703560008</c:v>
                </c:pt>
                <c:pt idx="14">
                  <c:v>1.4436916077212978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3297900.0</c:v>
                </c:pt>
                <c:pt idx="1">
                  <c:v>4832300.0</c:v>
                </c:pt>
                <c:pt idx="2">
                  <c:v>6330900.0</c:v>
                </c:pt>
                <c:pt idx="3">
                  <c:v>5068800.0</c:v>
                </c:pt>
                <c:pt idx="4">
                  <c:v>4020800.0</c:v>
                </c:pt>
                <c:pt idx="5">
                  <c:v>5000900.0</c:v>
                </c:pt>
                <c:pt idx="6">
                  <c:v>4824900.0</c:v>
                </c:pt>
                <c:pt idx="7">
                  <c:v>5117400.0</c:v>
                </c:pt>
                <c:pt idx="8">
                  <c:v>2984000.0</c:v>
                </c:pt>
                <c:pt idx="9">
                  <c:v>3090500.0</c:v>
                </c:pt>
                <c:pt idx="10">
                  <c:v>4052700.0</c:v>
                </c:pt>
                <c:pt idx="11">
                  <c:v>2757800.0</c:v>
                </c:pt>
                <c:pt idx="12">
                  <c:v>5528100.0</c:v>
                </c:pt>
                <c:pt idx="13">
                  <c:v>4499900.0</c:v>
                </c:pt>
                <c:pt idx="14">
                  <c:v>5248500.0</c:v>
                </c:pt>
                <c:pt idx="15">
                  <c:v>3420100.0</c:v>
                </c:pt>
                <c:pt idx="16">
                  <c:v>4277200.0</c:v>
                </c:pt>
                <c:pt idx="17">
                  <c:v>4772400.0</c:v>
                </c:pt>
                <c:pt idx="18">
                  <c:v>4197000.0</c:v>
                </c:pt>
                <c:pt idx="19">
                  <c:v>3682900.0</c:v>
                </c:pt>
                <c:pt idx="20">
                  <c:v>4521000.0</c:v>
                </c:pt>
                <c:pt idx="21">
                  <c:v>4834800.0</c:v>
                </c:pt>
                <c:pt idx="22">
                  <c:v>4201000.0</c:v>
                </c:pt>
                <c:pt idx="23">
                  <c:v>2107200.0</c:v>
                </c:pt>
                <c:pt idx="24">
                  <c:v>5941500.0</c:v>
                </c:pt>
                <c:pt idx="25">
                  <c:v>5462200.0</c:v>
                </c:pt>
                <c:pt idx="26">
                  <c:v>4062600.0</c:v>
                </c:pt>
                <c:pt idx="27">
                  <c:v>6808700.0</c:v>
                </c:pt>
                <c:pt idx="28">
                  <c:v>5655300.0</c:v>
                </c:pt>
                <c:pt idx="29">
                  <c:v>3521200.0</c:v>
                </c:pt>
                <c:pt idx="30">
                  <c:v>3938300.0</c:v>
                </c:pt>
                <c:pt idx="31">
                  <c:v>5051000.0</c:v>
                </c:pt>
                <c:pt idx="32">
                  <c:v>3569200.0</c:v>
                </c:pt>
                <c:pt idx="33">
                  <c:v>3620300.0</c:v>
                </c:pt>
                <c:pt idx="34">
                  <c:v>4937800.0</c:v>
                </c:pt>
                <c:pt idx="35">
                  <c:v>3863200.0</c:v>
                </c:pt>
                <c:pt idx="36">
                  <c:v>4407000.0</c:v>
                </c:pt>
                <c:pt idx="37">
                  <c:v>4556600.0</c:v>
                </c:pt>
                <c:pt idx="38">
                  <c:v>4266600.0</c:v>
                </c:pt>
                <c:pt idx="39">
                  <c:v>4605900.0</c:v>
                </c:pt>
                <c:pt idx="40">
                  <c:v>7223700.0</c:v>
                </c:pt>
                <c:pt idx="41">
                  <c:v>4436000.0</c:v>
                </c:pt>
                <c:pt idx="42">
                  <c:v>4467500.0</c:v>
                </c:pt>
                <c:pt idx="43">
                  <c:v>4295600.0</c:v>
                </c:pt>
                <c:pt idx="44">
                  <c:v>4116800.0</c:v>
                </c:pt>
                <c:pt idx="45">
                  <c:v>4550400.0</c:v>
                </c:pt>
                <c:pt idx="46">
                  <c:v>5883500.0</c:v>
                </c:pt>
                <c:pt idx="47">
                  <c:v>6030900.0</c:v>
                </c:pt>
                <c:pt idx="48">
                  <c:v>7616400.0</c:v>
                </c:pt>
                <c:pt idx="49">
                  <c:v>5610500.0</c:v>
                </c:pt>
                <c:pt idx="50">
                  <c:v>5460000.0</c:v>
                </c:pt>
                <c:pt idx="51">
                  <c:v>5725800.0</c:v>
                </c:pt>
                <c:pt idx="52">
                  <c:v>6681800.0</c:v>
                </c:pt>
                <c:pt idx="53">
                  <c:v>6544100.0</c:v>
                </c:pt>
                <c:pt idx="54">
                  <c:v>5173800.0</c:v>
                </c:pt>
                <c:pt idx="55">
                  <c:v>5559400.0</c:v>
                </c:pt>
                <c:pt idx="56">
                  <c:v>5557900.0</c:v>
                </c:pt>
                <c:pt idx="57">
                  <c:v>5203300.0</c:v>
                </c:pt>
                <c:pt idx="58">
                  <c:v>5075700.0</c:v>
                </c:pt>
                <c:pt idx="59">
                  <c:v>3443900.0</c:v>
                </c:pt>
                <c:pt idx="60">
                  <c:v>884100.0</c:v>
                </c:pt>
                <c:pt idx="61">
                  <c:v>4273300.0</c:v>
                </c:pt>
                <c:pt idx="62">
                  <c:v>4476700.0</c:v>
                </c:pt>
                <c:pt idx="63">
                  <c:v>8365700.0</c:v>
                </c:pt>
                <c:pt idx="64">
                  <c:v>5174000.0</c:v>
                </c:pt>
                <c:pt idx="65">
                  <c:v>3986800.0</c:v>
                </c:pt>
                <c:pt idx="66">
                  <c:v>3146100.0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3348395.9793612654</c:v>
                </c:pt>
                <c:pt idx="1">
                  <c:v>4746328.542337305</c:v>
                </c:pt>
                <c:pt idx="2">
                  <c:v>6310034.896279312</c:v>
                </c:pt>
                <c:pt idx="3">
                  <c:v>5200096.087009444</c:v>
                </c:pt>
                <c:pt idx="4">
                  <c:v>4031971.6274455306</c:v>
                </c:pt>
                <c:pt idx="5">
                  <c:v>4547298.42343704</c:v>
                </c:pt>
                <c:pt idx="6">
                  <c:v>5118723.341136147</c:v>
                </c:pt>
                <c:pt idx="7">
                  <c:v>4973945.474093048</c:v>
                </c:pt>
                <c:pt idx="8">
                  <c:v>2999029.4383429317</c:v>
                </c:pt>
                <c:pt idx="9">
                  <c:v>3241636.6818547547</c:v>
                </c:pt>
                <c:pt idx="10">
                  <c:v>4199545.812015418</c:v>
                </c:pt>
                <c:pt idx="11">
                  <c:v>2917612.5894228322</c:v>
                </c:pt>
                <c:pt idx="12">
                  <c:v>5452744.258433826</c:v>
                </c:pt>
                <c:pt idx="13">
                  <c:v>4527723.4879339915</c:v>
                </c:pt>
                <c:pt idx="14">
                  <c:v>5073769.18139802</c:v>
                </c:pt>
                <c:pt idx="15">
                  <c:v>3758496.899424612</c:v>
                </c:pt>
                <c:pt idx="16">
                  <c:v>4323743.947286498</c:v>
                </c:pt>
                <c:pt idx="17">
                  <c:v>4581072.194792498</c:v>
                </c:pt>
                <c:pt idx="18">
                  <c:v>4584033.428699791</c:v>
                </c:pt>
                <c:pt idx="19">
                  <c:v>3782410.893940768</c:v>
                </c:pt>
                <c:pt idx="20">
                  <c:v>4633472.835619078</c:v>
                </c:pt>
                <c:pt idx="21">
                  <c:v>4635101.513002182</c:v>
                </c:pt>
                <c:pt idx="22">
                  <c:v>4083263.890674396</c:v>
                </c:pt>
                <c:pt idx="23">
                  <c:v>2148406.24040249</c:v>
                </c:pt>
                <c:pt idx="24">
                  <c:v>6213683.879586043</c:v>
                </c:pt>
                <c:pt idx="25">
                  <c:v>5457333.965718262</c:v>
                </c:pt>
                <c:pt idx="26">
                  <c:v>4068026.9625764694</c:v>
                </c:pt>
                <c:pt idx="27">
                  <c:v>6450330.609330852</c:v>
                </c:pt>
                <c:pt idx="28">
                  <c:v>5601636.783221841</c:v>
                </c:pt>
                <c:pt idx="29">
                  <c:v>3626434.7107778033</c:v>
                </c:pt>
                <c:pt idx="30">
                  <c:v>3836901.5707594743</c:v>
                </c:pt>
                <c:pt idx="31">
                  <c:v>5052124.230583728</c:v>
                </c:pt>
                <c:pt idx="32">
                  <c:v>3652753.5298962104</c:v>
                </c:pt>
                <c:pt idx="33">
                  <c:v>3620178.5919246534</c:v>
                </c:pt>
                <c:pt idx="34">
                  <c:v>4933838.937299455</c:v>
                </c:pt>
                <c:pt idx="35">
                  <c:v>3899958.320802661</c:v>
                </c:pt>
                <c:pt idx="36">
                  <c:v>4504877.654433949</c:v>
                </c:pt>
                <c:pt idx="37">
                  <c:v>4342609.210532548</c:v>
                </c:pt>
                <c:pt idx="38">
                  <c:v>4198375.613496109</c:v>
                </c:pt>
                <c:pt idx="39">
                  <c:v>4968086.825827554</c:v>
                </c:pt>
                <c:pt idx="40">
                  <c:v>6625850.483866634</c:v>
                </c:pt>
                <c:pt idx="41">
                  <c:v>4778528.680429787</c:v>
                </c:pt>
                <c:pt idx="42">
                  <c:v>4767274.129389821</c:v>
                </c:pt>
                <c:pt idx="43">
                  <c:v>4336010.865442009</c:v>
                </c:pt>
                <c:pt idx="44">
                  <c:v>4052589.3030361766</c:v>
                </c:pt>
                <c:pt idx="45">
                  <c:v>4445848.111299231</c:v>
                </c:pt>
                <c:pt idx="46">
                  <c:v>5704431.994689944</c:v>
                </c:pt>
                <c:pt idx="47">
                  <c:v>6062105.413634386</c:v>
                </c:pt>
                <c:pt idx="48">
                  <c:v>7411369.205923211</c:v>
                </c:pt>
                <c:pt idx="49">
                  <c:v>5788238.0777156465</c:v>
                </c:pt>
                <c:pt idx="50">
                  <c:v>5762471.449450178</c:v>
                </c:pt>
                <c:pt idx="51">
                  <c:v>5393672.255525746</c:v>
                </c:pt>
                <c:pt idx="52">
                  <c:v>6457773.316992134</c:v>
                </c:pt>
                <c:pt idx="53">
                  <c:v>6569937.1792485565</c:v>
                </c:pt>
                <c:pt idx="54">
                  <c:v>5366975.572704142</c:v>
                </c:pt>
                <c:pt idx="55">
                  <c:v>5531070.3931343835</c:v>
                </c:pt>
                <c:pt idx="56">
                  <c:v>5694288.904493053</c:v>
                </c:pt>
                <c:pt idx="57">
                  <c:v>4955190.698161272</c:v>
                </c:pt>
                <c:pt idx="58">
                  <c:v>4950592.947990671</c:v>
                </c:pt>
                <c:pt idx="59">
                  <c:v>3253124.8246625965</c:v>
                </c:pt>
                <c:pt idx="60">
                  <c:v>886218.8820275773</c:v>
                </c:pt>
                <c:pt idx="61">
                  <c:v>4513437.311419707</c:v>
                </c:pt>
                <c:pt idx="62">
                  <c:v>4852091.556153635</c:v>
                </c:pt>
                <c:pt idx="63">
                  <c:v>8304798.636776926</c:v>
                </c:pt>
                <c:pt idx="64">
                  <c:v>5679742.281357888</c:v>
                </c:pt>
                <c:pt idx="65">
                  <c:v>4133695.6528677614</c:v>
                </c:pt>
                <c:pt idx="66">
                  <c:v>3153243.1946004294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003884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685010361.0</c:v>
                </c:pt>
                <c:pt idx="1">
                  <c:v>1091023483.0</c:v>
                </c:pt>
                <c:pt idx="2">
                  <c:v>1515188917.0</c:v>
                </c:pt>
                <c:pt idx="3">
                  <c:v>1197174114.0</c:v>
                </c:pt>
                <c:pt idx="4">
                  <c:v>938274132.0</c:v>
                </c:pt>
                <c:pt idx="5">
                  <c:v>1065623081.0</c:v>
                </c:pt>
                <c:pt idx="6">
                  <c:v>925438601.0</c:v>
                </c:pt>
                <c:pt idx="7">
                  <c:v>885810581.0</c:v>
                </c:pt>
                <c:pt idx="8">
                  <c:v>485685512.0</c:v>
                </c:pt>
                <c:pt idx="9">
                  <c:v>491002779.0</c:v>
                </c:pt>
                <c:pt idx="10">
                  <c:v>683350619.0</c:v>
                </c:pt>
                <c:pt idx="11">
                  <c:v>509350249.0</c:v>
                </c:pt>
                <c:pt idx="12">
                  <c:v>1155428706.0</c:v>
                </c:pt>
                <c:pt idx="13">
                  <c:v>1018985666.0</c:v>
                </c:pt>
                <c:pt idx="14">
                  <c:v>1269535367.0</c:v>
                </c:pt>
                <c:pt idx="15">
                  <c:v>797822625.0</c:v>
                </c:pt>
                <c:pt idx="16">
                  <c:v>977752233.0</c:v>
                </c:pt>
                <c:pt idx="17">
                  <c:v>997159359.0</c:v>
                </c:pt>
                <c:pt idx="18">
                  <c:v>821522862.0</c:v>
                </c:pt>
                <c:pt idx="19">
                  <c:v>644498016.0</c:v>
                </c:pt>
                <c:pt idx="20">
                  <c:v>687341452.0</c:v>
                </c:pt>
                <c:pt idx="21">
                  <c:v>744518335.0</c:v>
                </c:pt>
                <c:pt idx="22">
                  <c:v>711441765.0</c:v>
                </c:pt>
                <c:pt idx="23">
                  <c:v>387136368.0</c:v>
                </c:pt>
                <c:pt idx="24">
                  <c:v>1246062336.0</c:v>
                </c:pt>
                <c:pt idx="25">
                  <c:v>1298704770.0</c:v>
                </c:pt>
                <c:pt idx="26">
                  <c:v>927613850.0</c:v>
                </c:pt>
                <c:pt idx="27">
                  <c:v>1630902214.0</c:v>
                </c:pt>
                <c:pt idx="28">
                  <c:v>1288880250.0</c:v>
                </c:pt>
                <c:pt idx="29">
                  <c:v>746527770.0</c:v>
                </c:pt>
                <c:pt idx="30">
                  <c:v>749469313.0</c:v>
                </c:pt>
                <c:pt idx="31">
                  <c:v>879025846.0</c:v>
                </c:pt>
                <c:pt idx="32">
                  <c:v>599090634.0</c:v>
                </c:pt>
                <c:pt idx="33">
                  <c:v>565699518.0</c:v>
                </c:pt>
                <c:pt idx="34">
                  <c:v>844845212.0</c:v>
                </c:pt>
                <c:pt idx="35">
                  <c:v>700892893.0</c:v>
                </c:pt>
                <c:pt idx="36">
                  <c:v>894124711.0</c:v>
                </c:pt>
                <c:pt idx="37">
                  <c:v>1045392532.0</c:v>
                </c:pt>
                <c:pt idx="38">
                  <c:v>1020836788.0</c:v>
                </c:pt>
                <c:pt idx="39">
                  <c:v>1083768271.0</c:v>
                </c:pt>
                <c:pt idx="40">
                  <c:v>1677616216.0</c:v>
                </c:pt>
                <c:pt idx="41">
                  <c:v>924902991.0</c:v>
                </c:pt>
                <c:pt idx="42">
                  <c:v>867025828.0</c:v>
                </c:pt>
                <c:pt idx="43">
                  <c:v>742412566.0</c:v>
                </c:pt>
                <c:pt idx="44">
                  <c:v>684801503.0</c:v>
                </c:pt>
                <c:pt idx="45">
                  <c:v>739647142.0</c:v>
                </c:pt>
                <c:pt idx="46">
                  <c:v>1002409313.0</c:v>
                </c:pt>
                <c:pt idx="47">
                  <c:v>1127712155.0</c:v>
                </c:pt>
                <c:pt idx="48">
                  <c:v>1600973632.0</c:v>
                </c:pt>
                <c:pt idx="49">
                  <c:v>1282882431.0</c:v>
                </c:pt>
                <c:pt idx="50">
                  <c:v>1297929351.0</c:v>
                </c:pt>
                <c:pt idx="51">
                  <c:v>1378127536.0</c:v>
                </c:pt>
                <c:pt idx="52">
                  <c:v>1497009143.0</c:v>
                </c:pt>
                <c:pt idx="53">
                  <c:v>1401873283.0</c:v>
                </c:pt>
                <c:pt idx="54">
                  <c:v>986240703.0</c:v>
                </c:pt>
                <c:pt idx="55">
                  <c:v>944703734.0</c:v>
                </c:pt>
                <c:pt idx="56">
                  <c:v>893339996.0</c:v>
                </c:pt>
                <c:pt idx="57">
                  <c:v>821289601.0</c:v>
                </c:pt>
                <c:pt idx="58">
                  <c:v>840611502.0</c:v>
                </c:pt>
                <c:pt idx="59">
                  <c:v>659204123.0</c:v>
                </c:pt>
                <c:pt idx="60">
                  <c:v>178650087.0</c:v>
                </c:pt>
                <c:pt idx="61">
                  <c:v>903612979.0</c:v>
                </c:pt>
                <c:pt idx="62">
                  <c:v>1028937106.0</c:v>
                </c:pt>
                <c:pt idx="63">
                  <c:v>2042768391.0</c:v>
                </c:pt>
                <c:pt idx="64">
                  <c:v>1195553658.0</c:v>
                </c:pt>
                <c:pt idx="65">
                  <c:v>897111394.0</c:v>
                </c:pt>
                <c:pt idx="66">
                  <c:v>663392036.0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693357797.3377349</c:v>
                </c:pt>
                <c:pt idx="1">
                  <c:v>1069907653.0671978</c:v>
                </c:pt>
                <c:pt idx="2">
                  <c:v>1510545655.6310863</c:v>
                </c:pt>
                <c:pt idx="3">
                  <c:v>1226779175.785877</c:v>
                </c:pt>
                <c:pt idx="4">
                  <c:v>941344522.4552392</c:v>
                </c:pt>
                <c:pt idx="5">
                  <c:v>968472959.4673905</c:v>
                </c:pt>
                <c:pt idx="6">
                  <c:v>982630829.4043449</c:v>
                </c:pt>
                <c:pt idx="7">
                  <c:v>860953474.4954026</c:v>
                </c:pt>
                <c:pt idx="8">
                  <c:v>486342889.30087614</c:v>
                </c:pt>
                <c:pt idx="9">
                  <c:v>515341766.14600515</c:v>
                </c:pt>
                <c:pt idx="10">
                  <c:v>707234787.0787349</c:v>
                </c:pt>
                <c:pt idx="11">
                  <c:v>539277053.6675173</c:v>
                </c:pt>
                <c:pt idx="12">
                  <c:v>1140263938.1084409</c:v>
                </c:pt>
                <c:pt idx="13">
                  <c:v>1025746135.2431129</c:v>
                </c:pt>
                <c:pt idx="14">
                  <c:v>1226019669.482328</c:v>
                </c:pt>
                <c:pt idx="15">
                  <c:v>877691654.7174551</c:v>
                </c:pt>
                <c:pt idx="16">
                  <c:v>988051356.2470841</c:v>
                </c:pt>
                <c:pt idx="17">
                  <c:v>959012005.0790932</c:v>
                </c:pt>
                <c:pt idx="18">
                  <c:v>897493177.7772353</c:v>
                </c:pt>
                <c:pt idx="19">
                  <c:v>662262780.2390778</c:v>
                </c:pt>
                <c:pt idx="20">
                  <c:v>704843235.3896105</c:v>
                </c:pt>
                <c:pt idx="21">
                  <c:v>713496828.4948862</c:v>
                </c:pt>
                <c:pt idx="22">
                  <c:v>691127397.1386707</c:v>
                </c:pt>
                <c:pt idx="23">
                  <c:v>394140583.4438635</c:v>
                </c:pt>
                <c:pt idx="24">
                  <c:v>1303115096.9246325</c:v>
                </c:pt>
                <c:pt idx="25">
                  <c:v>1296405091.421548</c:v>
                </c:pt>
                <c:pt idx="26">
                  <c:v>927483250.9058337</c:v>
                </c:pt>
                <c:pt idx="27">
                  <c:v>1544512480.226182</c:v>
                </c:pt>
                <c:pt idx="28">
                  <c:v>1276434100.9571328</c:v>
                </c:pt>
                <c:pt idx="29">
                  <c:v>769616992.1479809</c:v>
                </c:pt>
                <c:pt idx="30">
                  <c:v>729096845.3786063</c:v>
                </c:pt>
                <c:pt idx="31">
                  <c:v>879929721.1257236</c:v>
                </c:pt>
                <c:pt idx="32">
                  <c:v>613149363.50489</c:v>
                </c:pt>
                <c:pt idx="33">
                  <c:v>564067416.505637</c:v>
                </c:pt>
                <c:pt idx="34">
                  <c:v>842690447.6887548</c:v>
                </c:pt>
                <c:pt idx="35">
                  <c:v>707359404.6286619</c:v>
                </c:pt>
                <c:pt idx="36">
                  <c:v>913958942.5764747</c:v>
                </c:pt>
                <c:pt idx="37">
                  <c:v>997787095.1062956</c:v>
                </c:pt>
                <c:pt idx="38">
                  <c:v>1003070559.6973879</c:v>
                </c:pt>
                <c:pt idx="39">
                  <c:v>1169047104.1711428</c:v>
                </c:pt>
                <c:pt idx="40">
                  <c:v>1537482197.0732489</c:v>
                </c:pt>
                <c:pt idx="41">
                  <c:v>996718578.3209136</c:v>
                </c:pt>
                <c:pt idx="42">
                  <c:v>926146043.9258709</c:v>
                </c:pt>
                <c:pt idx="43">
                  <c:v>745343946.6772563</c:v>
                </c:pt>
                <c:pt idx="44">
                  <c:v>675322553.8297296</c:v>
                </c:pt>
                <c:pt idx="45">
                  <c:v>722229195.82724</c:v>
                </c:pt>
                <c:pt idx="46">
                  <c:v>971508590.1934117</c:v>
                </c:pt>
                <c:pt idx="47">
                  <c:v>1133664399.9331365</c:v>
                </c:pt>
                <c:pt idx="48">
                  <c:v>1558848437.6700773</c:v>
                </c:pt>
                <c:pt idx="49">
                  <c:v>1323248707.3649437</c:v>
                </c:pt>
                <c:pt idx="50">
                  <c:v>1367945737.421926</c:v>
                </c:pt>
                <c:pt idx="51">
                  <c:v>1298853763.261893</c:v>
                </c:pt>
                <c:pt idx="52">
                  <c:v>1446498988.9824166</c:v>
                </c:pt>
                <c:pt idx="53">
                  <c:v>1407007436.3493829</c:v>
                </c:pt>
                <c:pt idx="54">
                  <c:v>1021171211.1574483</c:v>
                </c:pt>
                <c:pt idx="55">
                  <c:v>938295322.2322235</c:v>
                </c:pt>
                <c:pt idx="56">
                  <c:v>912731930.4411905</c:v>
                </c:pt>
                <c:pt idx="57">
                  <c:v>781739868.5687551</c:v>
                </c:pt>
                <c:pt idx="58">
                  <c:v>817908858.1285651</c:v>
                </c:pt>
                <c:pt idx="59">
                  <c:v>622686161.7107201</c:v>
                </c:pt>
                <c:pt idx="60">
                  <c:v>179078249.49131253</c:v>
                </c:pt>
                <c:pt idx="61">
                  <c:v>953685060.0618576</c:v>
                </c:pt>
                <c:pt idx="62">
                  <c:v>1117454346.142873</c:v>
                </c:pt>
                <c:pt idx="63">
                  <c:v>2026993849.5608413</c:v>
                </c:pt>
                <c:pt idx="64">
                  <c:v>1314370436.2952495</c:v>
                </c:pt>
                <c:pt idx="65">
                  <c:v>930073419.5456597</c:v>
                </c:pt>
                <c:pt idx="66">
                  <c:v>665133580.4886644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451322069.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Brand_1_Master_A Form_C: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911809.1483620929</c:v>
                </c:pt>
                <c:pt idx="1">
                  <c:v>1437466.831161963</c:v>
                </c:pt>
                <c:pt idx="2">
                  <c:v>1956401.862995809</c:v>
                </c:pt>
                <c:pt idx="3">
                  <c:v>1406902.8304680951</c:v>
                </c:pt>
                <c:pt idx="4">
                  <c:v>1283665.2148189675</c:v>
                </c:pt>
                <c:pt idx="5">
                  <c:v>1205802.8199775026</c:v>
                </c:pt>
                <c:pt idx="6">
                  <c:v>1188464.2807493082</c:v>
                </c:pt>
                <c:pt idx="7">
                  <c:v>1655655.117686708</c:v>
                </c:pt>
                <c:pt idx="8">
                  <c:v>1046535.6425041417</c:v>
                </c:pt>
                <c:pt idx="9">
                  <c:v>679475.191637914</c:v>
                </c:pt>
                <c:pt idx="10">
                  <c:v>943879.6015932102</c:v>
                </c:pt>
                <c:pt idx="11">
                  <c:v>809256.8679590696</c:v>
                </c:pt>
                <c:pt idx="12">
                  <c:v>1287080.6748833763</c:v>
                </c:pt>
                <c:pt idx="13">
                  <c:v>1715109.286697902</c:v>
                </c:pt>
                <c:pt idx="14">
                  <c:v>1538182.884658293</c:v>
                </c:pt>
                <c:pt idx="15">
                  <c:v>954110.7936453847</c:v>
                </c:pt>
                <c:pt idx="16">
                  <c:v>1009168.2688134508</c:v>
                </c:pt>
                <c:pt idx="17">
                  <c:v>1405530.8450613944</c:v>
                </c:pt>
                <c:pt idx="18">
                  <c:v>1584334.334217821</c:v>
                </c:pt>
                <c:pt idx="19">
                  <c:v>1670270.56000061</c:v>
                </c:pt>
                <c:pt idx="20">
                  <c:v>1073235.4756822109</c:v>
                </c:pt>
                <c:pt idx="21">
                  <c:v>1097916.7403909487</c:v>
                </c:pt>
                <c:pt idx="22">
                  <c:v>817426.0740983695</c:v>
                </c:pt>
                <c:pt idx="23">
                  <c:v>484308.73658576945</c:v>
                </c:pt>
                <c:pt idx="24">
                  <c:v>1435691.4921880644</c:v>
                </c:pt>
                <c:pt idx="25">
                  <c:v>1662085.150951233</c:v>
                </c:pt>
                <c:pt idx="26">
                  <c:v>1577091.1314002303</c:v>
                </c:pt>
                <c:pt idx="27">
                  <c:v>1319491.540352788</c:v>
                </c:pt>
                <c:pt idx="28">
                  <c:v>844193.0389558258</c:v>
                </c:pt>
                <c:pt idx="29">
                  <c:v>772706.4039422112</c:v>
                </c:pt>
                <c:pt idx="30">
                  <c:v>642696.3858749287</c:v>
                </c:pt>
                <c:pt idx="31">
                  <c:v>822914.0257897998</c:v>
                </c:pt>
                <c:pt idx="32">
                  <c:v>653117.8030273606</c:v>
                </c:pt>
                <c:pt idx="33">
                  <c:v>514862.5485231846</c:v>
                </c:pt>
                <c:pt idx="34">
                  <c:v>1109932.3736812365</c:v>
                </c:pt>
                <c:pt idx="35">
                  <c:v>1246735.0417379541</c:v>
                </c:pt>
                <c:pt idx="36">
                  <c:v>1166919.6366662146</c:v>
                </c:pt>
                <c:pt idx="37">
                  <c:v>884017.7446091296</c:v>
                </c:pt>
                <c:pt idx="38">
                  <c:v>1118526.0504675955</c:v>
                </c:pt>
                <c:pt idx="39">
                  <c:v>1187702.0880831457</c:v>
                </c:pt>
                <c:pt idx="40">
                  <c:v>1318106.3009665327</c:v>
                </c:pt>
                <c:pt idx="41">
                  <c:v>887292.096609916</c:v>
                </c:pt>
                <c:pt idx="42">
                  <c:v>966914.2106411674</c:v>
                </c:pt>
                <c:pt idx="43">
                  <c:v>675079.7423046706</c:v>
                </c:pt>
                <c:pt idx="44">
                  <c:v>589088.5679052236</c:v>
                </c:pt>
                <c:pt idx="45">
                  <c:v>1092393.062904463</c:v>
                </c:pt>
                <c:pt idx="46">
                  <c:v>1014588.5541735468</c:v>
                </c:pt>
                <c:pt idx="47">
                  <c:v>1359856.5785303996</c:v>
                </c:pt>
                <c:pt idx="48">
                  <c:v>1948991.5455678427</c:v>
                </c:pt>
                <c:pt idx="49">
                  <c:v>835596.9583955295</c:v>
                </c:pt>
                <c:pt idx="50">
                  <c:v>950325.7212447867</c:v>
                </c:pt>
                <c:pt idx="51">
                  <c:v>1199392.3800197667</c:v>
                </c:pt>
                <c:pt idx="52">
                  <c:v>1058189.414562893</c:v>
                </c:pt>
                <c:pt idx="53">
                  <c:v>994239.4452719976</c:v>
                </c:pt>
                <c:pt idx="54">
                  <c:v>1265563.2689280845</c:v>
                </c:pt>
                <c:pt idx="55">
                  <c:v>1051307.1431970713</c:v>
                </c:pt>
                <c:pt idx="56">
                  <c:v>1326041.6051786717</c:v>
                </c:pt>
                <c:pt idx="57">
                  <c:v>781230.1171066153</c:v>
                </c:pt>
                <c:pt idx="58">
                  <c:v>780130.4045152321</c:v>
                </c:pt>
                <c:pt idx="59">
                  <c:v>632950.5895141627</c:v>
                </c:pt>
                <c:pt idx="60">
                  <c:v>644889.7375279765</c:v>
                </c:pt>
                <c:pt idx="61">
                  <c:v>1109932.3736812365</c:v>
                </c:pt>
                <c:pt idx="62">
                  <c:v>1339897.498443875</c:v>
                </c:pt>
                <c:pt idx="63">
                  <c:v>697339.9818320241</c:v>
                </c:pt>
                <c:pt idx="64">
                  <c:v>505282.67446372955</c:v>
                </c:pt>
                <c:pt idx="65">
                  <c:v>401345.99508527905</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306884.75669346476</c:v>
                </c:pt>
                <c:pt idx="1">
                  <c:v>306884.75669346476</c:v>
                </c:pt>
                <c:pt idx="2">
                  <c:v>383605.94586683094</c:v>
                </c:pt>
                <c:pt idx="3">
                  <c:v>306884.75669346476</c:v>
                </c:pt>
                <c:pt idx="4">
                  <c:v>306884.75669346476</c:v>
                </c:pt>
                <c:pt idx="5">
                  <c:v>383605.94586683094</c:v>
                </c:pt>
                <c:pt idx="6">
                  <c:v>306884.75669346476</c:v>
                </c:pt>
                <c:pt idx="7">
                  <c:v>383605.94586683094</c:v>
                </c:pt>
                <c:pt idx="8">
                  <c:v>306884.75669346476</c:v>
                </c:pt>
                <c:pt idx="9">
                  <c:v>306884.75669346476</c:v>
                </c:pt>
                <c:pt idx="10">
                  <c:v>383605.94586683094</c:v>
                </c:pt>
                <c:pt idx="11">
                  <c:v>306884.75669346476</c:v>
                </c:pt>
                <c:pt idx="12">
                  <c:v>306884.75669346476</c:v>
                </c:pt>
                <c:pt idx="13">
                  <c:v>306884.75669346476</c:v>
                </c:pt>
                <c:pt idx="14">
                  <c:v>383605.94586683094</c:v>
                </c:pt>
                <c:pt idx="15">
                  <c:v>306884.75669346476</c:v>
                </c:pt>
                <c:pt idx="16">
                  <c:v>383605.94586683094</c:v>
                </c:pt>
                <c:pt idx="17">
                  <c:v>306884.75669346476</c:v>
                </c:pt>
                <c:pt idx="18">
                  <c:v>306884.75669346476</c:v>
                </c:pt>
                <c:pt idx="19">
                  <c:v>383605.94586683094</c:v>
                </c:pt>
                <c:pt idx="20">
                  <c:v>306884.75669346476</c:v>
                </c:pt>
                <c:pt idx="21">
                  <c:v>306884.75669346476</c:v>
                </c:pt>
                <c:pt idx="22">
                  <c:v>383605.94586683094</c:v>
                </c:pt>
                <c:pt idx="23">
                  <c:v>306884.75669346476</c:v>
                </c:pt>
                <c:pt idx="24">
                  <c:v>383605.94586683094</c:v>
                </c:pt>
                <c:pt idx="25">
                  <c:v>306884.75669346476</c:v>
                </c:pt>
                <c:pt idx="26">
                  <c:v>306884.75669346476</c:v>
                </c:pt>
                <c:pt idx="27">
                  <c:v>306884.75669346476</c:v>
                </c:pt>
                <c:pt idx="28">
                  <c:v>383605.94586683094</c:v>
                </c:pt>
                <c:pt idx="29">
                  <c:v>306884.75669346476</c:v>
                </c:pt>
                <c:pt idx="30">
                  <c:v>306884.75669346476</c:v>
                </c:pt>
                <c:pt idx="31">
                  <c:v>383605.94586683094</c:v>
                </c:pt>
                <c:pt idx="32">
                  <c:v>306884.75669346476</c:v>
                </c:pt>
                <c:pt idx="33">
                  <c:v>383605.94586683094</c:v>
                </c:pt>
                <c:pt idx="34">
                  <c:v>306884.75669346476</c:v>
                </c:pt>
                <c:pt idx="35">
                  <c:v>306884.75669346476</c:v>
                </c:pt>
                <c:pt idx="36">
                  <c:v>383605.94586683094</c:v>
                </c:pt>
                <c:pt idx="37">
                  <c:v>306884.75669346476</c:v>
                </c:pt>
                <c:pt idx="38">
                  <c:v>306884.75669346476</c:v>
                </c:pt>
                <c:pt idx="39">
                  <c:v>306884.75669346476</c:v>
                </c:pt>
                <c:pt idx="40">
                  <c:v>383605.94586683094</c:v>
                </c:pt>
                <c:pt idx="41">
                  <c:v>306884.75669346476</c:v>
                </c:pt>
                <c:pt idx="42">
                  <c:v>383605.94586683094</c:v>
                </c:pt>
                <c:pt idx="43">
                  <c:v>306884.75669346476</c:v>
                </c:pt>
                <c:pt idx="44">
                  <c:v>306884.75669346476</c:v>
                </c:pt>
                <c:pt idx="45">
                  <c:v>383605.94586683094</c:v>
                </c:pt>
                <c:pt idx="46">
                  <c:v>306884.75669346476</c:v>
                </c:pt>
                <c:pt idx="47">
                  <c:v>306884.75669346476</c:v>
                </c:pt>
                <c:pt idx="48">
                  <c:v>383605.94586683094</c:v>
                </c:pt>
                <c:pt idx="49">
                  <c:v>306884.75669346476</c:v>
                </c:pt>
                <c:pt idx="50">
                  <c:v>306884.75669346476</c:v>
                </c:pt>
                <c:pt idx="51">
                  <c:v>383605.94586683094</c:v>
                </c:pt>
                <c:pt idx="52">
                  <c:v>306884.75669346476</c:v>
                </c:pt>
                <c:pt idx="53">
                  <c:v>306884.75669346476</c:v>
                </c:pt>
                <c:pt idx="54">
                  <c:v>383605.94586683094</c:v>
                </c:pt>
                <c:pt idx="55">
                  <c:v>306884.75669346476</c:v>
                </c:pt>
                <c:pt idx="56">
                  <c:v>383605.94586683094</c:v>
                </c:pt>
                <c:pt idx="57">
                  <c:v>306884.75669346476</c:v>
                </c:pt>
                <c:pt idx="58">
                  <c:v>306884.75669346476</c:v>
                </c:pt>
                <c:pt idx="59">
                  <c:v>383605.94586683094</c:v>
                </c:pt>
                <c:pt idx="60">
                  <c:v>306884.75669346476</c:v>
                </c:pt>
                <c:pt idx="61">
                  <c:v>306884.75669346476</c:v>
                </c:pt>
                <c:pt idx="62">
                  <c:v>383605.94586683094</c:v>
                </c:pt>
                <c:pt idx="63">
                  <c:v>306884.75669346476</c:v>
                </c:pt>
                <c:pt idx="64">
                  <c:v>306884.75669346476</c:v>
                </c:pt>
                <c:pt idx="65">
                  <c:v>306884.75669346476</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32173.872829897915</c:v>
                </c:pt>
                <c:pt idx="1">
                  <c:v>257567.32056061167</c:v>
                </c:pt>
                <c:pt idx="2">
                  <c:v>269722.6250180824</c:v>
                </c:pt>
                <c:pt idx="3">
                  <c:v>137034.07360101544</c:v>
                </c:pt>
                <c:pt idx="4">
                  <c:v>6091.7112069331815</c:v>
                </c:pt>
                <c:pt idx="5">
                  <c:v>101090.71727406849</c:v>
                </c:pt>
                <c:pt idx="6">
                  <c:v>11878.326567869784</c:v>
                </c:pt>
                <c:pt idx="7">
                  <c:v>255318.8781586332</c:v>
                </c:pt>
                <c:pt idx="8">
                  <c:v>201043.97844729346</c:v>
                </c:pt>
                <c:pt idx="9">
                  <c:v>350574.316371183</c:v>
                </c:pt>
                <c:pt idx="10">
                  <c:v>158379.34225059542</c:v>
                </c:pt>
                <c:pt idx="11">
                  <c:v>207159.38153184706</c:v>
                </c:pt>
                <c:pt idx="12">
                  <c:v>307676.6237583147</c:v>
                </c:pt>
                <c:pt idx="13">
                  <c:v>27268.01729252973</c:v>
                </c:pt>
                <c:pt idx="14">
                  <c:v>193280.7147397944</c:v>
                </c:pt>
                <c:pt idx="15">
                  <c:v>145003.05995874875</c:v>
                </c:pt>
                <c:pt idx="16">
                  <c:v>208825.21702695548</c:v>
                </c:pt>
                <c:pt idx="17">
                  <c:v>177647.82825281224</c:v>
                </c:pt>
                <c:pt idx="18">
                  <c:v>107915.37779412104</c:v>
                </c:pt>
                <c:pt idx="19">
                  <c:v>2600.2264255955647</c:v>
                </c:pt>
                <c:pt idx="20">
                  <c:v>473665.6730224268</c:v>
                </c:pt>
                <c:pt idx="21">
                  <c:v>8719.12429356864</c:v>
                </c:pt>
                <c:pt idx="22">
                  <c:v>5619.0429310039235</c:v>
                </c:pt>
                <c:pt idx="23">
                  <c:v>2524.8883146223584</c:v>
                </c:pt>
                <c:pt idx="24">
                  <c:v>683305.3931851962</c:v>
                </c:pt>
                <c:pt idx="25">
                  <c:v>417629.0909856921</c:v>
                </c:pt>
                <c:pt idx="26">
                  <c:v>14724.639990229063</c:v>
                </c:pt>
                <c:pt idx="27">
                  <c:v>597803.7945286438</c:v>
                </c:pt>
                <c:pt idx="28">
                  <c:v>193124.97908689093</c:v>
                </c:pt>
                <c:pt idx="29">
                  <c:v>212201.85402312007</c:v>
                </c:pt>
                <c:pt idx="30">
                  <c:v>214258.38430293286</c:v>
                </c:pt>
                <c:pt idx="31">
                  <c:v>596624.2184307411</c:v>
                </c:pt>
                <c:pt idx="32">
                  <c:v>337250.8584345165</c:v>
                </c:pt>
                <c:pt idx="33">
                  <c:v>4456.587870516651</c:v>
                </c:pt>
                <c:pt idx="34">
                  <c:v>190142.84207756413</c:v>
                </c:pt>
                <c:pt idx="35">
                  <c:v>391687.55284863675</c:v>
                </c:pt>
                <c:pt idx="36">
                  <c:v>371581.2015121343</c:v>
                </c:pt>
                <c:pt idx="37">
                  <c:v>23559.357219685946</c:v>
                </c:pt>
                <c:pt idx="38">
                  <c:v>17937.77814142942</c:v>
                </c:pt>
                <c:pt idx="39">
                  <c:v>413220.76916289865</c:v>
                </c:pt>
                <c:pt idx="40">
                  <c:v>23433.064812823628</c:v>
                </c:pt>
                <c:pt idx="41">
                  <c:v>9159.298207711297</c:v>
                </c:pt>
                <c:pt idx="42">
                  <c:v>399649.90010232</c:v>
                </c:pt>
                <c:pt idx="43">
                  <c:v>211541.6595781113</c:v>
                </c:pt>
                <c:pt idx="44">
                  <c:v>321896.2192746445</c:v>
                </c:pt>
                <c:pt idx="45">
                  <c:v>160310.05795508978</c:v>
                </c:pt>
                <c:pt idx="46">
                  <c:v>535528.1342426694</c:v>
                </c:pt>
                <c:pt idx="47">
                  <c:v>379549.0015546745</c:v>
                </c:pt>
                <c:pt idx="48">
                  <c:v>226833.12927534914</c:v>
                </c:pt>
                <c:pt idx="49">
                  <c:v>397266.33071489225</c:v>
                </c:pt>
                <c:pt idx="50">
                  <c:v>541780.3543386176</c:v>
                </c:pt>
                <c:pt idx="51">
                  <c:v>616778.5518712631</c:v>
                </c:pt>
                <c:pt idx="52">
                  <c:v>456954.15008408815</c:v>
                </c:pt>
                <c:pt idx="53">
                  <c:v>486168.33120767004</c:v>
                </c:pt>
                <c:pt idx="54">
                  <c:v>429776.84081124887</c:v>
                </c:pt>
                <c:pt idx="55">
                  <c:v>716004.4234794783</c:v>
                </c:pt>
                <c:pt idx="56">
                  <c:v>311771.57331583044</c:v>
                </c:pt>
                <c:pt idx="57">
                  <c:v>443365.9684682783</c:v>
                </c:pt>
                <c:pt idx="58">
                  <c:v>255586.7974424376</c:v>
                </c:pt>
                <c:pt idx="59">
                  <c:v>250566.8226958445</c:v>
                </c:pt>
                <c:pt idx="60">
                  <c:v>303710.99153880577</c:v>
                </c:pt>
                <c:pt idx="61">
                  <c:v>501253.7310731843</c:v>
                </c:pt>
                <c:pt idx="62">
                  <c:v>444859.0113284767</c:v>
                </c:pt>
                <c:pt idx="63">
                  <c:v>742504.3977188088</c:v>
                </c:pt>
                <c:pt idx="64">
                  <c:v>515474.67215426796</c:v>
                </c:pt>
                <c:pt idx="65">
                  <c:v>16792.30685531539</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215374.21047461353</c:v>
                </c:pt>
                <c:pt idx="1">
                  <c:v>319560.1840247948</c:v>
                </c:pt>
                <c:pt idx="2">
                  <c:v>337187.4929203843</c:v>
                </c:pt>
                <c:pt idx="3">
                  <c:v>405841.80576051964</c:v>
                </c:pt>
                <c:pt idx="4">
                  <c:v>197478.3601804757</c:v>
                </c:pt>
                <c:pt idx="5">
                  <c:v>375187.2687206777</c:v>
                </c:pt>
                <c:pt idx="6">
                  <c:v>416098.41491880425</c:v>
                </c:pt>
                <c:pt idx="7">
                  <c:v>327254.6992173126</c:v>
                </c:pt>
                <c:pt idx="8">
                  <c:v>216183.4943173039</c:v>
                </c:pt>
                <c:pt idx="9">
                  <c:v>175948.16637311789</c:v>
                </c:pt>
                <c:pt idx="10">
                  <c:v>126840.67761386026</c:v>
                </c:pt>
                <c:pt idx="11">
                  <c:v>244470.2695577799</c:v>
                </c:pt>
                <c:pt idx="12">
                  <c:v>430938.8940888272</c:v>
                </c:pt>
                <c:pt idx="13">
                  <c:v>152139.2325672297</c:v>
                </c:pt>
                <c:pt idx="14">
                  <c:v>274907.7734081471</c:v>
                </c:pt>
                <c:pt idx="15">
                  <c:v>269804.67972358444</c:v>
                </c:pt>
                <c:pt idx="16">
                  <c:v>105608.79785115257</c:v>
                </c:pt>
                <c:pt idx="17">
                  <c:v>370838.71594140556</c:v>
                </c:pt>
                <c:pt idx="18">
                  <c:v>346107.23235793563</c:v>
                </c:pt>
                <c:pt idx="19">
                  <c:v>142353.42363040213</c:v>
                </c:pt>
                <c:pt idx="20">
                  <c:v>360324.00434547296</c:v>
                </c:pt>
                <c:pt idx="21">
                  <c:v>579900.0789125513</c:v>
                </c:pt>
                <c:pt idx="22">
                  <c:v>383817.94556214777</c:v>
                </c:pt>
                <c:pt idx="23">
                  <c:v>2751.222261469106</c:v>
                </c:pt>
                <c:pt idx="24">
                  <c:v>115809.50355835687</c:v>
                </c:pt>
                <c:pt idx="25">
                  <c:v>370883.5827396176</c:v>
                </c:pt>
                <c:pt idx="26">
                  <c:v>349369.4787729179</c:v>
                </c:pt>
                <c:pt idx="27">
                  <c:v>336582.28567376133</c:v>
                </c:pt>
                <c:pt idx="28">
                  <c:v>352015.51930192625</c:v>
                </c:pt>
                <c:pt idx="29">
                  <c:v>182367.06099080577</c:v>
                </c:pt>
                <c:pt idx="30">
                  <c:v>178636.59554311502</c:v>
                </c:pt>
                <c:pt idx="31">
                  <c:v>216959.066031761</c:v>
                </c:pt>
                <c:pt idx="32">
                  <c:v>226375.38205983644</c:v>
                </c:pt>
                <c:pt idx="33">
                  <c:v>352099.74670757836</c:v>
                </c:pt>
                <c:pt idx="34">
                  <c:v>449689.16909822647</c:v>
                </c:pt>
                <c:pt idx="35">
                  <c:v>118669.40909730029</c:v>
                </c:pt>
                <c:pt idx="36">
                  <c:v>3691.797389346718</c:v>
                </c:pt>
                <c:pt idx="37">
                  <c:v>332535.7520037519</c:v>
                </c:pt>
                <c:pt idx="38">
                  <c:v>350541.0976066462</c:v>
                </c:pt>
                <c:pt idx="39">
                  <c:v>126786.83028784275</c:v>
                </c:pt>
                <c:pt idx="40">
                  <c:v>666690.0899644407</c:v>
                </c:pt>
                <c:pt idx="41">
                  <c:v>109529.99154535527</c:v>
                </c:pt>
                <c:pt idx="42">
                  <c:v>387719.302615955</c:v>
                </c:pt>
                <c:pt idx="43">
                  <c:v>384809.88226938667</c:v>
                </c:pt>
                <c:pt idx="44">
                  <c:v>413409.8077595739</c:v>
                </c:pt>
                <c:pt idx="45">
                  <c:v>667177.158136064</c:v>
                </c:pt>
                <c:pt idx="46">
                  <c:v>542949.3820595893</c:v>
                </c:pt>
                <c:pt idx="47">
                  <c:v>207892.57519329916</c:v>
                </c:pt>
                <c:pt idx="48">
                  <c:v>629135.4893882701</c:v>
                </c:pt>
                <c:pt idx="49">
                  <c:v>151715.7668499849</c:v>
                </c:pt>
                <c:pt idx="50">
                  <c:v>258110.17068207194</c:v>
                </c:pt>
                <c:pt idx="51">
                  <c:v>90269.29474434973</c:v>
                </c:pt>
                <c:pt idx="52">
                  <c:v>377424.08110292966</c:v>
                </c:pt>
                <c:pt idx="53">
                  <c:v>579834.8347075733</c:v>
                </c:pt>
                <c:pt idx="54">
                  <c:v>192067.95686260448</c:v>
                </c:pt>
                <c:pt idx="55">
                  <c:v>1915.4776805268932</c:v>
                </c:pt>
                <c:pt idx="56">
                  <c:v>539321.5799899792</c:v>
                </c:pt>
                <c:pt idx="57">
                  <c:v>440211.22871344746</c:v>
                </c:pt>
                <c:pt idx="58">
                  <c:v>358551.38872217183</c:v>
                </c:pt>
                <c:pt idx="59">
                  <c:v>589376.1717922336</c:v>
                </c:pt>
                <c:pt idx="60">
                  <c:v>611502.0928728163</c:v>
                </c:pt>
                <c:pt idx="61">
                  <c:v>500151.8623559272</c:v>
                </c:pt>
                <c:pt idx="62">
                  <c:v>672424.72667966</c:v>
                </c:pt>
                <c:pt idx="63">
                  <c:v>793500.3306602734</c:v>
                </c:pt>
                <c:pt idx="64">
                  <c:v>84227.71424856524</c:v>
                </c:pt>
                <c:pt idx="65">
                  <c:v>218474.88567548123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34926.09406984143</c:v>
                </c:pt>
                <c:pt idx="1">
                  <c:v>67938.81156988087</c:v>
                </c:pt>
                <c:pt idx="2">
                  <c:v>162178.98919666937</c:v>
                </c:pt>
                <c:pt idx="3">
                  <c:v>133455.2518635008</c:v>
                </c:pt>
                <c:pt idx="4">
                  <c:v>5844.421894983808</c:v>
                </c:pt>
                <c:pt idx="5">
                  <c:v>4649.128747961573</c:v>
                </c:pt>
                <c:pt idx="6">
                  <c:v>8704.888497318932</c:v>
                </c:pt>
                <c:pt idx="7">
                  <c:v>125.81957424904044</c:v>
                </c:pt>
                <c:pt idx="8">
                  <c:v>3764.7704593353005</c:v>
                </c:pt>
                <c:pt idx="9">
                  <c:v>5200.261050562591</c:v>
                </c:pt>
                <c:pt idx="10">
                  <c:v>244654.14949233603</c:v>
                </c:pt>
                <c:pt idx="11">
                  <c:v>82312.91564377157</c:v>
                </c:pt>
                <c:pt idx="12">
                  <c:v>2764.1233992659013</c:v>
                </c:pt>
                <c:pt idx="13">
                  <c:v>214243.60375879993</c:v>
                </c:pt>
                <c:pt idx="14">
                  <c:v>139923.59471482638</c:v>
                </c:pt>
                <c:pt idx="15">
                  <c:v>132511.27078790864</c:v>
                </c:pt>
                <c:pt idx="16">
                  <c:v>123983.41342589012</c:v>
                </c:pt>
                <c:pt idx="17">
                  <c:v>218450.85694805207</c:v>
                </c:pt>
                <c:pt idx="18">
                  <c:v>76534.73136175056</c:v>
                </c:pt>
                <c:pt idx="19">
                  <c:v>550.9663556369413</c:v>
                </c:pt>
                <c:pt idx="20">
                  <c:v>90284.344592038</c:v>
                </c:pt>
                <c:pt idx="21">
                  <c:v>105003.4975816953</c:v>
                </c:pt>
                <c:pt idx="22">
                  <c:v>13403.88868563419</c:v>
                </c:pt>
                <c:pt idx="23">
                  <c:v>6033.133100363004</c:v>
                </c:pt>
                <c:pt idx="24">
                  <c:v>9138.130632910226</c:v>
                </c:pt>
                <c:pt idx="25">
                  <c:v>154810.4531585049</c:v>
                </c:pt>
                <c:pt idx="26">
                  <c:v>5470.912530284546</c:v>
                </c:pt>
                <c:pt idx="27">
                  <c:v>5167.056012100338</c:v>
                </c:pt>
                <c:pt idx="28">
                  <c:v>111468.26865422675</c:v>
                </c:pt>
                <c:pt idx="29">
                  <c:v>4894.750629591479</c:v>
                </c:pt>
                <c:pt idx="30">
                  <c:v>4670.51089202136</c:v>
                </c:pt>
                <c:pt idx="31">
                  <c:v>2648.210412032076</c:v>
                </c:pt>
                <c:pt idx="32">
                  <c:v>215930.89801836963</c:v>
                </c:pt>
                <c:pt idx="33">
                  <c:v>185251.9908598064</c:v>
                </c:pt>
                <c:pt idx="34">
                  <c:v>6061.689832970897</c:v>
                </c:pt>
                <c:pt idx="35">
                  <c:v>9666.89059591082</c:v>
                </c:pt>
                <c:pt idx="36">
                  <c:v>99333.21889447745</c:v>
                </c:pt>
                <c:pt idx="37">
                  <c:v>67672.71218721256</c:v>
                </c:pt>
                <c:pt idx="38">
                  <c:v>12850.457847732718</c:v>
                </c:pt>
                <c:pt idx="39">
                  <c:v>378431.1486943783</c:v>
                </c:pt>
                <c:pt idx="40">
                  <c:v>213388.90800216474</c:v>
                </c:pt>
                <c:pt idx="41">
                  <c:v>17017.051630992897</c:v>
                </c:pt>
                <c:pt idx="42">
                  <c:v>6750.8838288954485</c:v>
                </c:pt>
                <c:pt idx="43">
                  <c:v>5977.46608367625</c:v>
                </c:pt>
                <c:pt idx="44">
                  <c:v>7215.682014266542</c:v>
                </c:pt>
                <c:pt idx="45">
                  <c:v>295277.7984234756</c:v>
                </c:pt>
                <c:pt idx="46">
                  <c:v>23.19711914002684</c:v>
                </c:pt>
                <c:pt idx="47">
                  <c:v>76924.60043457596</c:v>
                </c:pt>
                <c:pt idx="48">
                  <c:v>163688.79262518504</c:v>
                </c:pt>
                <c:pt idx="49">
                  <c:v>23689.096199297477</c:v>
                </c:pt>
                <c:pt idx="50">
                  <c:v>2537.918423911803</c:v>
                </c:pt>
                <c:pt idx="51">
                  <c:v>291503.33394824766</c:v>
                </c:pt>
                <c:pt idx="52">
                  <c:v>112719.16036995944</c:v>
                </c:pt>
                <c:pt idx="53">
                  <c:v>323179.5867431318</c:v>
                </c:pt>
                <c:pt idx="54">
                  <c:v>14640.102988218821</c:v>
                </c:pt>
                <c:pt idx="55">
                  <c:v>333248.311540496</c:v>
                </c:pt>
                <c:pt idx="56">
                  <c:v>170719.92540708068</c:v>
                </c:pt>
                <c:pt idx="57">
                  <c:v>204835.70784855695</c:v>
                </c:pt>
                <c:pt idx="58">
                  <c:v>24273.663139712786</c:v>
                </c:pt>
                <c:pt idx="59">
                  <c:v>1666.0985102988793</c:v>
                </c:pt>
                <c:pt idx="60">
                  <c:v>531.1114749477827</c:v>
                </c:pt>
                <c:pt idx="61">
                  <c:v>106682.35749966426</c:v>
                </c:pt>
                <c:pt idx="62">
                  <c:v>222108.3196737581</c:v>
                </c:pt>
                <c:pt idx="63">
                  <c:v>126542.70706557992</c:v>
                </c:pt>
                <c:pt idx="64">
                  <c:v>240633.22991107454</c:v>
                </c:pt>
                <c:pt idx="65">
                  <c:v>9661.82415843601</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44947.41120779532</c:v>
                </c:pt>
                <c:pt idx="1">
                  <c:v>186198.19469379095</c:v>
                </c:pt>
                <c:pt idx="2">
                  <c:v>3031.051879810444</c:v>
                </c:pt>
                <c:pt idx="3">
                  <c:v>0.061024991740791845</c:v>
                </c:pt>
                <c:pt idx="4">
                  <c:v>196511.15063577323</c:v>
                </c:pt>
                <c:pt idx="5">
                  <c:v>2860.7527563203344</c:v>
                </c:pt>
                <c:pt idx="6">
                  <c:v>76550.70010866574</c:v>
                </c:pt>
                <c:pt idx="7">
                  <c:v>183721.89839459726</c:v>
                </c:pt>
                <c:pt idx="8">
                  <c:v>162.08047867823996</c:v>
                </c:pt>
                <c:pt idx="9">
                  <c:v>5550.1418959120665</c:v>
                </c:pt>
                <c:pt idx="10">
                  <c:v>186767.05793088232</c:v>
                </c:pt>
                <c:pt idx="11">
                  <c:v>5025.964624915809</c:v>
                </c:pt>
                <c:pt idx="12">
                  <c:v>193581.68068738774</c:v>
                </c:pt>
                <c:pt idx="13">
                  <c:v>4642.852328608766</c:v>
                </c:pt>
                <c:pt idx="14">
                  <c:v>251766.55937369255</c:v>
                </c:pt>
                <c:pt idx="15">
                  <c:v>157261.68593034995</c:v>
                </c:pt>
                <c:pt idx="16">
                  <c:v>21536.406943991682</c:v>
                </c:pt>
                <c:pt idx="17">
                  <c:v>212573.64463188988</c:v>
                </c:pt>
                <c:pt idx="18">
                  <c:v>61682.969843849445</c:v>
                </c:pt>
                <c:pt idx="19">
                  <c:v>31891.120551443422</c:v>
                </c:pt>
                <c:pt idx="20">
                  <c:v>47438.02556295212</c:v>
                </c:pt>
                <c:pt idx="21">
                  <c:v>109245.93276121846</c:v>
                </c:pt>
                <c:pt idx="22">
                  <c:v>61368.90429413254</c:v>
                </c:pt>
                <c:pt idx="23">
                  <c:v>3302.4999547925872</c:v>
                </c:pt>
                <c:pt idx="24">
                  <c:v>576861.0403437626</c:v>
                </c:pt>
                <c:pt idx="25">
                  <c:v>179746.57550696566</c:v>
                </c:pt>
                <c:pt idx="26">
                  <c:v>59761.05838716034</c:v>
                </c:pt>
                <c:pt idx="27">
                  <c:v>3701.8511361876435</c:v>
                </c:pt>
                <c:pt idx="28">
                  <c:v>2075.9920414384255</c:v>
                </c:pt>
                <c:pt idx="29">
                  <c:v>186999.61751755135</c:v>
                </c:pt>
                <c:pt idx="30">
                  <c:v>352216.28441056155</c:v>
                </c:pt>
                <c:pt idx="31">
                  <c:v>17276.57410496182</c:v>
                </c:pt>
                <c:pt idx="32">
                  <c:v>363121.45159924997</c:v>
                </c:pt>
                <c:pt idx="33">
                  <c:v>372073.12791621644</c:v>
                </c:pt>
                <c:pt idx="34">
                  <c:v>364632.49848219333</c:v>
                </c:pt>
                <c:pt idx="35">
                  <c:v>153522.71432943898</c:v>
                </c:pt>
                <c:pt idx="36">
                  <c:v>337167.49946889805</c:v>
                </c:pt>
                <c:pt idx="37">
                  <c:v>367204.3900643024</c:v>
                </c:pt>
                <c:pt idx="38">
                  <c:v>13597.613096737485</c:v>
                </c:pt>
                <c:pt idx="39">
                  <c:v>2053.2792124655066</c:v>
                </c:pt>
                <c:pt idx="40">
                  <c:v>223754.4789749488</c:v>
                </c:pt>
                <c:pt idx="41">
                  <c:v>96355.49126144113</c:v>
                </c:pt>
                <c:pt idx="42">
                  <c:v>214576.58700149466</c:v>
                </c:pt>
                <c:pt idx="43">
                  <c:v>309548.7458250464</c:v>
                </c:pt>
                <c:pt idx="44">
                  <c:v>102259.11403691999</c:v>
                </c:pt>
                <c:pt idx="45">
                  <c:v>339422.7248865305</c:v>
                </c:pt>
                <c:pt idx="46">
                  <c:v>350856.6041085274</c:v>
                </c:pt>
                <c:pt idx="47">
                  <c:v>2314.8082816078727</c:v>
                </c:pt>
                <c:pt idx="48">
                  <c:v>380141.1914360983</c:v>
                </c:pt>
                <c:pt idx="49">
                  <c:v>183397.51197377214</c:v>
                </c:pt>
                <c:pt idx="50">
                  <c:v>6447.939524837608</c:v>
                </c:pt>
                <c:pt idx="51">
                  <c:v>18257.07898860453</c:v>
                </c:pt>
                <c:pt idx="52">
                  <c:v>137628.33365571668</c:v>
                </c:pt>
                <c:pt idx="53">
                  <c:v>125336.72535427763</c:v>
                </c:pt>
                <c:pt idx="54">
                  <c:v>169792.71839131764</c:v>
                </c:pt>
                <c:pt idx="55">
                  <c:v>190509.69033726343</c:v>
                </c:pt>
                <c:pt idx="56">
                  <c:v>378078.57677187875</c:v>
                </c:pt>
                <c:pt idx="57">
                  <c:v>7799.310460338354</c:v>
                </c:pt>
                <c:pt idx="58">
                  <c:v>10421.997188035008</c:v>
                </c:pt>
                <c:pt idx="59">
                  <c:v>226694.86399852997</c:v>
                </c:pt>
                <c:pt idx="60">
                  <c:v>246174.20026095744</c:v>
                </c:pt>
                <c:pt idx="61">
                  <c:v>143315.23239708366</c:v>
                </c:pt>
                <c:pt idx="62">
                  <c:v>368427.04785421735</c:v>
                </c:pt>
                <c:pt idx="63">
                  <c:v>330456.93387556245</c:v>
                </c:pt>
                <c:pt idx="64">
                  <c:v>5865.9922502493355</c:v>
                </c:pt>
                <c:pt idx="65">
                  <c:v>8274.506375085111</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505606.8581629337</c:v>
                </c:pt>
                <c:pt idx="1">
                  <c:v>553936.1408749239</c:v>
                </c:pt>
                <c:pt idx="2">
                  <c:v>657501.4003069794</c:v>
                </c:pt>
                <c:pt idx="3">
                  <c:v>658660.725655643</c:v>
                </c:pt>
                <c:pt idx="4">
                  <c:v>585102.9736962577</c:v>
                </c:pt>
                <c:pt idx="5">
                  <c:v>615850.2528262486</c:v>
                </c:pt>
                <c:pt idx="6">
                  <c:v>637366.5054768363</c:v>
                </c:pt>
                <c:pt idx="7">
                  <c:v>699908.2216737249</c:v>
                </c:pt>
                <c:pt idx="8">
                  <c:v>558242.9928593761</c:v>
                </c:pt>
                <c:pt idx="9">
                  <c:v>625533.5956584505</c:v>
                </c:pt>
                <c:pt idx="10">
                  <c:v>685991.1200668185</c:v>
                </c:pt>
                <c:pt idx="11">
                  <c:v>588523.9933136479</c:v>
                </c:pt>
                <c:pt idx="12">
                  <c:v>634249.0396171362</c:v>
                </c:pt>
                <c:pt idx="13">
                  <c:v>562809.4144314395</c:v>
                </c:pt>
                <c:pt idx="14">
                  <c:v>715451.6200080542</c:v>
                </c:pt>
                <c:pt idx="15">
                  <c:v>457953.26475047483</c:v>
                </c:pt>
                <c:pt idx="16">
                  <c:v>614596.9907915973</c:v>
                </c:pt>
                <c:pt idx="17">
                  <c:v>594219.4394563071</c:v>
                </c:pt>
                <c:pt idx="18">
                  <c:v>656333.1285662228</c:v>
                </c:pt>
                <c:pt idx="19">
                  <c:v>632306.9498563611</c:v>
                </c:pt>
                <c:pt idx="20">
                  <c:v>691381.0526245363</c:v>
                </c:pt>
                <c:pt idx="21">
                  <c:v>627038.0401305899</c:v>
                </c:pt>
                <c:pt idx="22">
                  <c:v>715602.085934996</c:v>
                </c:pt>
                <c:pt idx="23">
                  <c:v>623998.2293880087</c:v>
                </c:pt>
                <c:pt idx="24">
                  <c:v>908524.2327155536</c:v>
                </c:pt>
                <c:pt idx="25">
                  <c:v>653508.987511877</c:v>
                </c:pt>
                <c:pt idx="26">
                  <c:v>558528.5598544537</c:v>
                </c:pt>
                <c:pt idx="27">
                  <c:v>719759.7023380913</c:v>
                </c:pt>
                <c:pt idx="28">
                  <c:v>769159.333967085</c:v>
                </c:pt>
                <c:pt idx="29">
                  <c:v>549740.8685696921</c:v>
                </c:pt>
                <c:pt idx="30">
                  <c:v>639625.041547532</c:v>
                </c:pt>
                <c:pt idx="31">
                  <c:v>917472.2808747919</c:v>
                </c:pt>
                <c:pt idx="32">
                  <c:v>773458.5413721</c:v>
                </c:pt>
                <c:pt idx="33">
                  <c:v>781527.8809432245</c:v>
                </c:pt>
                <c:pt idx="34">
                  <c:v>690884.2312087446</c:v>
                </c:pt>
                <c:pt idx="35">
                  <c:v>608870.5315351101</c:v>
                </c:pt>
                <c:pt idx="36">
                  <c:v>734451.5518022416</c:v>
                </c:pt>
                <c:pt idx="37">
                  <c:v>649934.8373051477</c:v>
                </c:pt>
                <c:pt idx="38">
                  <c:v>669154.5623732656</c:v>
                </c:pt>
                <c:pt idx="39">
                  <c:v>773013.4060113763</c:v>
                </c:pt>
                <c:pt idx="40">
                  <c:v>764387.2964182156</c:v>
                </c:pt>
                <c:pt idx="41">
                  <c:v>636541.5593256366</c:v>
                </c:pt>
                <c:pt idx="42">
                  <c:v>783960.1503747341</c:v>
                </c:pt>
                <c:pt idx="43">
                  <c:v>621548.2493636918</c:v>
                </c:pt>
                <c:pt idx="44">
                  <c:v>683446.6708816609</c:v>
                </c:pt>
                <c:pt idx="45">
                  <c:v>783789.1953044086</c:v>
                </c:pt>
                <c:pt idx="46">
                  <c:v>770990.1011104991</c:v>
                </c:pt>
                <c:pt idx="47">
                  <c:v>704151.3766924435</c:v>
                </c:pt>
                <c:pt idx="48">
                  <c:v>880226.9100934626</c:v>
                </c:pt>
                <c:pt idx="49">
                  <c:v>684330.2340135231</c:v>
                </c:pt>
                <c:pt idx="50">
                  <c:v>756067.5045035661</c:v>
                </c:pt>
                <c:pt idx="51">
                  <c:v>849686.4370471353</c:v>
                </c:pt>
                <c:pt idx="52">
                  <c:v>619583.9255374263</c:v>
                </c:pt>
                <c:pt idx="53">
                  <c:v>681899.5669539789</c:v>
                </c:pt>
                <c:pt idx="54">
                  <c:v>916311.8273500714</c:v>
                </c:pt>
                <c:pt idx="55">
                  <c:v>808286.1609356697</c:v>
                </c:pt>
                <c:pt idx="56">
                  <c:v>952014.3789372604</c:v>
                </c:pt>
                <c:pt idx="57">
                  <c:v>784092.837730734</c:v>
                </c:pt>
                <c:pt idx="58">
                  <c:v>860536.9178453939</c:v>
                </c:pt>
                <c:pt idx="59">
                  <c:v>830954.4523764736</c:v>
                </c:pt>
                <c:pt idx="60">
                  <c:v>783026.5923573386</c:v>
                </c:pt>
                <c:pt idx="61">
                  <c:v>713105.2661556219</c:v>
                </c:pt>
                <c:pt idx="62">
                  <c:v>914040.1295517161</c:v>
                </c:pt>
                <c:pt idx="63">
                  <c:v>833508.0227200781</c:v>
                </c:pt>
                <c:pt idx="64">
                  <c:v>807489.3541853405</c:v>
                </c:pt>
                <c:pt idx="65">
                  <c:v>681675.0979321807</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53860.56846108211</c:v>
                </c:pt>
                <c:pt idx="1">
                  <c:v>154562.42624319368</c:v>
                </c:pt>
                <c:pt idx="2">
                  <c:v>137744.6390305113</c:v>
                </c:pt>
                <c:pt idx="3">
                  <c:v>76373.03803435001</c:v>
                </c:pt>
                <c:pt idx="4">
                  <c:v>100113.50048594167</c:v>
                </c:pt>
                <c:pt idx="5">
                  <c:v>130899.33873755553</c:v>
                </c:pt>
                <c:pt idx="6">
                  <c:v>196579.57921767118</c:v>
                </c:pt>
                <c:pt idx="7">
                  <c:v>307140.6765440558</c:v>
                </c:pt>
                <c:pt idx="8">
                  <c:v>268203.5496729922</c:v>
                </c:pt>
                <c:pt idx="9">
                  <c:v>283194.8746627197</c:v>
                </c:pt>
                <c:pt idx="10">
                  <c:v>149021.3481929376</c:v>
                </c:pt>
                <c:pt idx="11">
                  <c:v>110832.34469462403</c:v>
                </c:pt>
                <c:pt idx="12">
                  <c:v>82999.78388428917</c:v>
                </c:pt>
                <c:pt idx="13">
                  <c:v>71478.03658989133</c:v>
                </c:pt>
                <c:pt idx="14">
                  <c:v>99098.54299642578</c:v>
                </c:pt>
                <c:pt idx="15">
                  <c:v>121077.13724462982</c:v>
                </c:pt>
                <c:pt idx="16">
                  <c:v>167937.03811202763</c:v>
                </c:pt>
                <c:pt idx="17">
                  <c:v>148517.0929006308</c:v>
                </c:pt>
                <c:pt idx="18">
                  <c:v>218029.95121333684</c:v>
                </c:pt>
                <c:pt idx="19">
                  <c:v>154023.37411085673</c:v>
                </c:pt>
                <c:pt idx="20">
                  <c:v>224488.0576483828</c:v>
                </c:pt>
                <c:pt idx="21">
                  <c:v>231045.19799360726</c:v>
                </c:pt>
                <c:pt idx="22">
                  <c:v>208193.9467493464</c:v>
                </c:pt>
                <c:pt idx="23">
                  <c:v>137168.36999374165</c:v>
                </c:pt>
                <c:pt idx="24">
                  <c:v>279062.42353405256</c:v>
                </c:pt>
                <c:pt idx="25">
                  <c:v>154216.03820662136</c:v>
                </c:pt>
                <c:pt idx="26">
                  <c:v>148162.76136476482</c:v>
                </c:pt>
                <c:pt idx="27">
                  <c:v>244390.33717299823</c:v>
                </c:pt>
                <c:pt idx="28">
                  <c:v>196151.51579189638</c:v>
                </c:pt>
                <c:pt idx="29">
                  <c:v>46919.23098912688</c:v>
                </c:pt>
                <c:pt idx="30">
                  <c:v>25681.666321275905</c:v>
                </c:pt>
                <c:pt idx="31">
                  <c:v>190624.51339286004</c:v>
                </c:pt>
                <c:pt idx="32">
                  <c:v>154635.41997247067</c:v>
                </c:pt>
                <c:pt idx="33">
                  <c:v>120683.92339450288</c:v>
                </c:pt>
                <c:pt idx="34">
                  <c:v>202294.04964020825</c:v>
                </c:pt>
                <c:pt idx="35">
                  <c:v>214021.13008444622</c:v>
                </c:pt>
                <c:pt idx="36">
                  <c:v>182570.3028915194</c:v>
                </c:pt>
                <c:pt idx="37">
                  <c:v>157458.73814059494</c:v>
                </c:pt>
                <c:pt idx="38">
                  <c:v>123538.81239104156</c:v>
                </c:pt>
                <c:pt idx="39">
                  <c:v>275948.5549638077</c:v>
                </c:pt>
                <c:pt idx="40">
                  <c:v>215341.39627633622</c:v>
                </c:pt>
                <c:pt idx="41">
                  <c:v>204026.147165709</c:v>
                </c:pt>
                <c:pt idx="42">
                  <c:v>188989.972375063</c:v>
                </c:pt>
                <c:pt idx="43">
                  <c:v>216800.9876962229</c:v>
                </c:pt>
                <c:pt idx="44">
                  <c:v>235523.5089435007</c:v>
                </c:pt>
                <c:pt idx="45">
                  <c:v>125474.07024139972</c:v>
                </c:pt>
                <c:pt idx="46">
                  <c:v>241107.70428021564</c:v>
                </c:pt>
                <c:pt idx="47">
                  <c:v>276278.7749508501</c:v>
                </c:pt>
                <c:pt idx="48">
                  <c:v>265160.7367480561</c:v>
                </c:pt>
                <c:pt idx="49">
                  <c:v>165546.53620779072</c:v>
                </c:pt>
                <c:pt idx="50">
                  <c:v>258267.32883337254</c:v>
                </c:pt>
                <c:pt idx="51">
                  <c:v>206925.22092712304</c:v>
                </c:pt>
                <c:pt idx="52">
                  <c:v>97005.46760255173</c:v>
                </c:pt>
                <c:pt idx="53">
                  <c:v>171725.0880184512</c:v>
                </c:pt>
                <c:pt idx="54">
                  <c:v>221316.68157794344</c:v>
                </c:pt>
                <c:pt idx="55">
                  <c:v>201488.49723041104</c:v>
                </c:pt>
                <c:pt idx="56">
                  <c:v>246745.10651144083</c:v>
                </c:pt>
                <c:pt idx="57">
                  <c:v>221482.1288411267</c:v>
                </c:pt>
                <c:pt idx="58">
                  <c:v>317943.2206799766</c:v>
                </c:pt>
                <c:pt idx="59">
                  <c:v>211491.27180176857</c:v>
                </c:pt>
                <c:pt idx="60">
                  <c:v>175649.84991767583</c:v>
                </c:pt>
                <c:pt idx="61">
                  <c:v>130233.31205002393</c:v>
                </c:pt>
                <c:pt idx="62">
                  <c:v>65953.94921421327</c:v>
                </c:pt>
                <c:pt idx="63">
                  <c:v>75578.40493828054</c:v>
                </c:pt>
                <c:pt idx="64">
                  <c:v>30934.338717943458</c:v>
                </c:pt>
                <c:pt idx="65">
                  <c:v>76319.2220691601</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572659.9466094935</c:v>
                </c:pt>
                <c:pt idx="1">
                  <c:v>427093.6361865855</c:v>
                </c:pt>
                <c:pt idx="2">
                  <c:v>710651.4630669918</c:v>
                </c:pt>
                <c:pt idx="3">
                  <c:v>125611.18117381031</c:v>
                </c:pt>
                <c:pt idx="4">
                  <c:v>219923.1225322564</c:v>
                </c:pt>
                <c:pt idx="5">
                  <c:v>464609.18336981244</c:v>
                </c:pt>
                <c:pt idx="6">
                  <c:v>1051887.0308247607</c:v>
                </c:pt>
                <c:pt idx="7">
                  <c:v>298177.52030432515</c:v>
                </c:pt>
                <c:pt idx="8">
                  <c:v>25585.89329553703</c:v>
                </c:pt>
                <c:pt idx="9">
                  <c:v>202039.87411686772</c:v>
                </c:pt>
                <c:pt idx="10">
                  <c:v>1012545.8082548752</c:v>
                </c:pt>
                <c:pt idx="11">
                  <c:v>225269.6496671334</c:v>
                </c:pt>
                <c:pt idx="12">
                  <c:v>362370.6712227811</c:v>
                </c:pt>
                <c:pt idx="13">
                  <c:v>434967.20446572197</c:v>
                </c:pt>
                <c:pt idx="14">
                  <c:v>55441.737459327065</c:v>
                </c:pt>
                <c:pt idx="15">
                  <c:v>217925.11739899367</c:v>
                </c:pt>
                <c:pt idx="16">
                  <c:v>251819.06021585187</c:v>
                </c:pt>
                <c:pt idx="17">
                  <c:v>181357.7044647028</c:v>
                </c:pt>
                <c:pt idx="18">
                  <c:v>548147.5415573709</c:v>
                </c:pt>
                <c:pt idx="19">
                  <c:v>130342.15853608042</c:v>
                </c:pt>
                <c:pt idx="20">
                  <c:v>747714.2333833345</c:v>
                </c:pt>
                <c:pt idx="21">
                  <c:v>993280.245658511</c:v>
                </c:pt>
                <c:pt idx="22">
                  <c:v>628617.4600392985</c:v>
                </c:pt>
                <c:pt idx="23">
                  <c:v>77876.16382182641</c:v>
                </c:pt>
                <c:pt idx="24">
                  <c:v>11114.302032059926</c:v>
                </c:pt>
                <c:pt idx="25">
                  <c:v>28022.35733571882</c:v>
                </c:pt>
                <c:pt idx="26">
                  <c:v>7940.1796024927</c:v>
                </c:pt>
                <c:pt idx="27">
                  <c:v>827918.1056623554</c:v>
                </c:pt>
                <c:pt idx="28">
                  <c:v>1145362.6991468363</c:v>
                </c:pt>
                <c:pt idx="29">
                  <c:v>343320.6911470274</c:v>
                </c:pt>
                <c:pt idx="30">
                  <c:v>438112.365892969</c:v>
                </c:pt>
                <c:pt idx="31">
                  <c:v>594613.2085485816</c:v>
                </c:pt>
                <c:pt idx="32">
                  <c:v>206225.6707066593</c:v>
                </c:pt>
                <c:pt idx="33">
                  <c:v>548340.3609225886</c:v>
                </c:pt>
                <c:pt idx="34">
                  <c:v>620982.0964165758</c:v>
                </c:pt>
                <c:pt idx="35">
                  <c:v>264786.4787235894</c:v>
                </c:pt>
                <c:pt idx="36">
                  <c:v>304304.7578916163</c:v>
                </c:pt>
                <c:pt idx="37">
                  <c:v>193948.55380615828</c:v>
                </c:pt>
                <c:pt idx="38">
                  <c:v>446443.61834732664</c:v>
                </c:pt>
                <c:pt idx="39">
                  <c:v>125169.5821729564</c:v>
                </c:pt>
                <c:pt idx="40">
                  <c:v>781771.5870729481</c:v>
                </c:pt>
                <c:pt idx="41">
                  <c:v>995840.0982996878</c:v>
                </c:pt>
                <c:pt idx="42">
                  <c:v>470122.96184581483</c:v>
                </c:pt>
                <c:pt idx="43">
                  <c:v>803915.7284636472</c:v>
                </c:pt>
                <c:pt idx="44">
                  <c:v>200868.8694215411</c:v>
                </c:pt>
                <c:pt idx="45">
                  <c:v>49961.11343692838</c:v>
                </c:pt>
                <c:pt idx="46">
                  <c:v>1069130.0687543305</c:v>
                </c:pt>
                <c:pt idx="47">
                  <c:v>1283210.4011605573</c:v>
                </c:pt>
                <c:pt idx="48">
                  <c:v>718363.3721121898</c:v>
                </c:pt>
                <c:pt idx="49">
                  <c:v>986079.2462932874</c:v>
                </c:pt>
                <c:pt idx="50">
                  <c:v>184771.55179731798</c:v>
                </c:pt>
                <c:pt idx="51">
                  <c:v>224384.05920474068</c:v>
                </c:pt>
                <c:pt idx="52">
                  <c:v>931874.1426027253</c:v>
                </c:pt>
                <c:pt idx="53">
                  <c:v>812381.5343410567</c:v>
                </c:pt>
                <c:pt idx="54">
                  <c:v>277922.27620887605</c:v>
                </c:pt>
                <c:pt idx="55">
                  <c:v>43691.156586702455</c:v>
                </c:pt>
                <c:pt idx="56">
                  <c:v>571237.9989105993</c:v>
                </c:pt>
                <c:pt idx="57">
                  <c:v>565206.8218569341</c:v>
                </c:pt>
                <c:pt idx="58">
                  <c:v>1148066.2330013025</c:v>
                </c:pt>
                <c:pt idx="59">
                  <c:v>549151.9824922292</c:v>
                </c:pt>
                <c:pt idx="60">
                  <c:v>65516.91951228625</c:v>
                </c:pt>
                <c:pt idx="61">
                  <c:v>31663.33756491456</c:v>
                </c:pt>
                <c:pt idx="62">
                  <c:v>1575748.601349637</c:v>
                </c:pt>
                <c:pt idx="63">
                  <c:v>249913.71735157893</c:v>
                </c:pt>
                <c:pt idx="64">
                  <c:v>66541.91679095117</c:v>
                </c:pt>
                <c:pt idx="65">
                  <c:v>410055.4734759434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53656.20574556321</c:v>
                </c:pt>
                <c:pt idx="1">
                  <c:v>555.2770264330293</c:v>
                </c:pt>
                <c:pt idx="2">
                  <c:v>22444.675085994273</c:v>
                </c:pt>
                <c:pt idx="3">
                  <c:v>274.91362409446504</c:v>
                </c:pt>
                <c:pt idx="4">
                  <c:v>39446.6455512896</c:v>
                </c:pt>
                <c:pt idx="5">
                  <c:v>24446.253494456007</c:v>
                </c:pt>
                <c:pt idx="6">
                  <c:v>3554.0020901742378</c:v>
                </c:pt>
                <c:pt idx="7">
                  <c:v>66815.23320713505</c:v>
                </c:pt>
                <c:pt idx="8">
                  <c:v>522.741043836009</c:v>
                </c:pt>
                <c:pt idx="9">
                  <c:v>117147.03869863469</c:v>
                </c:pt>
                <c:pt idx="10">
                  <c:v>102102.96248575326</c:v>
                </c:pt>
                <c:pt idx="11">
                  <c:v>32703.90481465194</c:v>
                </c:pt>
                <c:pt idx="12">
                  <c:v>55209.15201307299</c:v>
                </c:pt>
                <c:pt idx="13">
                  <c:v>69521.57725621328</c:v>
                </c:pt>
                <c:pt idx="14">
                  <c:v>37553.180768378224</c:v>
                </c:pt>
                <c:pt idx="15">
                  <c:v>16896.711161541654</c:v>
                </c:pt>
                <c:pt idx="16">
                  <c:v>51590.72461263451</c:v>
                </c:pt>
                <c:pt idx="17">
                  <c:v>74689.91483742127</c:v>
                </c:pt>
                <c:pt idx="18">
                  <c:v>42827.14039006834</c:v>
                </c:pt>
                <c:pt idx="19">
                  <c:v>37186.90074937675</c:v>
                </c:pt>
                <c:pt idx="20">
                  <c:v>48456.78672699133</c:v>
                </c:pt>
                <c:pt idx="21">
                  <c:v>1407.7905661053094</c:v>
                </c:pt>
                <c:pt idx="22">
                  <c:v>34281.24465096177</c:v>
                </c:pt>
                <c:pt idx="23">
                  <c:v>26717.477338219007</c:v>
                </c:pt>
                <c:pt idx="24">
                  <c:v>53018.34535100616</c:v>
                </c:pt>
                <c:pt idx="25">
                  <c:v>35224.21944341718</c:v>
                </c:pt>
                <c:pt idx="26">
                  <c:v>34947.79836014242</c:v>
                </c:pt>
                <c:pt idx="27">
                  <c:v>31480.81311454154</c:v>
                </c:pt>
                <c:pt idx="28">
                  <c:v>44272.92196020439</c:v>
                </c:pt>
                <c:pt idx="29">
                  <c:v>50894.824546872</c:v>
                </c:pt>
                <c:pt idx="30">
                  <c:v>68427.45632327486</c:v>
                </c:pt>
                <c:pt idx="31">
                  <c:v>58668.57472737123</c:v>
                </c:pt>
                <c:pt idx="32">
                  <c:v>76722.29252943158</c:v>
                </c:pt>
                <c:pt idx="33">
                  <c:v>39034.047569678754</c:v>
                </c:pt>
                <c:pt idx="34">
                  <c:v>2478.838582158183</c:v>
                </c:pt>
                <c:pt idx="35">
                  <c:v>91908.65852014736</c:v>
                </c:pt>
                <c:pt idx="36">
                  <c:v>32767.694680404362</c:v>
                </c:pt>
                <c:pt idx="37">
                  <c:v>25207.58208994657</c:v>
                </c:pt>
                <c:pt idx="38">
                  <c:v>80393.90978242696</c:v>
                </c:pt>
                <c:pt idx="39">
                  <c:v>5193.17913446817</c:v>
                </c:pt>
                <c:pt idx="40">
                  <c:v>1681.7284631491864</c:v>
                </c:pt>
                <c:pt idx="41">
                  <c:v>29649.474786992294</c:v>
                </c:pt>
                <c:pt idx="42">
                  <c:v>44096.33904039105</c:v>
                </c:pt>
                <c:pt idx="43">
                  <c:v>84087.76340483615</c:v>
                </c:pt>
                <c:pt idx="44">
                  <c:v>38840.25155247398</c:v>
                </c:pt>
                <c:pt idx="45">
                  <c:v>28942.87009315834</c:v>
                </c:pt>
                <c:pt idx="46">
                  <c:v>150593.64146308</c:v>
                </c:pt>
                <c:pt idx="47">
                  <c:v>62859.14097674152</c:v>
                </c:pt>
                <c:pt idx="48">
                  <c:v>47616.584456941666</c:v>
                </c:pt>
                <c:pt idx="49">
                  <c:v>1607.892901621226</c:v>
                </c:pt>
                <c:pt idx="50">
                  <c:v>30888.07723028968</c:v>
                </c:pt>
                <c:pt idx="51">
                  <c:v>51588.6359246452</c:v>
                </c:pt>
                <c:pt idx="52">
                  <c:v>46395.198981293084</c:v>
                </c:pt>
                <c:pt idx="53">
                  <c:v>2410.9794586372313</c:v>
                </c:pt>
                <c:pt idx="54">
                  <c:v>96833.38791592189</c:v>
                </c:pt>
                <c:pt idx="55">
                  <c:v>31374.984839328088</c:v>
                </c:pt>
                <c:pt idx="56">
                  <c:v>71329.77054820317</c:v>
                </c:pt>
                <c:pt idx="57">
                  <c:v>92624.70682064974</c:v>
                </c:pt>
                <c:pt idx="58">
                  <c:v>88929.63795917564</c:v>
                </c:pt>
                <c:pt idx="59">
                  <c:v>1708.960579137531</c:v>
                </c:pt>
                <c:pt idx="60">
                  <c:v>33001.80442831553</c:v>
                </c:pt>
                <c:pt idx="61">
                  <c:v>52481.21568298136</c:v>
                </c:pt>
                <c:pt idx="62">
                  <c:v>94316.61056716421</c:v>
                </c:pt>
                <c:pt idx="63">
                  <c:v>63505.4628548801</c:v>
                </c:pt>
                <c:pt idx="64">
                  <c:v>63714.76523149332</c:v>
                </c:pt>
                <c:pt idx="65">
                  <c:v>25259.52502751148</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4887.759435907706</c:v>
                </c:pt>
                <c:pt idx="1">
                  <c:v>93411.2325399261</c:v>
                </c:pt>
                <c:pt idx="2">
                  <c:v>111375.11766283121</c:v>
                </c:pt>
                <c:pt idx="3">
                  <c:v>135739.44762693316</c:v>
                </c:pt>
                <c:pt idx="4">
                  <c:v>61193.14990381801</c:v>
                </c:pt>
                <c:pt idx="5">
                  <c:v>97756.43725853672</c:v>
                </c:pt>
                <c:pt idx="6">
                  <c:v>121625.47174461691</c:v>
                </c:pt>
                <c:pt idx="7">
                  <c:v>4873.651006802516</c:v>
                </c:pt>
                <c:pt idx="8">
                  <c:v>143425.02676256205</c:v>
                </c:pt>
                <c:pt idx="9">
                  <c:v>19983.876756416936</c:v>
                </c:pt>
                <c:pt idx="10">
                  <c:v>1748.0616550455102</c:v>
                </c:pt>
                <c:pt idx="11">
                  <c:v>3957.1712603872525</c:v>
                </c:pt>
                <c:pt idx="12">
                  <c:v>998.4947593142924</c:v>
                </c:pt>
                <c:pt idx="13">
                  <c:v>1301.6817176679124</c:v>
                </c:pt>
                <c:pt idx="14">
                  <c:v>6606.255815658389</c:v>
                </c:pt>
                <c:pt idx="15">
                  <c:v>2416.255388599341</c:v>
                </c:pt>
                <c:pt idx="16">
                  <c:v>163424.60719746098</c:v>
                </c:pt>
                <c:pt idx="17">
                  <c:v>21947.34247877523</c:v>
                </c:pt>
                <c:pt idx="18">
                  <c:v>394.51527538554114</c:v>
                </c:pt>
                <c:pt idx="19">
                  <c:v>52741.9796451225</c:v>
                </c:pt>
                <c:pt idx="20">
                  <c:v>1937.2649273363695</c:v>
                </c:pt>
                <c:pt idx="21">
                  <c:v>5656.530646886164</c:v>
                </c:pt>
                <c:pt idx="22">
                  <c:v>159820.39802090276</c:v>
                </c:pt>
                <c:pt idx="23">
                  <c:v>32286.032942520913</c:v>
                </c:pt>
                <c:pt idx="24">
                  <c:v>15914.012277795908</c:v>
                </c:pt>
                <c:pt idx="25">
                  <c:v>3683.0951882811287</c:v>
                </c:pt>
                <c:pt idx="26">
                  <c:v>7966.465277933439</c:v>
                </c:pt>
                <c:pt idx="27">
                  <c:v>4507.444813016911</c:v>
                </c:pt>
                <c:pt idx="28">
                  <c:v>3599.5226796442594</c:v>
                </c:pt>
                <c:pt idx="29">
                  <c:v>7316.944723714313</c:v>
                </c:pt>
                <c:pt idx="30">
                  <c:v>92823.19687593056</c:v>
                </c:pt>
                <c:pt idx="31">
                  <c:v>136890.09225887997</c:v>
                </c:pt>
                <c:pt idx="32">
                  <c:v>199575.5971469376</c:v>
                </c:pt>
                <c:pt idx="33">
                  <c:v>11348.697969031431</c:v>
                </c:pt>
                <c:pt idx="34">
                  <c:v>4681.559294876002</c:v>
                </c:pt>
                <c:pt idx="35">
                  <c:v>4244.442616510709</c:v>
                </c:pt>
                <c:pt idx="36">
                  <c:v>1702.1440488789135</c:v>
                </c:pt>
                <c:pt idx="37">
                  <c:v>2624.140163057339</c:v>
                </c:pt>
                <c:pt idx="38">
                  <c:v>4462.806853078496</c:v>
                </c:pt>
                <c:pt idx="39">
                  <c:v>3119.395052556661</c:v>
                </c:pt>
                <c:pt idx="40">
                  <c:v>53540.70704290792</c:v>
                </c:pt>
                <c:pt idx="41">
                  <c:v>55183.20770475672</c:v>
                </c:pt>
                <c:pt idx="42">
                  <c:v>123242.65217523224</c:v>
                </c:pt>
                <c:pt idx="43">
                  <c:v>82562.56866293015</c:v>
                </c:pt>
                <c:pt idx="44">
                  <c:v>261828.61939129807</c:v>
                </c:pt>
                <c:pt idx="45">
                  <c:v>100485.34657544778</c:v>
                </c:pt>
                <c:pt idx="46">
                  <c:v>183986.35546843807</c:v>
                </c:pt>
                <c:pt idx="47">
                  <c:v>101713.15519702813</c:v>
                </c:pt>
                <c:pt idx="48">
                  <c:v>201345.36486374252</c:v>
                </c:pt>
                <c:pt idx="49">
                  <c:v>188608.25724719142</c:v>
                </c:pt>
                <c:pt idx="50">
                  <c:v>192241.43085965968</c:v>
                </c:pt>
                <c:pt idx="51">
                  <c:v>6374.534597452164</c:v>
                </c:pt>
                <c:pt idx="52">
                  <c:v>102830.90244904826</c:v>
                </c:pt>
                <c:pt idx="53">
                  <c:v>120164.13207218144</c:v>
                </c:pt>
                <c:pt idx="54">
                  <c:v>136574.29683284895</c:v>
                </c:pt>
                <c:pt idx="55">
                  <c:v>102724.23478877166</c:v>
                </c:pt>
                <c:pt idx="56">
                  <c:v>6935.612942162769</c:v>
                </c:pt>
                <c:pt idx="57">
                  <c:v>143066.77813639748</c:v>
                </c:pt>
                <c:pt idx="58">
                  <c:v>366702.38040700386</c:v>
                </c:pt>
                <c:pt idx="59">
                  <c:v>28549.886560666582</c:v>
                </c:pt>
                <c:pt idx="60">
                  <c:v>120485.08171080501</c:v>
                </c:pt>
                <c:pt idx="61">
                  <c:v>13817.036247525964</c:v>
                </c:pt>
                <c:pt idx="62">
                  <c:v>772.8196810081712</c:v>
                </c:pt>
                <c:pt idx="63">
                  <c:v>983.0359927040788</c:v>
                </c:pt>
                <c:pt idx="64">
                  <c:v>197192.43532008317</c:v>
                </c:pt>
                <c:pt idx="65">
                  <c:v>90384.37312026709</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-60986.8366100679</c:v>
                </c:pt>
                <c:pt idx="1">
                  <c:v>-90829.33776130743</c:v>
                </c:pt>
                <c:pt idx="2">
                  <c:v>-96118.75955880835</c:v>
                </c:pt>
                <c:pt idx="3">
                  <c:v>-31522.33622066636</c:v>
                </c:pt>
                <c:pt idx="4">
                  <c:v>-2874.6336524662947</c:v>
                </c:pt>
                <c:pt idx="5">
                  <c:v>39052.03374760365</c:v>
                </c:pt>
                <c:pt idx="6">
                  <c:v>77189.38919686966</c:v>
                </c:pt>
                <c:pt idx="7">
                  <c:v>94128.37349638165</c:v>
                </c:pt>
                <c:pt idx="8">
                  <c:v>51095.27044557239</c:v>
                </c:pt>
                <c:pt idx="9">
                  <c:v>35907.09197958657</c:v>
                </c:pt>
                <c:pt idx="10">
                  <c:v>-3160.113319867746</c:v>
                </c:pt>
                <c:pt idx="11">
                  <c:v>-33020.50052113146</c:v>
                </c:pt>
                <c:pt idx="12">
                  <c:v>-108332.57711109538</c:v>
                </c:pt>
                <c:pt idx="13">
                  <c:v>-93724.59804309631</c:v>
                </c:pt>
                <c:pt idx="14">
                  <c:v>-86070.62645146354</c:v>
                </c:pt>
                <c:pt idx="15">
                  <c:v>-17854.86792973999</c:v>
                </c:pt>
                <c:pt idx="16">
                  <c:v>6986.177671672936</c:v>
                </c:pt>
                <c:pt idx="17">
                  <c:v>43371.23442024363</c:v>
                </c:pt>
                <c:pt idx="18">
                  <c:v>58173.42651353628</c:v>
                </c:pt>
                <c:pt idx="19">
                  <c:v>70104.65370069345</c:v>
                </c:pt>
                <c:pt idx="20">
                  <c:v>109677.7074336068</c:v>
                </c:pt>
                <c:pt idx="21">
                  <c:v>70915.52720285322</c:v>
                </c:pt>
                <c:pt idx="22">
                  <c:v>-9622.398259072084</c:v>
                </c:pt>
                <c:pt idx="23">
                  <c:v>-28543.18932985548</c:v>
                </c:pt>
                <c:pt idx="24">
                  <c:v>-131736.17383012766</c:v>
                </c:pt>
                <c:pt idx="25">
                  <c:v>-124402.79102876195</c:v>
                </c:pt>
                <c:pt idx="26">
                  <c:v>-39180.724388693845</c:v>
                </c:pt>
                <c:pt idx="27">
                  <c:v>-51517.61388614151</c:v>
                </c:pt>
                <c:pt idx="28">
                  <c:v>9411.546006753513</c:v>
                </c:pt>
                <c:pt idx="29">
                  <c:v>27187.40541089869</c:v>
                </c:pt>
                <c:pt idx="30">
                  <c:v>59130.79394878876</c:v>
                </c:pt>
                <c:pt idx="31">
                  <c:v>93945.85022005951</c:v>
                </c:pt>
                <c:pt idx="32">
                  <c:v>51892.40463521111</c:v>
                </c:pt>
                <c:pt idx="33">
                  <c:v>50771.56649663125</c:v>
                </c:pt>
                <c:pt idx="34">
                  <c:v>-13795.089271411083</c:v>
                </c:pt>
                <c:pt idx="35">
                  <c:v>-36867.49463952355</c:v>
                </c:pt>
                <c:pt idx="36">
                  <c:v>-78058.47135789442</c:v>
                </c:pt>
                <c:pt idx="37">
                  <c:v>-89443.30059254027</c:v>
                </c:pt>
                <c:pt idx="38">
                  <c:v>-69025.98385719219</c:v>
                </c:pt>
                <c:pt idx="39">
                  <c:v>-37132.56978210462</c:v>
                </c:pt>
                <c:pt idx="40">
                  <c:v>-2315.1370408229523</c:v>
                </c:pt>
                <c:pt idx="41">
                  <c:v>47861.05535234275</c:v>
                </c:pt>
                <c:pt idx="42">
                  <c:v>63750.63586858196</c:v>
                </c:pt>
                <c:pt idx="43">
                  <c:v>87528.79256607343</c:v>
                </c:pt>
                <c:pt idx="44">
                  <c:v>59536.67245021348</c:v>
                </c:pt>
                <c:pt idx="45">
                  <c:v>45852.48429828588</c:v>
                </c:pt>
                <c:pt idx="46">
                  <c:v>-6487.896589009686</c:v>
                </c:pt>
                <c:pt idx="47">
                  <c:v>-70836.84212141228</c:v>
                </c:pt>
                <c:pt idx="48">
                  <c:v>-137618.63491467628</c:v>
                </c:pt>
                <c:pt idx="49">
                  <c:v>-105294.20438091346</c:v>
                </c:pt>
                <c:pt idx="50">
                  <c:v>-80487.64872170125</c:v>
                </c:pt>
                <c:pt idx="51">
                  <c:v>-41654.07654160428</c:v>
                </c:pt>
                <c:pt idx="52">
                  <c:v>19995.740042921418</c:v>
                </c:pt>
                <c:pt idx="53">
                  <c:v>46562.50028137371</c:v>
                </c:pt>
                <c:pt idx="54">
                  <c:v>82455.72994530041</c:v>
                </c:pt>
                <c:pt idx="55">
                  <c:v>112207.67139483629</c:v>
                </c:pt>
                <c:pt idx="56">
                  <c:v>105120.14132482822</c:v>
                </c:pt>
                <c:pt idx="57">
                  <c:v>50553.58100443208</c:v>
                </c:pt>
                <c:pt idx="58">
                  <c:v>-5341.102105839702</c:v>
                </c:pt>
                <c:pt idx="59">
                  <c:v>-73518.42338617053</c:v>
                </c:pt>
                <c:pt idx="60">
                  <c:v>-87850.65587866682</c:v>
                </c:pt>
                <c:pt idx="61">
                  <c:v>-95100.26662031497</c:v>
                </c:pt>
                <c:pt idx="62">
                  <c:v>-124498.79652750575</c:v>
                </c:pt>
                <c:pt idx="63">
                  <c:v>-11356.1274822993</c:v>
                </c:pt>
                <c:pt idx="64">
                  <c:v>12878.591672836328</c:v>
                </c:pt>
                <c:pt idx="65">
                  <c:v>28385.600211249424</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-49723.76076036878</c:v>
                </c:pt>
                <c:pt idx="1">
                  <c:v>-70134.45895579894</c:v>
                </c:pt>
                <c:pt idx="2">
                  <c:v>-91589.8149374533</c:v>
                </c:pt>
                <c:pt idx="3">
                  <c:v>-74534.70380138827</c:v>
                </c:pt>
                <c:pt idx="4">
                  <c:v>-57432.36772483295</c:v>
                </c:pt>
                <c:pt idx="5">
                  <c:v>-64773.298157257974</c:v>
                </c:pt>
                <c:pt idx="6">
                  <c:v>-73650.13938028818</c:v>
                </c:pt>
                <c:pt idx="7">
                  <c:v>-72222.31493319063</c:v>
                </c:pt>
                <c:pt idx="8">
                  <c:v>-43856.59442045679</c:v>
                </c:pt>
                <c:pt idx="9">
                  <c:v>-47647.999875366586</c:v>
                </c:pt>
                <c:pt idx="10">
                  <c:v>-61881.680960414495</c:v>
                </c:pt>
                <c:pt idx="11">
                  <c:v>-43238.08209437317</c:v>
                </c:pt>
                <c:pt idx="12">
                  <c:v>-81034.36281015797</c:v>
                </c:pt>
                <c:pt idx="13">
                  <c:v>-66874.35403277684</c:v>
                </c:pt>
                <c:pt idx="14">
                  <c:v>-73809.03273421185</c:v>
                </c:pt>
                <c:pt idx="15">
                  <c:v>-53837.35535940477</c:v>
                </c:pt>
                <c:pt idx="16">
                  <c:v>-61927.512551532156</c:v>
                </c:pt>
                <c:pt idx="17">
                  <c:v>-65605.65117670457</c:v>
                </c:pt>
                <c:pt idx="18">
                  <c:v>-66023.54461227798</c:v>
                </c:pt>
                <c:pt idx="19">
                  <c:v>-54546.40987704447</c:v>
                </c:pt>
                <c:pt idx="20">
                  <c:v>-67475.02958934744</c:v>
                </c:pt>
                <c:pt idx="21">
                  <c:v>-68071.17717982814</c:v>
                </c:pt>
                <c:pt idx="22">
                  <c:v>-60457.79130883961</c:v>
                </c:pt>
                <c:pt idx="23">
                  <c:v>-32111.22618849517</c:v>
                </c:pt>
                <c:pt idx="24">
                  <c:v>-93117.92710430836</c:v>
                </c:pt>
                <c:pt idx="25">
                  <c:v>-80708.93720815532</c:v>
                </c:pt>
                <c:pt idx="26">
                  <c:v>-58934.90907180835</c:v>
                </c:pt>
                <c:pt idx="27">
                  <c:v>-92200.14469840431</c:v>
                </c:pt>
                <c:pt idx="28">
                  <c:v>-79585.0189230175</c:v>
                </c:pt>
                <c:pt idx="29">
                  <c:v>-52071.95997727962</c:v>
                </c:pt>
                <c:pt idx="30">
                  <c:v>-55223.05630063532</c:v>
                </c:pt>
                <c:pt idx="31">
                  <c:v>-73026.5650973994</c:v>
                </c:pt>
                <c:pt idx="32">
                  <c:v>-53016.52519525562</c:v>
                </c:pt>
                <c:pt idx="33">
                  <c:v>-52914.536106692125</c:v>
                </c:pt>
                <c:pt idx="34">
                  <c:v>-72801.65473723375</c:v>
                </c:pt>
                <c:pt idx="35">
                  <c:v>-57733.95486579394</c:v>
                </c:pt>
                <c:pt idx="36">
                  <c:v>-67162.550770953</c:v>
                </c:pt>
                <c:pt idx="37">
                  <c:v>-64377.97464675922</c:v>
                </c:pt>
                <c:pt idx="38">
                  <c:v>-61568.50397529339</c:v>
                </c:pt>
                <c:pt idx="39">
                  <c:v>-71705.39615058994</c:v>
                </c:pt>
                <c:pt idx="40">
                  <c:v>-93960.61102440348</c:v>
                </c:pt>
                <c:pt idx="41">
                  <c:v>-67837.07766745587</c:v>
                </c:pt>
                <c:pt idx="42">
                  <c:v>-68014.94017955649</c:v>
                </c:pt>
                <c:pt idx="43">
                  <c:v>-62375.107465159985</c:v>
                </c:pt>
                <c:pt idx="44">
                  <c:v>-59070.97238952496</c:v>
                </c:pt>
                <c:pt idx="45">
                  <c:v>-65149.48441149289</c:v>
                </c:pt>
                <c:pt idx="46">
                  <c:v>-84124.4750751137</c:v>
                </c:pt>
                <c:pt idx="47">
                  <c:v>-89751.84821825603</c:v>
                </c:pt>
                <c:pt idx="48">
                  <c:v>-109661.2795509176</c:v>
                </c:pt>
                <c:pt idx="49">
                  <c:v>-84935.81745630303</c:v>
                </c:pt>
                <c:pt idx="50">
                  <c:v>-83506.13488775524</c:v>
                </c:pt>
                <c:pt idx="51">
                  <c:v>-77007.47617450646</c:v>
                </c:pt>
                <c:pt idx="52">
                  <c:v>-91814.10254986967</c:v>
                </c:pt>
                <c:pt idx="53">
                  <c:v>-93545.60368526481</c:v>
                </c:pt>
                <c:pt idx="54">
                  <c:v>-76892.95941510098</c:v>
                </c:pt>
                <c:pt idx="55">
                  <c:v>-80166.82984263224</c:v>
                </c:pt>
                <c:pt idx="56">
                  <c:v>-83035.17396985057</c:v>
                </c:pt>
                <c:pt idx="57">
                  <c:v>-72905.97403002833</c:v>
                </c:pt>
                <c:pt idx="58">
                  <c:v>-73282.6899976381</c:v>
                </c:pt>
                <c:pt idx="59">
                  <c:v>-61690.321700334054</c:v>
                </c:pt>
                <c:pt idx="60">
                  <c:v>-66955.28192801695</c:v>
                </c:pt>
                <c:pt idx="61">
                  <c:v>-71345.70822372084</c:v>
                </c:pt>
                <c:pt idx="62">
                  <c:v>-119914.22198382762</c:v>
                </c:pt>
                <c:pt idx="63">
                  <c:v>-80667.36708701441</c:v>
                </c:pt>
                <c:pt idx="64">
                  <c:v>-58440.48921515456</c:v>
                </c:pt>
                <c:pt idx="65">
                  <c:v>-44769.06075753857</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670578.0300634338</c:v>
                </c:pt>
                <c:pt idx="1">
                  <c:v>1045236.554286431</c:v>
                </c:pt>
                <c:pt idx="2">
                  <c:v>1585841.983414419</c:v>
                </c:pt>
                <c:pt idx="3">
                  <c:v>1323179.0271886056</c:v>
                </c:pt>
                <c:pt idx="4">
                  <c:v>1010608.1007062285</c:v>
                </c:pt>
                <c:pt idx="5">
                  <c:v>848276.8422453452</c:v>
                </c:pt>
                <c:pt idx="6">
                  <c:v>651755.6746996319</c:v>
                </c:pt>
                <c:pt idx="7">
                  <c:v>277095.53154387977</c:v>
                </c:pt>
                <c:pt idx="8">
                  <c:v>23283.97625260343</c:v>
                </c:pt>
                <c:pt idx="9">
                  <c:v>14878.854199078032</c:v>
                </c:pt>
                <c:pt idx="10">
                  <c:v>202573.23100546782</c:v>
                </c:pt>
                <c:pt idx="11">
                  <c:v>320466.2914750194</c:v>
                </c:pt>
                <c:pt idx="12">
                  <c:v>1151028.2250955775</c:v>
                </c:pt>
                <c:pt idx="13">
                  <c:v>989307.8100824101</c:v>
                </c:pt>
                <c:pt idx="14">
                  <c:v>1279775.123006404</c:v>
                </c:pt>
                <c:pt idx="15">
                  <c:v>954104.436392016</c:v>
                </c:pt>
                <c:pt idx="16">
                  <c:v>1009722.0119644175</c:v>
                </c:pt>
                <c:pt idx="17">
                  <c:v>822907.2110363685</c:v>
                </c:pt>
                <c:pt idx="18">
                  <c:v>561078.2944212726</c:v>
                </c:pt>
                <c:pt idx="19">
                  <c:v>199809.96016467255</c:v>
                </c:pt>
                <c:pt idx="20">
                  <c:v>35933.681903758836</c:v>
                </c:pt>
                <c:pt idx="21">
                  <c:v>15121.05186572434</c:v>
                </c:pt>
                <c:pt idx="22">
                  <c:v>160299.46023500877</c:v>
                </c:pt>
                <c:pt idx="23">
                  <c:v>228279.79593426682</c:v>
                </c:pt>
                <c:pt idx="24">
                  <c:v>1345979.6175378493</c:v>
                </c:pt>
                <c:pt idx="25">
                  <c:v>1257742.4794303735</c:v>
                </c:pt>
                <c:pt idx="26">
                  <c:v>1027738.41290319</c:v>
                </c:pt>
                <c:pt idx="27">
                  <c:v>1640459.7378215105</c:v>
                </c:pt>
                <c:pt idx="28">
                  <c:v>1385824.7899550572</c:v>
                </c:pt>
                <c:pt idx="29">
                  <c:v>651748.9355818887</c:v>
                </c:pt>
                <c:pt idx="30">
                  <c:v>462839.58213494637</c:v>
                </c:pt>
                <c:pt idx="31">
                  <c:v>291768.3137352252</c:v>
                </c:pt>
                <c:pt idx="32">
                  <c:v>32110.912406535866</c:v>
                </c:pt>
                <c:pt idx="33">
                  <c:v>25464.56306434094</c:v>
                </c:pt>
                <c:pt idx="34">
                  <c:v>257919.88490926343</c:v>
                </c:pt>
                <c:pt idx="35">
                  <c:v>413811.3025573122</c:v>
                </c:pt>
                <c:pt idx="36">
                  <c:v>963508.9644443667</c:v>
                </c:pt>
                <c:pt idx="37">
                  <c:v>1011623.2621627613</c:v>
                </c:pt>
                <c:pt idx="38">
                  <c:v>1067058.7412207704</c:v>
                </c:pt>
                <c:pt idx="39">
                  <c:v>1264307.3062857273</c:v>
                </c:pt>
                <c:pt idx="40">
                  <c:v>1630222.204775865</c:v>
                </c:pt>
                <c:pt idx="41">
                  <c:v>872163.7593509165</c:v>
                </c:pt>
                <c:pt idx="42">
                  <c:v>529341.7522413227</c:v>
                </c:pt>
                <c:pt idx="43">
                  <c:v>219722.58978149257</c:v>
                </c:pt>
                <c:pt idx="44">
                  <c:v>34351.603156454396</c:v>
                </c:pt>
                <c:pt idx="45">
                  <c:v>30872.102752066145</c:v>
                </c:pt>
                <c:pt idx="46">
                  <c:v>298313.0660654808</c:v>
                </c:pt>
                <c:pt idx="47">
                  <c:v>650582.386130718</c:v>
                </c:pt>
                <c:pt idx="48">
                  <c:v>1565431.2664381121</c:v>
                </c:pt>
                <c:pt idx="49">
                  <c:v>1333958.111162046</c:v>
                </c:pt>
                <c:pt idx="50">
                  <c:v>1462135.0157357254</c:v>
                </c:pt>
                <c:pt idx="51">
                  <c:v>1361780.7431982285</c:v>
                </c:pt>
                <c:pt idx="52">
                  <c:v>1574319.9611854698</c:v>
                </c:pt>
                <c:pt idx="53">
                  <c:v>1201370.7070262614</c:v>
                </c:pt>
                <c:pt idx="54">
                  <c:v>616152.7207963675</c:v>
                </c:pt>
                <c:pt idx="55">
                  <c:v>275515.2327786858</c:v>
                </c:pt>
                <c:pt idx="56">
                  <c:v>53125.57975548765</c:v>
                </c:pt>
                <c:pt idx="57">
                  <c:v>40407.1762181788</c:v>
                </c:pt>
                <c:pt idx="58">
                  <c:v>248450.5657133386</c:v>
                </c:pt>
                <c:pt idx="59">
                  <c:v>475437.56878716167</c:v>
                </c:pt>
                <c:pt idx="60">
                  <c:v>1041217.339015981</c:v>
                </c:pt>
                <c:pt idx="61">
                  <c:v>1118934.3516437914</c:v>
                </c:pt>
                <c:pt idx="62">
                  <c:v>2118286.5553288963</c:v>
                </c:pt>
                <c:pt idx="63">
                  <c:v>1425274.8721358483</c:v>
                </c:pt>
                <c:pt idx="64">
                  <c:v>994868.590193034</c:v>
                </c:pt>
                <c:pt idx="65">
                  <c:v>566019.4785052792</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51741.71461558237</c:v>
                </c:pt>
                <c:pt idx="1">
                  <c:v>56880.97319241165</c:v>
                </c:pt>
                <c:pt idx="2">
                  <c:v>160056.2243302597</c:v>
                </c:pt>
                <c:pt idx="3">
                  <c:v>596196.0143164744</c:v>
                </c:pt>
                <c:pt idx="4">
                  <c:v>79415.52051644036</c:v>
                </c:pt>
                <c:pt idx="5">
                  <c:v>317984.7465713782</c:v>
                </c:pt>
                <c:pt idx="6">
                  <c:v>443834.4597304426</c:v>
                </c:pt>
                <c:pt idx="7">
                  <c:v>492346.22235160234</c:v>
                </c:pt>
                <c:pt idx="8">
                  <c:v>197951.8595306918</c:v>
                </c:pt>
                <c:pt idx="9">
                  <c:v>466966.64163621265</c:v>
                </c:pt>
                <c:pt idx="10">
                  <c:v>66478.29988708612</c:v>
                </c:pt>
                <c:pt idx="11">
                  <c:v>57007.660802024286</c:v>
                </c:pt>
                <c:pt idx="12">
                  <c:v>826329.0782522713</c:v>
                </c:pt>
                <c:pt idx="13">
                  <c:v>138648.9661279863</c:v>
                </c:pt>
                <c:pt idx="14">
                  <c:v>258054.9077678633</c:v>
                </c:pt>
                <c:pt idx="15">
                  <c:v>94239.95363806025</c:v>
                </c:pt>
                <c:pt idx="16">
                  <c:v>266866.799344095</c:v>
                </c:pt>
                <c:pt idx="17">
                  <c:v>67741.25884573426</c:v>
                </c:pt>
                <c:pt idx="18">
                  <c:v>81613.57310593323</c:v>
                </c:pt>
                <c:pt idx="19">
                  <c:v>329169.08422413055</c:v>
                </c:pt>
                <c:pt idx="20">
                  <c:v>489526.80066191324</c:v>
                </c:pt>
                <c:pt idx="21">
                  <c:v>551038.1754842858</c:v>
                </c:pt>
                <c:pt idx="22">
                  <c:v>581287.683173675</c:v>
                </c:pt>
                <c:pt idx="23">
                  <c:v>276929.3495917754</c:v>
                </c:pt>
                <c:pt idx="24">
                  <c:v>620513.5412970398</c:v>
                </c:pt>
                <c:pt idx="25">
                  <c:v>438008.9068034127</c:v>
                </c:pt>
                <c:pt idx="26">
                  <c:v>67556.44089970757</c:v>
                </c:pt>
                <c:pt idx="27">
                  <c:v>555900.9425959374</c:v>
                </c:pt>
                <c:pt idx="28">
                  <c:v>240955.72873024168</c:v>
                </c:pt>
                <c:pt idx="29">
                  <c:v>335323.3259891188</c:v>
                </c:pt>
                <c:pt idx="30">
                  <c:v>406121.6062983683</c:v>
                </c:pt>
                <c:pt idx="31">
                  <c:v>801139.9212872313</c:v>
                </c:pt>
                <c:pt idx="32">
                  <c:v>108468.06648932205</c:v>
                </c:pt>
                <c:pt idx="33">
                  <c:v>283572.1399272134</c:v>
                </c:pt>
                <c:pt idx="34">
                  <c:v>813851.6913906176</c:v>
                </c:pt>
                <c:pt idx="35">
                  <c:v>169750.86096815686</c:v>
                </c:pt>
                <c:pt idx="36">
                  <c:v>68493.96100586723</c:v>
                </c:pt>
                <c:pt idx="37">
                  <c:v>473758.65932663414</c:v>
                </c:pt>
                <c:pt idx="38">
                  <c:v>117579.89650707971</c:v>
                </c:pt>
                <c:pt idx="39">
                  <c:v>215094.49600516082</c:v>
                </c:pt>
                <c:pt idx="40">
                  <c:v>446202.5232946968</c:v>
                </c:pt>
                <c:pt idx="41">
                  <c:v>578861.7701623195</c:v>
                </c:pt>
                <c:pt idx="42">
                  <c:v>272567.7755915736</c:v>
                </c:pt>
                <c:pt idx="43">
                  <c:v>388377.04021391895</c:v>
                </c:pt>
                <c:pt idx="44">
                  <c:v>856509.931944466</c:v>
                </c:pt>
                <c:pt idx="45">
                  <c:v>407433.66483657534</c:v>
                </c:pt>
                <c:pt idx="46">
                  <c:v>330092.8008150857</c:v>
                </c:pt>
                <c:pt idx="47">
                  <c:v>810476.5481776942</c:v>
                </c:pt>
                <c:pt idx="48">
                  <c:v>248108.79151672355</c:v>
                </c:pt>
                <c:pt idx="49">
                  <c:v>719787.4009004631</c:v>
                </c:pt>
                <c:pt idx="50">
                  <c:v>976007.4631920136</c:v>
                </c:pt>
                <c:pt idx="51">
                  <c:v>211787.59190346976</c:v>
                </c:pt>
                <c:pt idx="52">
                  <c:v>707782.184671516</c:v>
                </c:pt>
                <c:pt idx="53">
                  <c:v>811324.5948037661</c:v>
                </c:pt>
                <c:pt idx="54">
                  <c:v>640854.7776436083</c:v>
                </c:pt>
                <c:pt idx="55">
                  <c:v>1436079.4814943105</c:v>
                </c:pt>
                <c:pt idx="56">
                  <c:v>661276.28300265</c:v>
                </c:pt>
                <c:pt idx="57">
                  <c:v>946335.5522921457</c:v>
                </c:pt>
                <c:pt idx="58">
                  <c:v>262738.7767869038</c:v>
                </c:pt>
                <c:pt idx="59">
                  <c:v>92397.83680134077</c:v>
                </c:pt>
                <c:pt idx="60">
                  <c:v>335652.77191501897</c:v>
                </c:pt>
                <c:pt idx="61">
                  <c:v>290082.697952251</c:v>
                </c:pt>
                <c:pt idx="62">
                  <c:v>348770.4397488069</c:v>
                </c:pt>
                <c:pt idx="63">
                  <c:v>125773.1520881181</c:v>
                </c:pt>
                <c:pt idx="64">
                  <c:v>360147.11024988303</c:v>
                </c:pt>
                <c:pt idx="65">
                  <c:v>358479.210173315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Seasonality</c:v>
                </c:pt>
                <c:pt idx="1">
                  <c:v>Distribution</c:v>
                </c:pt>
                <c:pt idx="2">
                  <c:v>ABA</c:v>
                </c:pt>
                <c:pt idx="3">
                  <c:v>Digital_Perform...</c:v>
                </c:pt>
                <c:pt idx="4">
                  <c:v>Digital_DA</c:v>
                </c:pt>
                <c:pt idx="5">
                  <c:v>OOH</c:v>
                </c:pt>
                <c:pt idx="6">
                  <c:v>Base</c:v>
                </c:pt>
                <c:pt idx="7">
                  <c:v>TV</c:v>
                </c:pt>
                <c:pt idx="8">
                  <c:v>Digital_Video</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23.71184887468453</c:v>
                </c:pt>
                <c:pt idx="2">
                  <c:v>39.159977376946834</c:v>
                </c:pt>
                <c:pt idx="3">
                  <c:v>54.49661914015731</c:v>
                </c:pt>
                <c:pt idx="4">
                  <c:v>63.89793389310519</c:v>
                </c:pt>
                <c:pt idx="5">
                  <c:v>72.13827857197509</c:v>
                </c:pt>
                <c:pt idx="6">
                  <c:v>79.97011357510588</c:v>
                </c:pt>
                <c:pt idx="7">
                  <c:v>86.23061293488068</c:v>
                </c:pt>
                <c:pt idx="8">
                  <c:v>92.1675678246532</c:v>
                </c:pt>
                <c:pt idx="9">
                  <c:v>95.76620216331793</c:v>
                </c:pt>
                <c:pt idx="10">
                  <c:v>98.07112546127584</c:v>
                </c:pt>
                <c:pt idx="11">
                  <c:v>99.88157988111973</c:v>
                </c:pt>
                <c:pt idx="12">
                  <c:v>101.26433492468375</c:v>
                </c:pt>
                <c:pt idx="13">
                  <c:v>101.4430003088374</c:v>
                </c:pt>
                <c:pt idx="14">
                  <c:v>100.0</c:v>
                </c:pt>
              </c:numCache>
            </c:numRef>
          </c:val>
        </c:ser>
        <c:ser>
          <c:idx val="1"/>
          <c:order val="1"/>
          <c:tx>
            <c:strRef>
              <c:f>Sheet1!$C$1</c:f>
              <c:strCache>
                <c:ptCount val="1"/>
                <c:pt idx="0">
                  <c:v>value</c:v>
                </c:pt>
              </c:strCache>
            </c:strRef>
          </c:tx>
          <c:dPt>
            <c:idx val="0"/>
            <c:spPr>
              <a:solidFill>
                <a:srgbClr val="BCB6FF"/>
              </a:solidFill>
            </c:spPr>
          </c:dPt>
          <c:dPt>
            <c:idx val="1"/>
            <c:spPr>
              <a:solidFill>
                <a:srgbClr val="6B004F"/>
              </a:solidFill>
            </c:spPr>
          </c:dPt>
          <c:dPt>
            <c:idx val="2"/>
            <c:spPr>
              <a:solidFill>
                <a:srgbClr val="D60000"/>
              </a:solidFill>
            </c:spPr>
          </c:dPt>
          <c:dPt>
            <c:idx val="3"/>
            <c:spPr>
              <a:solidFill>
                <a:srgbClr val="00ACC6"/>
              </a:solidFill>
            </c:spPr>
          </c:dPt>
          <c:dPt>
            <c:idx val="4"/>
            <c:spPr>
              <a:solidFill>
                <a:srgbClr val="018700"/>
              </a:solidFill>
            </c:spPr>
          </c:dPt>
          <c:dPt>
            <c:idx val="5"/>
            <c:spPr>
              <a:solidFill>
                <a:srgbClr val="573B00"/>
              </a:solidFill>
            </c:spPr>
          </c:dPt>
          <c:dPt>
            <c:idx val="6"/>
            <c:spPr>
              <a:solidFill>
                <a:srgbClr val="8C3BFF"/>
              </a:solidFill>
            </c:spPr>
          </c:dPt>
          <c:dPt>
            <c:idx val="7"/>
            <c:spPr>
              <a:solidFill>
                <a:srgbClr val="95B577"/>
              </a:solidFill>
            </c:spPr>
          </c:dPt>
          <c:dPt>
            <c:idx val="8"/>
            <c:spPr>
              <a:solidFill>
                <a:srgbClr val="FF7ED1"/>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23.71%</a:t>
                    </a:r>
                  </a:p>
                </c:rich>
              </c:tx>
              <c:dLblPos val="inEnd"/>
              <c:showLegendKey val="0"/>
              <c:showVal val="1"/>
              <c:showCatName val="0"/>
              <c:showSerName val="0"/>
              <c:showPercent val="0"/>
              <c:showBubbleSize val="0"/>
            </c:dLbl>
            <c:dLbl>
              <c:idx val="1"/>
              <c:tx>
                <c:rich>
                  <a:bodyPr/>
                  <a:lstStyle/>
                  <a:p>
                    <a:r>
                      <a:t>15.45%</a:t>
                    </a:r>
                  </a:p>
                </c:rich>
              </c:tx>
              <c:dLblPos val="inEnd"/>
              <c:showLegendKey val="0"/>
              <c:showVal val="1"/>
              <c:showCatName val="0"/>
              <c:showSerName val="0"/>
              <c:showPercent val="0"/>
              <c:showBubbleSize val="0"/>
            </c:dLbl>
            <c:dLbl>
              <c:idx val="2"/>
              <c:tx>
                <c:rich>
                  <a:bodyPr/>
                  <a:lstStyle/>
                  <a:p>
                    <a:r>
                      <a:t>15.34%</a:t>
                    </a:r>
                  </a:p>
                </c:rich>
              </c:tx>
              <c:dLblPos val="inEnd"/>
              <c:showLegendKey val="0"/>
              <c:showVal val="1"/>
              <c:showCatName val="0"/>
              <c:showSerName val="0"/>
              <c:showPercent val="0"/>
              <c:showBubbleSize val="0"/>
            </c:dLbl>
            <c:dLbl>
              <c:idx val="3"/>
              <c:tx>
                <c:rich>
                  <a:bodyPr/>
                  <a:lstStyle/>
                  <a:p>
                    <a:r>
                      <a:t>9.4%</a:t>
                    </a:r>
                  </a:p>
                </c:rich>
              </c:tx>
              <c:dLblPos val="inEnd"/>
              <c:showLegendKey val="0"/>
              <c:showVal val="1"/>
              <c:showCatName val="0"/>
              <c:showSerName val="0"/>
              <c:showPercent val="0"/>
              <c:showBubbleSize val="0"/>
            </c:dLbl>
            <c:dLbl>
              <c:idx val="4"/>
              <c:tx>
                <c:rich>
                  <a:bodyPr/>
                  <a:lstStyle/>
                  <a:p>
                    <a:r>
                      <a:t>8.24%</a:t>
                    </a:r>
                  </a:p>
                </c:rich>
              </c:tx>
              <c:dLblPos val="inEnd"/>
              <c:showLegendKey val="0"/>
              <c:showVal val="1"/>
              <c:showCatName val="0"/>
              <c:showSerName val="0"/>
              <c:showPercent val="0"/>
              <c:showBubbleSize val="0"/>
            </c:dLbl>
            <c:dLbl>
              <c:idx val="5"/>
              <c:tx>
                <c:rich>
                  <a:bodyPr/>
                  <a:lstStyle/>
                  <a:p>
                    <a:r>
                      <a:t>7.83%</a:t>
                    </a:r>
                  </a:p>
                </c:rich>
              </c:tx>
              <c:dLblPos val="inEnd"/>
              <c:showLegendKey val="0"/>
              <c:showVal val="1"/>
              <c:showCatName val="0"/>
              <c:showSerName val="0"/>
              <c:showPercent val="0"/>
              <c:showBubbleSize val="0"/>
            </c:dLbl>
            <c:dLbl>
              <c:idx val="6"/>
              <c:tx>
                <c:rich>
                  <a:bodyPr/>
                  <a:lstStyle/>
                  <a:p>
                    <a:r>
                      <a:t>6.26%</a:t>
                    </a:r>
                  </a:p>
                </c:rich>
              </c:tx>
              <c:dLblPos val="inEnd"/>
              <c:showLegendKey val="0"/>
              <c:showVal val="1"/>
              <c:showCatName val="0"/>
              <c:showSerName val="0"/>
              <c:showPercent val="0"/>
              <c:showBubbleSize val="0"/>
            </c:dLbl>
            <c:dLbl>
              <c:idx val="7"/>
              <c:tx>
                <c:rich>
                  <a:bodyPr/>
                  <a:lstStyle/>
                  <a:p>
                    <a:r>
                      <a:t>5.94%</a:t>
                    </a:r>
                  </a:p>
                </c:rich>
              </c:tx>
              <c:dLblPos val="inEnd"/>
              <c:showLegendKey val="0"/>
              <c:showVal val="1"/>
              <c:showCatName val="0"/>
              <c:showSerName val="0"/>
              <c:showPercent val="0"/>
              <c:showBubbleSize val="0"/>
            </c:dLbl>
            <c:dLbl>
              <c:idx val="8"/>
              <c:tx>
                <c:rich>
                  <a:bodyPr/>
                  <a:lstStyle/>
                  <a:p>
                    <a:r>
                      <a:t>3.6%</a:t>
                    </a:r>
                  </a:p>
                </c:rich>
              </c:tx>
              <c:dLblPos val="inEnd"/>
              <c:showLegendKey val="0"/>
              <c:showVal val="1"/>
              <c:showCatName val="0"/>
              <c:showSerName val="0"/>
              <c:showPercent val="0"/>
              <c:showBubbleSize val="0"/>
            </c:dLbl>
            <c:dLbl>
              <c:idx val="9"/>
              <c:tx>
                <c:rich>
                  <a:bodyPr/>
                  <a:lstStyle/>
                  <a:p>
                    <a:r>
                      <a:t>2.3%</a:t>
                    </a:r>
                  </a:p>
                </c:rich>
              </c:tx>
              <c:dLblPos val="inEnd"/>
              <c:showLegendKey val="0"/>
              <c:showVal val="1"/>
              <c:showCatName val="0"/>
              <c:showSerName val="0"/>
              <c:showPercent val="0"/>
              <c:showBubbleSize val="0"/>
            </c:dLbl>
            <c:dLbl>
              <c:idx val="10"/>
              <c:tx>
                <c:rich>
                  <a:bodyPr/>
                  <a:lstStyle/>
                  <a:p>
                    <a:r>
                      <a:t>1.81%</a:t>
                    </a:r>
                  </a:p>
                </c:rich>
              </c:tx>
              <c:dLblPos val="inEnd"/>
              <c:showLegendKey val="0"/>
              <c:showVal val="1"/>
              <c:showCatName val="0"/>
              <c:showSerName val="0"/>
              <c:showPercent val="0"/>
              <c:showBubbleSize val="0"/>
            </c:dLbl>
            <c:dLbl>
              <c:idx val="11"/>
              <c:tx>
                <c:rich>
                  <a:bodyPr/>
                  <a:lstStyle/>
                  <a:p>
                    <a:r>
                      <a:t>1.38%</a:t>
                    </a:r>
                  </a:p>
                </c:rich>
              </c:tx>
              <c:dLblPos val="inEnd"/>
              <c:showLegendKey val="0"/>
              <c:showVal val="1"/>
              <c:showCatName val="0"/>
              <c:showSerName val="0"/>
              <c:showPercent val="0"/>
              <c:showBubbleSize val="0"/>
            </c:dLbl>
            <c:dLbl>
              <c:idx val="12"/>
              <c:tx>
                <c:rich>
                  <a:bodyPr/>
                  <a:lstStyle/>
                  <a:p>
                    <a:r>
                      <a:t>1.08%</a:t>
                    </a:r>
                  </a:p>
                </c:rich>
              </c:tx>
              <c:dLblPos val="inEnd"/>
              <c:showLegendKey val="0"/>
              <c:showVal val="1"/>
              <c:showCatName val="0"/>
              <c:showSerName val="0"/>
              <c:showPercent val="0"/>
              <c:showBubbleSize val="0"/>
            </c:dLbl>
            <c:dLbl>
              <c:idx val="13"/>
              <c:tx>
                <c:rich>
                  <a:bodyPr/>
                  <a:lstStyle/>
                  <a:p>
                    <a:r>
                      <a:t>-0.91%</a:t>
                    </a:r>
                  </a:p>
                </c:rich>
              </c:tx>
              <c:dLblPos val="inEnd"/>
              <c:showLegendKey val="0"/>
              <c:showVal val="1"/>
              <c:showCatName val="0"/>
              <c:showSerName val="0"/>
              <c:showPercent val="0"/>
              <c:showBubbleSize val="0"/>
            </c:dLbl>
            <c:dLbl>
              <c:idx val="14"/>
              <c:tx>
                <c:rich>
                  <a:bodyPr/>
                  <a:lstStyle/>
                  <a:p>
                    <a:r>
                      <a:t>-1.44%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Seasonality</c:v>
                </c:pt>
                <c:pt idx="1">
                  <c:v>Distribution</c:v>
                </c:pt>
                <c:pt idx="2">
                  <c:v>ABA</c:v>
                </c:pt>
                <c:pt idx="3">
                  <c:v>Digital_Perform...</c:v>
                </c:pt>
                <c:pt idx="4">
                  <c:v>Digital_DA</c:v>
                </c:pt>
                <c:pt idx="5">
                  <c:v>OOH</c:v>
                </c:pt>
                <c:pt idx="6">
                  <c:v>Base</c:v>
                </c:pt>
                <c:pt idx="7">
                  <c:v>TV</c:v>
                </c:pt>
                <c:pt idx="8">
                  <c:v>Digital_Video</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23.711848874684534</c:v>
                </c:pt>
                <c:pt idx="1">
                  <c:v>15.448128502262296</c:v>
                </c:pt>
                <c:pt idx="2">
                  <c:v>15.336641763210467</c:v>
                </c:pt>
                <c:pt idx="3">
                  <c:v>9.40131475294788</c:v>
                </c:pt>
                <c:pt idx="4">
                  <c:v>8.2403446788699</c:v>
                </c:pt>
                <c:pt idx="5">
                  <c:v>7.831835003130802</c:v>
                </c:pt>
                <c:pt idx="6">
                  <c:v>6.260499359774798</c:v>
                </c:pt>
                <c:pt idx="7">
                  <c:v>5.936954889772522</c:v>
                </c:pt>
                <c:pt idx="8">
                  <c:v>3.598634338664709</c:v>
                </c:pt>
                <c:pt idx="9">
                  <c:v>2.304923297957919</c:v>
                </c:pt>
                <c:pt idx="10">
                  <c:v>1.8104544198438957</c:v>
                </c:pt>
                <c:pt idx="11">
                  <c:v>1.3827550435640306</c:v>
                </c:pt>
                <c:pt idx="12">
                  <c:v>1.0845686266919863</c:v>
                </c:pt>
                <c:pt idx="13">
                  <c:v>0.9059032425383577</c:v>
                </c:pt>
                <c:pt idx="14">
                  <c:v>1.4430003088373915</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3376400.0</c:v>
                </c:pt>
                <c:pt idx="1">
                  <c:v>4679600.0</c:v>
                </c:pt>
                <c:pt idx="2">
                  <c:v>6435700.0</c:v>
                </c:pt>
                <c:pt idx="3">
                  <c:v>5215500.0</c:v>
                </c:pt>
                <c:pt idx="4">
                  <c:v>4028000.0</c:v>
                </c:pt>
                <c:pt idx="5">
                  <c:v>4434900.0</c:v>
                </c:pt>
                <c:pt idx="6">
                  <c:v>5208900.0</c:v>
                </c:pt>
                <c:pt idx="7">
                  <c:v>4697000.0</c:v>
                </c:pt>
                <c:pt idx="8">
                  <c:v>2922400.0</c:v>
                </c:pt>
                <c:pt idx="9">
                  <c:v>3341700.0</c:v>
                </c:pt>
                <c:pt idx="10">
                  <c:v>4236500.0</c:v>
                </c:pt>
                <c:pt idx="11">
                  <c:v>2935400.0</c:v>
                </c:pt>
                <c:pt idx="12">
                  <c:v>5730300.0</c:v>
                </c:pt>
                <c:pt idx="13">
                  <c:v>4654100.0</c:v>
                </c:pt>
                <c:pt idx="14">
                  <c:v>5081700.0</c:v>
                </c:pt>
                <c:pt idx="15">
                  <c:v>3916200.0</c:v>
                </c:pt>
                <c:pt idx="16">
                  <c:v>4275300.0</c:v>
                </c:pt>
                <c:pt idx="17">
                  <c:v>4459100.0</c:v>
                </c:pt>
                <c:pt idx="18">
                  <c:v>4840800.0</c:v>
                </c:pt>
                <c:pt idx="19">
                  <c:v>3773400.0</c:v>
                </c:pt>
                <c:pt idx="20">
                  <c:v>4385100.0</c:v>
                </c:pt>
                <c:pt idx="21">
                  <c:v>4684100.0</c:v>
                </c:pt>
                <c:pt idx="22">
                  <c:v>4275700.0</c:v>
                </c:pt>
                <c:pt idx="23">
                  <c:v>2258900.0</c:v>
                </c:pt>
                <c:pt idx="24">
                  <c:v>6439700.0</c:v>
                </c:pt>
                <c:pt idx="25">
                  <c:v>5552300.0</c:v>
                </c:pt>
                <c:pt idx="26">
                  <c:v>4124300.0</c:v>
                </c:pt>
                <c:pt idx="27">
                  <c:v>7020800.0</c:v>
                </c:pt>
                <c:pt idx="28">
                  <c:v>5559400.0</c:v>
                </c:pt>
                <c:pt idx="29">
                  <c:v>3487700.0</c:v>
                </c:pt>
                <c:pt idx="30">
                  <c:v>4017800.0</c:v>
                </c:pt>
                <c:pt idx="31">
                  <c:v>5158100.0</c:v>
                </c:pt>
                <c:pt idx="32">
                  <c:v>3621000.0</c:v>
                </c:pt>
                <c:pt idx="33">
                  <c:v>3759200.0</c:v>
                </c:pt>
                <c:pt idx="34">
                  <c:v>5089300.0</c:v>
                </c:pt>
                <c:pt idx="35">
                  <c:v>3771400.0</c:v>
                </c:pt>
                <c:pt idx="36">
                  <c:v>4711900.0</c:v>
                </c:pt>
                <c:pt idx="37">
                  <c:v>4545800.0</c:v>
                </c:pt>
                <c:pt idx="38">
                  <c:v>4452100.0</c:v>
                </c:pt>
                <c:pt idx="39">
                  <c:v>4787100.0</c:v>
                </c:pt>
                <c:pt idx="40">
                  <c:v>6760300.0</c:v>
                </c:pt>
                <c:pt idx="41">
                  <c:v>4597500.0</c:v>
                </c:pt>
                <c:pt idx="42">
                  <c:v>5016100.0</c:v>
                </c:pt>
                <c:pt idx="43">
                  <c:v>4648500.0</c:v>
                </c:pt>
                <c:pt idx="44">
                  <c:v>3846500.0</c:v>
                </c:pt>
                <c:pt idx="45">
                  <c:v>4489800.0</c:v>
                </c:pt>
                <c:pt idx="46">
                  <c:v>5469700.0</c:v>
                </c:pt>
                <c:pt idx="47">
                  <c:v>6095200.0</c:v>
                </c:pt>
                <c:pt idx="48">
                  <c:v>7574400.0</c:v>
                </c:pt>
                <c:pt idx="49">
                  <c:v>6115000.0</c:v>
                </c:pt>
                <c:pt idx="50">
                  <c:v>6060500.0</c:v>
                </c:pt>
                <c:pt idx="51">
                  <c:v>5440500.0</c:v>
                </c:pt>
                <c:pt idx="52">
                  <c:v>6536400.0</c:v>
                </c:pt>
                <c:pt idx="53">
                  <c:v>6475000.0</c:v>
                </c:pt>
                <c:pt idx="54">
                  <c:v>5228300.0</c:v>
                </c:pt>
                <c:pt idx="55">
                  <c:v>5468200.0</c:v>
                </c:pt>
                <c:pt idx="56">
                  <c:v>5663300.0</c:v>
                </c:pt>
                <c:pt idx="57">
                  <c:v>4839100.0</c:v>
                </c:pt>
                <c:pt idx="58">
                  <c:v>5030800.0</c:v>
                </c:pt>
                <c:pt idx="59">
                  <c:v>3523300.0</c:v>
                </c:pt>
                <c:pt idx="60">
                  <c:v>897800.0</c:v>
                </c:pt>
                <c:pt idx="61">
                  <c:v>4799200.0</c:v>
                </c:pt>
                <c:pt idx="62">
                  <c:v>4882700.0</c:v>
                </c:pt>
                <c:pt idx="63">
                  <c:v>8900600.0</c:v>
                </c:pt>
                <c:pt idx="64">
                  <c:v>5752900.0</c:v>
                </c:pt>
                <c:pt idx="65">
                  <c:v>4174100.0</c:v>
                </c:pt>
                <c:pt idx="66">
                  <c:v>2989100.0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3393372.7654556446</c:v>
                </c:pt>
                <c:pt idx="1">
                  <c:v>4804773.033940043</c:v>
                </c:pt>
                <c:pt idx="2">
                  <c:v>6372328.026249423</c:v>
                </c:pt>
                <c:pt idx="3">
                  <c:v>5242208.8724034345</c:v>
                </c:pt>
                <c:pt idx="4">
                  <c:v>4088421.536891827</c:v>
                </c:pt>
                <c:pt idx="5">
                  <c:v>4612455.467179548</c:v>
                </c:pt>
                <c:pt idx="6">
                  <c:v>5153911.77898185</c:v>
                </c:pt>
                <c:pt idx="7">
                  <c:v>5027967.972106795</c:v>
                </c:pt>
                <c:pt idx="8">
                  <c:v>3045166.8155817427</c:v>
                </c:pt>
                <c:pt idx="9">
                  <c:v>3284748.284877326</c:v>
                </c:pt>
                <c:pt idx="10">
                  <c:v>4239951.711684575</c:v>
                </c:pt>
                <c:pt idx="11">
                  <c:v>2952382.6050463337</c:v>
                </c:pt>
                <c:pt idx="12">
                  <c:v>5524058.974511929</c:v>
                </c:pt>
                <c:pt idx="13">
                  <c:v>4581926.654114532</c:v>
                </c:pt>
                <c:pt idx="14">
                  <c:v>5130996.469371573</c:v>
                </c:pt>
                <c:pt idx="15">
                  <c:v>3817738.3521987926</c:v>
                </c:pt>
                <c:pt idx="16">
                  <c:v>4400339.45731801</c:v>
                </c:pt>
                <c:pt idx="17">
                  <c:v>4626109.00808255</c:v>
                </c:pt>
                <c:pt idx="18">
                  <c:v>4636877.703160635</c:v>
                </c:pt>
                <c:pt idx="19">
                  <c:v>3856093.463262437</c:v>
                </c:pt>
                <c:pt idx="20">
                  <c:v>4655399.625960599</c:v>
                </c:pt>
                <c:pt idx="21">
                  <c:v>4646557.334403091</c:v>
                </c:pt>
                <c:pt idx="22">
                  <c:v>4138824.096438429</c:v>
                </c:pt>
                <c:pt idx="23">
                  <c:v>2189141.0041061733</c:v>
                </c:pt>
                <c:pt idx="24">
                  <c:v>6322815.186222695</c:v>
                </c:pt>
                <c:pt idx="25">
                  <c:v>5512646.789113222</c:v>
                </c:pt>
                <c:pt idx="26">
                  <c:v>4112966.8115559933</c:v>
                </c:pt>
                <c:pt idx="27">
                  <c:v>6482214.22711087</c:v>
                </c:pt>
                <c:pt idx="28">
                  <c:v>5676210.212931894</c:v>
                </c:pt>
                <c:pt idx="29">
                  <c:v>3680058.540430182</c:v>
                </c:pt>
                <c:pt idx="30">
                  <c:v>3879750.36382254</c:v>
                </c:pt>
                <c:pt idx="31">
                  <c:v>5106059.268258344</c:v>
                </c:pt>
                <c:pt idx="32">
                  <c:v>3698696.2805321524</c:v>
                </c:pt>
                <c:pt idx="33">
                  <c:v>3663876.0425226525</c:v>
                </c:pt>
                <c:pt idx="34">
                  <c:v>4976879.314528451</c:v>
                </c:pt>
                <c:pt idx="35">
                  <c:v>3938120.25501618</c:v>
                </c:pt>
                <c:pt idx="36">
                  <c:v>4558772.49093689</c:v>
                </c:pt>
                <c:pt idx="37">
                  <c:v>4394020.34045859</c:v>
                </c:pt>
                <c:pt idx="38">
                  <c:v>4255968.497658242</c:v>
                </c:pt>
                <c:pt idx="39">
                  <c:v>5017993.9030808285</c:v>
                </c:pt>
                <c:pt idx="40">
                  <c:v>6715171.430705659</c:v>
                </c:pt>
                <c:pt idx="41">
                  <c:v>4827521.119890365</c:v>
                </c:pt>
                <c:pt idx="42">
                  <c:v>4827312.342640624</c:v>
                </c:pt>
                <c:pt idx="43">
                  <c:v>4386960.98372359</c:v>
                </c:pt>
                <c:pt idx="44">
                  <c:v>4098951.0780473575</c:v>
                </c:pt>
                <c:pt idx="45">
                  <c:v>4503095.511305622</c:v>
                </c:pt>
                <c:pt idx="46">
                  <c:v>5728684.125288593</c:v>
                </c:pt>
                <c:pt idx="47">
                  <c:v>6104210.650222212</c:v>
                </c:pt>
                <c:pt idx="48">
                  <c:v>7468533.445018001</c:v>
                </c:pt>
                <c:pt idx="49">
                  <c:v>5833947.187618505</c:v>
                </c:pt>
                <c:pt idx="50">
                  <c:v>5817838.775954355</c:v>
                </c:pt>
                <c:pt idx="51">
                  <c:v>5464750.981076261</c:v>
                </c:pt>
                <c:pt idx="52">
                  <c:v>6522828.826436868</c:v>
                </c:pt>
                <c:pt idx="53">
                  <c:v>6614573.939566106</c:v>
                </c:pt>
                <c:pt idx="54">
                  <c:v>5425481.125522024</c:v>
                </c:pt>
                <c:pt idx="55">
                  <c:v>5576217.41944276</c:v>
                </c:pt>
                <c:pt idx="56">
                  <c:v>5745732.094205599</c:v>
                </c:pt>
                <c:pt idx="57">
                  <c:v>4977603.850315742</c:v>
                </c:pt>
                <c:pt idx="58">
                  <c:v>4991524.03170368</c:v>
                </c:pt>
                <c:pt idx="59">
                  <c:v>3302245.923248481</c:v>
                </c:pt>
                <c:pt idx="60">
                  <c:v>892190.2595027705</c:v>
                </c:pt>
                <c:pt idx="61">
                  <c:v>4573684.264544426</c:v>
                </c:pt>
                <c:pt idx="62">
                  <c:v>4904039.678978311</c:v>
                </c:pt>
                <c:pt idx="63">
                  <c:v>8383913.540380231</c:v>
                </c:pt>
                <c:pt idx="64">
                  <c:v>5715983.251409581</c:v>
                </c:pt>
                <c:pt idx="65">
                  <c:v>4193460.1839879514</c:v>
                </c:pt>
                <c:pt idx="66">
                  <c:v>3204561.9489245275</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068072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702837034.0</c:v>
                </c:pt>
                <c:pt idx="1">
                  <c:v>1031836561.0</c:v>
                </c:pt>
                <c:pt idx="2">
                  <c:v>1530194204.0</c:v>
                </c:pt>
                <c:pt idx="3">
                  <c:v>1246620043.0</c:v>
                </c:pt>
                <c:pt idx="4">
                  <c:v>931687870.0</c:v>
                </c:pt>
                <c:pt idx="5">
                  <c:v>930082412.0</c:v>
                </c:pt>
                <c:pt idx="6">
                  <c:v>1024709753.0</c:v>
                </c:pt>
                <c:pt idx="7">
                  <c:v>811737114.0</c:v>
                </c:pt>
                <c:pt idx="8">
                  <c:v>464173142.0</c:v>
                </c:pt>
                <c:pt idx="9">
                  <c:v>526725820.0</c:v>
                </c:pt>
                <c:pt idx="10">
                  <c:v>732226983.0</c:v>
                </c:pt>
                <c:pt idx="11">
                  <c:v>561384770.0</c:v>
                </c:pt>
                <c:pt idx="12">
                  <c:v>1171010082.0</c:v>
                </c:pt>
                <c:pt idx="13">
                  <c:v>1060411804.0</c:v>
                </c:pt>
                <c:pt idx="14">
                  <c:v>1264792671.0</c:v>
                </c:pt>
                <c:pt idx="15">
                  <c:v>912199873.0</c:v>
                </c:pt>
                <c:pt idx="16">
                  <c:v>970752572.0</c:v>
                </c:pt>
                <c:pt idx="17">
                  <c:v>956635944.0</c:v>
                </c:pt>
                <c:pt idx="18">
                  <c:v>945411616.0</c:v>
                </c:pt>
                <c:pt idx="19">
                  <c:v>624632615.0</c:v>
                </c:pt>
                <c:pt idx="20">
                  <c:v>686967126.0</c:v>
                </c:pt>
                <c:pt idx="21">
                  <c:v>760789523.0</c:v>
                </c:pt>
                <c:pt idx="22">
                  <c:v>719219515.0</c:v>
                </c:pt>
                <c:pt idx="23">
                  <c:v>431689998.0</c:v>
                </c:pt>
                <c:pt idx="24">
                  <c:v>1282272457.0</c:v>
                </c:pt>
                <c:pt idx="25">
                  <c:v>1298019010.0</c:v>
                </c:pt>
                <c:pt idx="26">
                  <c:v>954260916.0</c:v>
                </c:pt>
                <c:pt idx="27">
                  <c:v>1717751201.0</c:v>
                </c:pt>
                <c:pt idx="28">
                  <c:v>1252055300.0</c:v>
                </c:pt>
                <c:pt idx="29">
                  <c:v>737900482.0</c:v>
                </c:pt>
                <c:pt idx="30">
                  <c:v>772743358.0</c:v>
                </c:pt>
                <c:pt idx="31">
                  <c:v>900540165.0</c:v>
                </c:pt>
                <c:pt idx="32">
                  <c:v>598710726.0</c:v>
                </c:pt>
                <c:pt idx="33">
                  <c:v>591957076.0</c:v>
                </c:pt>
                <c:pt idx="34">
                  <c:v>865863687.0</c:v>
                </c:pt>
                <c:pt idx="35">
                  <c:v>693889614.0</c:v>
                </c:pt>
                <c:pt idx="36">
                  <c:v>984273475.0</c:v>
                </c:pt>
                <c:pt idx="37">
                  <c:v>1060021064.0</c:v>
                </c:pt>
                <c:pt idx="38">
                  <c:v>1068752825.0</c:v>
                </c:pt>
                <c:pt idx="39">
                  <c:v>1156794381.0</c:v>
                </c:pt>
                <c:pt idx="40">
                  <c:v>1537240847.0</c:v>
                </c:pt>
                <c:pt idx="41">
                  <c:v>968841590.0</c:v>
                </c:pt>
                <c:pt idx="42">
                  <c:v>967586536.0</c:v>
                </c:pt>
                <c:pt idx="43">
                  <c:v>774962138.0</c:v>
                </c:pt>
                <c:pt idx="44">
                  <c:v>628845817.0</c:v>
                </c:pt>
                <c:pt idx="45">
                  <c:v>706197669.0</c:v>
                </c:pt>
                <c:pt idx="46">
                  <c:v>941437398.0</c:v>
                </c:pt>
                <c:pt idx="47">
                  <c:v>1134835779.0</c:v>
                </c:pt>
                <c:pt idx="48">
                  <c:v>1587544221.0</c:v>
                </c:pt>
                <c:pt idx="49">
                  <c:v>1413944153.0</c:v>
                </c:pt>
                <c:pt idx="50">
                  <c:v>1429846153.0</c:v>
                </c:pt>
                <c:pt idx="51">
                  <c:v>1299523094.0</c:v>
                </c:pt>
                <c:pt idx="52">
                  <c:v>1440902445.0</c:v>
                </c:pt>
                <c:pt idx="53">
                  <c:v>1385483284.0</c:v>
                </c:pt>
                <c:pt idx="54">
                  <c:v>986642474.0</c:v>
                </c:pt>
                <c:pt idx="55">
                  <c:v>913401644.0</c:v>
                </c:pt>
                <c:pt idx="56">
                  <c:v>898547945.0</c:v>
                </c:pt>
                <c:pt idx="57">
                  <c:v>783019980.0</c:v>
                </c:pt>
                <c:pt idx="58">
                  <c:v>833389265.0</c:v>
                </c:pt>
                <c:pt idx="59">
                  <c:v>669397927.0</c:v>
                </c:pt>
                <c:pt idx="60">
                  <c:v>196681046.0</c:v>
                </c:pt>
                <c:pt idx="61">
                  <c:v>1006283077.0</c:v>
                </c:pt>
                <c:pt idx="62">
                  <c:v>1128156142.0</c:v>
                </c:pt>
                <c:pt idx="63">
                  <c:v>2130131896.0</c:v>
                </c:pt>
                <c:pt idx="64">
                  <c:v>1356150523.0</c:v>
                </c:pt>
                <c:pt idx="65">
                  <c:v>921338539.0</c:v>
                </c:pt>
                <c:pt idx="66">
                  <c:v>622793967.0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705064163.6501493</c:v>
                </c:pt>
                <c:pt idx="1">
                  <c:v>1059366923.1864996</c:v>
                </c:pt>
                <c:pt idx="2">
                  <c:v>1513834906.1748042</c:v>
                </c:pt>
                <c:pt idx="3">
                  <c:v>1253326180.8892999</c:v>
                </c:pt>
                <c:pt idx="4">
                  <c:v>945471399.4125298</c:v>
                </c:pt>
                <c:pt idx="5">
                  <c:v>966828978.064276</c:v>
                </c:pt>
                <c:pt idx="6">
                  <c:v>1011715332.8833095</c:v>
                </c:pt>
                <c:pt idx="7">
                  <c:v>869865451.3414893</c:v>
                </c:pt>
                <c:pt idx="8">
                  <c:v>483595676.80725044</c:v>
                </c:pt>
                <c:pt idx="9">
                  <c:v>518935568.5866148</c:v>
                </c:pt>
                <c:pt idx="10">
                  <c:v>732167014.1459365</c:v>
                </c:pt>
                <c:pt idx="11">
                  <c:v>567150411.1289274</c:v>
                </c:pt>
                <c:pt idx="12">
                  <c:v>1128951261.9680495</c:v>
                </c:pt>
                <c:pt idx="13">
                  <c:v>1042946039.479049</c:v>
                </c:pt>
                <c:pt idx="14">
                  <c:v>1276339196.1643164</c:v>
                </c:pt>
                <c:pt idx="15">
                  <c:v>889066792.2881031</c:v>
                </c:pt>
                <c:pt idx="16">
                  <c:v>999126420.3001952</c:v>
                </c:pt>
                <c:pt idx="17">
                  <c:v>990980321.9493417</c:v>
                </c:pt>
                <c:pt idx="18">
                  <c:v>906749728.717291</c:v>
                </c:pt>
                <c:pt idx="19">
                  <c:v>637626872.7348437</c:v>
                </c:pt>
                <c:pt idx="20">
                  <c:v>728887127.4273629</c:v>
                </c:pt>
                <c:pt idx="21">
                  <c:v>755919565.4295741</c:v>
                </c:pt>
                <c:pt idx="22">
                  <c:v>696114948.6384163</c:v>
                </c:pt>
                <c:pt idx="23">
                  <c:v>418200788.97524613</c:v>
                </c:pt>
                <c:pt idx="24">
                  <c:v>1256675352.3236895</c:v>
                </c:pt>
                <c:pt idx="25">
                  <c:v>1293432342.2035751</c:v>
                </c:pt>
                <c:pt idx="26">
                  <c:v>951422962.0965474</c:v>
                </c:pt>
                <c:pt idx="27">
                  <c:v>1587922502.174076</c:v>
                </c:pt>
                <c:pt idx="28">
                  <c:v>1278160842.7963953</c:v>
                </c:pt>
                <c:pt idx="29">
                  <c:v>778458082.8149172</c:v>
                </c:pt>
                <c:pt idx="30">
                  <c:v>747976775.1041924</c:v>
                </c:pt>
                <c:pt idx="31">
                  <c:v>892313998.5734065</c:v>
                </c:pt>
                <c:pt idx="32">
                  <c:v>612336781.8416984</c:v>
                </c:pt>
                <c:pt idx="33">
                  <c:v>580168820.2475111</c:v>
                </c:pt>
                <c:pt idx="34">
                  <c:v>846923598.816243</c:v>
                </c:pt>
                <c:pt idx="35">
                  <c:v>725214695.0683761</c:v>
                </c:pt>
                <c:pt idx="36">
                  <c:v>954821591.332057</c:v>
                </c:pt>
                <c:pt idx="37">
                  <c:v>1023842033.8826473</c:v>
                </c:pt>
                <c:pt idx="38">
                  <c:v>1021010681.0464146</c:v>
                </c:pt>
                <c:pt idx="39">
                  <c:v>1212436175.4021025</c:v>
                </c:pt>
                <c:pt idx="40">
                  <c:v>1526455526.6976757</c:v>
                </c:pt>
                <c:pt idx="41">
                  <c:v>1017066298.6589452</c:v>
                </c:pt>
                <c:pt idx="42">
                  <c:v>932866681.2204571</c:v>
                </c:pt>
                <c:pt idx="43">
                  <c:v>731361962.6904278</c:v>
                </c:pt>
                <c:pt idx="44">
                  <c:v>670179615.4223707</c:v>
                </c:pt>
                <c:pt idx="45">
                  <c:v>709020662.2066026</c:v>
                </c:pt>
                <c:pt idx="46">
                  <c:v>986300536.0370073</c:v>
                </c:pt>
                <c:pt idx="47">
                  <c:v>1134227412.4692008</c:v>
                </c:pt>
                <c:pt idx="48">
                  <c:v>1559864663.617879</c:v>
                </c:pt>
                <c:pt idx="49">
                  <c:v>1347928481.3626978</c:v>
                </c:pt>
                <c:pt idx="50">
                  <c:v>1373426093.573412</c:v>
                </c:pt>
                <c:pt idx="51">
                  <c:v>1304811426.5695772</c:v>
                </c:pt>
                <c:pt idx="52">
                  <c:v>1436787015.4239094</c:v>
                </c:pt>
                <c:pt idx="53">
                  <c:v>1415284266.035165</c:v>
                </c:pt>
                <c:pt idx="54">
                  <c:v>1022979357.5198668</c:v>
                </c:pt>
                <c:pt idx="55">
                  <c:v>930812423.3786826</c:v>
                </c:pt>
                <c:pt idx="56">
                  <c:v>911373611.4679999</c:v>
                </c:pt>
                <c:pt idx="57">
                  <c:v>806002574.316866</c:v>
                </c:pt>
                <c:pt idx="58">
                  <c:v>826808918.8377887</c:v>
                </c:pt>
                <c:pt idx="59">
                  <c:v>627396091.1625559</c:v>
                </c:pt>
                <c:pt idx="60">
                  <c:v>195452120.14927194</c:v>
                </c:pt>
                <c:pt idx="61">
                  <c:v>958598574.0795634</c:v>
                </c:pt>
                <c:pt idx="62">
                  <c:v>1133503497.820061</c:v>
                </c:pt>
                <c:pt idx="63">
                  <c:v>2004694280.2439487</c:v>
                </c:pt>
                <c:pt idx="64">
                  <c:v>1347575422.374662</c:v>
                </c:pt>
                <c:pt idx="65">
                  <c:v>923580948.4379759</c:v>
                </c:pt>
                <c:pt idx="66">
                  <c:v>667348693.4674625</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55615827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Brand_1_Master_B Form_A: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911809.1483620929</c:v>
                </c:pt>
                <c:pt idx="1">
                  <c:v>1437466.831161963</c:v>
                </c:pt>
                <c:pt idx="2">
                  <c:v>1956401.862995809</c:v>
                </c:pt>
                <c:pt idx="3">
                  <c:v>1406902.8304680951</c:v>
                </c:pt>
                <c:pt idx="4">
                  <c:v>1283665.2148189675</c:v>
                </c:pt>
                <c:pt idx="5">
                  <c:v>1205802.8199775026</c:v>
                </c:pt>
                <c:pt idx="6">
                  <c:v>1188464.2807493082</c:v>
                </c:pt>
                <c:pt idx="7">
                  <c:v>1655655.117686708</c:v>
                </c:pt>
                <c:pt idx="8">
                  <c:v>1046535.6425041417</c:v>
                </c:pt>
                <c:pt idx="9">
                  <c:v>679475.191637914</c:v>
                </c:pt>
                <c:pt idx="10">
                  <c:v>943879.6015932102</c:v>
                </c:pt>
                <c:pt idx="11">
                  <c:v>809256.8679590696</c:v>
                </c:pt>
                <c:pt idx="12">
                  <c:v>1287080.6748833763</c:v>
                </c:pt>
                <c:pt idx="13">
                  <c:v>1715109.286697902</c:v>
                </c:pt>
                <c:pt idx="14">
                  <c:v>1538182.884658293</c:v>
                </c:pt>
                <c:pt idx="15">
                  <c:v>954110.7936453847</c:v>
                </c:pt>
                <c:pt idx="16">
                  <c:v>1009168.2688134508</c:v>
                </c:pt>
                <c:pt idx="17">
                  <c:v>1405530.8450613944</c:v>
                </c:pt>
                <c:pt idx="18">
                  <c:v>1584334.334217821</c:v>
                </c:pt>
                <c:pt idx="19">
                  <c:v>1670270.56000061</c:v>
                </c:pt>
                <c:pt idx="20">
                  <c:v>1073235.4756822109</c:v>
                </c:pt>
                <c:pt idx="21">
                  <c:v>1097916.7403909487</c:v>
                </c:pt>
                <c:pt idx="22">
                  <c:v>817426.0740983695</c:v>
                </c:pt>
                <c:pt idx="23">
                  <c:v>484308.73658576945</c:v>
                </c:pt>
                <c:pt idx="24">
                  <c:v>1435691.4921880644</c:v>
                </c:pt>
                <c:pt idx="25">
                  <c:v>1662085.150951233</c:v>
                </c:pt>
                <c:pt idx="26">
                  <c:v>1577091.1314002303</c:v>
                </c:pt>
                <c:pt idx="27">
                  <c:v>1319491.540352788</c:v>
                </c:pt>
                <c:pt idx="28">
                  <c:v>844193.0389558258</c:v>
                </c:pt>
                <c:pt idx="29">
                  <c:v>772706.4039422112</c:v>
                </c:pt>
                <c:pt idx="30">
                  <c:v>642696.3858749287</c:v>
                </c:pt>
                <c:pt idx="31">
                  <c:v>822914.0257897998</c:v>
                </c:pt>
                <c:pt idx="32">
                  <c:v>653117.8030273606</c:v>
                </c:pt>
                <c:pt idx="33">
                  <c:v>514862.5485231846</c:v>
                </c:pt>
                <c:pt idx="34">
                  <c:v>1109932.3736812365</c:v>
                </c:pt>
                <c:pt idx="35">
                  <c:v>1246735.0417379541</c:v>
                </c:pt>
                <c:pt idx="36">
                  <c:v>1166919.6366662146</c:v>
                </c:pt>
                <c:pt idx="37">
                  <c:v>884017.7446091296</c:v>
                </c:pt>
                <c:pt idx="38">
                  <c:v>1118526.0504675955</c:v>
                </c:pt>
                <c:pt idx="39">
                  <c:v>1187702.0880831457</c:v>
                </c:pt>
                <c:pt idx="40">
                  <c:v>1318106.3009665327</c:v>
                </c:pt>
                <c:pt idx="41">
                  <c:v>887292.096609916</c:v>
                </c:pt>
                <c:pt idx="42">
                  <c:v>966914.2106411674</c:v>
                </c:pt>
                <c:pt idx="43">
                  <c:v>675079.7423046706</c:v>
                </c:pt>
                <c:pt idx="44">
                  <c:v>589088.5679052236</c:v>
                </c:pt>
                <c:pt idx="45">
                  <c:v>1092393.062904463</c:v>
                </c:pt>
                <c:pt idx="46">
                  <c:v>1014588.5541735468</c:v>
                </c:pt>
                <c:pt idx="47">
                  <c:v>1359856.5785303996</c:v>
                </c:pt>
                <c:pt idx="48">
                  <c:v>1948991.5455678427</c:v>
                </c:pt>
                <c:pt idx="49">
                  <c:v>835596.9583955295</c:v>
                </c:pt>
                <c:pt idx="50">
                  <c:v>950325.7212447867</c:v>
                </c:pt>
                <c:pt idx="51">
                  <c:v>1199392.3800197667</c:v>
                </c:pt>
                <c:pt idx="52">
                  <c:v>1058189.414562893</c:v>
                </c:pt>
                <c:pt idx="53">
                  <c:v>994239.4452719976</c:v>
                </c:pt>
                <c:pt idx="54">
                  <c:v>1265563.2689280845</c:v>
                </c:pt>
                <c:pt idx="55">
                  <c:v>1051307.1431970713</c:v>
                </c:pt>
                <c:pt idx="56">
                  <c:v>1326041.6051786717</c:v>
                </c:pt>
                <c:pt idx="57">
                  <c:v>781230.1171066153</c:v>
                </c:pt>
                <c:pt idx="58">
                  <c:v>780130.4045152321</c:v>
                </c:pt>
                <c:pt idx="59">
                  <c:v>632950.5895141627</c:v>
                </c:pt>
                <c:pt idx="60">
                  <c:v>644889.7375279765</c:v>
                </c:pt>
                <c:pt idx="61">
                  <c:v>1109932.3736812365</c:v>
                </c:pt>
                <c:pt idx="62">
                  <c:v>1339897.498443875</c:v>
                </c:pt>
                <c:pt idx="63">
                  <c:v>697339.9818320241</c:v>
                </c:pt>
                <c:pt idx="64">
                  <c:v>505282.67446372955</c:v>
                </c:pt>
                <c:pt idx="65">
                  <c:v>401345.99508527905</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347985.10381322046</c:v>
                </c:pt>
                <c:pt idx="1">
                  <c:v>347985.10381322046</c:v>
                </c:pt>
                <c:pt idx="2">
                  <c:v>434981.3797665256</c:v>
                </c:pt>
                <c:pt idx="3">
                  <c:v>347985.10381322046</c:v>
                </c:pt>
                <c:pt idx="4">
                  <c:v>347985.10381322046</c:v>
                </c:pt>
                <c:pt idx="5">
                  <c:v>434981.3797665256</c:v>
                </c:pt>
                <c:pt idx="6">
                  <c:v>347985.10381322046</c:v>
                </c:pt>
                <c:pt idx="7">
                  <c:v>434981.3797665256</c:v>
                </c:pt>
                <c:pt idx="8">
                  <c:v>347985.10381322046</c:v>
                </c:pt>
                <c:pt idx="9">
                  <c:v>347985.10381322046</c:v>
                </c:pt>
                <c:pt idx="10">
                  <c:v>434981.3797665256</c:v>
                </c:pt>
                <c:pt idx="11">
                  <c:v>347985.10381322046</c:v>
                </c:pt>
                <c:pt idx="12">
                  <c:v>347985.10381322046</c:v>
                </c:pt>
                <c:pt idx="13">
                  <c:v>347985.10381322046</c:v>
                </c:pt>
                <c:pt idx="14">
                  <c:v>434981.3797665256</c:v>
                </c:pt>
                <c:pt idx="15">
                  <c:v>347985.10381322046</c:v>
                </c:pt>
                <c:pt idx="16">
                  <c:v>434981.3797665256</c:v>
                </c:pt>
                <c:pt idx="17">
                  <c:v>347985.10381322046</c:v>
                </c:pt>
                <c:pt idx="18">
                  <c:v>347985.10381322046</c:v>
                </c:pt>
                <c:pt idx="19">
                  <c:v>434981.3797665256</c:v>
                </c:pt>
                <c:pt idx="20">
                  <c:v>347985.10381322046</c:v>
                </c:pt>
                <c:pt idx="21">
                  <c:v>347985.10381322046</c:v>
                </c:pt>
                <c:pt idx="22">
                  <c:v>434981.3797665256</c:v>
                </c:pt>
                <c:pt idx="23">
                  <c:v>347985.10381322046</c:v>
                </c:pt>
                <c:pt idx="24">
                  <c:v>434981.3797665256</c:v>
                </c:pt>
                <c:pt idx="25">
                  <c:v>347985.10381322046</c:v>
                </c:pt>
                <c:pt idx="26">
                  <c:v>347985.10381322046</c:v>
                </c:pt>
                <c:pt idx="27">
                  <c:v>347985.10381322046</c:v>
                </c:pt>
                <c:pt idx="28">
                  <c:v>434981.3797665256</c:v>
                </c:pt>
                <c:pt idx="29">
                  <c:v>347985.10381322046</c:v>
                </c:pt>
                <c:pt idx="30">
                  <c:v>347985.10381322046</c:v>
                </c:pt>
                <c:pt idx="31">
                  <c:v>434981.3797665256</c:v>
                </c:pt>
                <c:pt idx="32">
                  <c:v>347985.10381322046</c:v>
                </c:pt>
                <c:pt idx="33">
                  <c:v>434981.3797665256</c:v>
                </c:pt>
                <c:pt idx="34">
                  <c:v>347985.10381322046</c:v>
                </c:pt>
                <c:pt idx="35">
                  <c:v>347985.10381322046</c:v>
                </c:pt>
                <c:pt idx="36">
                  <c:v>434981.3797665256</c:v>
                </c:pt>
                <c:pt idx="37">
                  <c:v>347985.10381322046</c:v>
                </c:pt>
                <c:pt idx="38">
                  <c:v>347985.10381322046</c:v>
                </c:pt>
                <c:pt idx="39">
                  <c:v>347985.10381322046</c:v>
                </c:pt>
                <c:pt idx="40">
                  <c:v>434981.3797665256</c:v>
                </c:pt>
                <c:pt idx="41">
                  <c:v>347985.10381322046</c:v>
                </c:pt>
                <c:pt idx="42">
                  <c:v>434981.3797665256</c:v>
                </c:pt>
                <c:pt idx="43">
                  <c:v>347985.10381322046</c:v>
                </c:pt>
                <c:pt idx="44">
                  <c:v>347985.10381322046</c:v>
                </c:pt>
                <c:pt idx="45">
                  <c:v>434981.3797665256</c:v>
                </c:pt>
                <c:pt idx="46">
                  <c:v>347985.10381322046</c:v>
                </c:pt>
                <c:pt idx="47">
                  <c:v>347985.10381322046</c:v>
                </c:pt>
                <c:pt idx="48">
                  <c:v>434981.3797665256</c:v>
                </c:pt>
                <c:pt idx="49">
                  <c:v>347985.10381322046</c:v>
                </c:pt>
                <c:pt idx="50">
                  <c:v>347985.10381322046</c:v>
                </c:pt>
                <c:pt idx="51">
                  <c:v>434981.3797665256</c:v>
                </c:pt>
                <c:pt idx="52">
                  <c:v>347985.10381322046</c:v>
                </c:pt>
                <c:pt idx="53">
                  <c:v>347985.10381322046</c:v>
                </c:pt>
                <c:pt idx="54">
                  <c:v>434981.3797665256</c:v>
                </c:pt>
                <c:pt idx="55">
                  <c:v>347985.10381322046</c:v>
                </c:pt>
                <c:pt idx="56">
                  <c:v>434981.3797665256</c:v>
                </c:pt>
                <c:pt idx="57">
                  <c:v>347985.10381322046</c:v>
                </c:pt>
                <c:pt idx="58">
                  <c:v>347985.10381322046</c:v>
                </c:pt>
                <c:pt idx="59">
                  <c:v>434981.3797665256</c:v>
                </c:pt>
                <c:pt idx="60">
                  <c:v>347985.10381322046</c:v>
                </c:pt>
                <c:pt idx="61">
                  <c:v>347985.10381322046</c:v>
                </c:pt>
                <c:pt idx="62">
                  <c:v>434981.3797665256</c:v>
                </c:pt>
                <c:pt idx="63">
                  <c:v>347985.10381322046</c:v>
                </c:pt>
                <c:pt idx="64">
                  <c:v>347985.10381322046</c:v>
                </c:pt>
                <c:pt idx="65">
                  <c:v>347985.10381322046</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32173.872829897915</c:v>
                </c:pt>
                <c:pt idx="1">
                  <c:v>257567.32056061167</c:v>
                </c:pt>
                <c:pt idx="2">
                  <c:v>269722.6250180824</c:v>
                </c:pt>
                <c:pt idx="3">
                  <c:v>137034.07360101544</c:v>
                </c:pt>
                <c:pt idx="4">
                  <c:v>6091.7112069331815</c:v>
                </c:pt>
                <c:pt idx="5">
                  <c:v>101090.71727406849</c:v>
                </c:pt>
                <c:pt idx="6">
                  <c:v>11878.326567869784</c:v>
                </c:pt>
                <c:pt idx="7">
                  <c:v>255318.8781586332</c:v>
                </c:pt>
                <c:pt idx="8">
                  <c:v>201043.97844729346</c:v>
                </c:pt>
                <c:pt idx="9">
                  <c:v>350574.316371183</c:v>
                </c:pt>
                <c:pt idx="10">
                  <c:v>158379.34225059542</c:v>
                </c:pt>
                <c:pt idx="11">
                  <c:v>207159.38153184706</c:v>
                </c:pt>
                <c:pt idx="12">
                  <c:v>307676.6237583147</c:v>
                </c:pt>
                <c:pt idx="13">
                  <c:v>27268.01729252973</c:v>
                </c:pt>
                <c:pt idx="14">
                  <c:v>193280.7147397944</c:v>
                </c:pt>
                <c:pt idx="15">
                  <c:v>145003.05995874875</c:v>
                </c:pt>
                <c:pt idx="16">
                  <c:v>208825.21702695548</c:v>
                </c:pt>
                <c:pt idx="17">
                  <c:v>177647.82825281224</c:v>
                </c:pt>
                <c:pt idx="18">
                  <c:v>107915.37779412104</c:v>
                </c:pt>
                <c:pt idx="19">
                  <c:v>2600.2264255955647</c:v>
                </c:pt>
                <c:pt idx="20">
                  <c:v>473665.6730224268</c:v>
                </c:pt>
                <c:pt idx="21">
                  <c:v>8719.12429356864</c:v>
                </c:pt>
                <c:pt idx="22">
                  <c:v>5619.0429310039235</c:v>
                </c:pt>
                <c:pt idx="23">
                  <c:v>2524.8883146223584</c:v>
                </c:pt>
                <c:pt idx="24">
                  <c:v>683305.3931851962</c:v>
                </c:pt>
                <c:pt idx="25">
                  <c:v>417629.0909856921</c:v>
                </c:pt>
                <c:pt idx="26">
                  <c:v>14724.639990229063</c:v>
                </c:pt>
                <c:pt idx="27">
                  <c:v>597803.7945286438</c:v>
                </c:pt>
                <c:pt idx="28">
                  <c:v>193124.97908689093</c:v>
                </c:pt>
                <c:pt idx="29">
                  <c:v>212201.85402312007</c:v>
                </c:pt>
                <c:pt idx="30">
                  <c:v>214258.38430293286</c:v>
                </c:pt>
                <c:pt idx="31">
                  <c:v>596624.2184307411</c:v>
                </c:pt>
                <c:pt idx="32">
                  <c:v>337250.8584345165</c:v>
                </c:pt>
                <c:pt idx="33">
                  <c:v>4456.587870516651</c:v>
                </c:pt>
                <c:pt idx="34">
                  <c:v>190142.84207756413</c:v>
                </c:pt>
                <c:pt idx="35">
                  <c:v>391687.55284863675</c:v>
                </c:pt>
                <c:pt idx="36">
                  <c:v>371581.2015121343</c:v>
                </c:pt>
                <c:pt idx="37">
                  <c:v>23559.357219685946</c:v>
                </c:pt>
                <c:pt idx="38">
                  <c:v>17937.77814142942</c:v>
                </c:pt>
                <c:pt idx="39">
                  <c:v>413220.76916289865</c:v>
                </c:pt>
                <c:pt idx="40">
                  <c:v>23433.064812823628</c:v>
                </c:pt>
                <c:pt idx="41">
                  <c:v>9159.298207711297</c:v>
                </c:pt>
                <c:pt idx="42">
                  <c:v>399649.90010232</c:v>
                </c:pt>
                <c:pt idx="43">
                  <c:v>211541.6595781113</c:v>
                </c:pt>
                <c:pt idx="44">
                  <c:v>321896.2192746445</c:v>
                </c:pt>
                <c:pt idx="45">
                  <c:v>160310.05795508978</c:v>
                </c:pt>
                <c:pt idx="46">
                  <c:v>535528.1342426694</c:v>
                </c:pt>
                <c:pt idx="47">
                  <c:v>379549.0015546745</c:v>
                </c:pt>
                <c:pt idx="48">
                  <c:v>226833.12927534914</c:v>
                </c:pt>
                <c:pt idx="49">
                  <c:v>397266.33071489225</c:v>
                </c:pt>
                <c:pt idx="50">
                  <c:v>541780.3543386176</c:v>
                </c:pt>
                <c:pt idx="51">
                  <c:v>616778.5518712631</c:v>
                </c:pt>
                <c:pt idx="52">
                  <c:v>456954.15008408815</c:v>
                </c:pt>
                <c:pt idx="53">
                  <c:v>486168.33120767004</c:v>
                </c:pt>
                <c:pt idx="54">
                  <c:v>429776.84081124887</c:v>
                </c:pt>
                <c:pt idx="55">
                  <c:v>716004.4234794783</c:v>
                </c:pt>
                <c:pt idx="56">
                  <c:v>311771.57331583044</c:v>
                </c:pt>
                <c:pt idx="57">
                  <c:v>443365.9684682783</c:v>
                </c:pt>
                <c:pt idx="58">
                  <c:v>255586.7974424376</c:v>
                </c:pt>
                <c:pt idx="59">
                  <c:v>250566.8226958445</c:v>
                </c:pt>
                <c:pt idx="60">
                  <c:v>303710.99153880577</c:v>
                </c:pt>
                <c:pt idx="61">
                  <c:v>501253.7310731843</c:v>
                </c:pt>
                <c:pt idx="62">
                  <c:v>444859.0113284767</c:v>
                </c:pt>
                <c:pt idx="63">
                  <c:v>742504.3977188088</c:v>
                </c:pt>
                <c:pt idx="64">
                  <c:v>515474.67215426796</c:v>
                </c:pt>
                <c:pt idx="65">
                  <c:v>16792.30685531539</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215374.21047461353</c:v>
                </c:pt>
                <c:pt idx="1">
                  <c:v>319560.1840247948</c:v>
                </c:pt>
                <c:pt idx="2">
                  <c:v>337187.4929203843</c:v>
                </c:pt>
                <c:pt idx="3">
                  <c:v>405841.80576051964</c:v>
                </c:pt>
                <c:pt idx="4">
                  <c:v>197478.3601804757</c:v>
                </c:pt>
                <c:pt idx="5">
                  <c:v>375187.2687206777</c:v>
                </c:pt>
                <c:pt idx="6">
                  <c:v>416098.41491880425</c:v>
                </c:pt>
                <c:pt idx="7">
                  <c:v>327254.6992173126</c:v>
                </c:pt>
                <c:pt idx="8">
                  <c:v>216183.4943173039</c:v>
                </c:pt>
                <c:pt idx="9">
                  <c:v>175948.16637311789</c:v>
                </c:pt>
                <c:pt idx="10">
                  <c:v>126840.67761386026</c:v>
                </c:pt>
                <c:pt idx="11">
                  <c:v>244470.2695577799</c:v>
                </c:pt>
                <c:pt idx="12">
                  <c:v>430938.8940888272</c:v>
                </c:pt>
                <c:pt idx="13">
                  <c:v>152139.2325672297</c:v>
                </c:pt>
                <c:pt idx="14">
                  <c:v>274907.7734081471</c:v>
                </c:pt>
                <c:pt idx="15">
                  <c:v>269804.67972358444</c:v>
                </c:pt>
                <c:pt idx="16">
                  <c:v>105608.79785115257</c:v>
                </c:pt>
                <c:pt idx="17">
                  <c:v>370838.71594140556</c:v>
                </c:pt>
                <c:pt idx="18">
                  <c:v>346107.23235793563</c:v>
                </c:pt>
                <c:pt idx="19">
                  <c:v>142353.42363040213</c:v>
                </c:pt>
                <c:pt idx="20">
                  <c:v>360324.00434547296</c:v>
                </c:pt>
                <c:pt idx="21">
                  <c:v>579900.0789125513</c:v>
                </c:pt>
                <c:pt idx="22">
                  <c:v>383817.94556214777</c:v>
                </c:pt>
                <c:pt idx="23">
                  <c:v>2751.222261469106</c:v>
                </c:pt>
                <c:pt idx="24">
                  <c:v>115809.50355835687</c:v>
                </c:pt>
                <c:pt idx="25">
                  <c:v>370883.5827396176</c:v>
                </c:pt>
                <c:pt idx="26">
                  <c:v>349369.4787729179</c:v>
                </c:pt>
                <c:pt idx="27">
                  <c:v>336582.28567376133</c:v>
                </c:pt>
                <c:pt idx="28">
                  <c:v>352015.51930192625</c:v>
                </c:pt>
                <c:pt idx="29">
                  <c:v>182367.06099080577</c:v>
                </c:pt>
                <c:pt idx="30">
                  <c:v>178636.59554311502</c:v>
                </c:pt>
                <c:pt idx="31">
                  <c:v>216959.066031761</c:v>
                </c:pt>
                <c:pt idx="32">
                  <c:v>226375.38205983644</c:v>
                </c:pt>
                <c:pt idx="33">
                  <c:v>352099.74670757836</c:v>
                </c:pt>
                <c:pt idx="34">
                  <c:v>449689.16909822647</c:v>
                </c:pt>
                <c:pt idx="35">
                  <c:v>118669.40909730029</c:v>
                </c:pt>
                <c:pt idx="36">
                  <c:v>3691.797389346718</c:v>
                </c:pt>
                <c:pt idx="37">
                  <c:v>332535.7520037519</c:v>
                </c:pt>
                <c:pt idx="38">
                  <c:v>350541.0976066462</c:v>
                </c:pt>
                <c:pt idx="39">
                  <c:v>126786.83028784275</c:v>
                </c:pt>
                <c:pt idx="40">
                  <c:v>666690.0899644407</c:v>
                </c:pt>
                <c:pt idx="41">
                  <c:v>109529.99154535527</c:v>
                </c:pt>
                <c:pt idx="42">
                  <c:v>387719.302615955</c:v>
                </c:pt>
                <c:pt idx="43">
                  <c:v>384809.88226938667</c:v>
                </c:pt>
                <c:pt idx="44">
                  <c:v>413409.8077595739</c:v>
                </c:pt>
                <c:pt idx="45">
                  <c:v>667177.158136064</c:v>
                </c:pt>
                <c:pt idx="46">
                  <c:v>542949.3820595893</c:v>
                </c:pt>
                <c:pt idx="47">
                  <c:v>207892.57519329916</c:v>
                </c:pt>
                <c:pt idx="48">
                  <c:v>629135.4893882701</c:v>
                </c:pt>
                <c:pt idx="49">
                  <c:v>151715.7668499849</c:v>
                </c:pt>
                <c:pt idx="50">
                  <c:v>258110.17068207194</c:v>
                </c:pt>
                <c:pt idx="51">
                  <c:v>90269.29474434973</c:v>
                </c:pt>
                <c:pt idx="52">
                  <c:v>377424.08110292966</c:v>
                </c:pt>
                <c:pt idx="53">
                  <c:v>579834.8347075733</c:v>
                </c:pt>
                <c:pt idx="54">
                  <c:v>192067.95686260448</c:v>
                </c:pt>
                <c:pt idx="55">
                  <c:v>1915.4776805268932</c:v>
                </c:pt>
                <c:pt idx="56">
                  <c:v>539321.5799899792</c:v>
                </c:pt>
                <c:pt idx="57">
                  <c:v>440211.22871344746</c:v>
                </c:pt>
                <c:pt idx="58">
                  <c:v>358551.38872217183</c:v>
                </c:pt>
                <c:pt idx="59">
                  <c:v>589376.1717922336</c:v>
                </c:pt>
                <c:pt idx="60">
                  <c:v>611502.0928728163</c:v>
                </c:pt>
                <c:pt idx="61">
                  <c:v>500151.8623559272</c:v>
                </c:pt>
                <c:pt idx="62">
                  <c:v>672424.72667966</c:v>
                </c:pt>
                <c:pt idx="63">
                  <c:v>793500.3306602734</c:v>
                </c:pt>
                <c:pt idx="64">
                  <c:v>84227.71424856524</c:v>
                </c:pt>
                <c:pt idx="65">
                  <c:v>218474.88567548123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34926.09406984143</c:v>
                </c:pt>
                <c:pt idx="1">
                  <c:v>67938.81156988087</c:v>
                </c:pt>
                <c:pt idx="2">
                  <c:v>162178.98919666937</c:v>
                </c:pt>
                <c:pt idx="3">
                  <c:v>133455.2518635008</c:v>
                </c:pt>
                <c:pt idx="4">
                  <c:v>5844.421894983808</c:v>
                </c:pt>
                <c:pt idx="5">
                  <c:v>4649.128747961573</c:v>
                </c:pt>
                <c:pt idx="6">
                  <c:v>8704.888497318932</c:v>
                </c:pt>
                <c:pt idx="7">
                  <c:v>125.81957424904044</c:v>
                </c:pt>
                <c:pt idx="8">
                  <c:v>3764.7704593353005</c:v>
                </c:pt>
                <c:pt idx="9">
                  <c:v>5200.261050562591</c:v>
                </c:pt>
                <c:pt idx="10">
                  <c:v>244654.14949233603</c:v>
                </c:pt>
                <c:pt idx="11">
                  <c:v>82312.91564377157</c:v>
                </c:pt>
                <c:pt idx="12">
                  <c:v>2764.1233992659013</c:v>
                </c:pt>
                <c:pt idx="13">
                  <c:v>214243.60375879993</c:v>
                </c:pt>
                <c:pt idx="14">
                  <c:v>139923.59471482638</c:v>
                </c:pt>
                <c:pt idx="15">
                  <c:v>132511.27078790864</c:v>
                </c:pt>
                <c:pt idx="16">
                  <c:v>123983.41342589012</c:v>
                </c:pt>
                <c:pt idx="17">
                  <c:v>218450.85694805207</c:v>
                </c:pt>
                <c:pt idx="18">
                  <c:v>76534.73136175056</c:v>
                </c:pt>
                <c:pt idx="19">
                  <c:v>550.9663556369413</c:v>
                </c:pt>
                <c:pt idx="20">
                  <c:v>90284.344592038</c:v>
                </c:pt>
                <c:pt idx="21">
                  <c:v>105003.4975816953</c:v>
                </c:pt>
                <c:pt idx="22">
                  <c:v>13403.88868563419</c:v>
                </c:pt>
                <c:pt idx="23">
                  <c:v>6033.133100363004</c:v>
                </c:pt>
                <c:pt idx="24">
                  <c:v>9138.130632910226</c:v>
                </c:pt>
                <c:pt idx="25">
                  <c:v>154810.4531585049</c:v>
                </c:pt>
                <c:pt idx="26">
                  <c:v>5470.912530284546</c:v>
                </c:pt>
                <c:pt idx="27">
                  <c:v>5167.056012100338</c:v>
                </c:pt>
                <c:pt idx="28">
                  <c:v>111468.26865422675</c:v>
                </c:pt>
                <c:pt idx="29">
                  <c:v>4894.750629591479</c:v>
                </c:pt>
                <c:pt idx="30">
                  <c:v>4670.51089202136</c:v>
                </c:pt>
                <c:pt idx="31">
                  <c:v>2648.210412032076</c:v>
                </c:pt>
                <c:pt idx="32">
                  <c:v>215930.89801836963</c:v>
                </c:pt>
                <c:pt idx="33">
                  <c:v>185251.9908598064</c:v>
                </c:pt>
                <c:pt idx="34">
                  <c:v>6061.689832970897</c:v>
                </c:pt>
                <c:pt idx="35">
                  <c:v>9666.89059591082</c:v>
                </c:pt>
                <c:pt idx="36">
                  <c:v>99333.21889447745</c:v>
                </c:pt>
                <c:pt idx="37">
                  <c:v>67672.71218721256</c:v>
                </c:pt>
                <c:pt idx="38">
                  <c:v>12850.457847732718</c:v>
                </c:pt>
                <c:pt idx="39">
                  <c:v>378431.1486943783</c:v>
                </c:pt>
                <c:pt idx="40">
                  <c:v>213388.90800216474</c:v>
                </c:pt>
                <c:pt idx="41">
                  <c:v>17017.051630992897</c:v>
                </c:pt>
                <c:pt idx="42">
                  <c:v>6750.8838288954485</c:v>
                </c:pt>
                <c:pt idx="43">
                  <c:v>5977.46608367625</c:v>
                </c:pt>
                <c:pt idx="44">
                  <c:v>7215.682014266542</c:v>
                </c:pt>
                <c:pt idx="45">
                  <c:v>295277.7984234756</c:v>
                </c:pt>
                <c:pt idx="46">
                  <c:v>23.19711914002684</c:v>
                </c:pt>
                <c:pt idx="47">
                  <c:v>76924.60043457596</c:v>
                </c:pt>
                <c:pt idx="48">
                  <c:v>163688.79262518504</c:v>
                </c:pt>
                <c:pt idx="49">
                  <c:v>23689.096199297477</c:v>
                </c:pt>
                <c:pt idx="50">
                  <c:v>2537.918423911803</c:v>
                </c:pt>
                <c:pt idx="51">
                  <c:v>291503.33394824766</c:v>
                </c:pt>
                <c:pt idx="52">
                  <c:v>112719.16036995944</c:v>
                </c:pt>
                <c:pt idx="53">
                  <c:v>323179.5867431318</c:v>
                </c:pt>
                <c:pt idx="54">
                  <c:v>14640.102988218821</c:v>
                </c:pt>
                <c:pt idx="55">
                  <c:v>333248.311540496</c:v>
                </c:pt>
                <c:pt idx="56">
                  <c:v>170719.92540708068</c:v>
                </c:pt>
                <c:pt idx="57">
                  <c:v>204835.70784855695</c:v>
                </c:pt>
                <c:pt idx="58">
                  <c:v>24273.663139712786</c:v>
                </c:pt>
                <c:pt idx="59">
                  <c:v>1666.0985102988793</c:v>
                </c:pt>
                <c:pt idx="60">
                  <c:v>531.1114749477827</c:v>
                </c:pt>
                <c:pt idx="61">
                  <c:v>106682.35749966426</c:v>
                </c:pt>
                <c:pt idx="62">
                  <c:v>222108.3196737581</c:v>
                </c:pt>
                <c:pt idx="63">
                  <c:v>126542.70706557992</c:v>
                </c:pt>
                <c:pt idx="64">
                  <c:v>240633.22991107454</c:v>
                </c:pt>
                <c:pt idx="65">
                  <c:v>9661.82415843601</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44947.41120779532</c:v>
                </c:pt>
                <c:pt idx="1">
                  <c:v>186198.19469379095</c:v>
                </c:pt>
                <c:pt idx="2">
                  <c:v>3031.051879810444</c:v>
                </c:pt>
                <c:pt idx="3">
                  <c:v>0.061024991740791845</c:v>
                </c:pt>
                <c:pt idx="4">
                  <c:v>196511.15063577323</c:v>
                </c:pt>
                <c:pt idx="5">
                  <c:v>2860.7527563203344</c:v>
                </c:pt>
                <c:pt idx="6">
                  <c:v>76550.70010866574</c:v>
                </c:pt>
                <c:pt idx="7">
                  <c:v>183721.89839459726</c:v>
                </c:pt>
                <c:pt idx="8">
                  <c:v>162.08047867823996</c:v>
                </c:pt>
                <c:pt idx="9">
                  <c:v>5550.1418959120665</c:v>
                </c:pt>
                <c:pt idx="10">
                  <c:v>186767.05793088232</c:v>
                </c:pt>
                <c:pt idx="11">
                  <c:v>5025.964624915809</c:v>
                </c:pt>
                <c:pt idx="12">
                  <c:v>193581.68068738774</c:v>
                </c:pt>
                <c:pt idx="13">
                  <c:v>4642.852328608766</c:v>
                </c:pt>
                <c:pt idx="14">
                  <c:v>251766.55937369255</c:v>
                </c:pt>
                <c:pt idx="15">
                  <c:v>157261.68593034995</c:v>
                </c:pt>
                <c:pt idx="16">
                  <c:v>21536.406943991682</c:v>
                </c:pt>
                <c:pt idx="17">
                  <c:v>212573.64463188988</c:v>
                </c:pt>
                <c:pt idx="18">
                  <c:v>61682.969843849445</c:v>
                </c:pt>
                <c:pt idx="19">
                  <c:v>31891.120551443422</c:v>
                </c:pt>
                <c:pt idx="20">
                  <c:v>47438.02556295212</c:v>
                </c:pt>
                <c:pt idx="21">
                  <c:v>109245.93276121846</c:v>
                </c:pt>
                <c:pt idx="22">
                  <c:v>61368.90429413254</c:v>
                </c:pt>
                <c:pt idx="23">
                  <c:v>3302.4999547925872</c:v>
                </c:pt>
                <c:pt idx="24">
                  <c:v>576861.0403437626</c:v>
                </c:pt>
                <c:pt idx="25">
                  <c:v>179746.57550696566</c:v>
                </c:pt>
                <c:pt idx="26">
                  <c:v>59761.05838716034</c:v>
                </c:pt>
                <c:pt idx="27">
                  <c:v>3701.8511361876435</c:v>
                </c:pt>
                <c:pt idx="28">
                  <c:v>2075.9920414384255</c:v>
                </c:pt>
                <c:pt idx="29">
                  <c:v>186999.61751755135</c:v>
                </c:pt>
                <c:pt idx="30">
                  <c:v>352216.28441056155</c:v>
                </c:pt>
                <c:pt idx="31">
                  <c:v>17276.57410496182</c:v>
                </c:pt>
                <c:pt idx="32">
                  <c:v>363121.45159924997</c:v>
                </c:pt>
                <c:pt idx="33">
                  <c:v>372073.12791621644</c:v>
                </c:pt>
                <c:pt idx="34">
                  <c:v>364632.49848219333</c:v>
                </c:pt>
                <c:pt idx="35">
                  <c:v>153522.71432943898</c:v>
                </c:pt>
                <c:pt idx="36">
                  <c:v>337167.49946889805</c:v>
                </c:pt>
                <c:pt idx="37">
                  <c:v>367204.3900643024</c:v>
                </c:pt>
                <c:pt idx="38">
                  <c:v>13597.613096737485</c:v>
                </c:pt>
                <c:pt idx="39">
                  <c:v>2053.2792124655066</c:v>
                </c:pt>
                <c:pt idx="40">
                  <c:v>223754.4789749488</c:v>
                </c:pt>
                <c:pt idx="41">
                  <c:v>96355.49126144113</c:v>
                </c:pt>
                <c:pt idx="42">
                  <c:v>214576.58700149466</c:v>
                </c:pt>
                <c:pt idx="43">
                  <c:v>309548.7458250464</c:v>
                </c:pt>
                <c:pt idx="44">
                  <c:v>102259.11403691999</c:v>
                </c:pt>
                <c:pt idx="45">
                  <c:v>339422.7248865305</c:v>
                </c:pt>
                <c:pt idx="46">
                  <c:v>350856.6041085274</c:v>
                </c:pt>
                <c:pt idx="47">
                  <c:v>2314.8082816078727</c:v>
                </c:pt>
                <c:pt idx="48">
                  <c:v>380141.1914360983</c:v>
                </c:pt>
                <c:pt idx="49">
                  <c:v>183397.51197377214</c:v>
                </c:pt>
                <c:pt idx="50">
                  <c:v>6447.939524837608</c:v>
                </c:pt>
                <c:pt idx="51">
                  <c:v>18257.07898860453</c:v>
                </c:pt>
                <c:pt idx="52">
                  <c:v>137628.33365571668</c:v>
                </c:pt>
                <c:pt idx="53">
                  <c:v>125336.72535427763</c:v>
                </c:pt>
                <c:pt idx="54">
                  <c:v>169792.71839131764</c:v>
                </c:pt>
                <c:pt idx="55">
                  <c:v>190509.69033726343</c:v>
                </c:pt>
                <c:pt idx="56">
                  <c:v>378078.57677187875</c:v>
                </c:pt>
                <c:pt idx="57">
                  <c:v>7799.310460338354</c:v>
                </c:pt>
                <c:pt idx="58">
                  <c:v>10421.997188035008</c:v>
                </c:pt>
                <c:pt idx="59">
                  <c:v>226694.86399852997</c:v>
                </c:pt>
                <c:pt idx="60">
                  <c:v>246174.20026095744</c:v>
                </c:pt>
                <c:pt idx="61">
                  <c:v>143315.23239708366</c:v>
                </c:pt>
                <c:pt idx="62">
                  <c:v>368427.04785421735</c:v>
                </c:pt>
                <c:pt idx="63">
                  <c:v>330456.93387556245</c:v>
                </c:pt>
                <c:pt idx="64">
                  <c:v>5865.9922502493355</c:v>
                </c:pt>
                <c:pt idx="65">
                  <c:v>8274.506375085111</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505606.8581629337</c:v>
                </c:pt>
                <c:pt idx="1">
                  <c:v>553936.1408749239</c:v>
                </c:pt>
                <c:pt idx="2">
                  <c:v>657501.4003069794</c:v>
                </c:pt>
                <c:pt idx="3">
                  <c:v>658660.725655643</c:v>
                </c:pt>
                <c:pt idx="4">
                  <c:v>585102.9736962577</c:v>
                </c:pt>
                <c:pt idx="5">
                  <c:v>615850.2528262486</c:v>
                </c:pt>
                <c:pt idx="6">
                  <c:v>637366.5054768363</c:v>
                </c:pt>
                <c:pt idx="7">
                  <c:v>699908.2216737249</c:v>
                </c:pt>
                <c:pt idx="8">
                  <c:v>558242.9928593761</c:v>
                </c:pt>
                <c:pt idx="9">
                  <c:v>625533.5956584505</c:v>
                </c:pt>
                <c:pt idx="10">
                  <c:v>685991.1200668185</c:v>
                </c:pt>
                <c:pt idx="11">
                  <c:v>588523.9933136479</c:v>
                </c:pt>
                <c:pt idx="12">
                  <c:v>634249.0396171362</c:v>
                </c:pt>
                <c:pt idx="13">
                  <c:v>562809.4144314395</c:v>
                </c:pt>
                <c:pt idx="14">
                  <c:v>715451.6200080542</c:v>
                </c:pt>
                <c:pt idx="15">
                  <c:v>457953.26475047483</c:v>
                </c:pt>
                <c:pt idx="16">
                  <c:v>614596.9907915973</c:v>
                </c:pt>
                <c:pt idx="17">
                  <c:v>594219.4394563071</c:v>
                </c:pt>
                <c:pt idx="18">
                  <c:v>656333.1285662228</c:v>
                </c:pt>
                <c:pt idx="19">
                  <c:v>632306.9498563611</c:v>
                </c:pt>
                <c:pt idx="20">
                  <c:v>691381.0526245363</c:v>
                </c:pt>
                <c:pt idx="21">
                  <c:v>627038.0401305899</c:v>
                </c:pt>
                <c:pt idx="22">
                  <c:v>715602.085934996</c:v>
                </c:pt>
                <c:pt idx="23">
                  <c:v>623998.2293880087</c:v>
                </c:pt>
                <c:pt idx="24">
                  <c:v>908524.2327155536</c:v>
                </c:pt>
                <c:pt idx="25">
                  <c:v>653508.987511877</c:v>
                </c:pt>
                <c:pt idx="26">
                  <c:v>558528.5598544537</c:v>
                </c:pt>
                <c:pt idx="27">
                  <c:v>719759.7023380913</c:v>
                </c:pt>
                <c:pt idx="28">
                  <c:v>769159.333967085</c:v>
                </c:pt>
                <c:pt idx="29">
                  <c:v>549740.8685696921</c:v>
                </c:pt>
                <c:pt idx="30">
                  <c:v>639625.041547532</c:v>
                </c:pt>
                <c:pt idx="31">
                  <c:v>917472.2808747919</c:v>
                </c:pt>
                <c:pt idx="32">
                  <c:v>773458.5413721</c:v>
                </c:pt>
                <c:pt idx="33">
                  <c:v>781527.8809432245</c:v>
                </c:pt>
                <c:pt idx="34">
                  <c:v>690884.2312087446</c:v>
                </c:pt>
                <c:pt idx="35">
                  <c:v>608870.5315351101</c:v>
                </c:pt>
                <c:pt idx="36">
                  <c:v>734451.5518022416</c:v>
                </c:pt>
                <c:pt idx="37">
                  <c:v>649934.8373051477</c:v>
                </c:pt>
                <c:pt idx="38">
                  <c:v>669154.5623732656</c:v>
                </c:pt>
                <c:pt idx="39">
                  <c:v>773013.4060113763</c:v>
                </c:pt>
                <c:pt idx="40">
                  <c:v>764387.2964182156</c:v>
                </c:pt>
                <c:pt idx="41">
                  <c:v>636541.5593256366</c:v>
                </c:pt>
                <c:pt idx="42">
                  <c:v>783960.1503747341</c:v>
                </c:pt>
                <c:pt idx="43">
                  <c:v>621548.2493636918</c:v>
                </c:pt>
                <c:pt idx="44">
                  <c:v>683446.6708816609</c:v>
                </c:pt>
                <c:pt idx="45">
                  <c:v>783789.1953044086</c:v>
                </c:pt>
                <c:pt idx="46">
                  <c:v>770990.1011104991</c:v>
                </c:pt>
                <c:pt idx="47">
                  <c:v>704151.3766924435</c:v>
                </c:pt>
                <c:pt idx="48">
                  <c:v>880226.9100934626</c:v>
                </c:pt>
                <c:pt idx="49">
                  <c:v>684330.2340135231</c:v>
                </c:pt>
                <c:pt idx="50">
                  <c:v>756067.5045035661</c:v>
                </c:pt>
                <c:pt idx="51">
                  <c:v>849686.4370471353</c:v>
                </c:pt>
                <c:pt idx="52">
                  <c:v>619583.9255374263</c:v>
                </c:pt>
                <c:pt idx="53">
                  <c:v>681899.5669539789</c:v>
                </c:pt>
                <c:pt idx="54">
                  <c:v>916311.8273500714</c:v>
                </c:pt>
                <c:pt idx="55">
                  <c:v>808286.1609356697</c:v>
                </c:pt>
                <c:pt idx="56">
                  <c:v>952014.3789372604</c:v>
                </c:pt>
                <c:pt idx="57">
                  <c:v>784092.837730734</c:v>
                </c:pt>
                <c:pt idx="58">
                  <c:v>860536.9178453939</c:v>
                </c:pt>
                <c:pt idx="59">
                  <c:v>830954.4523764736</c:v>
                </c:pt>
                <c:pt idx="60">
                  <c:v>783026.5923573386</c:v>
                </c:pt>
                <c:pt idx="61">
                  <c:v>713105.2661556219</c:v>
                </c:pt>
                <c:pt idx="62">
                  <c:v>914040.1295517161</c:v>
                </c:pt>
                <c:pt idx="63">
                  <c:v>833508.0227200781</c:v>
                </c:pt>
                <c:pt idx="64">
                  <c:v>807489.3541853405</c:v>
                </c:pt>
                <c:pt idx="65">
                  <c:v>681675.0979321807</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53860.56846108211</c:v>
                </c:pt>
                <c:pt idx="1">
                  <c:v>154562.42624319368</c:v>
                </c:pt>
                <c:pt idx="2">
                  <c:v>137744.6390305113</c:v>
                </c:pt>
                <c:pt idx="3">
                  <c:v>76373.03803435001</c:v>
                </c:pt>
                <c:pt idx="4">
                  <c:v>100113.50048594167</c:v>
                </c:pt>
                <c:pt idx="5">
                  <c:v>130899.33873755553</c:v>
                </c:pt>
                <c:pt idx="6">
                  <c:v>196579.57921767118</c:v>
                </c:pt>
                <c:pt idx="7">
                  <c:v>307140.6765440558</c:v>
                </c:pt>
                <c:pt idx="8">
                  <c:v>268203.5496729922</c:v>
                </c:pt>
                <c:pt idx="9">
                  <c:v>283194.8746627197</c:v>
                </c:pt>
                <c:pt idx="10">
                  <c:v>149021.3481929376</c:v>
                </c:pt>
                <c:pt idx="11">
                  <c:v>110832.34469462403</c:v>
                </c:pt>
                <c:pt idx="12">
                  <c:v>82999.78388428917</c:v>
                </c:pt>
                <c:pt idx="13">
                  <c:v>71478.03658989133</c:v>
                </c:pt>
                <c:pt idx="14">
                  <c:v>99098.54299642578</c:v>
                </c:pt>
                <c:pt idx="15">
                  <c:v>121077.13724462982</c:v>
                </c:pt>
                <c:pt idx="16">
                  <c:v>167937.03811202763</c:v>
                </c:pt>
                <c:pt idx="17">
                  <c:v>148517.0929006308</c:v>
                </c:pt>
                <c:pt idx="18">
                  <c:v>218029.95121333684</c:v>
                </c:pt>
                <c:pt idx="19">
                  <c:v>154023.37411085673</c:v>
                </c:pt>
                <c:pt idx="20">
                  <c:v>224488.0576483828</c:v>
                </c:pt>
                <c:pt idx="21">
                  <c:v>231045.19799360726</c:v>
                </c:pt>
                <c:pt idx="22">
                  <c:v>208193.9467493464</c:v>
                </c:pt>
                <c:pt idx="23">
                  <c:v>137168.36999374165</c:v>
                </c:pt>
                <c:pt idx="24">
                  <c:v>279062.42353405256</c:v>
                </c:pt>
                <c:pt idx="25">
                  <c:v>154216.03820662136</c:v>
                </c:pt>
                <c:pt idx="26">
                  <c:v>148162.76136476482</c:v>
                </c:pt>
                <c:pt idx="27">
                  <c:v>244390.33717299823</c:v>
                </c:pt>
                <c:pt idx="28">
                  <c:v>196151.51579189638</c:v>
                </c:pt>
                <c:pt idx="29">
                  <c:v>46919.23098912688</c:v>
                </c:pt>
                <c:pt idx="30">
                  <c:v>25681.666321275905</c:v>
                </c:pt>
                <c:pt idx="31">
                  <c:v>190624.51339286004</c:v>
                </c:pt>
                <c:pt idx="32">
                  <c:v>154635.41997247067</c:v>
                </c:pt>
                <c:pt idx="33">
                  <c:v>120683.92339450288</c:v>
                </c:pt>
                <c:pt idx="34">
                  <c:v>202294.04964020825</c:v>
                </c:pt>
                <c:pt idx="35">
                  <c:v>214021.13008444622</c:v>
                </c:pt>
                <c:pt idx="36">
                  <c:v>182570.3028915194</c:v>
                </c:pt>
                <c:pt idx="37">
                  <c:v>157458.73814059494</c:v>
                </c:pt>
                <c:pt idx="38">
                  <c:v>123538.81239104156</c:v>
                </c:pt>
                <c:pt idx="39">
                  <c:v>275948.5549638077</c:v>
                </c:pt>
                <c:pt idx="40">
                  <c:v>215341.39627633622</c:v>
                </c:pt>
                <c:pt idx="41">
                  <c:v>204026.147165709</c:v>
                </c:pt>
                <c:pt idx="42">
                  <c:v>188989.972375063</c:v>
                </c:pt>
                <c:pt idx="43">
                  <c:v>216800.9876962229</c:v>
                </c:pt>
                <c:pt idx="44">
                  <c:v>235523.5089435007</c:v>
                </c:pt>
                <c:pt idx="45">
                  <c:v>125474.07024139972</c:v>
                </c:pt>
                <c:pt idx="46">
                  <c:v>241107.70428021564</c:v>
                </c:pt>
                <c:pt idx="47">
                  <c:v>276278.7749508501</c:v>
                </c:pt>
                <c:pt idx="48">
                  <c:v>265160.7367480561</c:v>
                </c:pt>
                <c:pt idx="49">
                  <c:v>165546.53620779072</c:v>
                </c:pt>
                <c:pt idx="50">
                  <c:v>258267.32883337254</c:v>
                </c:pt>
                <c:pt idx="51">
                  <c:v>206925.22092712304</c:v>
                </c:pt>
                <c:pt idx="52">
                  <c:v>97005.46760255173</c:v>
                </c:pt>
                <c:pt idx="53">
                  <c:v>171725.0880184512</c:v>
                </c:pt>
                <c:pt idx="54">
                  <c:v>221316.68157794344</c:v>
                </c:pt>
                <c:pt idx="55">
                  <c:v>201488.49723041104</c:v>
                </c:pt>
                <c:pt idx="56">
                  <c:v>246745.10651144083</c:v>
                </c:pt>
                <c:pt idx="57">
                  <c:v>221482.1288411267</c:v>
                </c:pt>
                <c:pt idx="58">
                  <c:v>317943.2206799766</c:v>
                </c:pt>
                <c:pt idx="59">
                  <c:v>211491.27180176857</c:v>
                </c:pt>
                <c:pt idx="60">
                  <c:v>175649.84991767583</c:v>
                </c:pt>
                <c:pt idx="61">
                  <c:v>130233.31205002393</c:v>
                </c:pt>
                <c:pt idx="62">
                  <c:v>65953.94921421327</c:v>
                </c:pt>
                <c:pt idx="63">
                  <c:v>75578.40493828054</c:v>
                </c:pt>
                <c:pt idx="64">
                  <c:v>30934.338717943458</c:v>
                </c:pt>
                <c:pt idx="65">
                  <c:v>76319.2220691601</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572659.9466094935</c:v>
                </c:pt>
                <c:pt idx="1">
                  <c:v>427093.6361865855</c:v>
                </c:pt>
                <c:pt idx="2">
                  <c:v>710651.4630669918</c:v>
                </c:pt>
                <c:pt idx="3">
                  <c:v>125611.18117381031</c:v>
                </c:pt>
                <c:pt idx="4">
                  <c:v>219923.1225322564</c:v>
                </c:pt>
                <c:pt idx="5">
                  <c:v>464609.18336981244</c:v>
                </c:pt>
                <c:pt idx="6">
                  <c:v>1051887.0308247607</c:v>
                </c:pt>
                <c:pt idx="7">
                  <c:v>298177.52030432515</c:v>
                </c:pt>
                <c:pt idx="8">
                  <c:v>25585.89329553703</c:v>
                </c:pt>
                <c:pt idx="9">
                  <c:v>202039.87411686772</c:v>
                </c:pt>
                <c:pt idx="10">
                  <c:v>1012545.8082548752</c:v>
                </c:pt>
                <c:pt idx="11">
                  <c:v>225269.6496671334</c:v>
                </c:pt>
                <c:pt idx="12">
                  <c:v>362370.6712227811</c:v>
                </c:pt>
                <c:pt idx="13">
                  <c:v>434967.20446572197</c:v>
                </c:pt>
                <c:pt idx="14">
                  <c:v>55441.737459327065</c:v>
                </c:pt>
                <c:pt idx="15">
                  <c:v>217925.11739899367</c:v>
                </c:pt>
                <c:pt idx="16">
                  <c:v>251819.06021585187</c:v>
                </c:pt>
                <c:pt idx="17">
                  <c:v>181357.7044647028</c:v>
                </c:pt>
                <c:pt idx="18">
                  <c:v>548147.5415573709</c:v>
                </c:pt>
                <c:pt idx="19">
                  <c:v>130342.15853608042</c:v>
                </c:pt>
                <c:pt idx="20">
                  <c:v>747714.2333833345</c:v>
                </c:pt>
                <c:pt idx="21">
                  <c:v>993280.245658511</c:v>
                </c:pt>
                <c:pt idx="22">
                  <c:v>628617.4600392985</c:v>
                </c:pt>
                <c:pt idx="23">
                  <c:v>77876.16382182641</c:v>
                </c:pt>
                <c:pt idx="24">
                  <c:v>11114.302032059926</c:v>
                </c:pt>
                <c:pt idx="25">
                  <c:v>28022.35733571882</c:v>
                </c:pt>
                <c:pt idx="26">
                  <c:v>7940.1796024927</c:v>
                </c:pt>
                <c:pt idx="27">
                  <c:v>827918.1056623554</c:v>
                </c:pt>
                <c:pt idx="28">
                  <c:v>1145362.6991468363</c:v>
                </c:pt>
                <c:pt idx="29">
                  <c:v>343320.6911470274</c:v>
                </c:pt>
                <c:pt idx="30">
                  <c:v>438112.365892969</c:v>
                </c:pt>
                <c:pt idx="31">
                  <c:v>594613.2085485816</c:v>
                </c:pt>
                <c:pt idx="32">
                  <c:v>206225.6707066593</c:v>
                </c:pt>
                <c:pt idx="33">
                  <c:v>548340.3609225886</c:v>
                </c:pt>
                <c:pt idx="34">
                  <c:v>620982.0964165758</c:v>
                </c:pt>
                <c:pt idx="35">
                  <c:v>264786.4787235894</c:v>
                </c:pt>
                <c:pt idx="36">
                  <c:v>304304.7578916163</c:v>
                </c:pt>
                <c:pt idx="37">
                  <c:v>193948.55380615828</c:v>
                </c:pt>
                <c:pt idx="38">
                  <c:v>446443.61834732664</c:v>
                </c:pt>
                <c:pt idx="39">
                  <c:v>125169.5821729564</c:v>
                </c:pt>
                <c:pt idx="40">
                  <c:v>781771.5870729481</c:v>
                </c:pt>
                <c:pt idx="41">
                  <c:v>995840.0982996878</c:v>
                </c:pt>
                <c:pt idx="42">
                  <c:v>470122.96184581483</c:v>
                </c:pt>
                <c:pt idx="43">
                  <c:v>803915.7284636472</c:v>
                </c:pt>
                <c:pt idx="44">
                  <c:v>200868.8694215411</c:v>
                </c:pt>
                <c:pt idx="45">
                  <c:v>49961.11343692838</c:v>
                </c:pt>
                <c:pt idx="46">
                  <c:v>1069130.0687543305</c:v>
                </c:pt>
                <c:pt idx="47">
                  <c:v>1283210.4011605573</c:v>
                </c:pt>
                <c:pt idx="48">
                  <c:v>718363.3721121898</c:v>
                </c:pt>
                <c:pt idx="49">
                  <c:v>986079.2462932874</c:v>
                </c:pt>
                <c:pt idx="50">
                  <c:v>184771.55179731798</c:v>
                </c:pt>
                <c:pt idx="51">
                  <c:v>224384.05920474068</c:v>
                </c:pt>
                <c:pt idx="52">
                  <c:v>931874.1426027253</c:v>
                </c:pt>
                <c:pt idx="53">
                  <c:v>812381.5343410567</c:v>
                </c:pt>
                <c:pt idx="54">
                  <c:v>277922.27620887605</c:v>
                </c:pt>
                <c:pt idx="55">
                  <c:v>43691.156586702455</c:v>
                </c:pt>
                <c:pt idx="56">
                  <c:v>571237.9989105993</c:v>
                </c:pt>
                <c:pt idx="57">
                  <c:v>565206.8218569341</c:v>
                </c:pt>
                <c:pt idx="58">
                  <c:v>1148066.2330013025</c:v>
                </c:pt>
                <c:pt idx="59">
                  <c:v>549151.9824922292</c:v>
                </c:pt>
                <c:pt idx="60">
                  <c:v>65516.91951228625</c:v>
                </c:pt>
                <c:pt idx="61">
                  <c:v>31663.33756491456</c:v>
                </c:pt>
                <c:pt idx="62">
                  <c:v>1575748.601349637</c:v>
                </c:pt>
                <c:pt idx="63">
                  <c:v>249913.71735157893</c:v>
                </c:pt>
                <c:pt idx="64">
                  <c:v>66541.91679095117</c:v>
                </c:pt>
                <c:pt idx="65">
                  <c:v>410055.4734759434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53656.20574556321</c:v>
                </c:pt>
                <c:pt idx="1">
                  <c:v>555.2770264330293</c:v>
                </c:pt>
                <c:pt idx="2">
                  <c:v>22444.675085994273</c:v>
                </c:pt>
                <c:pt idx="3">
                  <c:v>274.91362409446504</c:v>
                </c:pt>
                <c:pt idx="4">
                  <c:v>39446.6455512896</c:v>
                </c:pt>
                <c:pt idx="5">
                  <c:v>24446.253494456007</c:v>
                </c:pt>
                <c:pt idx="6">
                  <c:v>3554.0020901742378</c:v>
                </c:pt>
                <c:pt idx="7">
                  <c:v>66815.23320713505</c:v>
                </c:pt>
                <c:pt idx="8">
                  <c:v>522.741043836009</c:v>
                </c:pt>
                <c:pt idx="9">
                  <c:v>117147.03869863469</c:v>
                </c:pt>
                <c:pt idx="10">
                  <c:v>102102.96248575326</c:v>
                </c:pt>
                <c:pt idx="11">
                  <c:v>32703.90481465194</c:v>
                </c:pt>
                <c:pt idx="12">
                  <c:v>55209.15201307299</c:v>
                </c:pt>
                <c:pt idx="13">
                  <c:v>69521.57725621328</c:v>
                </c:pt>
                <c:pt idx="14">
                  <c:v>37553.180768378224</c:v>
                </c:pt>
                <c:pt idx="15">
                  <c:v>16896.711161541654</c:v>
                </c:pt>
                <c:pt idx="16">
                  <c:v>51590.72461263451</c:v>
                </c:pt>
                <c:pt idx="17">
                  <c:v>74689.91483742127</c:v>
                </c:pt>
                <c:pt idx="18">
                  <c:v>42827.14039006834</c:v>
                </c:pt>
                <c:pt idx="19">
                  <c:v>37186.90074937675</c:v>
                </c:pt>
                <c:pt idx="20">
                  <c:v>48456.78672699133</c:v>
                </c:pt>
                <c:pt idx="21">
                  <c:v>1407.7905661053094</c:v>
                </c:pt>
                <c:pt idx="22">
                  <c:v>34281.24465096177</c:v>
                </c:pt>
                <c:pt idx="23">
                  <c:v>26717.477338219007</c:v>
                </c:pt>
                <c:pt idx="24">
                  <c:v>53018.34535100616</c:v>
                </c:pt>
                <c:pt idx="25">
                  <c:v>35224.21944341718</c:v>
                </c:pt>
                <c:pt idx="26">
                  <c:v>34947.79836014242</c:v>
                </c:pt>
                <c:pt idx="27">
                  <c:v>31480.81311454154</c:v>
                </c:pt>
                <c:pt idx="28">
                  <c:v>44272.92196020439</c:v>
                </c:pt>
                <c:pt idx="29">
                  <c:v>50894.824546872</c:v>
                </c:pt>
                <c:pt idx="30">
                  <c:v>68427.45632327486</c:v>
                </c:pt>
                <c:pt idx="31">
                  <c:v>58668.57472737123</c:v>
                </c:pt>
                <c:pt idx="32">
                  <c:v>76722.29252943158</c:v>
                </c:pt>
                <c:pt idx="33">
                  <c:v>39034.047569678754</c:v>
                </c:pt>
                <c:pt idx="34">
                  <c:v>2478.838582158183</c:v>
                </c:pt>
                <c:pt idx="35">
                  <c:v>91908.65852014736</c:v>
                </c:pt>
                <c:pt idx="36">
                  <c:v>32767.694680404362</c:v>
                </c:pt>
                <c:pt idx="37">
                  <c:v>25207.58208994657</c:v>
                </c:pt>
                <c:pt idx="38">
                  <c:v>80393.90978242696</c:v>
                </c:pt>
                <c:pt idx="39">
                  <c:v>5193.17913446817</c:v>
                </c:pt>
                <c:pt idx="40">
                  <c:v>1681.7284631491864</c:v>
                </c:pt>
                <c:pt idx="41">
                  <c:v>29649.474786992294</c:v>
                </c:pt>
                <c:pt idx="42">
                  <c:v>44096.33904039105</c:v>
                </c:pt>
                <c:pt idx="43">
                  <c:v>84087.76340483615</c:v>
                </c:pt>
                <c:pt idx="44">
                  <c:v>38840.25155247398</c:v>
                </c:pt>
                <c:pt idx="45">
                  <c:v>28942.87009315834</c:v>
                </c:pt>
                <c:pt idx="46">
                  <c:v>150593.64146308</c:v>
                </c:pt>
                <c:pt idx="47">
                  <c:v>62859.14097674152</c:v>
                </c:pt>
                <c:pt idx="48">
                  <c:v>47616.584456941666</c:v>
                </c:pt>
                <c:pt idx="49">
                  <c:v>1607.892901621226</c:v>
                </c:pt>
                <c:pt idx="50">
                  <c:v>30888.07723028968</c:v>
                </c:pt>
                <c:pt idx="51">
                  <c:v>51588.6359246452</c:v>
                </c:pt>
                <c:pt idx="52">
                  <c:v>46395.198981293084</c:v>
                </c:pt>
                <c:pt idx="53">
                  <c:v>2410.9794586372313</c:v>
                </c:pt>
                <c:pt idx="54">
                  <c:v>96833.38791592189</c:v>
                </c:pt>
                <c:pt idx="55">
                  <c:v>31374.984839328088</c:v>
                </c:pt>
                <c:pt idx="56">
                  <c:v>71329.77054820317</c:v>
                </c:pt>
                <c:pt idx="57">
                  <c:v>92624.70682064974</c:v>
                </c:pt>
                <c:pt idx="58">
                  <c:v>88929.63795917564</c:v>
                </c:pt>
                <c:pt idx="59">
                  <c:v>1708.960579137531</c:v>
                </c:pt>
                <c:pt idx="60">
                  <c:v>33001.80442831553</c:v>
                </c:pt>
                <c:pt idx="61">
                  <c:v>52481.21568298136</c:v>
                </c:pt>
                <c:pt idx="62">
                  <c:v>94316.61056716421</c:v>
                </c:pt>
                <c:pt idx="63">
                  <c:v>63505.4628548801</c:v>
                </c:pt>
                <c:pt idx="64">
                  <c:v>63714.76523149332</c:v>
                </c:pt>
                <c:pt idx="65">
                  <c:v>25259.52502751148</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4887.759435907706</c:v>
                </c:pt>
                <c:pt idx="1">
                  <c:v>93411.2325399261</c:v>
                </c:pt>
                <c:pt idx="2">
                  <c:v>111375.11766283121</c:v>
                </c:pt>
                <c:pt idx="3">
                  <c:v>135739.44762693316</c:v>
                </c:pt>
                <c:pt idx="4">
                  <c:v>61193.14990381801</c:v>
                </c:pt>
                <c:pt idx="5">
                  <c:v>97756.43725853672</c:v>
                </c:pt>
                <c:pt idx="6">
                  <c:v>121625.47174461691</c:v>
                </c:pt>
                <c:pt idx="7">
                  <c:v>4873.651006802516</c:v>
                </c:pt>
                <c:pt idx="8">
                  <c:v>143425.02676256205</c:v>
                </c:pt>
                <c:pt idx="9">
                  <c:v>19983.876756416936</c:v>
                </c:pt>
                <c:pt idx="10">
                  <c:v>1748.0616550455102</c:v>
                </c:pt>
                <c:pt idx="11">
                  <c:v>3957.1712603872525</c:v>
                </c:pt>
                <c:pt idx="12">
                  <c:v>998.4947593142924</c:v>
                </c:pt>
                <c:pt idx="13">
                  <c:v>1301.6817176679124</c:v>
                </c:pt>
                <c:pt idx="14">
                  <c:v>6606.255815658389</c:v>
                </c:pt>
                <c:pt idx="15">
                  <c:v>2416.255388599341</c:v>
                </c:pt>
                <c:pt idx="16">
                  <c:v>163424.60719746098</c:v>
                </c:pt>
                <c:pt idx="17">
                  <c:v>21947.34247877523</c:v>
                </c:pt>
                <c:pt idx="18">
                  <c:v>394.51527538554114</c:v>
                </c:pt>
                <c:pt idx="19">
                  <c:v>52741.9796451225</c:v>
                </c:pt>
                <c:pt idx="20">
                  <c:v>1937.2649273363695</c:v>
                </c:pt>
                <c:pt idx="21">
                  <c:v>5656.530646886164</c:v>
                </c:pt>
                <c:pt idx="22">
                  <c:v>159820.39802090276</c:v>
                </c:pt>
                <c:pt idx="23">
                  <c:v>32286.032942520913</c:v>
                </c:pt>
                <c:pt idx="24">
                  <c:v>15914.012277795908</c:v>
                </c:pt>
                <c:pt idx="25">
                  <c:v>3683.0951882811287</c:v>
                </c:pt>
                <c:pt idx="26">
                  <c:v>7966.465277933439</c:v>
                </c:pt>
                <c:pt idx="27">
                  <c:v>4507.444813016911</c:v>
                </c:pt>
                <c:pt idx="28">
                  <c:v>3599.5226796442594</c:v>
                </c:pt>
                <c:pt idx="29">
                  <c:v>7316.944723714313</c:v>
                </c:pt>
                <c:pt idx="30">
                  <c:v>92823.19687593056</c:v>
                </c:pt>
                <c:pt idx="31">
                  <c:v>136890.09225887997</c:v>
                </c:pt>
                <c:pt idx="32">
                  <c:v>199575.5971469376</c:v>
                </c:pt>
                <c:pt idx="33">
                  <c:v>11348.697969031431</c:v>
                </c:pt>
                <c:pt idx="34">
                  <c:v>4681.559294876002</c:v>
                </c:pt>
                <c:pt idx="35">
                  <c:v>4244.442616510709</c:v>
                </c:pt>
                <c:pt idx="36">
                  <c:v>1702.1440488789135</c:v>
                </c:pt>
                <c:pt idx="37">
                  <c:v>2624.140163057339</c:v>
                </c:pt>
                <c:pt idx="38">
                  <c:v>4462.806853078496</c:v>
                </c:pt>
                <c:pt idx="39">
                  <c:v>3119.395052556661</c:v>
                </c:pt>
                <c:pt idx="40">
                  <c:v>53540.70704290792</c:v>
                </c:pt>
                <c:pt idx="41">
                  <c:v>55183.20770475672</c:v>
                </c:pt>
                <c:pt idx="42">
                  <c:v>123242.65217523224</c:v>
                </c:pt>
                <c:pt idx="43">
                  <c:v>82562.56866293015</c:v>
                </c:pt>
                <c:pt idx="44">
                  <c:v>261828.61939129807</c:v>
                </c:pt>
                <c:pt idx="45">
                  <c:v>100485.34657544778</c:v>
                </c:pt>
                <c:pt idx="46">
                  <c:v>183986.35546843807</c:v>
                </c:pt>
                <c:pt idx="47">
                  <c:v>101713.15519702813</c:v>
                </c:pt>
                <c:pt idx="48">
                  <c:v>201345.36486374252</c:v>
                </c:pt>
                <c:pt idx="49">
                  <c:v>188608.25724719142</c:v>
                </c:pt>
                <c:pt idx="50">
                  <c:v>192241.43085965968</c:v>
                </c:pt>
                <c:pt idx="51">
                  <c:v>6374.534597452164</c:v>
                </c:pt>
                <c:pt idx="52">
                  <c:v>102830.90244904826</c:v>
                </c:pt>
                <c:pt idx="53">
                  <c:v>120164.13207218144</c:v>
                </c:pt>
                <c:pt idx="54">
                  <c:v>136574.29683284895</c:v>
                </c:pt>
                <c:pt idx="55">
                  <c:v>102724.23478877166</c:v>
                </c:pt>
                <c:pt idx="56">
                  <c:v>6935.612942162769</c:v>
                </c:pt>
                <c:pt idx="57">
                  <c:v>143066.77813639748</c:v>
                </c:pt>
                <c:pt idx="58">
                  <c:v>366702.38040700386</c:v>
                </c:pt>
                <c:pt idx="59">
                  <c:v>28549.886560666582</c:v>
                </c:pt>
                <c:pt idx="60">
                  <c:v>120485.08171080501</c:v>
                </c:pt>
                <c:pt idx="61">
                  <c:v>13817.036247525964</c:v>
                </c:pt>
                <c:pt idx="62">
                  <c:v>772.8196810081712</c:v>
                </c:pt>
                <c:pt idx="63">
                  <c:v>983.0359927040788</c:v>
                </c:pt>
                <c:pt idx="64">
                  <c:v>197192.43532008317</c:v>
                </c:pt>
                <c:pt idx="65">
                  <c:v>90384.37312026709</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-65933.97544368758</c:v>
                </c:pt>
                <c:pt idx="1">
                  <c:v>-83641.51129074197</c:v>
                </c:pt>
                <c:pt idx="2">
                  <c:v>-100193.12930133688</c:v>
                </c:pt>
                <c:pt idx="3">
                  <c:v>-43223.33153590588</c:v>
                </c:pt>
                <c:pt idx="4">
                  <c:v>-870.1171184771347</c:v>
                </c:pt>
                <c:pt idx="5">
                  <c:v>41722.99274733399</c:v>
                </c:pt>
                <c:pt idx="6">
                  <c:v>67280.83743051451</c:v>
                </c:pt>
                <c:pt idx="7">
                  <c:v>94621.2433750712</c:v>
                </c:pt>
                <c:pt idx="8">
                  <c:v>56444.97092339436</c:v>
                </c:pt>
                <c:pt idx="9">
                  <c:v>38395.726299248556</c:v>
                </c:pt>
                <c:pt idx="10">
                  <c:v>-15571.718039695956</c:v>
                </c:pt>
                <c:pt idx="11">
                  <c:v>-43708.94242939665</c:v>
                </c:pt>
                <c:pt idx="12">
                  <c:v>-88057.3917677751</c:v>
                </c:pt>
                <c:pt idx="13">
                  <c:v>-91408.9074539745</c:v>
                </c:pt>
                <c:pt idx="14">
                  <c:v>-96360.31304680122</c:v>
                </c:pt>
                <c:pt idx="15">
                  <c:v>-12792.990479073143</c:v>
                </c:pt>
                <c:pt idx="16">
                  <c:v>13553.102626165355</c:v>
                </c:pt>
                <c:pt idx="17">
                  <c:v>39158.30732418515</c:v>
                </c:pt>
                <c:pt idx="18">
                  <c:v>64006.57834087377</c:v>
                </c:pt>
                <c:pt idx="19">
                  <c:v>90000.29337065094</c:v>
                </c:pt>
                <c:pt idx="20">
                  <c:v>90833.21862511753</c:v>
                </c:pt>
                <c:pt idx="21">
                  <c:v>41399.12193524839</c:v>
                </c:pt>
                <c:pt idx="22">
                  <c:v>-6988.140071391963</c:v>
                </c:pt>
                <c:pt idx="23">
                  <c:v>-33311.25517232706</c:v>
                </c:pt>
                <c:pt idx="24">
                  <c:v>-86638.4692496337</c:v>
                </c:pt>
                <c:pt idx="25">
                  <c:v>-121000.31053867204</c:v>
                </c:pt>
                <c:pt idx="26">
                  <c:v>-47897.119583531916</c:v>
                </c:pt>
                <c:pt idx="27">
                  <c:v>-73138.60759138914</c:v>
                </c:pt>
                <c:pt idx="28">
                  <c:v>15346.236497786438</c:v>
                </c:pt>
                <c:pt idx="29">
                  <c:v>30889.147011922727</c:v>
                </c:pt>
                <c:pt idx="30">
                  <c:v>56091.15683289162</c:v>
                </c:pt>
                <c:pt idx="31">
                  <c:v>94316.04310743236</c:v>
                </c:pt>
                <c:pt idx="32">
                  <c:v>57070.87066920183</c:v>
                </c:pt>
                <c:pt idx="33">
                  <c:v>43547.12724057691</c:v>
                </c:pt>
                <c:pt idx="34">
                  <c:v>-13114.13140861082</c:v>
                </c:pt>
                <c:pt idx="35">
                  <c:v>-44050.39098968747</c:v>
                </c:pt>
                <c:pt idx="36">
                  <c:v>-88235.74197587713</c:v>
                </c:pt>
                <c:pt idx="37">
                  <c:v>-90457.45815732586</c:v>
                </c:pt>
                <c:pt idx="38">
                  <c:v>-65644.83351425373</c:v>
                </c:pt>
                <c:pt idx="39">
                  <c:v>-42409.432205362835</c:v>
                </c:pt>
                <c:pt idx="40">
                  <c:v>16486.910337287354</c:v>
                </c:pt>
                <c:pt idx="41">
                  <c:v>47566.87629915847</c:v>
                </c:pt>
                <c:pt idx="42">
                  <c:v>66411.42307623856</c:v>
                </c:pt>
                <c:pt idx="43">
                  <c:v>96050.73722211421</c:v>
                </c:pt>
                <c:pt idx="44">
                  <c:v>65345.02170723715</c:v>
                </c:pt>
                <c:pt idx="45">
                  <c:v>52621.60133871457</c:v>
                </c:pt>
                <c:pt idx="46">
                  <c:v>-24458.299217688862</c:v>
                </c:pt>
                <c:pt idx="47">
                  <c:v>-73786.61928964435</c:v>
                </c:pt>
                <c:pt idx="48">
                  <c:v>-143232.7161074709</c:v>
                </c:pt>
                <c:pt idx="49">
                  <c:v>-111742.95161977565</c:v>
                </c:pt>
                <c:pt idx="50">
                  <c:v>-78763.79342679499</c:v>
                </c:pt>
                <c:pt idx="51">
                  <c:v>-37787.54295651879</c:v>
                </c:pt>
                <c:pt idx="52">
                  <c:v>29595.451669113256</c:v>
                </c:pt>
                <c:pt idx="53">
                  <c:v>42920.35046968651</c:v>
                </c:pt>
                <c:pt idx="54">
                  <c:v>83979.47985738587</c:v>
                </c:pt>
                <c:pt idx="55">
                  <c:v>115035.4696920968</c:v>
                </c:pt>
                <c:pt idx="56">
                  <c:v>105866.97767356271</c:v>
                </c:pt>
                <c:pt idx="57">
                  <c:v>32051.204371360596</c:v>
                </c:pt>
                <c:pt idx="58">
                  <c:v>-6884.281449568587</c:v>
                </c:pt>
                <c:pt idx="59">
                  <c:v>-75705.37645617874</c:v>
                </c:pt>
                <c:pt idx="60">
                  <c:v>-80452.36287347427</c:v>
                </c:pt>
                <c:pt idx="61">
                  <c:v>-95359.33337794556</c:v>
                </c:pt>
                <c:pt idx="62">
                  <c:v>-112174.79399224035</c:v>
                </c:pt>
                <c:pt idx="63">
                  <c:v>-25730.68287060088</c:v>
                </c:pt>
                <c:pt idx="64">
                  <c:v>18316.00920946222</c:v>
                </c:pt>
                <c:pt idx="65">
                  <c:v>30247.758254912944</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-50565.71993178743</c:v>
                </c:pt>
                <c:pt idx="1">
                  <c:v>-71102.58900174164</c:v>
                </c:pt>
                <c:pt idx="2">
                  <c:v>-93181.67753680973</c:v>
                </c:pt>
                <c:pt idx="3">
                  <c:v>-75456.065821828</c:v>
                </c:pt>
                <c:pt idx="4">
                  <c:v>-58444.63110437142</c:v>
                </c:pt>
                <c:pt idx="5">
                  <c:v>-66132.84695004713</c:v>
                </c:pt>
                <c:pt idx="6">
                  <c:v>-74089.67607119543</c:v>
                </c:pt>
                <c:pt idx="7">
                  <c:v>-73050.47231281166</c:v>
                </c:pt>
                <c:pt idx="8">
                  <c:v>-44581.92029422768</c:v>
                </c:pt>
                <c:pt idx="9">
                  <c:v>-48323.652729977875</c:v>
                </c:pt>
                <c:pt idx="10">
                  <c:v>-62549.75717990279</c:v>
                </c:pt>
                <c:pt idx="11">
                  <c:v>-43749.32092225439</c:v>
                </c:pt>
                <c:pt idx="12">
                  <c:v>-81362.17649215186</c:v>
                </c:pt>
                <c:pt idx="13">
                  <c:v>-67211.67361947345</c:v>
                </c:pt>
                <c:pt idx="14">
                  <c:v>-74251.42047731637</c:v>
                </c:pt>
                <c:pt idx="15">
                  <c:v>-54392.922765560885</c:v>
                </c:pt>
                <c:pt idx="16">
                  <c:v>-62477.80273616</c:v>
                </c:pt>
                <c:pt idx="17">
                  <c:v>-65677.28598939053</c:v>
                </c:pt>
                <c:pt idx="18">
                  <c:v>-66428.56805951255</c:v>
                </c:pt>
                <c:pt idx="19">
                  <c:v>-55864.8699735924</c:v>
                </c:pt>
                <c:pt idx="20">
                  <c:v>-68183.66747972618</c:v>
                </c:pt>
                <c:pt idx="21">
                  <c:v>-68350.89667365646</c:v>
                </c:pt>
                <c:pt idx="22">
                  <c:v>-61265.032604702086</c:v>
                </c:pt>
                <c:pt idx="23">
                  <c:v>-32578.093001987807</c:v>
                </c:pt>
                <c:pt idx="24">
                  <c:v>-93789.53248238604</c:v>
                </c:pt>
                <c:pt idx="25">
                  <c:v>-81641.82434949493</c:v>
                </c:pt>
                <c:pt idx="26">
                  <c:v>-59816.08207719229</c:v>
                </c:pt>
                <c:pt idx="27">
                  <c:v>-93430.67594280736</c:v>
                </c:pt>
                <c:pt idx="28">
                  <c:v>-80608.88695430596</c:v>
                </c:pt>
                <c:pt idx="29">
                  <c:v>-52647.022721924965</c:v>
                </c:pt>
                <c:pt idx="30">
                  <c:v>-55738.66121233624</c:v>
                </c:pt>
                <c:pt idx="31">
                  <c:v>-73712.44752535033</c:v>
                </c:pt>
                <c:pt idx="32">
                  <c:v>-53754.22256327875</c:v>
                </c:pt>
                <c:pt idx="33">
                  <c:v>-53624.82845350246</c:v>
                </c:pt>
                <c:pt idx="34">
                  <c:v>-73449.9458439387</c:v>
                </c:pt>
                <c:pt idx="35">
                  <c:v>-58358.820661758604</c:v>
                </c:pt>
                <c:pt idx="36">
                  <c:v>-67785.55895687068</c:v>
                </c:pt>
                <c:pt idx="37">
                  <c:v>-64795.91720214127</c:v>
                </c:pt>
                <c:pt idx="38">
                  <c:v>-61894.1873358457</c:v>
                </c:pt>
                <c:pt idx="39">
                  <c:v>-71644.84389189241</c:v>
                </c:pt>
                <c:pt idx="40">
                  <c:v>-94693.34194809487</c:v>
                </c:pt>
                <c:pt idx="41">
                  <c:v>-68163.35026279768</c:v>
                </c:pt>
                <c:pt idx="42">
                  <c:v>-68989.21384907502</c:v>
                </c:pt>
                <c:pt idx="43">
                  <c:v>-63555.518427544535</c:v>
                </c:pt>
                <c:pt idx="44">
                  <c:v>-59978.455792953944</c:v>
                </c:pt>
                <c:pt idx="45">
                  <c:v>-66385.62085358883</c:v>
                </c:pt>
                <c:pt idx="46">
                  <c:v>-84877.12741171167</c:v>
                </c:pt>
                <c:pt idx="47">
                  <c:v>-90666.53082184603</c:v>
                </c:pt>
                <c:pt idx="48">
                  <c:v>-111034.4575675083</c:v>
                </c:pt>
                <c:pt idx="49">
                  <c:v>-85621.19036079236</c:v>
                </c:pt>
                <c:pt idx="50">
                  <c:v>-84400.08085823123</c:v>
                </c:pt>
                <c:pt idx="51">
                  <c:v>-78060.21732682266</c:v>
                </c:pt>
                <c:pt idx="52">
                  <c:v>-92854.2664458922</c:v>
                </c:pt>
                <c:pt idx="53">
                  <c:v>-94702.01988230471</c:v>
                </c:pt>
                <c:pt idx="54">
                  <c:v>-78079.52603241292</c:v>
                </c:pt>
                <c:pt idx="55">
                  <c:v>-81258.30813374268</c:v>
                </c:pt>
                <c:pt idx="56">
                  <c:v>-84128.21911877689</c:v>
                </c:pt>
                <c:pt idx="57">
                  <c:v>-73401.79907347671</c:v>
                </c:pt>
                <c:pt idx="58">
                  <c:v>-73830.23188275428</c:v>
                </c:pt>
                <c:pt idx="59">
                  <c:v>-62381.89028786437</c:v>
                </c:pt>
                <c:pt idx="60">
                  <c:v>-67448.00644788005</c:v>
                </c:pt>
                <c:pt idx="61">
                  <c:v>-71981.74868762377</c:v>
                </c:pt>
                <c:pt idx="62">
                  <c:v>-121388.25403353297</c:v>
                </c:pt>
                <c:pt idx="63">
                  <c:v>-81549.31558228061</c:v>
                </c:pt>
                <c:pt idx="64">
                  <c:v>-59614.00025113115</c:v>
                </c:pt>
                <c:pt idx="65">
                  <c:v>-45720.88761674735</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680243.5670430949</c:v>
                </c:pt>
                <c:pt idx="1">
                  <c:v>1056361.0023447908</c:v>
                </c:pt>
                <c:pt idx="2">
                  <c:v>1602425.91182672</c:v>
                </c:pt>
                <c:pt idx="3">
                  <c:v>1336813.822798519</c:v>
                </c:pt>
                <c:pt idx="4">
                  <c:v>1024965.409878318</c:v>
                </c:pt>
                <c:pt idx="5">
                  <c:v>860747.0418812163</c:v>
                </c:pt>
                <c:pt idx="6">
                  <c:v>656191.8538828418</c:v>
                </c:pt>
                <c:pt idx="7">
                  <c:v>280077.88315886364</c:v>
                </c:pt>
                <c:pt idx="8">
                  <c:v>23696.631767607443</c:v>
                </c:pt>
                <c:pt idx="9">
                  <c:v>15077.12863684282</c:v>
                </c:pt>
                <c:pt idx="10">
                  <c:v>204683.37771424698</c:v>
                </c:pt>
                <c:pt idx="11">
                  <c:v>325335.64071491105</c:v>
                </c:pt>
                <c:pt idx="12">
                  <c:v>1161295.2223925977</c:v>
                </c:pt>
                <c:pt idx="13">
                  <c:v>1000432.2581407698</c:v>
                </c:pt>
                <c:pt idx="14">
                  <c:v>1296359.051418705</c:v>
                </c:pt>
                <c:pt idx="15">
                  <c:v>967739.2320019298</c:v>
                </c:pt>
                <c:pt idx="16">
                  <c:v>1028925.4533263702</c:v>
                </c:pt>
                <c:pt idx="17">
                  <c:v>831128.2391154091</c:v>
                </c:pt>
                <c:pt idx="18">
                  <c:v>567394.0933822589</c:v>
                </c:pt>
                <c:pt idx="19">
                  <c:v>203539.9160132362</c:v>
                </c:pt>
                <c:pt idx="20">
                  <c:v>36313.2518243917</c:v>
                </c:pt>
                <c:pt idx="21">
                  <c:v>15272.650908310236</c:v>
                </c:pt>
                <c:pt idx="22">
                  <c:v>162657.21520752876</c:v>
                </c:pt>
                <c:pt idx="23">
                  <c:v>233149.14517415845</c:v>
                </c:pt>
                <c:pt idx="24">
                  <c:v>1359309.3910723906</c:v>
                </c:pt>
                <c:pt idx="25">
                  <c:v>1269485.362356827</c:v>
                </c:pt>
                <c:pt idx="26">
                  <c:v>1041175.4829631799</c:v>
                </c:pt>
                <c:pt idx="27">
                  <c:v>1654094.5334314243</c:v>
                </c:pt>
                <c:pt idx="28">
                  <c:v>1404111.9633056708</c:v>
                </c:pt>
                <c:pt idx="29">
                  <c:v>661145.7392581326</c:v>
                </c:pt>
                <c:pt idx="30">
                  <c:v>468143.27010585414</c:v>
                </c:pt>
                <c:pt idx="31">
                  <c:v>294643.60705072485</c:v>
                </c:pt>
                <c:pt idx="32">
                  <c:v>32512.54725675449</c:v>
                </c:pt>
                <c:pt idx="33">
                  <c:v>25721.311365510075</c:v>
                </c:pt>
                <c:pt idx="34">
                  <c:v>259827.24826240863</c:v>
                </c:pt>
                <c:pt idx="35">
                  <c:v>418680.6517972037</c:v>
                </c:pt>
                <c:pt idx="36">
                  <c:v>976828.645851513</c:v>
                </c:pt>
                <c:pt idx="37">
                  <c:v>1023366.1450892147</c:v>
                </c:pt>
                <c:pt idx="38">
                  <c:v>1080495.81128076</c:v>
                </c:pt>
                <c:pt idx="39">
                  <c:v>1278330.346583806</c:v>
                </c:pt>
                <c:pt idx="40">
                  <c:v>1650098.4012607764</c:v>
                </c:pt>
                <c:pt idx="41">
                  <c:v>880676.303340265</c:v>
                </c:pt>
                <c:pt idx="42">
                  <c:v>536318.0180542937</c:v>
                </c:pt>
                <c:pt idx="43">
                  <c:v>222230.8272496611</c:v>
                </c:pt>
                <c:pt idx="44">
                  <c:v>34712.16519428438</c:v>
                </c:pt>
                <c:pt idx="45">
                  <c:v>31211.088260429642</c:v>
                </c:pt>
                <c:pt idx="46">
                  <c:v>300187.90450965054</c:v>
                </c:pt>
                <c:pt idx="47">
                  <c:v>655451.7353706097</c:v>
                </c:pt>
                <c:pt idx="48">
                  <c:v>1578207.3308425932</c:v>
                </c:pt>
                <c:pt idx="49">
                  <c:v>1345700.9940884996</c:v>
                </c:pt>
                <c:pt idx="50">
                  <c:v>1475572.0857957157</c:v>
                </c:pt>
                <c:pt idx="51">
                  <c:v>1378670.242416278</c:v>
                </c:pt>
                <c:pt idx="52">
                  <c:v>1589715.5757802788</c:v>
                </c:pt>
                <c:pt idx="53">
                  <c:v>1209705.6862327799</c:v>
                </c:pt>
                <c:pt idx="54">
                  <c:v>622945.6564197813</c:v>
                </c:pt>
                <c:pt idx="55">
                  <c:v>277825.59196115617</c:v>
                </c:pt>
                <c:pt idx="56">
                  <c:v>53539.54436853117</c:v>
                </c:pt>
                <c:pt idx="57">
                  <c:v>40718.182929413364</c:v>
                </c:pt>
                <c:pt idx="58">
                  <c:v>250372.02353543564</c:v>
                </c:pt>
                <c:pt idx="59">
                  <c:v>482033.1326060831</c:v>
                </c:pt>
                <c:pt idx="60">
                  <c:v>1053458.3765356154</c:v>
                </c:pt>
                <c:pt idx="61">
                  <c:v>1130677.2345702448</c:v>
                </c:pt>
                <c:pt idx="62">
                  <c:v>2135176.0545469453</c:v>
                </c:pt>
                <c:pt idx="63">
                  <c:v>1435671.9989513522</c:v>
                </c:pt>
                <c:pt idx="64">
                  <c:v>1009268.867692818</c:v>
                </c:pt>
                <c:pt idx="65">
                  <c:v>575327.5545251665</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51741.71461558237</c:v>
                </c:pt>
                <c:pt idx="1">
                  <c:v>56880.97319241165</c:v>
                </c:pt>
                <c:pt idx="2">
                  <c:v>160056.2243302597</c:v>
                </c:pt>
                <c:pt idx="3">
                  <c:v>596196.0143164744</c:v>
                </c:pt>
                <c:pt idx="4">
                  <c:v>79415.52051644036</c:v>
                </c:pt>
                <c:pt idx="5">
                  <c:v>317984.7465713782</c:v>
                </c:pt>
                <c:pt idx="6">
                  <c:v>443834.4597304426</c:v>
                </c:pt>
                <c:pt idx="7">
                  <c:v>492346.22235160234</c:v>
                </c:pt>
                <c:pt idx="8">
                  <c:v>197951.8595306918</c:v>
                </c:pt>
                <c:pt idx="9">
                  <c:v>466966.64163621265</c:v>
                </c:pt>
                <c:pt idx="10">
                  <c:v>66478.29988708612</c:v>
                </c:pt>
                <c:pt idx="11">
                  <c:v>57007.660802024286</c:v>
                </c:pt>
                <c:pt idx="12">
                  <c:v>826329.0782522713</c:v>
                </c:pt>
                <c:pt idx="13">
                  <c:v>138648.9661279863</c:v>
                </c:pt>
                <c:pt idx="14">
                  <c:v>258054.9077678633</c:v>
                </c:pt>
                <c:pt idx="15">
                  <c:v>94239.95363806025</c:v>
                </c:pt>
                <c:pt idx="16">
                  <c:v>266866.799344095</c:v>
                </c:pt>
                <c:pt idx="17">
                  <c:v>67741.25884573426</c:v>
                </c:pt>
                <c:pt idx="18">
                  <c:v>81613.57310593323</c:v>
                </c:pt>
                <c:pt idx="19">
                  <c:v>329169.08422413055</c:v>
                </c:pt>
                <c:pt idx="20">
                  <c:v>489526.80066191324</c:v>
                </c:pt>
                <c:pt idx="21">
                  <c:v>551038.1754842858</c:v>
                </c:pt>
                <c:pt idx="22">
                  <c:v>581287.683173675</c:v>
                </c:pt>
                <c:pt idx="23">
                  <c:v>276929.3495917754</c:v>
                </c:pt>
                <c:pt idx="24">
                  <c:v>620513.5412970398</c:v>
                </c:pt>
                <c:pt idx="25">
                  <c:v>438008.9068034127</c:v>
                </c:pt>
                <c:pt idx="26">
                  <c:v>67556.44089970757</c:v>
                </c:pt>
                <c:pt idx="27">
                  <c:v>555900.9425959374</c:v>
                </c:pt>
                <c:pt idx="28">
                  <c:v>240955.72873024168</c:v>
                </c:pt>
                <c:pt idx="29">
                  <c:v>335323.3259891188</c:v>
                </c:pt>
                <c:pt idx="30">
                  <c:v>406121.6062983683</c:v>
                </c:pt>
                <c:pt idx="31">
                  <c:v>801139.9212872313</c:v>
                </c:pt>
                <c:pt idx="32">
                  <c:v>108468.06648932205</c:v>
                </c:pt>
                <c:pt idx="33">
                  <c:v>283572.1399272134</c:v>
                </c:pt>
                <c:pt idx="34">
                  <c:v>813851.6913906176</c:v>
                </c:pt>
                <c:pt idx="35">
                  <c:v>169750.86096815686</c:v>
                </c:pt>
                <c:pt idx="36">
                  <c:v>68493.96100586723</c:v>
                </c:pt>
                <c:pt idx="37">
                  <c:v>473758.65932663414</c:v>
                </c:pt>
                <c:pt idx="38">
                  <c:v>117579.89650707971</c:v>
                </c:pt>
                <c:pt idx="39">
                  <c:v>215094.49600516082</c:v>
                </c:pt>
                <c:pt idx="40">
                  <c:v>446202.5232946968</c:v>
                </c:pt>
                <c:pt idx="41">
                  <c:v>578861.7701623195</c:v>
                </c:pt>
                <c:pt idx="42">
                  <c:v>272567.7755915736</c:v>
                </c:pt>
                <c:pt idx="43">
                  <c:v>388377.04021391895</c:v>
                </c:pt>
                <c:pt idx="44">
                  <c:v>856509.931944466</c:v>
                </c:pt>
                <c:pt idx="45">
                  <c:v>407433.66483657534</c:v>
                </c:pt>
                <c:pt idx="46">
                  <c:v>330092.8008150857</c:v>
                </c:pt>
                <c:pt idx="47">
                  <c:v>810476.5481776942</c:v>
                </c:pt>
                <c:pt idx="48">
                  <c:v>248108.79151672355</c:v>
                </c:pt>
                <c:pt idx="49">
                  <c:v>719787.4009004631</c:v>
                </c:pt>
                <c:pt idx="50">
                  <c:v>976007.4631920136</c:v>
                </c:pt>
                <c:pt idx="51">
                  <c:v>211787.59190346976</c:v>
                </c:pt>
                <c:pt idx="52">
                  <c:v>707782.184671516</c:v>
                </c:pt>
                <c:pt idx="53">
                  <c:v>811324.5948037661</c:v>
                </c:pt>
                <c:pt idx="54">
                  <c:v>640854.7776436083</c:v>
                </c:pt>
                <c:pt idx="55">
                  <c:v>1436079.4814943105</c:v>
                </c:pt>
                <c:pt idx="56">
                  <c:v>661276.28300265</c:v>
                </c:pt>
                <c:pt idx="57">
                  <c:v>946335.5522921457</c:v>
                </c:pt>
                <c:pt idx="58">
                  <c:v>262738.7767869038</c:v>
                </c:pt>
                <c:pt idx="59">
                  <c:v>92397.83680134077</c:v>
                </c:pt>
                <c:pt idx="60">
                  <c:v>335652.77191501897</c:v>
                </c:pt>
                <c:pt idx="61">
                  <c:v>290082.697952251</c:v>
                </c:pt>
                <c:pt idx="62">
                  <c:v>348770.4397488069</c:v>
                </c:pt>
                <c:pt idx="63">
                  <c:v>125773.1520881181</c:v>
                </c:pt>
                <c:pt idx="64">
                  <c:v>360147.11024988303</c:v>
                </c:pt>
                <c:pt idx="65">
                  <c:v>358479.210173315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Seasonality</c:v>
                </c:pt>
                <c:pt idx="1">
                  <c:v>Distribution</c:v>
                </c:pt>
                <c:pt idx="2">
                  <c:v>ABA</c:v>
                </c:pt>
                <c:pt idx="3">
                  <c:v>Digital_Perform...</c:v>
                </c:pt>
                <c:pt idx="4">
                  <c:v>Digital_DA</c:v>
                </c:pt>
                <c:pt idx="5">
                  <c:v>OOH</c:v>
                </c:pt>
                <c:pt idx="6">
                  <c:v>Base</c:v>
                </c:pt>
                <c:pt idx="7">
                  <c:v>TV</c:v>
                </c:pt>
                <c:pt idx="8">
                  <c:v>Digital_Video</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23.69468203790251</c:v>
                </c:pt>
                <c:pt idx="2">
                  <c:v>38.9739273566728</c:v>
                </c:pt>
                <c:pt idx="3">
                  <c:v>54.14290474004152</c:v>
                </c:pt>
                <c:pt idx="4">
                  <c:v>63.44144173811407</c:v>
                </c:pt>
                <c:pt idx="5">
                  <c:v>71.59170070580963</c:v>
                </c:pt>
                <c:pt idx="6">
                  <c:v>79.33791593773519</c:v>
                </c:pt>
                <c:pt idx="7">
                  <c:v>86.35926141258136</c:v>
                </c:pt>
                <c:pt idx="8">
                  <c:v>92.23131188096158</c:v>
                </c:pt>
                <c:pt idx="9">
                  <c:v>95.7906049606998</c:v>
                </c:pt>
                <c:pt idx="10">
                  <c:v>98.07033020413564</c:v>
                </c:pt>
                <c:pt idx="11">
                  <c:v>99.86099223903494</c:v>
                </c:pt>
                <c:pt idx="12">
                  <c:v>101.2286306247001</c:v>
                </c:pt>
                <c:pt idx="13">
                  <c:v>101.44533630673556</c:v>
                </c:pt>
                <c:pt idx="14">
                  <c:v>100.00000000000003</c:v>
                </c:pt>
              </c:numCache>
            </c:numRef>
          </c:val>
        </c:ser>
        <c:ser>
          <c:idx val="1"/>
          <c:order val="1"/>
          <c:tx>
            <c:strRef>
              <c:f>Sheet1!$C$1</c:f>
              <c:strCache>
                <c:ptCount val="1"/>
                <c:pt idx="0">
                  <c:v>value</c:v>
                </c:pt>
              </c:strCache>
            </c:strRef>
          </c:tx>
          <c:dPt>
            <c:idx val="0"/>
            <c:spPr>
              <a:solidFill>
                <a:srgbClr val="BCB6FF"/>
              </a:solidFill>
            </c:spPr>
          </c:dPt>
          <c:dPt>
            <c:idx val="1"/>
            <c:spPr>
              <a:solidFill>
                <a:srgbClr val="6B004F"/>
              </a:solidFill>
            </c:spPr>
          </c:dPt>
          <c:dPt>
            <c:idx val="2"/>
            <c:spPr>
              <a:solidFill>
                <a:srgbClr val="D60000"/>
              </a:solidFill>
            </c:spPr>
          </c:dPt>
          <c:dPt>
            <c:idx val="3"/>
            <c:spPr>
              <a:solidFill>
                <a:srgbClr val="00ACC6"/>
              </a:solidFill>
            </c:spPr>
          </c:dPt>
          <c:dPt>
            <c:idx val="4"/>
            <c:spPr>
              <a:solidFill>
                <a:srgbClr val="018700"/>
              </a:solidFill>
            </c:spPr>
          </c:dPt>
          <c:dPt>
            <c:idx val="5"/>
            <c:spPr>
              <a:solidFill>
                <a:srgbClr val="573B00"/>
              </a:solidFill>
            </c:spPr>
          </c:dPt>
          <c:dPt>
            <c:idx val="6"/>
            <c:spPr>
              <a:solidFill>
                <a:srgbClr val="8C3BFF"/>
              </a:solidFill>
            </c:spPr>
          </c:dPt>
          <c:dPt>
            <c:idx val="7"/>
            <c:spPr>
              <a:solidFill>
                <a:srgbClr val="95B577"/>
              </a:solidFill>
            </c:spPr>
          </c:dPt>
          <c:dPt>
            <c:idx val="8"/>
            <c:spPr>
              <a:solidFill>
                <a:srgbClr val="FF7ED1"/>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23.69%</a:t>
                    </a:r>
                  </a:p>
                </c:rich>
              </c:tx>
              <c:dLblPos val="inEnd"/>
              <c:showLegendKey val="0"/>
              <c:showVal val="1"/>
              <c:showCatName val="0"/>
              <c:showSerName val="0"/>
              <c:showPercent val="0"/>
              <c:showBubbleSize val="0"/>
            </c:dLbl>
            <c:dLbl>
              <c:idx val="1"/>
              <c:tx>
                <c:rich>
                  <a:bodyPr/>
                  <a:lstStyle/>
                  <a:p>
                    <a:r>
                      <a:t>15.28%</a:t>
                    </a:r>
                  </a:p>
                </c:rich>
              </c:tx>
              <c:dLblPos val="inEnd"/>
              <c:showLegendKey val="0"/>
              <c:showVal val="1"/>
              <c:showCatName val="0"/>
              <c:showSerName val="0"/>
              <c:showPercent val="0"/>
              <c:showBubbleSize val="0"/>
            </c:dLbl>
            <c:dLbl>
              <c:idx val="2"/>
              <c:tx>
                <c:rich>
                  <a:bodyPr/>
                  <a:lstStyle/>
                  <a:p>
                    <a:r>
                      <a:t>15.17%</a:t>
                    </a:r>
                  </a:p>
                </c:rich>
              </c:tx>
              <c:dLblPos val="inEnd"/>
              <c:showLegendKey val="0"/>
              <c:showVal val="1"/>
              <c:showCatName val="0"/>
              <c:showSerName val="0"/>
              <c:showPercent val="0"/>
              <c:showBubbleSize val="0"/>
            </c:dLbl>
            <c:dLbl>
              <c:idx val="3"/>
              <c:tx>
                <c:rich>
                  <a:bodyPr/>
                  <a:lstStyle/>
                  <a:p>
                    <a:r>
                      <a:t>9.3%</a:t>
                    </a:r>
                  </a:p>
                </c:rich>
              </c:tx>
              <c:dLblPos val="inEnd"/>
              <c:showLegendKey val="0"/>
              <c:showVal val="1"/>
              <c:showCatName val="0"/>
              <c:showSerName val="0"/>
              <c:showPercent val="0"/>
              <c:showBubbleSize val="0"/>
            </c:dLbl>
            <c:dLbl>
              <c:idx val="4"/>
              <c:tx>
                <c:rich>
                  <a:bodyPr/>
                  <a:lstStyle/>
                  <a:p>
                    <a:r>
                      <a:t>8.15%</a:t>
                    </a:r>
                  </a:p>
                </c:rich>
              </c:tx>
              <c:dLblPos val="inEnd"/>
              <c:showLegendKey val="0"/>
              <c:showVal val="1"/>
              <c:showCatName val="0"/>
              <c:showSerName val="0"/>
              <c:showPercent val="0"/>
              <c:showBubbleSize val="0"/>
            </c:dLbl>
            <c:dLbl>
              <c:idx val="5"/>
              <c:tx>
                <c:rich>
                  <a:bodyPr/>
                  <a:lstStyle/>
                  <a:p>
                    <a:r>
                      <a:t>7.75%</a:t>
                    </a:r>
                  </a:p>
                </c:rich>
              </c:tx>
              <c:dLblPos val="inEnd"/>
              <c:showLegendKey val="0"/>
              <c:showVal val="1"/>
              <c:showCatName val="0"/>
              <c:showSerName val="0"/>
              <c:showPercent val="0"/>
              <c:showBubbleSize val="0"/>
            </c:dLbl>
            <c:dLbl>
              <c:idx val="6"/>
              <c:tx>
                <c:rich>
                  <a:bodyPr/>
                  <a:lstStyle/>
                  <a:p>
                    <a:r>
                      <a:t>7.02%</a:t>
                    </a:r>
                  </a:p>
                </c:rich>
              </c:tx>
              <c:dLblPos val="inEnd"/>
              <c:showLegendKey val="0"/>
              <c:showVal val="1"/>
              <c:showCatName val="0"/>
              <c:showSerName val="0"/>
              <c:showPercent val="0"/>
              <c:showBubbleSize val="0"/>
            </c:dLbl>
            <c:dLbl>
              <c:idx val="7"/>
              <c:tx>
                <c:rich>
                  <a:bodyPr/>
                  <a:lstStyle/>
                  <a:p>
                    <a:r>
                      <a:t>5.87%</a:t>
                    </a:r>
                  </a:p>
                </c:rich>
              </c:tx>
              <c:dLblPos val="inEnd"/>
              <c:showLegendKey val="0"/>
              <c:showVal val="1"/>
              <c:showCatName val="0"/>
              <c:showSerName val="0"/>
              <c:showPercent val="0"/>
              <c:showBubbleSize val="0"/>
            </c:dLbl>
            <c:dLbl>
              <c:idx val="8"/>
              <c:tx>
                <c:rich>
                  <a:bodyPr/>
                  <a:lstStyle/>
                  <a:p>
                    <a:r>
                      <a:t>3.56%</a:t>
                    </a:r>
                  </a:p>
                </c:rich>
              </c:tx>
              <c:dLblPos val="inEnd"/>
              <c:showLegendKey val="0"/>
              <c:showVal val="1"/>
              <c:showCatName val="0"/>
              <c:showSerName val="0"/>
              <c:showPercent val="0"/>
              <c:showBubbleSize val="0"/>
            </c:dLbl>
            <c:dLbl>
              <c:idx val="9"/>
              <c:tx>
                <c:rich>
                  <a:bodyPr/>
                  <a:lstStyle/>
                  <a:p>
                    <a:r>
                      <a:t>2.28%</a:t>
                    </a:r>
                  </a:p>
                </c:rich>
              </c:tx>
              <c:dLblPos val="inEnd"/>
              <c:showLegendKey val="0"/>
              <c:showVal val="1"/>
              <c:showCatName val="0"/>
              <c:showSerName val="0"/>
              <c:showPercent val="0"/>
              <c:showBubbleSize val="0"/>
            </c:dLbl>
            <c:dLbl>
              <c:idx val="10"/>
              <c:tx>
                <c:rich>
                  <a:bodyPr/>
                  <a:lstStyle/>
                  <a:p>
                    <a:r>
                      <a:t>1.79%</a:t>
                    </a:r>
                  </a:p>
                </c:rich>
              </c:tx>
              <c:dLblPos val="inEnd"/>
              <c:showLegendKey val="0"/>
              <c:showVal val="1"/>
              <c:showCatName val="0"/>
              <c:showSerName val="0"/>
              <c:showPercent val="0"/>
              <c:showBubbleSize val="0"/>
            </c:dLbl>
            <c:dLbl>
              <c:idx val="11"/>
              <c:tx>
                <c:rich>
                  <a:bodyPr/>
                  <a:lstStyle/>
                  <a:p>
                    <a:r>
                      <a:t>1.37%</a:t>
                    </a:r>
                  </a:p>
                </c:rich>
              </c:tx>
              <c:dLblPos val="inEnd"/>
              <c:showLegendKey val="0"/>
              <c:showVal val="1"/>
              <c:showCatName val="0"/>
              <c:showSerName val="0"/>
              <c:showPercent val="0"/>
              <c:showBubbleSize val="0"/>
            </c:dLbl>
            <c:dLbl>
              <c:idx val="12"/>
              <c:tx>
                <c:rich>
                  <a:bodyPr/>
                  <a:lstStyle/>
                  <a:p>
                    <a:r>
                      <a:t>1.07%</a:t>
                    </a:r>
                  </a:p>
                </c:rich>
              </c:tx>
              <c:dLblPos val="inEnd"/>
              <c:showLegendKey val="0"/>
              <c:showVal val="1"/>
              <c:showCatName val="0"/>
              <c:showSerName val="0"/>
              <c:showPercent val="0"/>
              <c:showBubbleSize val="0"/>
            </c:dLbl>
            <c:dLbl>
              <c:idx val="13"/>
              <c:tx>
                <c:rich>
                  <a:bodyPr/>
                  <a:lstStyle/>
                  <a:p>
                    <a:r>
                      <a:t>-0.86%</a:t>
                    </a:r>
                  </a:p>
                </c:rich>
              </c:tx>
              <c:dLblPos val="inEnd"/>
              <c:showLegendKey val="0"/>
              <c:showVal val="1"/>
              <c:showCatName val="0"/>
              <c:showSerName val="0"/>
              <c:showPercent val="0"/>
              <c:showBubbleSize val="0"/>
            </c:dLbl>
            <c:dLbl>
              <c:idx val="14"/>
              <c:tx>
                <c:rich>
                  <a:bodyPr/>
                  <a:lstStyle/>
                  <a:p>
                    <a:r>
                      <a:t>-1.45%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Seasonality</c:v>
                </c:pt>
                <c:pt idx="1">
                  <c:v>Distribution</c:v>
                </c:pt>
                <c:pt idx="2">
                  <c:v>ABA</c:v>
                </c:pt>
                <c:pt idx="3">
                  <c:v>Digital_Perform...</c:v>
                </c:pt>
                <c:pt idx="4">
                  <c:v>Digital_DA</c:v>
                </c:pt>
                <c:pt idx="5">
                  <c:v>OOH</c:v>
                </c:pt>
                <c:pt idx="6">
                  <c:v>Base</c:v>
                </c:pt>
                <c:pt idx="7">
                  <c:v>TV</c:v>
                </c:pt>
                <c:pt idx="8">
                  <c:v>Digital_Video</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23.694682037902503</c:v>
                </c:pt>
                <c:pt idx="1">
                  <c:v>15.279245318770293</c:v>
                </c:pt>
                <c:pt idx="2">
                  <c:v>15.168977383368723</c:v>
                </c:pt>
                <c:pt idx="3">
                  <c:v>9.298536998072544</c:v>
                </c:pt>
                <c:pt idx="4">
                  <c:v>8.150258967695557</c:v>
                </c:pt>
                <c:pt idx="5">
                  <c:v>7.746215231925563</c:v>
                </c:pt>
                <c:pt idx="6">
                  <c:v>7.0213454748461706</c:v>
                </c:pt>
                <c:pt idx="7">
                  <c:v>5.872050468380224</c:v>
                </c:pt>
                <c:pt idx="8">
                  <c:v>3.559293079738209</c:v>
                </c:pt>
                <c:pt idx="9">
                  <c:v>2.279725243435844</c:v>
                </c:pt>
                <c:pt idx="10">
                  <c:v>1.7906620348992968</c:v>
                </c:pt>
                <c:pt idx="11">
                  <c:v>1.3676383856651455</c:v>
                </c:pt>
                <c:pt idx="12">
                  <c:v>1.0727118245968672</c:v>
                </c:pt>
                <c:pt idx="13">
                  <c:v>0.8560061425613918</c:v>
                </c:pt>
                <c:pt idx="14">
                  <c:v>1.4453363067355456</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3780000.0</c:v>
                </c:pt>
                <c:pt idx="1">
                  <c:v>4894800.0</c:v>
                </c:pt>
                <c:pt idx="2">
                  <c:v>6279300.0</c:v>
                </c:pt>
                <c:pt idx="3">
                  <c:v>5541900.0</c:v>
                </c:pt>
                <c:pt idx="4">
                  <c:v>4267400.0</c:v>
                </c:pt>
                <c:pt idx="5">
                  <c:v>4706000.0</c:v>
                </c:pt>
                <c:pt idx="6">
                  <c:v>5117600.0</c:v>
                </c:pt>
                <c:pt idx="7">
                  <c:v>5332000.0</c:v>
                </c:pt>
                <c:pt idx="8">
                  <c:v>3143600.0</c:v>
                </c:pt>
                <c:pt idx="9">
                  <c:v>3213500.0</c:v>
                </c:pt>
                <c:pt idx="10">
                  <c:v>4396900.0</c:v>
                </c:pt>
                <c:pt idx="11">
                  <c:v>3026800.0</c:v>
                </c:pt>
                <c:pt idx="12">
                  <c:v>5761500.0</c:v>
                </c:pt>
                <c:pt idx="13">
                  <c:v>4715600.0</c:v>
                </c:pt>
                <c:pt idx="14">
                  <c:v>5317600.0</c:v>
                </c:pt>
                <c:pt idx="15">
                  <c:v>4033700.0</c:v>
                </c:pt>
                <c:pt idx="16">
                  <c:v>4541600.0</c:v>
                </c:pt>
                <c:pt idx="17">
                  <c:v>4628300.0</c:v>
                </c:pt>
                <c:pt idx="18">
                  <c:v>5077900.0</c:v>
                </c:pt>
                <c:pt idx="19">
                  <c:v>4136000.0</c:v>
                </c:pt>
                <c:pt idx="20">
                  <c:v>5052700.0</c:v>
                </c:pt>
                <c:pt idx="21">
                  <c:v>4763800.0</c:v>
                </c:pt>
                <c:pt idx="22">
                  <c:v>4325800.0</c:v>
                </c:pt>
                <c:pt idx="23">
                  <c:v>2232700.0</c:v>
                </c:pt>
                <c:pt idx="24">
                  <c:v>6695600.0</c:v>
                </c:pt>
                <c:pt idx="25">
                  <c:v>5731900.0</c:v>
                </c:pt>
                <c:pt idx="26">
                  <c:v>4559500.0</c:v>
                </c:pt>
                <c:pt idx="27">
                  <c:v>6718800.0</c:v>
                </c:pt>
                <c:pt idx="28">
                  <c:v>5479500.0</c:v>
                </c:pt>
                <c:pt idx="29">
                  <c:v>3825800.0</c:v>
                </c:pt>
                <c:pt idx="30">
                  <c:v>4225700.0</c:v>
                </c:pt>
                <c:pt idx="31">
                  <c:v>5251000.0</c:v>
                </c:pt>
                <c:pt idx="32">
                  <c:v>3946300.0</c:v>
                </c:pt>
                <c:pt idx="33">
                  <c:v>3838700.0</c:v>
                </c:pt>
                <c:pt idx="34">
                  <c:v>5147900.0</c:v>
                </c:pt>
                <c:pt idx="35">
                  <c:v>4009000.0</c:v>
                </c:pt>
                <c:pt idx="36">
                  <c:v>4773500.0</c:v>
                </c:pt>
                <c:pt idx="37">
                  <c:v>4219600.0</c:v>
                </c:pt>
                <c:pt idx="38">
                  <c:v>4078200.0</c:v>
                </c:pt>
                <c:pt idx="39">
                  <c:v>5297600.0</c:v>
                </c:pt>
                <c:pt idx="40">
                  <c:v>6506100.0</c:v>
                </c:pt>
                <c:pt idx="41">
                  <c:v>4963900.0</c:v>
                </c:pt>
                <c:pt idx="42">
                  <c:v>4816100.0</c:v>
                </c:pt>
                <c:pt idx="43">
                  <c:v>4380200.0</c:v>
                </c:pt>
                <c:pt idx="44">
                  <c:v>4289700.0</c:v>
                </c:pt>
                <c:pt idx="45">
                  <c:v>4672000.0</c:v>
                </c:pt>
                <c:pt idx="46">
                  <c:v>6218000.0</c:v>
                </c:pt>
                <c:pt idx="47">
                  <c:v>6151800.0</c:v>
                </c:pt>
                <c:pt idx="48">
                  <c:v>7653200.0</c:v>
                </c:pt>
                <c:pt idx="49">
                  <c:v>6130800.0</c:v>
                </c:pt>
                <c:pt idx="50">
                  <c:v>6051300.0</c:v>
                </c:pt>
                <c:pt idx="51">
                  <c:v>6034600.0</c:v>
                </c:pt>
                <c:pt idx="52">
                  <c:v>6681300.0</c:v>
                </c:pt>
                <c:pt idx="53">
                  <c:v>6779700.0</c:v>
                </c:pt>
                <c:pt idx="54">
                  <c:v>5723600.0</c:v>
                </c:pt>
                <c:pt idx="55">
                  <c:v>5987500.0</c:v>
                </c:pt>
                <c:pt idx="56">
                  <c:v>5621000.0</c:v>
                </c:pt>
                <c:pt idx="57">
                  <c:v>5123900.0</c:v>
                </c:pt>
                <c:pt idx="58">
                  <c:v>5379300.0</c:v>
                </c:pt>
                <c:pt idx="59">
                  <c:v>3513000.0</c:v>
                </c:pt>
                <c:pt idx="60">
                  <c:v>955000.0</c:v>
                </c:pt>
                <c:pt idx="61">
                  <c:v>4727400.0</c:v>
                </c:pt>
                <c:pt idx="62">
                  <c:v>5111100.0</c:v>
                </c:pt>
                <c:pt idx="63">
                  <c:v>8853200.0</c:v>
                </c:pt>
                <c:pt idx="64">
                  <c:v>6246200.0</c:v>
                </c:pt>
                <c:pt idx="65">
                  <c:v>4360000.0</c:v>
                </c:pt>
                <c:pt idx="66">
                  <c:v>3457400.0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3551597.4603891848</c:v>
                </c:pt>
                <c:pt idx="1">
                  <c:v>4976303.207788672</c:v>
                </c:pt>
                <c:pt idx="2">
                  <c:v>6591009.603439653</c:v>
                </c:pt>
                <c:pt idx="3">
                  <c:v>5426146.249643274</c:v>
                </c:pt>
                <c:pt idx="4">
                  <c:v>4265536.015375992</c:v>
                </c:pt>
                <c:pt idx="5">
                  <c:v>4821200.361080492</c:v>
                </c:pt>
                <c:pt idx="6">
                  <c:v>5314335.5323682595</c:v>
                </c:pt>
                <c:pt idx="7">
                  <c:v>5208485.037184812</c:v>
                </c:pt>
                <c:pt idx="8">
                  <c:v>3182957.3594720755</c:v>
                </c:pt>
                <c:pt idx="9">
                  <c:v>3408915.679868719</c:v>
                </c:pt>
                <c:pt idx="10">
                  <c:v>4414524.72218151</c:v>
                </c:pt>
                <c:pt idx="11">
                  <c:v>3108986.9980069143</c:v>
                </c:pt>
                <c:pt idx="12">
                  <c:v>5688322.071077061</c:v>
                </c:pt>
                <c:pt idx="13">
                  <c:v>4746572.377782246</c:v>
                </c:pt>
                <c:pt idx="14">
                  <c:v>5363972.240147268</c:v>
                </c:pt>
                <c:pt idx="15">
                  <c:v>3986510.9419108247</c:v>
                </c:pt>
                <c:pt idx="16">
                  <c:v>4626272.476492874</c:v>
                </c:pt>
                <c:pt idx="17">
                  <c:v>4813767.985800181</c:v>
                </c:pt>
                <c:pt idx="18">
                  <c:v>4802614.367582887</c:v>
                </c:pt>
                <c:pt idx="19">
                  <c:v>4023461.956105831</c:v>
                </c:pt>
                <c:pt idx="20">
                  <c:v>4780190.775901439</c:v>
                </c:pt>
                <c:pt idx="21">
                  <c:v>4778283.654053989</c:v>
                </c:pt>
                <c:pt idx="22">
                  <c:v>4306286.528042131</c:v>
                </c:pt>
                <c:pt idx="23">
                  <c:v>2348134.70274624</c:v>
                </c:pt>
                <c:pt idx="24">
                  <c:v>6495476.252193675</c:v>
                </c:pt>
                <c:pt idx="25">
                  <c:v>5700538.489552835</c:v>
                </c:pt>
                <c:pt idx="26">
                  <c:v>4289668.161090588</c:v>
                </c:pt>
                <c:pt idx="27">
                  <c:v>6680464.981959327</c:v>
                </c:pt>
                <c:pt idx="28">
                  <c:v>5887483.036219053</c:v>
                </c:pt>
                <c:pt idx="29">
                  <c:v>3833065.463944887</c:v>
                </c:pt>
                <c:pt idx="30">
                  <c:v>4043742.9120505108</c:v>
                </c:pt>
                <c:pt idx="31">
                  <c:v>5295443.207266678</c:v>
                </c:pt>
                <c:pt idx="32">
                  <c:v>3838385.0895458036</c:v>
                </c:pt>
                <c:pt idx="33">
                  <c:v>3819428.730209524</c:v>
                </c:pt>
                <c:pt idx="34">
                  <c:v>5102864.446808442</c:v>
                </c:pt>
                <c:pt idx="35">
                  <c:v>4098272.324606182</c:v>
                </c:pt>
                <c:pt idx="36">
                  <c:v>4771430.815202263</c:v>
                </c:pt>
                <c:pt idx="37">
                  <c:v>4561801.965290312</c:v>
                </c:pt>
                <c:pt idx="38">
                  <c:v>4422893.881270339</c:v>
                </c:pt>
                <c:pt idx="39">
                  <c:v>5210951.406575263</c:v>
                </c:pt>
                <c:pt idx="40">
                  <c:v>6924042.835843008</c:v>
                </c:pt>
                <c:pt idx="41">
                  <c:v>4991501.540350766</c:v>
                </c:pt>
                <c:pt idx="42">
                  <c:v>5033821.818550821</c:v>
                </c:pt>
                <c:pt idx="43">
                  <c:v>4504729.50627257</c:v>
                </c:pt>
                <c:pt idx="44">
                  <c:v>4234380.579981921</c:v>
                </c:pt>
                <c:pt idx="45">
                  <c:v>4686839.221415999</c:v>
                </c:pt>
                <c:pt idx="46">
                  <c:v>5892474.849776347</c:v>
                </c:pt>
                <c:pt idx="47">
                  <c:v>6248693.923833979</c:v>
                </c:pt>
                <c:pt idx="48">
                  <c:v>7662218.176823993</c:v>
                </c:pt>
                <c:pt idx="49">
                  <c:v>5984386.045919092</c:v>
                </c:pt>
                <c:pt idx="50">
                  <c:v>5990219.360830848</c:v>
                </c:pt>
                <c:pt idx="51">
                  <c:v>5692775.404629551</c:v>
                </c:pt>
                <c:pt idx="52">
                  <c:v>6702219.980342009</c:v>
                </c:pt>
                <c:pt idx="53">
                  <c:v>6777380.439864537</c:v>
                </c:pt>
                <c:pt idx="54">
                  <c:v>5622388.22667006</c:v>
                </c:pt>
                <c:pt idx="55">
                  <c:v>5724386.535066608</c:v>
                </c:pt>
                <c:pt idx="56">
                  <c:v>5929274.627823208</c:v>
                </c:pt>
                <c:pt idx="57">
                  <c:v>5113378.691629998</c:v>
                </c:pt>
                <c:pt idx="58">
                  <c:v>5106690.3113249615</c:v>
                </c:pt>
                <c:pt idx="59">
                  <c:v>3455526.0447667195</c:v>
                </c:pt>
                <c:pt idx="60">
                  <c:v>931354.0790278147</c:v>
                </c:pt>
                <c:pt idx="61">
                  <c:v>4742207.473919986</c:v>
                </c:pt>
                <c:pt idx="62">
                  <c:v>5086202.730414544</c:v>
                </c:pt>
                <c:pt idx="63">
                  <c:v>8617149.875523567</c:v>
                </c:pt>
                <c:pt idx="64">
                  <c:v>5909145.833317467</c:v>
                </c:pt>
                <c:pt idx="65">
                  <c:v>4365677.003227504</c:v>
                </c:pt>
                <c:pt idx="66">
                  <c:v>3372259.808707103</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062384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810445346.0</c:v>
                </c:pt>
                <c:pt idx="1">
                  <c:v>1086925488.0</c:v>
                </c:pt>
                <c:pt idx="2">
                  <c:v>1508228017.0</c:v>
                </c:pt>
                <c:pt idx="3">
                  <c:v>1329453208.0</c:v>
                </c:pt>
                <c:pt idx="4">
                  <c:v>1002011847.0</c:v>
                </c:pt>
                <c:pt idx="5">
                  <c:v>1005974441.0</c:v>
                </c:pt>
                <c:pt idx="6">
                  <c:v>1010841328.0</c:v>
                </c:pt>
                <c:pt idx="7">
                  <c:v>937143068.0</c:v>
                </c:pt>
                <c:pt idx="8">
                  <c:v>506240047.0</c:v>
                </c:pt>
                <c:pt idx="9">
                  <c:v>529525198.0</c:v>
                </c:pt>
                <c:pt idx="10">
                  <c:v>774240988.0</c:v>
                </c:pt>
                <c:pt idx="11">
                  <c:v>577019398.0</c:v>
                </c:pt>
                <c:pt idx="12">
                  <c:v>1193965984.0</c:v>
                </c:pt>
                <c:pt idx="13">
                  <c:v>1098506359.0</c:v>
                </c:pt>
                <c:pt idx="14">
                  <c:v>1291640753.0</c:v>
                </c:pt>
                <c:pt idx="15">
                  <c:v>969300594.0</c:v>
                </c:pt>
                <c:pt idx="16">
                  <c:v>1019998213.0</c:v>
                </c:pt>
                <c:pt idx="17">
                  <c:v>935718621.0</c:v>
                </c:pt>
                <c:pt idx="18">
                  <c:v>947183596.0</c:v>
                </c:pt>
                <c:pt idx="19">
                  <c:v>693030454.0</c:v>
                </c:pt>
                <c:pt idx="20">
                  <c:v>797911711.0</c:v>
                </c:pt>
                <c:pt idx="21">
                  <c:v>768248191.0</c:v>
                </c:pt>
                <c:pt idx="22">
                  <c:v>743827971.0</c:v>
                </c:pt>
                <c:pt idx="23">
                  <c:v>406808514.0</c:v>
                </c:pt>
                <c:pt idx="24">
                  <c:v>1407876371.0</c:v>
                </c:pt>
                <c:pt idx="25">
                  <c:v>1302660632.0</c:v>
                </c:pt>
                <c:pt idx="26">
                  <c:v>1047386136.0</c:v>
                </c:pt>
                <c:pt idx="27">
                  <c:v>1590945921.0</c:v>
                </c:pt>
                <c:pt idx="28">
                  <c:v>1241333885.0</c:v>
                </c:pt>
                <c:pt idx="29">
                  <c:v>828144257.0</c:v>
                </c:pt>
                <c:pt idx="30">
                  <c:v>796274639.0</c:v>
                </c:pt>
                <c:pt idx="31">
                  <c:v>901236741.0</c:v>
                </c:pt>
                <c:pt idx="32">
                  <c:v>642698462.0</c:v>
                </c:pt>
                <c:pt idx="33">
                  <c:v>624698559.0</c:v>
                </c:pt>
                <c:pt idx="34">
                  <c:v>899189851.0</c:v>
                </c:pt>
                <c:pt idx="35">
                  <c:v>721465233.0</c:v>
                </c:pt>
                <c:pt idx="36">
                  <c:v>989713318.0</c:v>
                </c:pt>
                <c:pt idx="37">
                  <c:v>984075904.0</c:v>
                </c:pt>
                <c:pt idx="38">
                  <c:v>994855803.0</c:v>
                </c:pt>
                <c:pt idx="39">
                  <c:v>1247625192.0</c:v>
                </c:pt>
                <c:pt idx="40">
                  <c:v>1513688520.0</c:v>
                </c:pt>
                <c:pt idx="41">
                  <c:v>1053727758.0</c:v>
                </c:pt>
                <c:pt idx="42">
                  <c:v>908770020.0</c:v>
                </c:pt>
                <c:pt idx="43">
                  <c:v>782217763.0</c:v>
                </c:pt>
                <c:pt idx="44">
                  <c:v>714151922.0</c:v>
                </c:pt>
                <c:pt idx="45">
                  <c:v>724115151.0</c:v>
                </c:pt>
                <c:pt idx="46">
                  <c:v>1039621916.0</c:v>
                </c:pt>
                <c:pt idx="47">
                  <c:v>1137432693.0</c:v>
                </c:pt>
                <c:pt idx="48">
                  <c:v>1613359121.0</c:v>
                </c:pt>
                <c:pt idx="49">
                  <c:v>1458070798.0</c:v>
                </c:pt>
                <c:pt idx="50">
                  <c:v>1456990523.0</c:v>
                </c:pt>
                <c:pt idx="51">
                  <c:v>1449640554.0</c:v>
                </c:pt>
                <c:pt idx="52">
                  <c:v>1481453604.0</c:v>
                </c:pt>
                <c:pt idx="53">
                  <c:v>1479782990.0</c:v>
                </c:pt>
                <c:pt idx="54">
                  <c:v>1085082549.0</c:v>
                </c:pt>
                <c:pt idx="55">
                  <c:v>1004432316.9999999</c:v>
                </c:pt>
                <c:pt idx="56">
                  <c:v>873797754.0</c:v>
                </c:pt>
                <c:pt idx="57">
                  <c:v>832674925.0</c:v>
                </c:pt>
                <c:pt idx="58">
                  <c:v>938683726.0</c:v>
                </c:pt>
                <c:pt idx="59">
                  <c:v>662659452.0</c:v>
                </c:pt>
                <c:pt idx="60">
                  <c:v>209211850.0</c:v>
                </c:pt>
                <c:pt idx="61">
                  <c:v>1015937246.0</c:v>
                </c:pt>
                <c:pt idx="62">
                  <c:v>1169870614.0</c:v>
                </c:pt>
                <c:pt idx="63">
                  <c:v>2112402674.0</c:v>
                </c:pt>
                <c:pt idx="64">
                  <c:v>1439327900.0</c:v>
                </c:pt>
                <c:pt idx="65">
                  <c:v>967892060.0</c:v>
                </c:pt>
                <c:pt idx="66">
                  <c:v>711035083.0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760062114.5339396</c:v>
                </c:pt>
                <c:pt idx="1">
                  <c:v>1104635737.3981566</c:v>
                </c:pt>
                <c:pt idx="2">
                  <c:v>1586198110.6666589</c:v>
                </c:pt>
                <c:pt idx="3">
                  <c:v>1305038094.4409704</c:v>
                </c:pt>
                <c:pt idx="4">
                  <c:v>1001104557.5957434</c:v>
                </c:pt>
                <c:pt idx="5">
                  <c:v>1027189614.5166923</c:v>
                </c:pt>
                <c:pt idx="6">
                  <c:v>1047357972.7305857</c:v>
                </c:pt>
                <c:pt idx="7">
                  <c:v>914297598.7079748</c:v>
                </c:pt>
                <c:pt idx="8">
                  <c:v>512353881.5399449</c:v>
                </c:pt>
                <c:pt idx="9">
                  <c:v>562362556.6938217</c:v>
                </c:pt>
                <c:pt idx="10">
                  <c:v>778116282.2609274</c:v>
                </c:pt>
                <c:pt idx="11">
                  <c:v>593426460.9658769</c:v>
                </c:pt>
                <c:pt idx="12">
                  <c:v>1179739758.746761</c:v>
                </c:pt>
                <c:pt idx="13">
                  <c:v>1102967238.442225</c:v>
                </c:pt>
                <c:pt idx="14">
                  <c:v>1305324718.69773</c:v>
                </c:pt>
                <c:pt idx="15">
                  <c:v>954816355.465532</c:v>
                </c:pt>
                <c:pt idx="16">
                  <c:v>1038896159.3389832</c:v>
                </c:pt>
                <c:pt idx="17">
                  <c:v>971940395.3897665</c:v>
                </c:pt>
                <c:pt idx="18">
                  <c:v>896973077.6133093</c:v>
                </c:pt>
                <c:pt idx="19">
                  <c:v>671571803.0862105</c:v>
                </c:pt>
                <c:pt idx="20">
                  <c:v>753794538.890265</c:v>
                </c:pt>
                <c:pt idx="21">
                  <c:v>770969293.483595</c:v>
                </c:pt>
                <c:pt idx="22">
                  <c:v>739570799.2795715</c:v>
                </c:pt>
                <c:pt idx="23">
                  <c:v>428020454.27849114</c:v>
                </c:pt>
                <c:pt idx="24">
                  <c:v>1365653897.7328234</c:v>
                </c:pt>
                <c:pt idx="25">
                  <c:v>1296908464.7844028</c:v>
                </c:pt>
                <c:pt idx="26">
                  <c:v>985294660.6847203</c:v>
                </c:pt>
                <c:pt idx="27">
                  <c:v>1581070197.289466</c:v>
                </c:pt>
                <c:pt idx="28">
                  <c:v>1335484081.4301467</c:v>
                </c:pt>
                <c:pt idx="29">
                  <c:v>829177176.3490233</c:v>
                </c:pt>
                <c:pt idx="30">
                  <c:v>760292621.0493138</c:v>
                </c:pt>
                <c:pt idx="31">
                  <c:v>908314260.2504201</c:v>
                </c:pt>
                <c:pt idx="32">
                  <c:v>625399794.609793</c:v>
                </c:pt>
                <c:pt idx="33">
                  <c:v>620092720.351907</c:v>
                </c:pt>
                <c:pt idx="34">
                  <c:v>892124312.0557683</c:v>
                </c:pt>
                <c:pt idx="35">
                  <c:v>737697542.6975316</c:v>
                </c:pt>
                <c:pt idx="36">
                  <c:v>989953173.2173861</c:v>
                </c:pt>
                <c:pt idx="37">
                  <c:v>1068549143.7367449</c:v>
                </c:pt>
                <c:pt idx="38">
                  <c:v>1079842042.1813438</c:v>
                </c:pt>
                <c:pt idx="39">
                  <c:v>1224657541.7083166</c:v>
                </c:pt>
                <c:pt idx="40">
                  <c:v>1607234082.3191185</c:v>
                </c:pt>
                <c:pt idx="41">
                  <c:v>1059890986.5077528</c:v>
                </c:pt>
                <c:pt idx="42">
                  <c:v>948136880.4510876</c:v>
                </c:pt>
                <c:pt idx="43">
                  <c:v>805710934.8169248</c:v>
                </c:pt>
                <c:pt idx="44">
                  <c:v>706067648.5647728</c:v>
                </c:pt>
                <c:pt idx="45">
                  <c:v>727737142.7884381</c:v>
                </c:pt>
                <c:pt idx="46">
                  <c:v>986178850.3937894</c:v>
                </c:pt>
                <c:pt idx="47">
                  <c:v>1158826200.575615</c:v>
                </c:pt>
                <c:pt idx="48">
                  <c:v>1618694994.3201504</c:v>
                </c:pt>
                <c:pt idx="49">
                  <c:v>1423846166.6622279</c:v>
                </c:pt>
                <c:pt idx="50">
                  <c:v>1441332818.4555123</c:v>
                </c:pt>
                <c:pt idx="51">
                  <c:v>1371189843.0685294</c:v>
                </c:pt>
                <c:pt idx="52">
                  <c:v>1490864552.02431</c:v>
                </c:pt>
                <c:pt idx="53">
                  <c:v>1477716504.346102</c:v>
                </c:pt>
                <c:pt idx="54">
                  <c:v>1063159919.594309</c:v>
                </c:pt>
                <c:pt idx="55">
                  <c:v>958569881.3053532</c:v>
                </c:pt>
                <c:pt idx="56">
                  <c:v>924994144.7252301</c:v>
                </c:pt>
                <c:pt idx="57">
                  <c:v>828365548.7651684</c:v>
                </c:pt>
                <c:pt idx="58">
                  <c:v>890974152.5747304</c:v>
                </c:pt>
                <c:pt idx="59">
                  <c:v>652133728.8458316</c:v>
                </c:pt>
                <c:pt idx="60">
                  <c:v>204031738.09262335</c:v>
                </c:pt>
                <c:pt idx="61">
                  <c:v>1018562194.823461</c:v>
                </c:pt>
                <c:pt idx="62">
                  <c:v>1167199398.919385</c:v>
                </c:pt>
                <c:pt idx="63">
                  <c:v>2055329165.182947</c:v>
                </c:pt>
                <c:pt idx="64">
                  <c:v>1364349970.983588</c:v>
                </c:pt>
                <c:pt idx="65">
                  <c:v>970976831.9249468</c:v>
                </c:pt>
                <c:pt idx="66">
                  <c:v>694972280.1036046</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534883209.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Brand_1_Master_B Form_B: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911809.1483620929</c:v>
                </c:pt>
                <c:pt idx="1">
                  <c:v>1437466.831161963</c:v>
                </c:pt>
                <c:pt idx="2">
                  <c:v>1956401.862995809</c:v>
                </c:pt>
                <c:pt idx="3">
                  <c:v>1406902.8304680951</c:v>
                </c:pt>
                <c:pt idx="4">
                  <c:v>1283665.2148189675</c:v>
                </c:pt>
                <c:pt idx="5">
                  <c:v>1205802.8199775026</c:v>
                </c:pt>
                <c:pt idx="6">
                  <c:v>1188464.2807493082</c:v>
                </c:pt>
                <c:pt idx="7">
                  <c:v>1655655.117686708</c:v>
                </c:pt>
                <c:pt idx="8">
                  <c:v>1046535.6425041417</c:v>
                </c:pt>
                <c:pt idx="9">
                  <c:v>679475.191637914</c:v>
                </c:pt>
                <c:pt idx="10">
                  <c:v>943879.6015932102</c:v>
                </c:pt>
                <c:pt idx="11">
                  <c:v>809256.8679590696</c:v>
                </c:pt>
                <c:pt idx="12">
                  <c:v>1287080.6748833763</c:v>
                </c:pt>
                <c:pt idx="13">
                  <c:v>1715109.286697902</c:v>
                </c:pt>
                <c:pt idx="14">
                  <c:v>1538182.884658293</c:v>
                </c:pt>
                <c:pt idx="15">
                  <c:v>954110.7936453847</c:v>
                </c:pt>
                <c:pt idx="16">
                  <c:v>1009168.2688134508</c:v>
                </c:pt>
                <c:pt idx="17">
                  <c:v>1405530.8450613944</c:v>
                </c:pt>
                <c:pt idx="18">
                  <c:v>1584334.334217821</c:v>
                </c:pt>
                <c:pt idx="19">
                  <c:v>1670270.56000061</c:v>
                </c:pt>
                <c:pt idx="20">
                  <c:v>1073235.4756822109</c:v>
                </c:pt>
                <c:pt idx="21">
                  <c:v>1097916.7403909487</c:v>
                </c:pt>
                <c:pt idx="22">
                  <c:v>817426.0740983695</c:v>
                </c:pt>
                <c:pt idx="23">
                  <c:v>484308.73658576945</c:v>
                </c:pt>
                <c:pt idx="24">
                  <c:v>1435691.4921880644</c:v>
                </c:pt>
                <c:pt idx="25">
                  <c:v>1662085.150951233</c:v>
                </c:pt>
                <c:pt idx="26">
                  <c:v>1577091.1314002303</c:v>
                </c:pt>
                <c:pt idx="27">
                  <c:v>1319491.540352788</c:v>
                </c:pt>
                <c:pt idx="28">
                  <c:v>844193.0389558258</c:v>
                </c:pt>
                <c:pt idx="29">
                  <c:v>772706.4039422112</c:v>
                </c:pt>
                <c:pt idx="30">
                  <c:v>642696.3858749287</c:v>
                </c:pt>
                <c:pt idx="31">
                  <c:v>822914.0257897998</c:v>
                </c:pt>
                <c:pt idx="32">
                  <c:v>653117.8030273606</c:v>
                </c:pt>
                <c:pt idx="33">
                  <c:v>514862.5485231846</c:v>
                </c:pt>
                <c:pt idx="34">
                  <c:v>1109932.3736812365</c:v>
                </c:pt>
                <c:pt idx="35">
                  <c:v>1246735.0417379541</c:v>
                </c:pt>
                <c:pt idx="36">
                  <c:v>1166919.6366662146</c:v>
                </c:pt>
                <c:pt idx="37">
                  <c:v>884017.7446091296</c:v>
                </c:pt>
                <c:pt idx="38">
                  <c:v>1118526.0504675955</c:v>
                </c:pt>
                <c:pt idx="39">
                  <c:v>1187702.0880831457</c:v>
                </c:pt>
                <c:pt idx="40">
                  <c:v>1318106.3009665327</c:v>
                </c:pt>
                <c:pt idx="41">
                  <c:v>887292.096609916</c:v>
                </c:pt>
                <c:pt idx="42">
                  <c:v>966914.2106411674</c:v>
                </c:pt>
                <c:pt idx="43">
                  <c:v>675079.7423046706</c:v>
                </c:pt>
                <c:pt idx="44">
                  <c:v>589088.5679052236</c:v>
                </c:pt>
                <c:pt idx="45">
                  <c:v>1092393.062904463</c:v>
                </c:pt>
                <c:pt idx="46">
                  <c:v>1014588.5541735468</c:v>
                </c:pt>
                <c:pt idx="47">
                  <c:v>1359856.5785303996</c:v>
                </c:pt>
                <c:pt idx="48">
                  <c:v>1948991.5455678427</c:v>
                </c:pt>
                <c:pt idx="49">
                  <c:v>835596.9583955295</c:v>
                </c:pt>
                <c:pt idx="50">
                  <c:v>950325.7212447867</c:v>
                </c:pt>
                <c:pt idx="51">
                  <c:v>1199392.3800197667</c:v>
                </c:pt>
                <c:pt idx="52">
                  <c:v>1058189.414562893</c:v>
                </c:pt>
                <c:pt idx="53">
                  <c:v>994239.4452719976</c:v>
                </c:pt>
                <c:pt idx="54">
                  <c:v>1265563.2689280845</c:v>
                </c:pt>
                <c:pt idx="55">
                  <c:v>1051307.1431970713</c:v>
                </c:pt>
                <c:pt idx="56">
                  <c:v>1326041.6051786717</c:v>
                </c:pt>
                <c:pt idx="57">
                  <c:v>781230.1171066153</c:v>
                </c:pt>
                <c:pt idx="58">
                  <c:v>780130.4045152321</c:v>
                </c:pt>
                <c:pt idx="59">
                  <c:v>632950.5895141627</c:v>
                </c:pt>
                <c:pt idx="60">
                  <c:v>644889.7375279765</c:v>
                </c:pt>
                <c:pt idx="61">
                  <c:v>1109932.3736812365</c:v>
                </c:pt>
                <c:pt idx="62">
                  <c:v>1339897.498443875</c:v>
                </c:pt>
                <c:pt idx="63">
                  <c:v>697339.9818320241</c:v>
                </c:pt>
                <c:pt idx="64">
                  <c:v>505282.67446372955</c:v>
                </c:pt>
                <c:pt idx="65">
                  <c:v>401345.99508527905</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484090.36505661125</c:v>
                </c:pt>
                <c:pt idx="1">
                  <c:v>484090.36505661125</c:v>
                </c:pt>
                <c:pt idx="2">
                  <c:v>605112.956320764</c:v>
                </c:pt>
                <c:pt idx="3">
                  <c:v>484090.36505661125</c:v>
                </c:pt>
                <c:pt idx="4">
                  <c:v>484090.36505661125</c:v>
                </c:pt>
                <c:pt idx="5">
                  <c:v>605112.956320764</c:v>
                </c:pt>
                <c:pt idx="6">
                  <c:v>484090.36505661125</c:v>
                </c:pt>
                <c:pt idx="7">
                  <c:v>605112.956320764</c:v>
                </c:pt>
                <c:pt idx="8">
                  <c:v>484090.36505661125</c:v>
                </c:pt>
                <c:pt idx="9">
                  <c:v>484090.36505661125</c:v>
                </c:pt>
                <c:pt idx="10">
                  <c:v>605112.956320764</c:v>
                </c:pt>
                <c:pt idx="11">
                  <c:v>484090.36505661125</c:v>
                </c:pt>
                <c:pt idx="12">
                  <c:v>484090.36505661125</c:v>
                </c:pt>
                <c:pt idx="13">
                  <c:v>484090.36505661125</c:v>
                </c:pt>
                <c:pt idx="14">
                  <c:v>605112.956320764</c:v>
                </c:pt>
                <c:pt idx="15">
                  <c:v>484090.36505661125</c:v>
                </c:pt>
                <c:pt idx="16">
                  <c:v>605112.956320764</c:v>
                </c:pt>
                <c:pt idx="17">
                  <c:v>484090.36505661125</c:v>
                </c:pt>
                <c:pt idx="18">
                  <c:v>484090.36505661125</c:v>
                </c:pt>
                <c:pt idx="19">
                  <c:v>605112.956320764</c:v>
                </c:pt>
                <c:pt idx="20">
                  <c:v>484090.36505661125</c:v>
                </c:pt>
                <c:pt idx="21">
                  <c:v>484090.36505661125</c:v>
                </c:pt>
                <c:pt idx="22">
                  <c:v>605112.956320764</c:v>
                </c:pt>
                <c:pt idx="23">
                  <c:v>484090.36505661125</c:v>
                </c:pt>
                <c:pt idx="24">
                  <c:v>605112.956320764</c:v>
                </c:pt>
                <c:pt idx="25">
                  <c:v>484090.36505661125</c:v>
                </c:pt>
                <c:pt idx="26">
                  <c:v>484090.36505661125</c:v>
                </c:pt>
                <c:pt idx="27">
                  <c:v>484090.36505661125</c:v>
                </c:pt>
                <c:pt idx="28">
                  <c:v>605112.956320764</c:v>
                </c:pt>
                <c:pt idx="29">
                  <c:v>484090.36505661125</c:v>
                </c:pt>
                <c:pt idx="30">
                  <c:v>484090.36505661125</c:v>
                </c:pt>
                <c:pt idx="31">
                  <c:v>605112.956320764</c:v>
                </c:pt>
                <c:pt idx="32">
                  <c:v>484090.36505661125</c:v>
                </c:pt>
                <c:pt idx="33">
                  <c:v>605112.956320764</c:v>
                </c:pt>
                <c:pt idx="34">
                  <c:v>484090.36505661125</c:v>
                </c:pt>
                <c:pt idx="35">
                  <c:v>484090.36505661125</c:v>
                </c:pt>
                <c:pt idx="36">
                  <c:v>605112.956320764</c:v>
                </c:pt>
                <c:pt idx="37">
                  <c:v>484090.36505661125</c:v>
                </c:pt>
                <c:pt idx="38">
                  <c:v>484090.36505661125</c:v>
                </c:pt>
                <c:pt idx="39">
                  <c:v>484090.36505661125</c:v>
                </c:pt>
                <c:pt idx="40">
                  <c:v>605112.956320764</c:v>
                </c:pt>
                <c:pt idx="41">
                  <c:v>484090.36505661125</c:v>
                </c:pt>
                <c:pt idx="42">
                  <c:v>605112.956320764</c:v>
                </c:pt>
                <c:pt idx="43">
                  <c:v>484090.36505661125</c:v>
                </c:pt>
                <c:pt idx="44">
                  <c:v>484090.36505661125</c:v>
                </c:pt>
                <c:pt idx="45">
                  <c:v>605112.956320764</c:v>
                </c:pt>
                <c:pt idx="46">
                  <c:v>484090.36505661125</c:v>
                </c:pt>
                <c:pt idx="47">
                  <c:v>484090.36505661125</c:v>
                </c:pt>
                <c:pt idx="48">
                  <c:v>605112.956320764</c:v>
                </c:pt>
                <c:pt idx="49">
                  <c:v>484090.36505661125</c:v>
                </c:pt>
                <c:pt idx="50">
                  <c:v>484090.36505661125</c:v>
                </c:pt>
                <c:pt idx="51">
                  <c:v>605112.956320764</c:v>
                </c:pt>
                <c:pt idx="52">
                  <c:v>484090.36505661125</c:v>
                </c:pt>
                <c:pt idx="53">
                  <c:v>484090.36505661125</c:v>
                </c:pt>
                <c:pt idx="54">
                  <c:v>605112.956320764</c:v>
                </c:pt>
                <c:pt idx="55">
                  <c:v>484090.36505661125</c:v>
                </c:pt>
                <c:pt idx="56">
                  <c:v>605112.956320764</c:v>
                </c:pt>
                <c:pt idx="57">
                  <c:v>484090.36505661125</c:v>
                </c:pt>
                <c:pt idx="58">
                  <c:v>484090.36505661125</c:v>
                </c:pt>
                <c:pt idx="59">
                  <c:v>605112.956320764</c:v>
                </c:pt>
                <c:pt idx="60">
                  <c:v>484090.36505661125</c:v>
                </c:pt>
                <c:pt idx="61">
                  <c:v>484090.36505661125</c:v>
                </c:pt>
                <c:pt idx="62">
                  <c:v>605112.956320764</c:v>
                </c:pt>
                <c:pt idx="63">
                  <c:v>484090.36505661125</c:v>
                </c:pt>
                <c:pt idx="64">
                  <c:v>484090.36505661125</c:v>
                </c:pt>
                <c:pt idx="65">
                  <c:v>484090.36505661125</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32173.872829897915</c:v>
                </c:pt>
                <c:pt idx="1">
                  <c:v>257567.32056061167</c:v>
                </c:pt>
                <c:pt idx="2">
                  <c:v>269722.6250180824</c:v>
                </c:pt>
                <c:pt idx="3">
                  <c:v>137034.07360101544</c:v>
                </c:pt>
                <c:pt idx="4">
                  <c:v>6091.7112069331815</c:v>
                </c:pt>
                <c:pt idx="5">
                  <c:v>101090.71727406849</c:v>
                </c:pt>
                <c:pt idx="6">
                  <c:v>11878.326567869784</c:v>
                </c:pt>
                <c:pt idx="7">
                  <c:v>255318.8781586332</c:v>
                </c:pt>
                <c:pt idx="8">
                  <c:v>201043.97844729346</c:v>
                </c:pt>
                <c:pt idx="9">
                  <c:v>350574.316371183</c:v>
                </c:pt>
                <c:pt idx="10">
                  <c:v>158379.34225059542</c:v>
                </c:pt>
                <c:pt idx="11">
                  <c:v>207159.38153184706</c:v>
                </c:pt>
                <c:pt idx="12">
                  <c:v>307676.6237583147</c:v>
                </c:pt>
                <c:pt idx="13">
                  <c:v>27268.01729252973</c:v>
                </c:pt>
                <c:pt idx="14">
                  <c:v>193280.7147397944</c:v>
                </c:pt>
                <c:pt idx="15">
                  <c:v>145003.05995874875</c:v>
                </c:pt>
                <c:pt idx="16">
                  <c:v>208825.21702695548</c:v>
                </c:pt>
                <c:pt idx="17">
                  <c:v>177647.82825281224</c:v>
                </c:pt>
                <c:pt idx="18">
                  <c:v>107915.37779412104</c:v>
                </c:pt>
                <c:pt idx="19">
                  <c:v>2600.2264255955647</c:v>
                </c:pt>
                <c:pt idx="20">
                  <c:v>473665.6730224268</c:v>
                </c:pt>
                <c:pt idx="21">
                  <c:v>8719.12429356864</c:v>
                </c:pt>
                <c:pt idx="22">
                  <c:v>5619.0429310039235</c:v>
                </c:pt>
                <c:pt idx="23">
                  <c:v>2524.8883146223584</c:v>
                </c:pt>
                <c:pt idx="24">
                  <c:v>683305.3931851962</c:v>
                </c:pt>
                <c:pt idx="25">
                  <c:v>417629.0909856921</c:v>
                </c:pt>
                <c:pt idx="26">
                  <c:v>14724.639990229063</c:v>
                </c:pt>
                <c:pt idx="27">
                  <c:v>597803.7945286438</c:v>
                </c:pt>
                <c:pt idx="28">
                  <c:v>193124.97908689093</c:v>
                </c:pt>
                <c:pt idx="29">
                  <c:v>212201.85402312007</c:v>
                </c:pt>
                <c:pt idx="30">
                  <c:v>214258.38430293286</c:v>
                </c:pt>
                <c:pt idx="31">
                  <c:v>596624.2184307411</c:v>
                </c:pt>
                <c:pt idx="32">
                  <c:v>337250.8584345165</c:v>
                </c:pt>
                <c:pt idx="33">
                  <c:v>4456.587870516651</c:v>
                </c:pt>
                <c:pt idx="34">
                  <c:v>190142.84207756413</c:v>
                </c:pt>
                <c:pt idx="35">
                  <c:v>391687.55284863675</c:v>
                </c:pt>
                <c:pt idx="36">
                  <c:v>371581.2015121343</c:v>
                </c:pt>
                <c:pt idx="37">
                  <c:v>23559.357219685946</c:v>
                </c:pt>
                <c:pt idx="38">
                  <c:v>17937.77814142942</c:v>
                </c:pt>
                <c:pt idx="39">
                  <c:v>413220.76916289865</c:v>
                </c:pt>
                <c:pt idx="40">
                  <c:v>23433.064812823628</c:v>
                </c:pt>
                <c:pt idx="41">
                  <c:v>9159.298207711297</c:v>
                </c:pt>
                <c:pt idx="42">
                  <c:v>399649.90010232</c:v>
                </c:pt>
                <c:pt idx="43">
                  <c:v>211541.6595781113</c:v>
                </c:pt>
                <c:pt idx="44">
                  <c:v>321896.2192746445</c:v>
                </c:pt>
                <c:pt idx="45">
                  <c:v>160310.05795508978</c:v>
                </c:pt>
                <c:pt idx="46">
                  <c:v>535528.1342426694</c:v>
                </c:pt>
                <c:pt idx="47">
                  <c:v>379549.0015546745</c:v>
                </c:pt>
                <c:pt idx="48">
                  <c:v>226833.12927534914</c:v>
                </c:pt>
                <c:pt idx="49">
                  <c:v>397266.33071489225</c:v>
                </c:pt>
                <c:pt idx="50">
                  <c:v>541780.3543386176</c:v>
                </c:pt>
                <c:pt idx="51">
                  <c:v>616778.5518712631</c:v>
                </c:pt>
                <c:pt idx="52">
                  <c:v>456954.15008408815</c:v>
                </c:pt>
                <c:pt idx="53">
                  <c:v>486168.33120767004</c:v>
                </c:pt>
                <c:pt idx="54">
                  <c:v>429776.84081124887</c:v>
                </c:pt>
                <c:pt idx="55">
                  <c:v>716004.4234794783</c:v>
                </c:pt>
                <c:pt idx="56">
                  <c:v>311771.57331583044</c:v>
                </c:pt>
                <c:pt idx="57">
                  <c:v>443365.9684682783</c:v>
                </c:pt>
                <c:pt idx="58">
                  <c:v>255586.7974424376</c:v>
                </c:pt>
                <c:pt idx="59">
                  <c:v>250566.8226958445</c:v>
                </c:pt>
                <c:pt idx="60">
                  <c:v>303710.99153880577</c:v>
                </c:pt>
                <c:pt idx="61">
                  <c:v>501253.7310731843</c:v>
                </c:pt>
                <c:pt idx="62">
                  <c:v>444859.0113284767</c:v>
                </c:pt>
                <c:pt idx="63">
                  <c:v>742504.3977188088</c:v>
                </c:pt>
                <c:pt idx="64">
                  <c:v>515474.67215426796</c:v>
                </c:pt>
                <c:pt idx="65">
                  <c:v>16792.30685531539</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215374.21047461353</c:v>
                </c:pt>
                <c:pt idx="1">
                  <c:v>319560.1840247948</c:v>
                </c:pt>
                <c:pt idx="2">
                  <c:v>337187.4929203843</c:v>
                </c:pt>
                <c:pt idx="3">
                  <c:v>405841.80576051964</c:v>
                </c:pt>
                <c:pt idx="4">
                  <c:v>197478.3601804757</c:v>
                </c:pt>
                <c:pt idx="5">
                  <c:v>375187.2687206777</c:v>
                </c:pt>
                <c:pt idx="6">
                  <c:v>416098.41491880425</c:v>
                </c:pt>
                <c:pt idx="7">
                  <c:v>327254.6992173126</c:v>
                </c:pt>
                <c:pt idx="8">
                  <c:v>216183.4943173039</c:v>
                </c:pt>
                <c:pt idx="9">
                  <c:v>175948.16637311789</c:v>
                </c:pt>
                <c:pt idx="10">
                  <c:v>126840.67761386026</c:v>
                </c:pt>
                <c:pt idx="11">
                  <c:v>244470.2695577799</c:v>
                </c:pt>
                <c:pt idx="12">
                  <c:v>430938.8940888272</c:v>
                </c:pt>
                <c:pt idx="13">
                  <c:v>152139.2325672297</c:v>
                </c:pt>
                <c:pt idx="14">
                  <c:v>274907.7734081471</c:v>
                </c:pt>
                <c:pt idx="15">
                  <c:v>269804.67972358444</c:v>
                </c:pt>
                <c:pt idx="16">
                  <c:v>105608.79785115257</c:v>
                </c:pt>
                <c:pt idx="17">
                  <c:v>370838.71594140556</c:v>
                </c:pt>
                <c:pt idx="18">
                  <c:v>346107.23235793563</c:v>
                </c:pt>
                <c:pt idx="19">
                  <c:v>142353.42363040213</c:v>
                </c:pt>
                <c:pt idx="20">
                  <c:v>360324.00434547296</c:v>
                </c:pt>
                <c:pt idx="21">
                  <c:v>579900.0789125513</c:v>
                </c:pt>
                <c:pt idx="22">
                  <c:v>383817.94556214777</c:v>
                </c:pt>
                <c:pt idx="23">
                  <c:v>2751.222261469106</c:v>
                </c:pt>
                <c:pt idx="24">
                  <c:v>115809.50355835687</c:v>
                </c:pt>
                <c:pt idx="25">
                  <c:v>370883.5827396176</c:v>
                </c:pt>
                <c:pt idx="26">
                  <c:v>349369.4787729179</c:v>
                </c:pt>
                <c:pt idx="27">
                  <c:v>336582.28567376133</c:v>
                </c:pt>
                <c:pt idx="28">
                  <c:v>352015.51930192625</c:v>
                </c:pt>
                <c:pt idx="29">
                  <c:v>182367.06099080577</c:v>
                </c:pt>
                <c:pt idx="30">
                  <c:v>178636.59554311502</c:v>
                </c:pt>
                <c:pt idx="31">
                  <c:v>216959.066031761</c:v>
                </c:pt>
                <c:pt idx="32">
                  <c:v>226375.38205983644</c:v>
                </c:pt>
                <c:pt idx="33">
                  <c:v>352099.74670757836</c:v>
                </c:pt>
                <c:pt idx="34">
                  <c:v>449689.16909822647</c:v>
                </c:pt>
                <c:pt idx="35">
                  <c:v>118669.40909730029</c:v>
                </c:pt>
                <c:pt idx="36">
                  <c:v>3691.797389346718</c:v>
                </c:pt>
                <c:pt idx="37">
                  <c:v>332535.7520037519</c:v>
                </c:pt>
                <c:pt idx="38">
                  <c:v>350541.0976066462</c:v>
                </c:pt>
                <c:pt idx="39">
                  <c:v>126786.83028784275</c:v>
                </c:pt>
                <c:pt idx="40">
                  <c:v>666690.0899644407</c:v>
                </c:pt>
                <c:pt idx="41">
                  <c:v>109529.99154535527</c:v>
                </c:pt>
                <c:pt idx="42">
                  <c:v>387719.302615955</c:v>
                </c:pt>
                <c:pt idx="43">
                  <c:v>384809.88226938667</c:v>
                </c:pt>
                <c:pt idx="44">
                  <c:v>413409.8077595739</c:v>
                </c:pt>
                <c:pt idx="45">
                  <c:v>667177.158136064</c:v>
                </c:pt>
                <c:pt idx="46">
                  <c:v>542949.3820595893</c:v>
                </c:pt>
                <c:pt idx="47">
                  <c:v>207892.57519329916</c:v>
                </c:pt>
                <c:pt idx="48">
                  <c:v>629135.4893882701</c:v>
                </c:pt>
                <c:pt idx="49">
                  <c:v>151715.7668499849</c:v>
                </c:pt>
                <c:pt idx="50">
                  <c:v>258110.17068207194</c:v>
                </c:pt>
                <c:pt idx="51">
                  <c:v>90269.29474434973</c:v>
                </c:pt>
                <c:pt idx="52">
                  <c:v>377424.08110292966</c:v>
                </c:pt>
                <c:pt idx="53">
                  <c:v>579834.8347075733</c:v>
                </c:pt>
                <c:pt idx="54">
                  <c:v>192067.95686260448</c:v>
                </c:pt>
                <c:pt idx="55">
                  <c:v>1915.4776805268932</c:v>
                </c:pt>
                <c:pt idx="56">
                  <c:v>539321.5799899792</c:v>
                </c:pt>
                <c:pt idx="57">
                  <c:v>440211.22871344746</c:v>
                </c:pt>
                <c:pt idx="58">
                  <c:v>358551.38872217183</c:v>
                </c:pt>
                <c:pt idx="59">
                  <c:v>589376.1717922336</c:v>
                </c:pt>
                <c:pt idx="60">
                  <c:v>611502.0928728163</c:v>
                </c:pt>
                <c:pt idx="61">
                  <c:v>500151.8623559272</c:v>
                </c:pt>
                <c:pt idx="62">
                  <c:v>672424.72667966</c:v>
                </c:pt>
                <c:pt idx="63">
                  <c:v>793500.3306602734</c:v>
                </c:pt>
                <c:pt idx="64">
                  <c:v>84227.71424856524</c:v>
                </c:pt>
                <c:pt idx="65">
                  <c:v>218474.88567548123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34926.09406984143</c:v>
                </c:pt>
                <c:pt idx="1">
                  <c:v>67938.81156988087</c:v>
                </c:pt>
                <c:pt idx="2">
                  <c:v>162178.98919666937</c:v>
                </c:pt>
                <c:pt idx="3">
                  <c:v>133455.2518635008</c:v>
                </c:pt>
                <c:pt idx="4">
                  <c:v>5844.421894983808</c:v>
                </c:pt>
                <c:pt idx="5">
                  <c:v>4649.128747961573</c:v>
                </c:pt>
                <c:pt idx="6">
                  <c:v>8704.888497318932</c:v>
                </c:pt>
                <c:pt idx="7">
                  <c:v>125.81957424904044</c:v>
                </c:pt>
                <c:pt idx="8">
                  <c:v>3764.7704593353005</c:v>
                </c:pt>
                <c:pt idx="9">
                  <c:v>5200.261050562591</c:v>
                </c:pt>
                <c:pt idx="10">
                  <c:v>244654.14949233603</c:v>
                </c:pt>
                <c:pt idx="11">
                  <c:v>82312.91564377157</c:v>
                </c:pt>
                <c:pt idx="12">
                  <c:v>2764.1233992659013</c:v>
                </c:pt>
                <c:pt idx="13">
                  <c:v>214243.60375879993</c:v>
                </c:pt>
                <c:pt idx="14">
                  <c:v>139923.59471482638</c:v>
                </c:pt>
                <c:pt idx="15">
                  <c:v>132511.27078790864</c:v>
                </c:pt>
                <c:pt idx="16">
                  <c:v>123983.41342589012</c:v>
                </c:pt>
                <c:pt idx="17">
                  <c:v>218450.85694805207</c:v>
                </c:pt>
                <c:pt idx="18">
                  <c:v>76534.73136175056</c:v>
                </c:pt>
                <c:pt idx="19">
                  <c:v>550.9663556369413</c:v>
                </c:pt>
                <c:pt idx="20">
                  <c:v>90284.344592038</c:v>
                </c:pt>
                <c:pt idx="21">
                  <c:v>105003.4975816953</c:v>
                </c:pt>
                <c:pt idx="22">
                  <c:v>13403.88868563419</c:v>
                </c:pt>
                <c:pt idx="23">
                  <c:v>6033.133100363004</c:v>
                </c:pt>
                <c:pt idx="24">
                  <c:v>9138.130632910226</c:v>
                </c:pt>
                <c:pt idx="25">
                  <c:v>154810.4531585049</c:v>
                </c:pt>
                <c:pt idx="26">
                  <c:v>5470.912530284546</c:v>
                </c:pt>
                <c:pt idx="27">
                  <c:v>5167.056012100338</c:v>
                </c:pt>
                <c:pt idx="28">
                  <c:v>111468.26865422675</c:v>
                </c:pt>
                <c:pt idx="29">
                  <c:v>4894.750629591479</c:v>
                </c:pt>
                <c:pt idx="30">
                  <c:v>4670.51089202136</c:v>
                </c:pt>
                <c:pt idx="31">
                  <c:v>2648.210412032076</c:v>
                </c:pt>
                <c:pt idx="32">
                  <c:v>215930.89801836963</c:v>
                </c:pt>
                <c:pt idx="33">
                  <c:v>185251.9908598064</c:v>
                </c:pt>
                <c:pt idx="34">
                  <c:v>6061.689832970897</c:v>
                </c:pt>
                <c:pt idx="35">
                  <c:v>9666.89059591082</c:v>
                </c:pt>
                <c:pt idx="36">
                  <c:v>99333.21889447745</c:v>
                </c:pt>
                <c:pt idx="37">
                  <c:v>67672.71218721256</c:v>
                </c:pt>
                <c:pt idx="38">
                  <c:v>12850.457847732718</c:v>
                </c:pt>
                <c:pt idx="39">
                  <c:v>378431.1486943783</c:v>
                </c:pt>
                <c:pt idx="40">
                  <c:v>213388.90800216474</c:v>
                </c:pt>
                <c:pt idx="41">
                  <c:v>17017.051630992897</c:v>
                </c:pt>
                <c:pt idx="42">
                  <c:v>6750.8838288954485</c:v>
                </c:pt>
                <c:pt idx="43">
                  <c:v>5977.46608367625</c:v>
                </c:pt>
                <c:pt idx="44">
                  <c:v>7215.682014266542</c:v>
                </c:pt>
                <c:pt idx="45">
                  <c:v>295277.7984234756</c:v>
                </c:pt>
                <c:pt idx="46">
                  <c:v>23.19711914002684</c:v>
                </c:pt>
                <c:pt idx="47">
                  <c:v>76924.60043457596</c:v>
                </c:pt>
                <c:pt idx="48">
                  <c:v>163688.79262518504</c:v>
                </c:pt>
                <c:pt idx="49">
                  <c:v>23689.096199297477</c:v>
                </c:pt>
                <c:pt idx="50">
                  <c:v>2537.918423911803</c:v>
                </c:pt>
                <c:pt idx="51">
                  <c:v>291503.33394824766</c:v>
                </c:pt>
                <c:pt idx="52">
                  <c:v>112719.16036995944</c:v>
                </c:pt>
                <c:pt idx="53">
                  <c:v>323179.5867431318</c:v>
                </c:pt>
                <c:pt idx="54">
                  <c:v>14640.102988218821</c:v>
                </c:pt>
                <c:pt idx="55">
                  <c:v>333248.311540496</c:v>
                </c:pt>
                <c:pt idx="56">
                  <c:v>170719.92540708068</c:v>
                </c:pt>
                <c:pt idx="57">
                  <c:v>204835.70784855695</c:v>
                </c:pt>
                <c:pt idx="58">
                  <c:v>24273.663139712786</c:v>
                </c:pt>
                <c:pt idx="59">
                  <c:v>1666.0985102988793</c:v>
                </c:pt>
                <c:pt idx="60">
                  <c:v>531.1114749477827</c:v>
                </c:pt>
                <c:pt idx="61">
                  <c:v>106682.35749966426</c:v>
                </c:pt>
                <c:pt idx="62">
                  <c:v>222108.3196737581</c:v>
                </c:pt>
                <c:pt idx="63">
                  <c:v>126542.70706557992</c:v>
                </c:pt>
                <c:pt idx="64">
                  <c:v>240633.22991107454</c:v>
                </c:pt>
                <c:pt idx="65">
                  <c:v>9661.82415843601</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44947.41120779532</c:v>
                </c:pt>
                <c:pt idx="1">
                  <c:v>186198.19469379095</c:v>
                </c:pt>
                <c:pt idx="2">
                  <c:v>3031.051879810444</c:v>
                </c:pt>
                <c:pt idx="3">
                  <c:v>0.061024991740791845</c:v>
                </c:pt>
                <c:pt idx="4">
                  <c:v>196511.15063577323</c:v>
                </c:pt>
                <c:pt idx="5">
                  <c:v>2860.7527563203344</c:v>
                </c:pt>
                <c:pt idx="6">
                  <c:v>76550.70010866574</c:v>
                </c:pt>
                <c:pt idx="7">
                  <c:v>183721.89839459726</c:v>
                </c:pt>
                <c:pt idx="8">
                  <c:v>162.08047867823996</c:v>
                </c:pt>
                <c:pt idx="9">
                  <c:v>5550.1418959120665</c:v>
                </c:pt>
                <c:pt idx="10">
                  <c:v>186767.05793088232</c:v>
                </c:pt>
                <c:pt idx="11">
                  <c:v>5025.964624915809</c:v>
                </c:pt>
                <c:pt idx="12">
                  <c:v>193581.68068738774</c:v>
                </c:pt>
                <c:pt idx="13">
                  <c:v>4642.852328608766</c:v>
                </c:pt>
                <c:pt idx="14">
                  <c:v>251766.55937369255</c:v>
                </c:pt>
                <c:pt idx="15">
                  <c:v>157261.68593034995</c:v>
                </c:pt>
                <c:pt idx="16">
                  <c:v>21536.406943991682</c:v>
                </c:pt>
                <c:pt idx="17">
                  <c:v>212573.64463188988</c:v>
                </c:pt>
                <c:pt idx="18">
                  <c:v>61682.969843849445</c:v>
                </c:pt>
                <c:pt idx="19">
                  <c:v>31891.120551443422</c:v>
                </c:pt>
                <c:pt idx="20">
                  <c:v>47438.02556295212</c:v>
                </c:pt>
                <c:pt idx="21">
                  <c:v>109245.93276121846</c:v>
                </c:pt>
                <c:pt idx="22">
                  <c:v>61368.90429413254</c:v>
                </c:pt>
                <c:pt idx="23">
                  <c:v>3302.4999547925872</c:v>
                </c:pt>
                <c:pt idx="24">
                  <c:v>576861.0403437626</c:v>
                </c:pt>
                <c:pt idx="25">
                  <c:v>179746.57550696566</c:v>
                </c:pt>
                <c:pt idx="26">
                  <c:v>59761.05838716034</c:v>
                </c:pt>
                <c:pt idx="27">
                  <c:v>3701.8511361876435</c:v>
                </c:pt>
                <c:pt idx="28">
                  <c:v>2075.9920414384255</c:v>
                </c:pt>
                <c:pt idx="29">
                  <c:v>186999.61751755135</c:v>
                </c:pt>
                <c:pt idx="30">
                  <c:v>352216.28441056155</c:v>
                </c:pt>
                <c:pt idx="31">
                  <c:v>17276.57410496182</c:v>
                </c:pt>
                <c:pt idx="32">
                  <c:v>363121.45159924997</c:v>
                </c:pt>
                <c:pt idx="33">
                  <c:v>372073.12791621644</c:v>
                </c:pt>
                <c:pt idx="34">
                  <c:v>364632.49848219333</c:v>
                </c:pt>
                <c:pt idx="35">
                  <c:v>153522.71432943898</c:v>
                </c:pt>
                <c:pt idx="36">
                  <c:v>337167.49946889805</c:v>
                </c:pt>
                <c:pt idx="37">
                  <c:v>367204.3900643024</c:v>
                </c:pt>
                <c:pt idx="38">
                  <c:v>13597.613096737485</c:v>
                </c:pt>
                <c:pt idx="39">
                  <c:v>2053.2792124655066</c:v>
                </c:pt>
                <c:pt idx="40">
                  <c:v>223754.4789749488</c:v>
                </c:pt>
                <c:pt idx="41">
                  <c:v>96355.49126144113</c:v>
                </c:pt>
                <c:pt idx="42">
                  <c:v>214576.58700149466</c:v>
                </c:pt>
                <c:pt idx="43">
                  <c:v>309548.7458250464</c:v>
                </c:pt>
                <c:pt idx="44">
                  <c:v>102259.11403691999</c:v>
                </c:pt>
                <c:pt idx="45">
                  <c:v>339422.7248865305</c:v>
                </c:pt>
                <c:pt idx="46">
                  <c:v>350856.6041085274</c:v>
                </c:pt>
                <c:pt idx="47">
                  <c:v>2314.8082816078727</c:v>
                </c:pt>
                <c:pt idx="48">
                  <c:v>380141.1914360983</c:v>
                </c:pt>
                <c:pt idx="49">
                  <c:v>183397.51197377214</c:v>
                </c:pt>
                <c:pt idx="50">
                  <c:v>6447.939524837608</c:v>
                </c:pt>
                <c:pt idx="51">
                  <c:v>18257.07898860453</c:v>
                </c:pt>
                <c:pt idx="52">
                  <c:v>137628.33365571668</c:v>
                </c:pt>
                <c:pt idx="53">
                  <c:v>125336.72535427763</c:v>
                </c:pt>
                <c:pt idx="54">
                  <c:v>169792.71839131764</c:v>
                </c:pt>
                <c:pt idx="55">
                  <c:v>190509.69033726343</c:v>
                </c:pt>
                <c:pt idx="56">
                  <c:v>378078.57677187875</c:v>
                </c:pt>
                <c:pt idx="57">
                  <c:v>7799.310460338354</c:v>
                </c:pt>
                <c:pt idx="58">
                  <c:v>10421.997188035008</c:v>
                </c:pt>
                <c:pt idx="59">
                  <c:v>226694.86399852997</c:v>
                </c:pt>
                <c:pt idx="60">
                  <c:v>246174.20026095744</c:v>
                </c:pt>
                <c:pt idx="61">
                  <c:v>143315.23239708366</c:v>
                </c:pt>
                <c:pt idx="62">
                  <c:v>368427.04785421735</c:v>
                </c:pt>
                <c:pt idx="63">
                  <c:v>330456.93387556245</c:v>
                </c:pt>
                <c:pt idx="64">
                  <c:v>5865.9922502493355</c:v>
                </c:pt>
                <c:pt idx="65">
                  <c:v>8274.506375085111</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505606.8581629337</c:v>
                </c:pt>
                <c:pt idx="1">
                  <c:v>553936.1408749239</c:v>
                </c:pt>
                <c:pt idx="2">
                  <c:v>657501.4003069794</c:v>
                </c:pt>
                <c:pt idx="3">
                  <c:v>658660.725655643</c:v>
                </c:pt>
                <c:pt idx="4">
                  <c:v>585102.9736962577</c:v>
                </c:pt>
                <c:pt idx="5">
                  <c:v>615850.2528262486</c:v>
                </c:pt>
                <c:pt idx="6">
                  <c:v>637366.5054768363</c:v>
                </c:pt>
                <c:pt idx="7">
                  <c:v>699908.2216737249</c:v>
                </c:pt>
                <c:pt idx="8">
                  <c:v>558242.9928593761</c:v>
                </c:pt>
                <c:pt idx="9">
                  <c:v>625533.5956584505</c:v>
                </c:pt>
                <c:pt idx="10">
                  <c:v>685991.1200668185</c:v>
                </c:pt>
                <c:pt idx="11">
                  <c:v>588523.9933136479</c:v>
                </c:pt>
                <c:pt idx="12">
                  <c:v>634249.0396171362</c:v>
                </c:pt>
                <c:pt idx="13">
                  <c:v>562809.4144314395</c:v>
                </c:pt>
                <c:pt idx="14">
                  <c:v>715451.6200080542</c:v>
                </c:pt>
                <c:pt idx="15">
                  <c:v>457953.26475047483</c:v>
                </c:pt>
                <c:pt idx="16">
                  <c:v>614596.9907915973</c:v>
                </c:pt>
                <c:pt idx="17">
                  <c:v>594219.4394563071</c:v>
                </c:pt>
                <c:pt idx="18">
                  <c:v>656333.1285662228</c:v>
                </c:pt>
                <c:pt idx="19">
                  <c:v>632306.9498563611</c:v>
                </c:pt>
                <c:pt idx="20">
                  <c:v>691381.0526245363</c:v>
                </c:pt>
                <c:pt idx="21">
                  <c:v>627038.0401305899</c:v>
                </c:pt>
                <c:pt idx="22">
                  <c:v>715602.085934996</c:v>
                </c:pt>
                <c:pt idx="23">
                  <c:v>623998.2293880087</c:v>
                </c:pt>
                <c:pt idx="24">
                  <c:v>908524.2327155536</c:v>
                </c:pt>
                <c:pt idx="25">
                  <c:v>653508.987511877</c:v>
                </c:pt>
                <c:pt idx="26">
                  <c:v>558528.5598544537</c:v>
                </c:pt>
                <c:pt idx="27">
                  <c:v>719759.7023380913</c:v>
                </c:pt>
                <c:pt idx="28">
                  <c:v>769159.333967085</c:v>
                </c:pt>
                <c:pt idx="29">
                  <c:v>549740.8685696921</c:v>
                </c:pt>
                <c:pt idx="30">
                  <c:v>639625.041547532</c:v>
                </c:pt>
                <c:pt idx="31">
                  <c:v>917472.2808747919</c:v>
                </c:pt>
                <c:pt idx="32">
                  <c:v>773458.5413721</c:v>
                </c:pt>
                <c:pt idx="33">
                  <c:v>781527.8809432245</c:v>
                </c:pt>
                <c:pt idx="34">
                  <c:v>690884.2312087446</c:v>
                </c:pt>
                <c:pt idx="35">
                  <c:v>608870.5315351101</c:v>
                </c:pt>
                <c:pt idx="36">
                  <c:v>734451.5518022416</c:v>
                </c:pt>
                <c:pt idx="37">
                  <c:v>649934.8373051477</c:v>
                </c:pt>
                <c:pt idx="38">
                  <c:v>669154.5623732656</c:v>
                </c:pt>
                <c:pt idx="39">
                  <c:v>773013.4060113763</c:v>
                </c:pt>
                <c:pt idx="40">
                  <c:v>764387.2964182156</c:v>
                </c:pt>
                <c:pt idx="41">
                  <c:v>636541.5593256366</c:v>
                </c:pt>
                <c:pt idx="42">
                  <c:v>783960.1503747341</c:v>
                </c:pt>
                <c:pt idx="43">
                  <c:v>621548.2493636918</c:v>
                </c:pt>
                <c:pt idx="44">
                  <c:v>683446.6708816609</c:v>
                </c:pt>
                <c:pt idx="45">
                  <c:v>783789.1953044086</c:v>
                </c:pt>
                <c:pt idx="46">
                  <c:v>770990.1011104991</c:v>
                </c:pt>
                <c:pt idx="47">
                  <c:v>704151.3766924435</c:v>
                </c:pt>
                <c:pt idx="48">
                  <c:v>880226.9100934626</c:v>
                </c:pt>
                <c:pt idx="49">
                  <c:v>684330.2340135231</c:v>
                </c:pt>
                <c:pt idx="50">
                  <c:v>756067.5045035661</c:v>
                </c:pt>
                <c:pt idx="51">
                  <c:v>849686.4370471353</c:v>
                </c:pt>
                <c:pt idx="52">
                  <c:v>619583.9255374263</c:v>
                </c:pt>
                <c:pt idx="53">
                  <c:v>681899.5669539789</c:v>
                </c:pt>
                <c:pt idx="54">
                  <c:v>916311.8273500714</c:v>
                </c:pt>
                <c:pt idx="55">
                  <c:v>808286.1609356697</c:v>
                </c:pt>
                <c:pt idx="56">
                  <c:v>952014.3789372604</c:v>
                </c:pt>
                <c:pt idx="57">
                  <c:v>784092.837730734</c:v>
                </c:pt>
                <c:pt idx="58">
                  <c:v>860536.9178453939</c:v>
                </c:pt>
                <c:pt idx="59">
                  <c:v>830954.4523764736</c:v>
                </c:pt>
                <c:pt idx="60">
                  <c:v>783026.5923573386</c:v>
                </c:pt>
                <c:pt idx="61">
                  <c:v>713105.2661556219</c:v>
                </c:pt>
                <c:pt idx="62">
                  <c:v>914040.1295517161</c:v>
                </c:pt>
                <c:pt idx="63">
                  <c:v>833508.0227200781</c:v>
                </c:pt>
                <c:pt idx="64">
                  <c:v>807489.3541853405</c:v>
                </c:pt>
                <c:pt idx="65">
                  <c:v>681675.0979321807</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53860.56846108211</c:v>
                </c:pt>
                <c:pt idx="1">
                  <c:v>154562.42624319368</c:v>
                </c:pt>
                <c:pt idx="2">
                  <c:v>137744.6390305113</c:v>
                </c:pt>
                <c:pt idx="3">
                  <c:v>76373.03803435001</c:v>
                </c:pt>
                <c:pt idx="4">
                  <c:v>100113.50048594167</c:v>
                </c:pt>
                <c:pt idx="5">
                  <c:v>130899.33873755553</c:v>
                </c:pt>
                <c:pt idx="6">
                  <c:v>196579.57921767118</c:v>
                </c:pt>
                <c:pt idx="7">
                  <c:v>307140.6765440558</c:v>
                </c:pt>
                <c:pt idx="8">
                  <c:v>268203.5496729922</c:v>
                </c:pt>
                <c:pt idx="9">
                  <c:v>283194.8746627197</c:v>
                </c:pt>
                <c:pt idx="10">
                  <c:v>149021.3481929376</c:v>
                </c:pt>
                <c:pt idx="11">
                  <c:v>110832.34469462403</c:v>
                </c:pt>
                <c:pt idx="12">
                  <c:v>82999.78388428917</c:v>
                </c:pt>
                <c:pt idx="13">
                  <c:v>71478.03658989133</c:v>
                </c:pt>
                <c:pt idx="14">
                  <c:v>99098.54299642578</c:v>
                </c:pt>
                <c:pt idx="15">
                  <c:v>121077.13724462982</c:v>
                </c:pt>
                <c:pt idx="16">
                  <c:v>167937.03811202763</c:v>
                </c:pt>
                <c:pt idx="17">
                  <c:v>148517.0929006308</c:v>
                </c:pt>
                <c:pt idx="18">
                  <c:v>218029.95121333684</c:v>
                </c:pt>
                <c:pt idx="19">
                  <c:v>154023.37411085673</c:v>
                </c:pt>
                <c:pt idx="20">
                  <c:v>224488.0576483828</c:v>
                </c:pt>
                <c:pt idx="21">
                  <c:v>231045.19799360726</c:v>
                </c:pt>
                <c:pt idx="22">
                  <c:v>208193.9467493464</c:v>
                </c:pt>
                <c:pt idx="23">
                  <c:v>137168.36999374165</c:v>
                </c:pt>
                <c:pt idx="24">
                  <c:v>279062.42353405256</c:v>
                </c:pt>
                <c:pt idx="25">
                  <c:v>154216.03820662136</c:v>
                </c:pt>
                <c:pt idx="26">
                  <c:v>148162.76136476482</c:v>
                </c:pt>
                <c:pt idx="27">
                  <c:v>244390.33717299823</c:v>
                </c:pt>
                <c:pt idx="28">
                  <c:v>196151.51579189638</c:v>
                </c:pt>
                <c:pt idx="29">
                  <c:v>46919.23098912688</c:v>
                </c:pt>
                <c:pt idx="30">
                  <c:v>25681.666321275905</c:v>
                </c:pt>
                <c:pt idx="31">
                  <c:v>190624.51339286004</c:v>
                </c:pt>
                <c:pt idx="32">
                  <c:v>154635.41997247067</c:v>
                </c:pt>
                <c:pt idx="33">
                  <c:v>120683.92339450288</c:v>
                </c:pt>
                <c:pt idx="34">
                  <c:v>202294.04964020825</c:v>
                </c:pt>
                <c:pt idx="35">
                  <c:v>214021.13008444622</c:v>
                </c:pt>
                <c:pt idx="36">
                  <c:v>182570.3028915194</c:v>
                </c:pt>
                <c:pt idx="37">
                  <c:v>157458.73814059494</c:v>
                </c:pt>
                <c:pt idx="38">
                  <c:v>123538.81239104156</c:v>
                </c:pt>
                <c:pt idx="39">
                  <c:v>275948.5549638077</c:v>
                </c:pt>
                <c:pt idx="40">
                  <c:v>215341.39627633622</c:v>
                </c:pt>
                <c:pt idx="41">
                  <c:v>204026.147165709</c:v>
                </c:pt>
                <c:pt idx="42">
                  <c:v>188989.972375063</c:v>
                </c:pt>
                <c:pt idx="43">
                  <c:v>216800.9876962229</c:v>
                </c:pt>
                <c:pt idx="44">
                  <c:v>235523.5089435007</c:v>
                </c:pt>
                <c:pt idx="45">
                  <c:v>125474.07024139972</c:v>
                </c:pt>
                <c:pt idx="46">
                  <c:v>241107.70428021564</c:v>
                </c:pt>
                <c:pt idx="47">
                  <c:v>276278.7749508501</c:v>
                </c:pt>
                <c:pt idx="48">
                  <c:v>265160.7367480561</c:v>
                </c:pt>
                <c:pt idx="49">
                  <c:v>165546.53620779072</c:v>
                </c:pt>
                <c:pt idx="50">
                  <c:v>258267.32883337254</c:v>
                </c:pt>
                <c:pt idx="51">
                  <c:v>206925.22092712304</c:v>
                </c:pt>
                <c:pt idx="52">
                  <c:v>97005.46760255173</c:v>
                </c:pt>
                <c:pt idx="53">
                  <c:v>171725.0880184512</c:v>
                </c:pt>
                <c:pt idx="54">
                  <c:v>221316.68157794344</c:v>
                </c:pt>
                <c:pt idx="55">
                  <c:v>201488.49723041104</c:v>
                </c:pt>
                <c:pt idx="56">
                  <c:v>246745.10651144083</c:v>
                </c:pt>
                <c:pt idx="57">
                  <c:v>221482.1288411267</c:v>
                </c:pt>
                <c:pt idx="58">
                  <c:v>317943.2206799766</c:v>
                </c:pt>
                <c:pt idx="59">
                  <c:v>211491.27180176857</c:v>
                </c:pt>
                <c:pt idx="60">
                  <c:v>175649.84991767583</c:v>
                </c:pt>
                <c:pt idx="61">
                  <c:v>130233.31205002393</c:v>
                </c:pt>
                <c:pt idx="62">
                  <c:v>65953.94921421327</c:v>
                </c:pt>
                <c:pt idx="63">
                  <c:v>75578.40493828054</c:v>
                </c:pt>
                <c:pt idx="64">
                  <c:v>30934.338717943458</c:v>
                </c:pt>
                <c:pt idx="65">
                  <c:v>76319.2220691601</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572659.9466094935</c:v>
                </c:pt>
                <c:pt idx="1">
                  <c:v>427093.6361865855</c:v>
                </c:pt>
                <c:pt idx="2">
                  <c:v>710651.4630669918</c:v>
                </c:pt>
                <c:pt idx="3">
                  <c:v>125611.18117381031</c:v>
                </c:pt>
                <c:pt idx="4">
                  <c:v>219923.1225322564</c:v>
                </c:pt>
                <c:pt idx="5">
                  <c:v>464609.18336981244</c:v>
                </c:pt>
                <c:pt idx="6">
                  <c:v>1051887.0308247607</c:v>
                </c:pt>
                <c:pt idx="7">
                  <c:v>298177.52030432515</c:v>
                </c:pt>
                <c:pt idx="8">
                  <c:v>25585.89329553703</c:v>
                </c:pt>
                <c:pt idx="9">
                  <c:v>202039.87411686772</c:v>
                </c:pt>
                <c:pt idx="10">
                  <c:v>1012545.8082548752</c:v>
                </c:pt>
                <c:pt idx="11">
                  <c:v>225269.6496671334</c:v>
                </c:pt>
                <c:pt idx="12">
                  <c:v>362370.6712227811</c:v>
                </c:pt>
                <c:pt idx="13">
                  <c:v>434967.20446572197</c:v>
                </c:pt>
                <c:pt idx="14">
                  <c:v>55441.737459327065</c:v>
                </c:pt>
                <c:pt idx="15">
                  <c:v>217925.11739899367</c:v>
                </c:pt>
                <c:pt idx="16">
                  <c:v>251819.06021585187</c:v>
                </c:pt>
                <c:pt idx="17">
                  <c:v>181357.7044647028</c:v>
                </c:pt>
                <c:pt idx="18">
                  <c:v>548147.5415573709</c:v>
                </c:pt>
                <c:pt idx="19">
                  <c:v>130342.15853608042</c:v>
                </c:pt>
                <c:pt idx="20">
                  <c:v>747714.2333833345</c:v>
                </c:pt>
                <c:pt idx="21">
                  <c:v>993280.245658511</c:v>
                </c:pt>
                <c:pt idx="22">
                  <c:v>628617.4600392985</c:v>
                </c:pt>
                <c:pt idx="23">
                  <c:v>77876.16382182641</c:v>
                </c:pt>
                <c:pt idx="24">
                  <c:v>11114.302032059926</c:v>
                </c:pt>
                <c:pt idx="25">
                  <c:v>28022.35733571882</c:v>
                </c:pt>
                <c:pt idx="26">
                  <c:v>7940.1796024927</c:v>
                </c:pt>
                <c:pt idx="27">
                  <c:v>827918.1056623554</c:v>
                </c:pt>
                <c:pt idx="28">
                  <c:v>1145362.6991468363</c:v>
                </c:pt>
                <c:pt idx="29">
                  <c:v>343320.6911470274</c:v>
                </c:pt>
                <c:pt idx="30">
                  <c:v>438112.365892969</c:v>
                </c:pt>
                <c:pt idx="31">
                  <c:v>594613.2085485816</c:v>
                </c:pt>
                <c:pt idx="32">
                  <c:v>206225.6707066593</c:v>
                </c:pt>
                <c:pt idx="33">
                  <c:v>548340.3609225886</c:v>
                </c:pt>
                <c:pt idx="34">
                  <c:v>620982.0964165758</c:v>
                </c:pt>
                <c:pt idx="35">
                  <c:v>264786.4787235894</c:v>
                </c:pt>
                <c:pt idx="36">
                  <c:v>304304.7578916163</c:v>
                </c:pt>
                <c:pt idx="37">
                  <c:v>193948.55380615828</c:v>
                </c:pt>
                <c:pt idx="38">
                  <c:v>446443.61834732664</c:v>
                </c:pt>
                <c:pt idx="39">
                  <c:v>125169.5821729564</c:v>
                </c:pt>
                <c:pt idx="40">
                  <c:v>781771.5870729481</c:v>
                </c:pt>
                <c:pt idx="41">
                  <c:v>995840.0982996878</c:v>
                </c:pt>
                <c:pt idx="42">
                  <c:v>470122.96184581483</c:v>
                </c:pt>
                <c:pt idx="43">
                  <c:v>803915.7284636472</c:v>
                </c:pt>
                <c:pt idx="44">
                  <c:v>200868.8694215411</c:v>
                </c:pt>
                <c:pt idx="45">
                  <c:v>49961.11343692838</c:v>
                </c:pt>
                <c:pt idx="46">
                  <c:v>1069130.0687543305</c:v>
                </c:pt>
                <c:pt idx="47">
                  <c:v>1283210.4011605573</c:v>
                </c:pt>
                <c:pt idx="48">
                  <c:v>718363.3721121898</c:v>
                </c:pt>
                <c:pt idx="49">
                  <c:v>986079.2462932874</c:v>
                </c:pt>
                <c:pt idx="50">
                  <c:v>184771.55179731798</c:v>
                </c:pt>
                <c:pt idx="51">
                  <c:v>224384.05920474068</c:v>
                </c:pt>
                <c:pt idx="52">
                  <c:v>931874.1426027253</c:v>
                </c:pt>
                <c:pt idx="53">
                  <c:v>812381.5343410567</c:v>
                </c:pt>
                <c:pt idx="54">
                  <c:v>277922.27620887605</c:v>
                </c:pt>
                <c:pt idx="55">
                  <c:v>43691.156586702455</c:v>
                </c:pt>
                <c:pt idx="56">
                  <c:v>571237.9989105993</c:v>
                </c:pt>
                <c:pt idx="57">
                  <c:v>565206.8218569341</c:v>
                </c:pt>
                <c:pt idx="58">
                  <c:v>1148066.2330013025</c:v>
                </c:pt>
                <c:pt idx="59">
                  <c:v>549151.9824922292</c:v>
                </c:pt>
                <c:pt idx="60">
                  <c:v>65516.91951228625</c:v>
                </c:pt>
                <c:pt idx="61">
                  <c:v>31663.33756491456</c:v>
                </c:pt>
                <c:pt idx="62">
                  <c:v>1575748.601349637</c:v>
                </c:pt>
                <c:pt idx="63">
                  <c:v>249913.71735157893</c:v>
                </c:pt>
                <c:pt idx="64">
                  <c:v>66541.91679095117</c:v>
                </c:pt>
                <c:pt idx="65">
                  <c:v>410055.4734759434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53656.20574556321</c:v>
                </c:pt>
                <c:pt idx="1">
                  <c:v>555.2770264330293</c:v>
                </c:pt>
                <c:pt idx="2">
                  <c:v>22444.675085994273</c:v>
                </c:pt>
                <c:pt idx="3">
                  <c:v>274.91362409446504</c:v>
                </c:pt>
                <c:pt idx="4">
                  <c:v>39446.6455512896</c:v>
                </c:pt>
                <c:pt idx="5">
                  <c:v>24446.253494456007</c:v>
                </c:pt>
                <c:pt idx="6">
                  <c:v>3554.0020901742378</c:v>
                </c:pt>
                <c:pt idx="7">
                  <c:v>66815.23320713505</c:v>
                </c:pt>
                <c:pt idx="8">
                  <c:v>522.741043836009</c:v>
                </c:pt>
                <c:pt idx="9">
                  <c:v>117147.03869863469</c:v>
                </c:pt>
                <c:pt idx="10">
                  <c:v>102102.96248575326</c:v>
                </c:pt>
                <c:pt idx="11">
                  <c:v>32703.90481465194</c:v>
                </c:pt>
                <c:pt idx="12">
                  <c:v>55209.15201307299</c:v>
                </c:pt>
                <c:pt idx="13">
                  <c:v>69521.57725621328</c:v>
                </c:pt>
                <c:pt idx="14">
                  <c:v>37553.180768378224</c:v>
                </c:pt>
                <c:pt idx="15">
                  <c:v>16896.711161541654</c:v>
                </c:pt>
                <c:pt idx="16">
                  <c:v>51590.72461263451</c:v>
                </c:pt>
                <c:pt idx="17">
                  <c:v>74689.91483742127</c:v>
                </c:pt>
                <c:pt idx="18">
                  <c:v>42827.14039006834</c:v>
                </c:pt>
                <c:pt idx="19">
                  <c:v>37186.90074937675</c:v>
                </c:pt>
                <c:pt idx="20">
                  <c:v>48456.78672699133</c:v>
                </c:pt>
                <c:pt idx="21">
                  <c:v>1407.7905661053094</c:v>
                </c:pt>
                <c:pt idx="22">
                  <c:v>34281.24465096177</c:v>
                </c:pt>
                <c:pt idx="23">
                  <c:v>26717.477338219007</c:v>
                </c:pt>
                <c:pt idx="24">
                  <c:v>53018.34535100616</c:v>
                </c:pt>
                <c:pt idx="25">
                  <c:v>35224.21944341718</c:v>
                </c:pt>
                <c:pt idx="26">
                  <c:v>34947.79836014242</c:v>
                </c:pt>
                <c:pt idx="27">
                  <c:v>31480.81311454154</c:v>
                </c:pt>
                <c:pt idx="28">
                  <c:v>44272.92196020439</c:v>
                </c:pt>
                <c:pt idx="29">
                  <c:v>50894.824546872</c:v>
                </c:pt>
                <c:pt idx="30">
                  <c:v>68427.45632327486</c:v>
                </c:pt>
                <c:pt idx="31">
                  <c:v>58668.57472737123</c:v>
                </c:pt>
                <c:pt idx="32">
                  <c:v>76722.29252943158</c:v>
                </c:pt>
                <c:pt idx="33">
                  <c:v>39034.047569678754</c:v>
                </c:pt>
                <c:pt idx="34">
                  <c:v>2478.838582158183</c:v>
                </c:pt>
                <c:pt idx="35">
                  <c:v>91908.65852014736</c:v>
                </c:pt>
                <c:pt idx="36">
                  <c:v>32767.694680404362</c:v>
                </c:pt>
                <c:pt idx="37">
                  <c:v>25207.58208994657</c:v>
                </c:pt>
                <c:pt idx="38">
                  <c:v>80393.90978242696</c:v>
                </c:pt>
                <c:pt idx="39">
                  <c:v>5193.17913446817</c:v>
                </c:pt>
                <c:pt idx="40">
                  <c:v>1681.7284631491864</c:v>
                </c:pt>
                <c:pt idx="41">
                  <c:v>29649.474786992294</c:v>
                </c:pt>
                <c:pt idx="42">
                  <c:v>44096.33904039105</c:v>
                </c:pt>
                <c:pt idx="43">
                  <c:v>84087.76340483615</c:v>
                </c:pt>
                <c:pt idx="44">
                  <c:v>38840.25155247398</c:v>
                </c:pt>
                <c:pt idx="45">
                  <c:v>28942.87009315834</c:v>
                </c:pt>
                <c:pt idx="46">
                  <c:v>150593.64146308</c:v>
                </c:pt>
                <c:pt idx="47">
                  <c:v>62859.14097674152</c:v>
                </c:pt>
                <c:pt idx="48">
                  <c:v>47616.584456941666</c:v>
                </c:pt>
                <c:pt idx="49">
                  <c:v>1607.892901621226</c:v>
                </c:pt>
                <c:pt idx="50">
                  <c:v>30888.07723028968</c:v>
                </c:pt>
                <c:pt idx="51">
                  <c:v>51588.6359246452</c:v>
                </c:pt>
                <c:pt idx="52">
                  <c:v>46395.198981293084</c:v>
                </c:pt>
                <c:pt idx="53">
                  <c:v>2410.9794586372313</c:v>
                </c:pt>
                <c:pt idx="54">
                  <c:v>96833.38791592189</c:v>
                </c:pt>
                <c:pt idx="55">
                  <c:v>31374.984839328088</c:v>
                </c:pt>
                <c:pt idx="56">
                  <c:v>71329.77054820317</c:v>
                </c:pt>
                <c:pt idx="57">
                  <c:v>92624.70682064974</c:v>
                </c:pt>
                <c:pt idx="58">
                  <c:v>88929.63795917564</c:v>
                </c:pt>
                <c:pt idx="59">
                  <c:v>1708.960579137531</c:v>
                </c:pt>
                <c:pt idx="60">
                  <c:v>33001.80442831553</c:v>
                </c:pt>
                <c:pt idx="61">
                  <c:v>52481.21568298136</c:v>
                </c:pt>
                <c:pt idx="62">
                  <c:v>94316.61056716421</c:v>
                </c:pt>
                <c:pt idx="63">
                  <c:v>63505.4628548801</c:v>
                </c:pt>
                <c:pt idx="64">
                  <c:v>63714.76523149332</c:v>
                </c:pt>
                <c:pt idx="65">
                  <c:v>25259.52502751148</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4887.759435907706</c:v>
                </c:pt>
                <c:pt idx="1">
                  <c:v>93411.2325399261</c:v>
                </c:pt>
                <c:pt idx="2">
                  <c:v>111375.11766283121</c:v>
                </c:pt>
                <c:pt idx="3">
                  <c:v>135739.44762693316</c:v>
                </c:pt>
                <c:pt idx="4">
                  <c:v>61193.14990381801</c:v>
                </c:pt>
                <c:pt idx="5">
                  <c:v>97756.43725853672</c:v>
                </c:pt>
                <c:pt idx="6">
                  <c:v>121625.47174461691</c:v>
                </c:pt>
                <c:pt idx="7">
                  <c:v>4873.651006802516</c:v>
                </c:pt>
                <c:pt idx="8">
                  <c:v>143425.02676256205</c:v>
                </c:pt>
                <c:pt idx="9">
                  <c:v>19983.876756416936</c:v>
                </c:pt>
                <c:pt idx="10">
                  <c:v>1748.0616550455102</c:v>
                </c:pt>
                <c:pt idx="11">
                  <c:v>3957.1712603872525</c:v>
                </c:pt>
                <c:pt idx="12">
                  <c:v>998.4947593142924</c:v>
                </c:pt>
                <c:pt idx="13">
                  <c:v>1301.6817176679124</c:v>
                </c:pt>
                <c:pt idx="14">
                  <c:v>6606.255815658389</c:v>
                </c:pt>
                <c:pt idx="15">
                  <c:v>2416.255388599341</c:v>
                </c:pt>
                <c:pt idx="16">
                  <c:v>163424.60719746098</c:v>
                </c:pt>
                <c:pt idx="17">
                  <c:v>21947.34247877523</c:v>
                </c:pt>
                <c:pt idx="18">
                  <c:v>394.51527538554114</c:v>
                </c:pt>
                <c:pt idx="19">
                  <c:v>52741.9796451225</c:v>
                </c:pt>
                <c:pt idx="20">
                  <c:v>1937.2649273363695</c:v>
                </c:pt>
                <c:pt idx="21">
                  <c:v>5656.530646886164</c:v>
                </c:pt>
                <c:pt idx="22">
                  <c:v>159820.39802090276</c:v>
                </c:pt>
                <c:pt idx="23">
                  <c:v>32286.032942520913</c:v>
                </c:pt>
                <c:pt idx="24">
                  <c:v>15914.012277795908</c:v>
                </c:pt>
                <c:pt idx="25">
                  <c:v>3683.0951882811287</c:v>
                </c:pt>
                <c:pt idx="26">
                  <c:v>7966.465277933439</c:v>
                </c:pt>
                <c:pt idx="27">
                  <c:v>4507.444813016911</c:v>
                </c:pt>
                <c:pt idx="28">
                  <c:v>3599.5226796442594</c:v>
                </c:pt>
                <c:pt idx="29">
                  <c:v>7316.944723714313</c:v>
                </c:pt>
                <c:pt idx="30">
                  <c:v>92823.19687593056</c:v>
                </c:pt>
                <c:pt idx="31">
                  <c:v>136890.09225887997</c:v>
                </c:pt>
                <c:pt idx="32">
                  <c:v>199575.5971469376</c:v>
                </c:pt>
                <c:pt idx="33">
                  <c:v>11348.697969031431</c:v>
                </c:pt>
                <c:pt idx="34">
                  <c:v>4681.559294876002</c:v>
                </c:pt>
                <c:pt idx="35">
                  <c:v>4244.442616510709</c:v>
                </c:pt>
                <c:pt idx="36">
                  <c:v>1702.1440488789135</c:v>
                </c:pt>
                <c:pt idx="37">
                  <c:v>2624.140163057339</c:v>
                </c:pt>
                <c:pt idx="38">
                  <c:v>4462.806853078496</c:v>
                </c:pt>
                <c:pt idx="39">
                  <c:v>3119.395052556661</c:v>
                </c:pt>
                <c:pt idx="40">
                  <c:v>53540.70704290792</c:v>
                </c:pt>
                <c:pt idx="41">
                  <c:v>55183.20770475672</c:v>
                </c:pt>
                <c:pt idx="42">
                  <c:v>123242.65217523224</c:v>
                </c:pt>
                <c:pt idx="43">
                  <c:v>82562.56866293015</c:v>
                </c:pt>
                <c:pt idx="44">
                  <c:v>261828.61939129807</c:v>
                </c:pt>
                <c:pt idx="45">
                  <c:v>100485.34657544778</c:v>
                </c:pt>
                <c:pt idx="46">
                  <c:v>183986.35546843807</c:v>
                </c:pt>
                <c:pt idx="47">
                  <c:v>101713.15519702813</c:v>
                </c:pt>
                <c:pt idx="48">
                  <c:v>201345.36486374252</c:v>
                </c:pt>
                <c:pt idx="49">
                  <c:v>188608.25724719142</c:v>
                </c:pt>
                <c:pt idx="50">
                  <c:v>192241.43085965968</c:v>
                </c:pt>
                <c:pt idx="51">
                  <c:v>6374.534597452164</c:v>
                </c:pt>
                <c:pt idx="52">
                  <c:v>102830.90244904826</c:v>
                </c:pt>
                <c:pt idx="53">
                  <c:v>120164.13207218144</c:v>
                </c:pt>
                <c:pt idx="54">
                  <c:v>136574.29683284895</c:v>
                </c:pt>
                <c:pt idx="55">
                  <c:v>102724.23478877166</c:v>
                </c:pt>
                <c:pt idx="56">
                  <c:v>6935.612942162769</c:v>
                </c:pt>
                <c:pt idx="57">
                  <c:v>143066.77813639748</c:v>
                </c:pt>
                <c:pt idx="58">
                  <c:v>366702.38040700386</c:v>
                </c:pt>
                <c:pt idx="59">
                  <c:v>28549.886560666582</c:v>
                </c:pt>
                <c:pt idx="60">
                  <c:v>120485.08171080501</c:v>
                </c:pt>
                <c:pt idx="61">
                  <c:v>13817.036247525964</c:v>
                </c:pt>
                <c:pt idx="62">
                  <c:v>772.8196810081712</c:v>
                </c:pt>
                <c:pt idx="63">
                  <c:v>983.0359927040788</c:v>
                </c:pt>
                <c:pt idx="64">
                  <c:v>197192.43532008317</c:v>
                </c:pt>
                <c:pt idx="65">
                  <c:v>90384.37312026709</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-73679.0879350943</c:v>
                </c:pt>
                <c:pt idx="1">
                  <c:v>-82989.75241427442</c:v>
                </c:pt>
                <c:pt idx="2">
                  <c:v>-104100.17172258996</c:v>
                </c:pt>
                <c:pt idx="3">
                  <c:v>-38643.7468347788</c:v>
                </c:pt>
                <c:pt idx="4">
                  <c:v>-4136.177410125696</c:v>
                </c:pt>
                <c:pt idx="5">
                  <c:v>43893.81178361008</c:v>
                </c:pt>
                <c:pt idx="6">
                  <c:v>73785.82571024876</c:v>
                </c:pt>
                <c:pt idx="7">
                  <c:v>97185.28209440837</c:v>
                </c:pt>
                <c:pt idx="8">
                  <c:v>58734.147309220716</c:v>
                </c:pt>
                <c:pt idx="9">
                  <c:v>27515.64175093506</c:v>
                </c:pt>
                <c:pt idx="10">
                  <c:v>-16506.40490505717</c:v>
                </c:pt>
                <c:pt idx="11">
                  <c:v>-37308.22800943932</c:v>
                </c:pt>
                <c:pt idx="12">
                  <c:v>-91885.71571940788</c:v>
                </c:pt>
                <c:pt idx="13">
                  <c:v>-97706.37676424548</c:v>
                </c:pt>
                <c:pt idx="14">
                  <c:v>-85423.07638841934</c:v>
                </c:pt>
                <c:pt idx="15">
                  <c:v>-23143.103038032983</c:v>
                </c:pt>
                <c:pt idx="16">
                  <c:v>19291.032431632324</c:v>
                </c:pt>
                <c:pt idx="17">
                  <c:v>60539.47098373862</c:v>
                </c:pt>
                <c:pt idx="18">
                  <c:v>76732.88486590219</c:v>
                </c:pt>
                <c:pt idx="19">
                  <c:v>80729.37527249278</c:v>
                </c:pt>
                <c:pt idx="20">
                  <c:v>80572.66144232187</c:v>
                </c:pt>
                <c:pt idx="21">
                  <c:v>38596.921611830796</c:v>
                </c:pt>
                <c:pt idx="22">
                  <c:v>-14680.251753439636</c:v>
                </c:pt>
                <c:pt idx="23">
                  <c:v>-24284.3787370392</c:v>
                </c:pt>
                <c:pt idx="24">
                  <c:v>-125437.40100668884</c:v>
                </c:pt>
                <c:pt idx="25">
                  <c:v>-105588.19200582261</c:v>
                </c:pt>
                <c:pt idx="26">
                  <c:v>-49103.98368473237</c:v>
                </c:pt>
                <c:pt idx="27">
                  <c:v>-53292.522553945004</c:v>
                </c:pt>
                <c:pt idx="28">
                  <c:v>3789.6505750827264</c:v>
                </c:pt>
                <c:pt idx="29">
                  <c:v>22212.961378579752</c:v>
                </c:pt>
                <c:pt idx="30">
                  <c:v>66475.92651452142</c:v>
                </c:pt>
                <c:pt idx="31">
                  <c:v>106062.59591181719</c:v>
                </c:pt>
                <c:pt idx="32">
                  <c:v>61702.885122581516</c:v>
                </c:pt>
                <c:pt idx="33">
                  <c:v>30281.31349572374</c:v>
                </c:pt>
                <c:pt idx="34">
                  <c:v>-28158.645217350015</c:v>
                </c:pt>
                <c:pt idx="35">
                  <c:v>-33933.270384979856</c:v>
                </c:pt>
                <c:pt idx="36">
                  <c:v>-86797.11181077985</c:v>
                </c:pt>
                <c:pt idx="37">
                  <c:v>-95238.753115611</c:v>
                </c:pt>
                <c:pt idx="38">
                  <c:v>-76723.27255606471</c:v>
                </c:pt>
                <c:pt idx="39">
                  <c:v>-28281.52276858033</c:v>
                </c:pt>
                <c:pt idx="40">
                  <c:v>4828.3557207695285</c:v>
                </c:pt>
                <c:pt idx="41">
                  <c:v>47790.455911328805</c:v>
                </c:pt>
                <c:pt idx="42">
                  <c:v>82347.25346232165</c:v>
                </c:pt>
                <c:pt idx="43">
                  <c:v>72829.69328477114</c:v>
                </c:pt>
                <c:pt idx="44">
                  <c:v>65019.135886803764</c:v>
                </c:pt>
                <c:pt idx="45">
                  <c:v>67392.03649434469</c:v>
                </c:pt>
                <c:pt idx="46">
                  <c:v>-1741.6166314382408</c:v>
                </c:pt>
                <c:pt idx="47">
                  <c:v>-79139.95822240258</c:v>
                </c:pt>
                <c:pt idx="48">
                  <c:v>-158782.50426698886</c:v>
                </c:pt>
                <c:pt idx="49">
                  <c:v>-133800.11770061977</c:v>
                </c:pt>
                <c:pt idx="50">
                  <c:v>-85227.53961097206</c:v>
                </c:pt>
                <c:pt idx="51">
                  <c:v>-33744.14992008107</c:v>
                </c:pt>
                <c:pt idx="52">
                  <c:v>31410.757540650025</c:v>
                </c:pt>
                <c:pt idx="53">
                  <c:v>41803.63511424096</c:v>
                </c:pt>
                <c:pt idx="54">
                  <c:v>90739.7201323114</c:v>
                </c:pt>
                <c:pt idx="55">
                  <c:v>122012.75252997209</c:v>
                </c:pt>
                <c:pt idx="56">
                  <c:v>120597.33105123867</c:v>
                </c:pt>
                <c:pt idx="57">
                  <c:v>32632.224707991383</c:v>
                </c:pt>
                <c:pt idx="58">
                  <c:v>-32831.9085189353</c:v>
                </c:pt>
                <c:pt idx="59">
                  <c:v>-72647.0039510009</c:v>
                </c:pt>
                <c:pt idx="60">
                  <c:v>-86660.87653115444</c:v>
                </c:pt>
                <c:pt idx="61">
                  <c:v>-86350.7032397222</c:v>
                </c:pt>
                <c:pt idx="62">
                  <c:v>-102585.39679920387</c:v>
                </c:pt>
                <c:pt idx="63">
                  <c:v>-11845.954651769483</c:v>
                </c:pt>
                <c:pt idx="64">
                  <c:v>13916.233779603828</c:v>
                </c:pt>
                <c:pt idx="65">
                  <c:v>34212.38198112113</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-52708.943218485656</c:v>
                </c:pt>
                <c:pt idx="1">
                  <c:v>-73168.44066530658</c:v>
                </c:pt>
                <c:pt idx="2">
                  <c:v>-95642.90323337958</c:v>
                </c:pt>
                <c:pt idx="3">
                  <c:v>-77355.64511769639</c:v>
                </c:pt>
                <c:pt idx="4">
                  <c:v>-60634.03603627362</c:v>
                </c:pt>
                <c:pt idx="5">
                  <c:v>-68297.81827387145</c:v>
                </c:pt>
                <c:pt idx="6">
                  <c:v>-75825.75670045354</c:v>
                </c:pt>
                <c:pt idx="7">
                  <c:v>-75167.91904549624</c:v>
                </c:pt>
                <c:pt idx="8">
                  <c:v>-46412.62474915135</c:v>
                </c:pt>
                <c:pt idx="9">
                  <c:v>-49931.88411996425</c:v>
                </c:pt>
                <c:pt idx="10">
                  <c:v>-64672.80488741092</c:v>
                </c:pt>
                <c:pt idx="11">
                  <c:v>-45775.92681399033</c:v>
                </c:pt>
                <c:pt idx="12">
                  <c:v>-83375.54391923282</c:v>
                </c:pt>
                <c:pt idx="13">
                  <c:v>-69212.74727721546</c:v>
                </c:pt>
                <c:pt idx="14">
                  <c:v>-77262.73166805727</c:v>
                </c:pt>
                <c:pt idx="15">
                  <c:v>-56527.592329149615</c:v>
                </c:pt>
                <c:pt idx="16">
                  <c:v>-65733.15916031643</c:v>
                </c:pt>
                <c:pt idx="17">
                  <c:v>-69120.8754213194</c:v>
                </c:pt>
                <c:pt idx="18">
                  <c:v>-69714.4532582975</c:v>
                </c:pt>
                <c:pt idx="19">
                  <c:v>-58976.96470579189</c:v>
                </c:pt>
                <c:pt idx="20">
                  <c:v>-70432.86966985776</c:v>
                </c:pt>
                <c:pt idx="21">
                  <c:v>-70496.40448988245</c:v>
                </c:pt>
                <c:pt idx="22">
                  <c:v>-63634.17547055422</c:v>
                </c:pt>
                <c:pt idx="23">
                  <c:v>-34841.5552295683</c:v>
                </c:pt>
                <c:pt idx="24">
                  <c:v>-96603.13044890622</c:v>
                </c:pt>
                <c:pt idx="25">
                  <c:v>-84154.4781391246</c:v>
                </c:pt>
                <c:pt idx="26">
                  <c:v>-62510.46508518777</c:v>
                </c:pt>
                <c:pt idx="27">
                  <c:v>-96283.37796637572</c:v>
                </c:pt>
                <c:pt idx="28">
                  <c:v>-84432.83686793954</c:v>
                </c:pt>
                <c:pt idx="29">
                  <c:v>-54972.89786189146</c:v>
                </c:pt>
                <c:pt idx="30">
                  <c:v>-58170.12874762152</c:v>
                </c:pt>
                <c:pt idx="31">
                  <c:v>-76630.33281321624</c:v>
                </c:pt>
                <c:pt idx="32">
                  <c:v>-56052.06863718379</c:v>
                </c:pt>
                <c:pt idx="33">
                  <c:v>-56150.12977018459</c:v>
                </c:pt>
                <c:pt idx="34">
                  <c:v>-75242.7072401305</c:v>
                </c:pt>
                <c:pt idx="35">
                  <c:v>-60554.15610882403</c:v>
                </c:pt>
                <c:pt idx="36">
                  <c:v>-70806.04011235006</c:v>
                </c:pt>
                <c:pt idx="37">
                  <c:v>-67225.23310852711</c:v>
                </c:pt>
                <c:pt idx="38">
                  <c:v>-64492.961325728436</c:v>
                </c:pt>
                <c:pt idx="39">
                  <c:v>-74318.57530620052</c:v>
                </c:pt>
                <c:pt idx="40">
                  <c:v>-97428.87921043744</c:v>
                </c:pt>
                <c:pt idx="41">
                  <c:v>-70143.57887002939</c:v>
                </c:pt>
                <c:pt idx="42">
                  <c:v>-71904.8679811451</c:v>
                </c:pt>
                <c:pt idx="43">
                  <c:v>-64800.30673450731</c:v>
                </c:pt>
                <c:pt idx="44">
                  <c:v>-61580.74052565486</c:v>
                </c:pt>
                <c:pt idx="45">
                  <c:v>-68835.14193884603</c:v>
                </c:pt>
                <c:pt idx="46">
                  <c:v>-87181.15193195635</c:v>
                </c:pt>
                <c:pt idx="47">
                  <c:v>-93060.20270968064</c:v>
                </c:pt>
                <c:pt idx="48">
                  <c:v>-114239.90581939217</c:v>
                </c:pt>
                <c:pt idx="49">
                  <c:v>-88117.40167575449</c:v>
                </c:pt>
                <c:pt idx="50">
                  <c:v>-86158.34644135206</c:v>
                </c:pt>
                <c:pt idx="51">
                  <c:v>-80183.94940374521</c:v>
                </c:pt>
                <c:pt idx="52">
                  <c:v>-94453.77905165819</c:v>
                </c:pt>
                <c:pt idx="53">
                  <c:v>-96012.12842242522</c:v>
                </c:pt>
                <c:pt idx="54">
                  <c:v>-80461.24421821849</c:v>
                </c:pt>
                <c:pt idx="55">
                  <c:v>-83098.0293890487</c:v>
                </c:pt>
                <c:pt idx="56">
                  <c:v>-86725.72862533519</c:v>
                </c:pt>
                <c:pt idx="57">
                  <c:v>-75455.16010368135</c:v>
                </c:pt>
                <c:pt idx="58">
                  <c:v>-75449.28555797928</c:v>
                </c:pt>
                <c:pt idx="59">
                  <c:v>-64969.342465189475</c:v>
                </c:pt>
                <c:pt idx="60">
                  <c:v>-69358.1757634941</c:v>
                </c:pt>
                <c:pt idx="61">
                  <c:v>-73819.56308600603</c:v>
                </c:pt>
                <c:pt idx="62">
                  <c:v>-123803.06998231716</c:v>
                </c:pt>
                <c:pt idx="63">
                  <c:v>-84146.89737531469</c:v>
                </c:pt>
                <c:pt idx="64">
                  <c:v>-62180.88398128096</c:v>
                </c:pt>
                <c:pt idx="65">
                  <c:v>-48281.511247789495</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712251.3365113504</c:v>
                </c:pt>
                <c:pt idx="1">
                  <c:v>1093200.0077371267</c:v>
                </c:pt>
                <c:pt idx="2">
                  <c:v>1657344.180580536</c:v>
                </c:pt>
                <c:pt idx="3">
                  <c:v>1381965.9333897096</c:v>
                </c:pt>
                <c:pt idx="4">
                  <c:v>1071430.0923426435</c:v>
                </c:pt>
                <c:pt idx="5">
                  <c:v>899354.5115154707</c:v>
                </c:pt>
                <c:pt idx="6">
                  <c:v>675741.4383753843</c:v>
                </c:pt>
                <c:pt idx="7">
                  <c:v>290016.7796959887</c:v>
                </c:pt>
                <c:pt idx="8">
                  <c:v>24923.442483647046</c:v>
                </c:pt>
                <c:pt idx="9">
                  <c:v>15627.578323145159</c:v>
                </c:pt>
                <c:pt idx="10">
                  <c:v>212182.5462298136</c:v>
                </c:pt>
                <c:pt idx="11">
                  <c:v>341460.6639038803</c:v>
                </c:pt>
                <c:pt idx="12">
                  <c:v>1195294.7490930532</c:v>
                </c:pt>
                <c:pt idx="13">
                  <c:v>1037271.2635331056</c:v>
                </c:pt>
                <c:pt idx="14">
                  <c:v>1351277.320172521</c:v>
                </c:pt>
                <c:pt idx="15">
                  <c:v>1012891.34259312</c:v>
                </c:pt>
                <c:pt idx="16">
                  <c:v>1082244.3225656862</c:v>
                </c:pt>
                <c:pt idx="17">
                  <c:v>864744.3813620243</c:v>
                </c:pt>
                <c:pt idx="18">
                  <c:v>587585.0752348758</c:v>
                </c:pt>
                <c:pt idx="19">
                  <c:v>213159.84513275</c:v>
                </c:pt>
                <c:pt idx="20">
                  <c:v>37508.899894767375</c:v>
                </c:pt>
                <c:pt idx="21">
                  <c:v>15841.417455461704</c:v>
                </c:pt>
                <c:pt idx="22">
                  <c:v>170049.32480489204</c:v>
                </c:pt>
                <c:pt idx="23">
                  <c:v>249274.1683631278</c:v>
                </c:pt>
                <c:pt idx="24">
                  <c:v>1403451.4102127077</c:v>
                </c:pt>
                <c:pt idx="25">
                  <c:v>1308372.336809829</c:v>
                </c:pt>
                <c:pt idx="26">
                  <c:v>1085672.8183635806</c:v>
                </c:pt>
                <c:pt idx="27">
                  <c:v>1699246.6440226147</c:v>
                </c:pt>
                <c:pt idx="28">
                  <c:v>1460633.7458749285</c:v>
                </c:pt>
                <c:pt idx="29">
                  <c:v>689049.4623027564</c:v>
                </c:pt>
                <c:pt idx="30">
                  <c:v>488077.2549440893</c:v>
                </c:pt>
                <c:pt idx="31">
                  <c:v>305067.3019883012</c:v>
                </c:pt>
                <c:pt idx="32">
                  <c:v>33761.926647540386</c:v>
                </c:pt>
                <c:pt idx="33">
                  <c:v>26933.537559678494</c:v>
                </c:pt>
                <c:pt idx="34">
                  <c:v>266544.39450393885</c:v>
                </c:pt>
                <c:pt idx="35">
                  <c:v>434805.67498617305</c:v>
                </c:pt>
                <c:pt idx="36">
                  <c:v>1020937.24455303</c:v>
                </c:pt>
                <c:pt idx="37">
                  <c:v>1062253.1195422166</c:v>
                </c:pt>
                <c:pt idx="38">
                  <c:v>1124993.1466811607</c:v>
                </c:pt>
                <c:pt idx="39">
                  <c:v>1323728.4108123758</c:v>
                </c:pt>
                <c:pt idx="40">
                  <c:v>1703232.3217227478</c:v>
                </c:pt>
                <c:pt idx="41">
                  <c:v>910308.1115523359</c:v>
                </c:pt>
                <c:pt idx="42">
                  <c:v>559675.7411562395</c:v>
                </c:pt>
                <c:pt idx="43">
                  <c:v>228359.92079955674</c:v>
                </c:pt>
                <c:pt idx="44">
                  <c:v>35964.57643859188</c:v>
                </c:pt>
                <c:pt idx="45">
                  <c:v>32502.30774619611</c:v>
                </c:pt>
                <c:pt idx="46">
                  <c:v>307460.70968800783</c:v>
                </c:pt>
                <c:pt idx="47">
                  <c:v>671576.758559579</c:v>
                </c:pt>
                <c:pt idx="48">
                  <c:v>1620515.7225057487</c:v>
                </c:pt>
                <c:pt idx="49">
                  <c:v>1384587.9685415016</c:v>
                </c:pt>
                <c:pt idx="50">
                  <c:v>1520069.4211961164</c:v>
                </c:pt>
                <c:pt idx="51">
                  <c:v>1434643.4284558147</c:v>
                </c:pt>
                <c:pt idx="52">
                  <c:v>1632785.6751762584</c:v>
                </c:pt>
                <c:pt idx="53">
                  <c:v>1238833.7491833882</c:v>
                </c:pt>
                <c:pt idx="54">
                  <c:v>645342.6589244596</c:v>
                </c:pt>
                <c:pt idx="55">
                  <c:v>284751.8847590431</c:v>
                </c:pt>
                <c:pt idx="56">
                  <c:v>54817.65756078424</c:v>
                </c:pt>
                <c:pt idx="57">
                  <c:v>41860.10369385254</c:v>
                </c:pt>
                <c:pt idx="58">
                  <c:v>256999.72265791893</c:v>
                </c:pt>
                <c:pt idx="59">
                  <c:v>503874.5767672747</c:v>
                </c:pt>
                <c:pt idx="60">
                  <c:v>1093995.0076410775</c:v>
                </c:pt>
                <c:pt idx="61">
                  <c:v>1169564.209023247</c:v>
                </c:pt>
                <c:pt idx="62">
                  <c:v>2191106.2318917913</c:v>
                </c:pt>
                <c:pt idx="63">
                  <c:v>1481442.173190051</c:v>
                </c:pt>
                <c:pt idx="64">
                  <c:v>1052347.0848489886</c:v>
                </c:pt>
                <c:pt idx="65">
                  <c:v>605516.1529691857</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51741.71461558237</c:v>
                </c:pt>
                <c:pt idx="1">
                  <c:v>56880.97319241165</c:v>
                </c:pt>
                <c:pt idx="2">
                  <c:v>160056.2243302597</c:v>
                </c:pt>
                <c:pt idx="3">
                  <c:v>596196.0143164744</c:v>
                </c:pt>
                <c:pt idx="4">
                  <c:v>79415.52051644036</c:v>
                </c:pt>
                <c:pt idx="5">
                  <c:v>317984.7465713782</c:v>
                </c:pt>
                <c:pt idx="6">
                  <c:v>443834.4597304426</c:v>
                </c:pt>
                <c:pt idx="7">
                  <c:v>492346.22235160234</c:v>
                </c:pt>
                <c:pt idx="8">
                  <c:v>197951.8595306918</c:v>
                </c:pt>
                <c:pt idx="9">
                  <c:v>466966.64163621265</c:v>
                </c:pt>
                <c:pt idx="10">
                  <c:v>66478.29988708612</c:v>
                </c:pt>
                <c:pt idx="11">
                  <c:v>57007.660802024286</c:v>
                </c:pt>
                <c:pt idx="12">
                  <c:v>826329.0782522713</c:v>
                </c:pt>
                <c:pt idx="13">
                  <c:v>138648.9661279863</c:v>
                </c:pt>
                <c:pt idx="14">
                  <c:v>258054.9077678633</c:v>
                </c:pt>
                <c:pt idx="15">
                  <c:v>94239.95363806025</c:v>
                </c:pt>
                <c:pt idx="16">
                  <c:v>266866.799344095</c:v>
                </c:pt>
                <c:pt idx="17">
                  <c:v>67741.25884573426</c:v>
                </c:pt>
                <c:pt idx="18">
                  <c:v>81613.57310593323</c:v>
                </c:pt>
                <c:pt idx="19">
                  <c:v>329169.08422413055</c:v>
                </c:pt>
                <c:pt idx="20">
                  <c:v>489526.80066191324</c:v>
                </c:pt>
                <c:pt idx="21">
                  <c:v>551038.1754842858</c:v>
                </c:pt>
                <c:pt idx="22">
                  <c:v>581287.683173675</c:v>
                </c:pt>
                <c:pt idx="23">
                  <c:v>276929.3495917754</c:v>
                </c:pt>
                <c:pt idx="24">
                  <c:v>620513.5412970398</c:v>
                </c:pt>
                <c:pt idx="25">
                  <c:v>438008.9068034127</c:v>
                </c:pt>
                <c:pt idx="26">
                  <c:v>67556.44089970757</c:v>
                </c:pt>
                <c:pt idx="27">
                  <c:v>555900.9425959374</c:v>
                </c:pt>
                <c:pt idx="28">
                  <c:v>240955.72873024168</c:v>
                </c:pt>
                <c:pt idx="29">
                  <c:v>335323.3259891188</c:v>
                </c:pt>
                <c:pt idx="30">
                  <c:v>406121.6062983683</c:v>
                </c:pt>
                <c:pt idx="31">
                  <c:v>801139.9212872313</c:v>
                </c:pt>
                <c:pt idx="32">
                  <c:v>108468.06648932205</c:v>
                </c:pt>
                <c:pt idx="33">
                  <c:v>283572.1399272134</c:v>
                </c:pt>
                <c:pt idx="34">
                  <c:v>813851.6913906176</c:v>
                </c:pt>
                <c:pt idx="35">
                  <c:v>169750.86096815686</c:v>
                </c:pt>
                <c:pt idx="36">
                  <c:v>68493.96100586723</c:v>
                </c:pt>
                <c:pt idx="37">
                  <c:v>473758.65932663414</c:v>
                </c:pt>
                <c:pt idx="38">
                  <c:v>117579.89650707971</c:v>
                </c:pt>
                <c:pt idx="39">
                  <c:v>215094.49600516082</c:v>
                </c:pt>
                <c:pt idx="40">
                  <c:v>446202.5232946968</c:v>
                </c:pt>
                <c:pt idx="41">
                  <c:v>578861.7701623195</c:v>
                </c:pt>
                <c:pt idx="42">
                  <c:v>272567.7755915736</c:v>
                </c:pt>
                <c:pt idx="43">
                  <c:v>388377.04021391895</c:v>
                </c:pt>
                <c:pt idx="44">
                  <c:v>856509.931944466</c:v>
                </c:pt>
                <c:pt idx="45">
                  <c:v>407433.66483657534</c:v>
                </c:pt>
                <c:pt idx="46">
                  <c:v>330092.8008150857</c:v>
                </c:pt>
                <c:pt idx="47">
                  <c:v>810476.5481776942</c:v>
                </c:pt>
                <c:pt idx="48">
                  <c:v>248108.79151672355</c:v>
                </c:pt>
                <c:pt idx="49">
                  <c:v>719787.4009004631</c:v>
                </c:pt>
                <c:pt idx="50">
                  <c:v>976007.4631920136</c:v>
                </c:pt>
                <c:pt idx="51">
                  <c:v>211787.59190346976</c:v>
                </c:pt>
                <c:pt idx="52">
                  <c:v>707782.184671516</c:v>
                </c:pt>
                <c:pt idx="53">
                  <c:v>811324.5948037661</c:v>
                </c:pt>
                <c:pt idx="54">
                  <c:v>640854.7776436083</c:v>
                </c:pt>
                <c:pt idx="55">
                  <c:v>1436079.4814943105</c:v>
                </c:pt>
                <c:pt idx="56">
                  <c:v>661276.28300265</c:v>
                </c:pt>
                <c:pt idx="57">
                  <c:v>946335.5522921457</c:v>
                </c:pt>
                <c:pt idx="58">
                  <c:v>262738.7767869038</c:v>
                </c:pt>
                <c:pt idx="59">
                  <c:v>92397.83680134077</c:v>
                </c:pt>
                <c:pt idx="60">
                  <c:v>335652.77191501897</c:v>
                </c:pt>
                <c:pt idx="61">
                  <c:v>290082.697952251</c:v>
                </c:pt>
                <c:pt idx="62">
                  <c:v>348770.4397488069</c:v>
                </c:pt>
                <c:pt idx="63">
                  <c:v>125773.1520881181</c:v>
                </c:pt>
                <c:pt idx="64">
                  <c:v>360147.11024988303</c:v>
                </c:pt>
                <c:pt idx="65">
                  <c:v>358479.210173315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Seasonality</c:v>
                </c:pt>
                <c:pt idx="1">
                  <c:v>Distribution</c:v>
                </c:pt>
                <c:pt idx="2">
                  <c:v>ABA</c:v>
                </c:pt>
                <c:pt idx="3">
                  <c:v>Base</c:v>
                </c:pt>
                <c:pt idx="4">
                  <c:v>Digital_Perform...</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23.66265353903874</c:v>
                </c:pt>
                <c:pt idx="2">
                  <c:v>38.41009737980155</c:v>
                </c:pt>
                <c:pt idx="3">
                  <c:v>53.05111121365992</c:v>
                </c:pt>
                <c:pt idx="4">
                  <c:v>62.478707462181205</c:v>
                </c:pt>
                <c:pt idx="5">
                  <c:v>71.45360441025682</c:v>
                </c:pt>
                <c:pt idx="6">
                  <c:v>79.32018969677654</c:v>
                </c:pt>
                <c:pt idx="7">
                  <c:v>86.79679418397237</c:v>
                </c:pt>
                <c:pt idx="8">
                  <c:v>92.46446511312347</c:v>
                </c:pt>
                <c:pt idx="9">
                  <c:v>95.89987528627982</c:v>
                </c:pt>
                <c:pt idx="10">
                  <c:v>98.10025359676074</c:v>
                </c:pt>
                <c:pt idx="11">
                  <c:v>99.82859077876948</c:v>
                </c:pt>
                <c:pt idx="12">
                  <c:v>101.14862785300184</c:v>
                </c:pt>
                <c:pt idx="13">
                  <c:v>101.43830505137879</c:v>
                </c:pt>
                <c:pt idx="14">
                  <c:v>100.00000000000003</c:v>
                </c:pt>
              </c:numCache>
            </c:numRef>
          </c:val>
        </c:ser>
        <c:ser>
          <c:idx val="1"/>
          <c:order val="1"/>
          <c:tx>
            <c:strRef>
              <c:f>Sheet1!$C$1</c:f>
              <c:strCache>
                <c:ptCount val="1"/>
                <c:pt idx="0">
                  <c:v>value</c:v>
                </c:pt>
              </c:strCache>
            </c:strRef>
          </c:tx>
          <c:dPt>
            <c:idx val="0"/>
            <c:spPr>
              <a:solidFill>
                <a:srgbClr val="BCB6FF"/>
              </a:solidFill>
            </c:spPr>
          </c:dPt>
          <c:dPt>
            <c:idx val="1"/>
            <c:spPr>
              <a:solidFill>
                <a:srgbClr val="6B004F"/>
              </a:solidFill>
            </c:spPr>
          </c:dPt>
          <c:dPt>
            <c:idx val="2"/>
            <c:spPr>
              <a:solidFill>
                <a:srgbClr val="D60000"/>
              </a:solidFill>
            </c:spPr>
          </c:dPt>
          <c:dPt>
            <c:idx val="3"/>
            <c:spPr>
              <a:solidFill>
                <a:srgbClr val="8C3BFF"/>
              </a:solidFill>
            </c:spPr>
          </c:dPt>
          <c:dPt>
            <c:idx val="4"/>
            <c:spPr>
              <a:solidFill>
                <a:srgbClr val="00ACC6"/>
              </a:solidFill>
            </c:spPr>
          </c:dPt>
          <c:dPt>
            <c:idx val="5"/>
            <c:spPr>
              <a:solidFill>
                <a:srgbClr val="018700"/>
              </a:solidFill>
            </c:spPr>
          </c:dPt>
          <c:dPt>
            <c:idx val="6"/>
            <c:spPr>
              <a:solidFill>
                <a:srgbClr val="573B00"/>
              </a:solidFill>
            </c:spPr>
          </c:dPt>
          <c:dPt>
            <c:idx val="7"/>
            <c:spPr>
              <a:solidFill>
                <a:srgbClr val="95B577"/>
              </a:solidFill>
            </c:spPr>
          </c:dPt>
          <c:dPt>
            <c:idx val="8"/>
            <c:spPr>
              <a:solidFill>
                <a:srgbClr val="FF7ED1"/>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23.66%</a:t>
                    </a:r>
                  </a:p>
                </c:rich>
              </c:tx>
              <c:dLblPos val="inEnd"/>
              <c:showLegendKey val="0"/>
              <c:showVal val="1"/>
              <c:showCatName val="0"/>
              <c:showSerName val="0"/>
              <c:showPercent val="0"/>
              <c:showBubbleSize val="0"/>
            </c:dLbl>
            <c:dLbl>
              <c:idx val="1"/>
              <c:tx>
                <c:rich>
                  <a:bodyPr/>
                  <a:lstStyle/>
                  <a:p>
                    <a:r>
                      <a:t>14.75%</a:t>
                    </a:r>
                  </a:p>
                </c:rich>
              </c:tx>
              <c:dLblPos val="inEnd"/>
              <c:showLegendKey val="0"/>
              <c:showVal val="1"/>
              <c:showCatName val="0"/>
              <c:showSerName val="0"/>
              <c:showPercent val="0"/>
              <c:showBubbleSize val="0"/>
            </c:dLbl>
            <c:dLbl>
              <c:idx val="2"/>
              <c:tx>
                <c:rich>
                  <a:bodyPr/>
                  <a:lstStyle/>
                  <a:p>
                    <a:r>
                      <a:t>14.64%</a:t>
                    </a:r>
                  </a:p>
                </c:rich>
              </c:tx>
              <c:dLblPos val="inEnd"/>
              <c:showLegendKey val="0"/>
              <c:showVal val="1"/>
              <c:showCatName val="0"/>
              <c:showSerName val="0"/>
              <c:showPercent val="0"/>
              <c:showBubbleSize val="0"/>
            </c:dLbl>
            <c:dLbl>
              <c:idx val="3"/>
              <c:tx>
                <c:rich>
                  <a:bodyPr/>
                  <a:lstStyle/>
                  <a:p>
                    <a:r>
                      <a:t>9.43%</a:t>
                    </a:r>
                  </a:p>
                </c:rich>
              </c:tx>
              <c:dLblPos val="inEnd"/>
              <c:showLegendKey val="0"/>
              <c:showVal val="1"/>
              <c:showCatName val="0"/>
              <c:showSerName val="0"/>
              <c:showPercent val="0"/>
              <c:showBubbleSize val="0"/>
            </c:dLbl>
            <c:dLbl>
              <c:idx val="4"/>
              <c:tx>
                <c:rich>
                  <a:bodyPr/>
                  <a:lstStyle/>
                  <a:p>
                    <a:r>
                      <a:t>8.97%</a:t>
                    </a:r>
                  </a:p>
                </c:rich>
              </c:tx>
              <c:dLblPos val="inEnd"/>
              <c:showLegendKey val="0"/>
              <c:showVal val="1"/>
              <c:showCatName val="0"/>
              <c:showSerName val="0"/>
              <c:showPercent val="0"/>
              <c:showBubbleSize val="0"/>
            </c:dLbl>
            <c:dLbl>
              <c:idx val="5"/>
              <c:tx>
                <c:rich>
                  <a:bodyPr/>
                  <a:lstStyle/>
                  <a:p>
                    <a:r>
                      <a:t>7.87%</a:t>
                    </a:r>
                  </a:p>
                </c:rich>
              </c:tx>
              <c:dLblPos val="inEnd"/>
              <c:showLegendKey val="0"/>
              <c:showVal val="1"/>
              <c:showCatName val="0"/>
              <c:showSerName val="0"/>
              <c:showPercent val="0"/>
              <c:showBubbleSize val="0"/>
            </c:dLbl>
            <c:dLbl>
              <c:idx val="6"/>
              <c:tx>
                <c:rich>
                  <a:bodyPr/>
                  <a:lstStyle/>
                  <a:p>
                    <a:r>
                      <a:t>7.48%</a:t>
                    </a:r>
                  </a:p>
                </c:rich>
              </c:tx>
              <c:dLblPos val="inEnd"/>
              <c:showLegendKey val="0"/>
              <c:showVal val="1"/>
              <c:showCatName val="0"/>
              <c:showSerName val="0"/>
              <c:showPercent val="0"/>
              <c:showBubbleSize val="0"/>
            </c:dLbl>
            <c:dLbl>
              <c:idx val="7"/>
              <c:tx>
                <c:rich>
                  <a:bodyPr/>
                  <a:lstStyle/>
                  <a:p>
                    <a:r>
                      <a:t>5.67%</a:t>
                    </a:r>
                  </a:p>
                </c:rich>
              </c:tx>
              <c:dLblPos val="inEnd"/>
              <c:showLegendKey val="0"/>
              <c:showVal val="1"/>
              <c:showCatName val="0"/>
              <c:showSerName val="0"/>
              <c:showPercent val="0"/>
              <c:showBubbleSize val="0"/>
            </c:dLbl>
            <c:dLbl>
              <c:idx val="8"/>
              <c:tx>
                <c:rich>
                  <a:bodyPr/>
                  <a:lstStyle/>
                  <a:p>
                    <a:r>
                      <a:t>3.44%</a:t>
                    </a:r>
                  </a:p>
                </c:rich>
              </c:tx>
              <c:dLblPos val="inEnd"/>
              <c:showLegendKey val="0"/>
              <c:showVal val="1"/>
              <c:showCatName val="0"/>
              <c:showSerName val="0"/>
              <c:showPercent val="0"/>
              <c:showBubbleSize val="0"/>
            </c:dLbl>
            <c:dLbl>
              <c:idx val="9"/>
              <c:tx>
                <c:rich>
                  <a:bodyPr/>
                  <a:lstStyle/>
                  <a:p>
                    <a:r>
                      <a:t>2.2%</a:t>
                    </a:r>
                  </a:p>
                </c:rich>
              </c:tx>
              <c:dLblPos val="inEnd"/>
              <c:showLegendKey val="0"/>
              <c:showVal val="1"/>
              <c:showCatName val="0"/>
              <c:showSerName val="0"/>
              <c:showPercent val="0"/>
              <c:showBubbleSize val="0"/>
            </c:dLbl>
            <c:dLbl>
              <c:idx val="10"/>
              <c:tx>
                <c:rich>
                  <a:bodyPr/>
                  <a:lstStyle/>
                  <a:p>
                    <a:r>
                      <a:t>1.73%</a:t>
                    </a:r>
                  </a:p>
                </c:rich>
              </c:tx>
              <c:dLblPos val="inEnd"/>
              <c:showLegendKey val="0"/>
              <c:showVal val="1"/>
              <c:showCatName val="0"/>
              <c:showSerName val="0"/>
              <c:showPercent val="0"/>
              <c:showBubbleSize val="0"/>
            </c:dLbl>
            <c:dLbl>
              <c:idx val="11"/>
              <c:tx>
                <c:rich>
                  <a:bodyPr/>
                  <a:lstStyle/>
                  <a:p>
                    <a:r>
                      <a:t>1.32%</a:t>
                    </a:r>
                  </a:p>
                </c:rich>
              </c:tx>
              <c:dLblPos val="inEnd"/>
              <c:showLegendKey val="0"/>
              <c:showVal val="1"/>
              <c:showCatName val="0"/>
              <c:showSerName val="0"/>
              <c:showPercent val="0"/>
              <c:showBubbleSize val="0"/>
            </c:dLbl>
            <c:dLbl>
              <c:idx val="12"/>
              <c:tx>
                <c:rich>
                  <a:bodyPr/>
                  <a:lstStyle/>
                  <a:p>
                    <a:r>
                      <a:t>1.04%</a:t>
                    </a:r>
                  </a:p>
                </c:rich>
              </c:tx>
              <c:dLblPos val="inEnd"/>
              <c:showLegendKey val="0"/>
              <c:showVal val="1"/>
              <c:showCatName val="0"/>
              <c:showSerName val="0"/>
              <c:showPercent val="0"/>
              <c:showBubbleSize val="0"/>
            </c:dLbl>
            <c:dLbl>
              <c:idx val="13"/>
              <c:tx>
                <c:rich>
                  <a:bodyPr/>
                  <a:lstStyle/>
                  <a:p>
                    <a:r>
                      <a:t>-0.75%</a:t>
                    </a:r>
                  </a:p>
                </c:rich>
              </c:tx>
              <c:dLblPos val="inEnd"/>
              <c:showLegendKey val="0"/>
              <c:showVal val="1"/>
              <c:showCatName val="0"/>
              <c:showSerName val="0"/>
              <c:showPercent val="0"/>
              <c:showBubbleSize val="0"/>
            </c:dLbl>
            <c:dLbl>
              <c:idx val="14"/>
              <c:tx>
                <c:rich>
                  <a:bodyPr/>
                  <a:lstStyle/>
                  <a:p>
                    <a:r>
                      <a:t>-1.44%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Seasonality</c:v>
                </c:pt>
                <c:pt idx="1">
                  <c:v>Distribution</c:v>
                </c:pt>
                <c:pt idx="2">
                  <c:v>ABA</c:v>
                </c:pt>
                <c:pt idx="3">
                  <c:v>Base</c:v>
                </c:pt>
                <c:pt idx="4">
                  <c:v>Digital_Perform...</c:v>
                </c:pt>
                <c:pt idx="5">
                  <c:v>Digital_DA</c:v>
                </c:pt>
                <c:pt idx="6">
                  <c:v>OOH</c:v>
                </c:pt>
                <c:pt idx="7">
                  <c:v>TV</c:v>
                </c:pt>
                <c:pt idx="8">
                  <c:v>Digital_Video</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23.662653539038743</c:v>
                </c:pt>
                <c:pt idx="1">
                  <c:v>14.747443840762816</c:v>
                </c:pt>
                <c:pt idx="2">
                  <c:v>14.641013833858368</c:v>
                </c:pt>
                <c:pt idx="3">
                  <c:v>9.427596248521269</c:v>
                </c:pt>
                <c:pt idx="4">
                  <c:v>8.974896948075614</c:v>
                </c:pt>
                <c:pt idx="5">
                  <c:v>7.866585286519722</c:v>
                </c:pt>
                <c:pt idx="6">
                  <c:v>7.476604487195824</c:v>
                </c:pt>
                <c:pt idx="7">
                  <c:v>5.667670929151095</c:v>
                </c:pt>
                <c:pt idx="8">
                  <c:v>3.435410173156348</c:v>
                </c:pt>
                <c:pt idx="9">
                  <c:v>2.200378310480931</c:v>
                </c:pt>
                <c:pt idx="10">
                  <c:v>1.7283371820087248</c:v>
                </c:pt>
                <c:pt idx="11">
                  <c:v>1.320037074232375</c:v>
                </c:pt>
                <c:pt idx="12">
                  <c:v>1.0353755738923969</c:v>
                </c:pt>
                <c:pt idx="13">
                  <c:v>0.7456983755154539</c:v>
                </c:pt>
                <c:pt idx="14">
                  <c:v>1.4383050513787747</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3196500.0</c:v>
                </c:pt>
                <c:pt idx="1">
                  <c:v>4674800.0</c:v>
                </c:pt>
                <c:pt idx="2">
                  <c:v>5853200.0</c:v>
                </c:pt>
                <c:pt idx="3">
                  <c:v>4895100.0</c:v>
                </c:pt>
                <c:pt idx="4">
                  <c:v>3867900.0</c:v>
                </c:pt>
                <c:pt idx="5">
                  <c:v>4312400.0</c:v>
                </c:pt>
                <c:pt idx="6">
                  <c:v>4752000.0</c:v>
                </c:pt>
                <c:pt idx="7">
                  <c:v>4674200.0</c:v>
                </c:pt>
                <c:pt idx="8">
                  <c:v>2882100.0</c:v>
                </c:pt>
                <c:pt idx="9">
                  <c:v>3063100.0</c:v>
                </c:pt>
                <c:pt idx="10">
                  <c:v>3959900.0</c:v>
                </c:pt>
                <c:pt idx="11">
                  <c:v>2714000.0</c:v>
                </c:pt>
                <c:pt idx="12">
                  <c:v>5450300.0</c:v>
                </c:pt>
                <c:pt idx="13">
                  <c:v>4482800.0</c:v>
                </c:pt>
                <c:pt idx="14">
                  <c:v>4894500.0</c:v>
                </c:pt>
                <c:pt idx="15">
                  <c:v>3377700.0</c:v>
                </c:pt>
                <c:pt idx="16">
                  <c:v>4294800.0</c:v>
                </c:pt>
                <c:pt idx="17">
                  <c:v>4573400.0</c:v>
                </c:pt>
                <c:pt idx="18">
                  <c:v>4605300.0</c:v>
                </c:pt>
                <c:pt idx="19">
                  <c:v>3686200.0</c:v>
                </c:pt>
                <c:pt idx="20">
                  <c:v>4310400.0</c:v>
                </c:pt>
                <c:pt idx="21">
                  <c:v>4536300.0</c:v>
                </c:pt>
                <c:pt idx="22">
                  <c:v>3582200.0</c:v>
                </c:pt>
                <c:pt idx="23">
                  <c:v>2272200.0</c:v>
                </c:pt>
                <c:pt idx="24">
                  <c:v>6084000.0</c:v>
                </c:pt>
                <c:pt idx="25">
                  <c:v>5113900.0</c:v>
                </c:pt>
                <c:pt idx="26">
                  <c:v>3677600.0</c:v>
                </c:pt>
                <c:pt idx="27">
                  <c:v>6055600.0</c:v>
                </c:pt>
                <c:pt idx="28">
                  <c:v>5077800.0</c:v>
                </c:pt>
                <c:pt idx="29">
                  <c:v>3452600.0</c:v>
                </c:pt>
                <c:pt idx="30">
                  <c:v>3521800.0</c:v>
                </c:pt>
                <c:pt idx="31">
                  <c:v>4867800.0</c:v>
                </c:pt>
                <c:pt idx="32">
                  <c:v>3340100.0</c:v>
                </c:pt>
                <c:pt idx="33">
                  <c:v>3619400.0</c:v>
                </c:pt>
                <c:pt idx="34">
                  <c:v>4818100.0</c:v>
                </c:pt>
                <c:pt idx="35">
                  <c:v>3678600.0</c:v>
                </c:pt>
                <c:pt idx="36">
                  <c:v>4086000.0</c:v>
                </c:pt>
                <c:pt idx="37">
                  <c:v>3789200.0</c:v>
                </c:pt>
                <c:pt idx="38">
                  <c:v>3847100.0</c:v>
                </c:pt>
                <c:pt idx="39">
                  <c:v>4605500.0</c:v>
                </c:pt>
                <c:pt idx="40">
                  <c:v>6463500.0</c:v>
                </c:pt>
                <c:pt idx="41">
                  <c:v>4582500.0</c:v>
                </c:pt>
                <c:pt idx="42">
                  <c:v>4246000.0</c:v>
                </c:pt>
                <c:pt idx="43">
                  <c:v>3810200.0</c:v>
                </c:pt>
                <c:pt idx="44">
                  <c:v>3890000.0</c:v>
                </c:pt>
                <c:pt idx="45">
                  <c:v>4214900.0</c:v>
                </c:pt>
                <c:pt idx="46">
                  <c:v>5196100.0</c:v>
                </c:pt>
                <c:pt idx="47">
                  <c:v>5657300.0</c:v>
                </c:pt>
                <c:pt idx="48">
                  <c:v>7083700.0</c:v>
                </c:pt>
                <c:pt idx="49">
                  <c:v>5828500.0</c:v>
                </c:pt>
                <c:pt idx="50">
                  <c:v>5402300.0</c:v>
                </c:pt>
                <c:pt idx="51">
                  <c:v>5120700.0</c:v>
                </c:pt>
                <c:pt idx="52">
                  <c:v>6134100.0</c:v>
                </c:pt>
                <c:pt idx="53">
                  <c:v>6769200.0</c:v>
                </c:pt>
                <c:pt idx="54">
                  <c:v>5126600.0</c:v>
                </c:pt>
                <c:pt idx="55">
                  <c:v>5014700.0</c:v>
                </c:pt>
                <c:pt idx="56">
                  <c:v>5404100.0</c:v>
                </c:pt>
                <c:pt idx="57">
                  <c:v>4638700.0</c:v>
                </c:pt>
                <c:pt idx="58">
                  <c:v>5073000.0</c:v>
                </c:pt>
                <c:pt idx="59">
                  <c:v>2879800.0</c:v>
                </c:pt>
                <c:pt idx="60">
                  <c:v>794700.0</c:v>
                </c:pt>
                <c:pt idx="61">
                  <c:v>4374700.0</c:v>
                </c:pt>
                <c:pt idx="62">
                  <c:v>4414900.0</c:v>
                </c:pt>
                <c:pt idx="63">
                  <c:v>7632100.0</c:v>
                </c:pt>
                <c:pt idx="64">
                  <c:v>5649800.0</c:v>
                </c:pt>
                <c:pt idx="65">
                  <c:v>3754400.0</c:v>
                </c:pt>
                <c:pt idx="66">
                  <c:v>3150200.0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3115567.184053333</c:v>
                </c:pt>
                <c:pt idx="1">
                  <c:v>4519874.26236955</c:v>
                </c:pt>
                <c:pt idx="2">
                  <c:v>6006079.110420214</c:v>
                </c:pt>
                <c:pt idx="3">
                  <c:v>4927445.421270706</c:v>
                </c:pt>
                <c:pt idx="4">
                  <c:v>3780875.803995738</c:v>
                </c:pt>
                <c:pt idx="5">
                  <c:v>4260678.514218932</c:v>
                </c:pt>
                <c:pt idx="6">
                  <c:v>4894157.092726635</c:v>
                </c:pt>
                <c:pt idx="7">
                  <c:v>4713187.119629997</c:v>
                </c:pt>
                <c:pt idx="8">
                  <c:v>2813585.3583615357</c:v>
                </c:pt>
                <c:pt idx="9">
                  <c:v>3041504.5171002094</c:v>
                </c:pt>
                <c:pt idx="10">
                  <c:v>3940160.8174520414</c:v>
                </c:pt>
                <c:pt idx="11">
                  <c:v>2705655.473720388</c:v>
                </c:pt>
                <c:pt idx="12">
                  <c:v>5249206.265019244</c:v>
                </c:pt>
                <c:pt idx="13">
                  <c:v>4297385.131847178</c:v>
                </c:pt>
                <c:pt idx="14">
                  <c:v>4759895.326640821</c:v>
                </c:pt>
                <c:pt idx="15">
                  <c:v>3499863.8372190315</c:v>
                </c:pt>
                <c:pt idx="16">
                  <c:v>4022390.8231269335</c:v>
                </c:pt>
                <c:pt idx="17">
                  <c:v>4358133.423894197</c:v>
                </c:pt>
                <c:pt idx="18">
                  <c:v>4358111.14437151</c:v>
                </c:pt>
                <c:pt idx="19">
                  <c:v>3537565.365477715</c:v>
                </c:pt>
                <c:pt idx="20">
                  <c:v>4426101.267544806</c:v>
                </c:pt>
                <c:pt idx="21">
                  <c:v>4417749.886161931</c:v>
                </c:pt>
                <c:pt idx="22">
                  <c:v>3822886.871838428</c:v>
                </c:pt>
                <c:pt idx="23">
                  <c:v>1932307.2552144618</c:v>
                </c:pt>
                <c:pt idx="24">
                  <c:v>5947374.432361095</c:v>
                </c:pt>
                <c:pt idx="25">
                  <c:v>5235673.957491905</c:v>
                </c:pt>
                <c:pt idx="26">
                  <c:v>3811524.730262218</c:v>
                </c:pt>
                <c:pt idx="27">
                  <c:v>6208743.928886851</c:v>
                </c:pt>
                <c:pt idx="28">
                  <c:v>5283516.075796805</c:v>
                </c:pt>
                <c:pt idx="29">
                  <c:v>3387180.7378951623</c:v>
                </c:pt>
                <c:pt idx="30">
                  <c:v>3606061.8132198816</c:v>
                </c:pt>
                <c:pt idx="31">
                  <c:v>4792310.09585838</c:v>
                </c:pt>
                <c:pt idx="32">
                  <c:v>3467404.5187553926</c:v>
                </c:pt>
                <c:pt idx="33">
                  <c:v>3378131.3848744505</c:v>
                </c:pt>
                <c:pt idx="34">
                  <c:v>4742889.269399203</c:v>
                </c:pt>
                <c:pt idx="35">
                  <c:v>3677774.708926523</c:v>
                </c:pt>
                <c:pt idx="36">
                  <c:v>4211610.264660813</c:v>
                </c:pt>
                <c:pt idx="37">
                  <c:v>4116673.338502571</c:v>
                </c:pt>
                <c:pt idx="38">
                  <c:v>3962254.469394294</c:v>
                </c:pt>
                <c:pt idx="39">
                  <c:v>4708482.505223612</c:v>
                </c:pt>
                <c:pt idx="40">
                  <c:v>6317379.2134031495</c:v>
                </c:pt>
                <c:pt idx="41">
                  <c:v>4548896.019148398</c:v>
                </c:pt>
                <c:pt idx="42">
                  <c:v>4500619.2131355675</c:v>
                </c:pt>
                <c:pt idx="43">
                  <c:v>4132426.3799538314</c:v>
                </c:pt>
                <c:pt idx="44">
                  <c:v>3863569.0482780384</c:v>
                </c:pt>
                <c:pt idx="45">
                  <c:v>4206419.696991911</c:v>
                </c:pt>
                <c:pt idx="46">
                  <c:v>5492732.077415717</c:v>
                </c:pt>
                <c:pt idx="47">
                  <c:v>5837380.855817193</c:v>
                </c:pt>
                <c:pt idx="48">
                  <c:v>7114157.038422001</c:v>
                </c:pt>
                <c:pt idx="49">
                  <c:v>5554738.694286134</c:v>
                </c:pt>
                <c:pt idx="50">
                  <c:v>5515790.066667015</c:v>
                </c:pt>
                <c:pt idx="51">
                  <c:v>5089029.57339787</c:v>
                </c:pt>
                <c:pt idx="52">
                  <c:v>6190007.950798032</c:v>
                </c:pt>
                <c:pt idx="53">
                  <c:v>6349148.532212996</c:v>
                </c:pt>
                <c:pt idx="54">
                  <c:v>5084723.906824809</c:v>
                </c:pt>
                <c:pt idx="55">
                  <c:v>5340286.262104342</c:v>
                </c:pt>
                <c:pt idx="56">
                  <c:v>5450736.942592767</c:v>
                </c:pt>
                <c:pt idx="57">
                  <c:v>4739055.108476437</c:v>
                </c:pt>
                <c:pt idx="58">
                  <c:v>4754297.004704126</c:v>
                </c:pt>
                <c:pt idx="59">
                  <c:v>3056874.0606741384</c:v>
                </c:pt>
                <c:pt idx="60">
                  <c:v>834286.8622863576</c:v>
                </c:pt>
                <c:pt idx="61">
                  <c:v>4281181.797344577</c:v>
                </c:pt>
                <c:pt idx="62">
                  <c:v>4607995.303217779</c:v>
                </c:pt>
                <c:pt idx="63">
                  <c:v>7997348.723893173</c:v>
                </c:pt>
                <c:pt idx="64">
                  <c:v>5420906.996660558</c:v>
                </c:pt>
                <c:pt idx="65">
                  <c:v>3889261.006706151</c:v>
                </c:pt>
                <c:pt idx="66">
                  <c:v>2926218.333763592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9596818.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667479814.0</c:v>
                </c:pt>
                <c:pt idx="1">
                  <c:v>1039410888.0</c:v>
                </c:pt>
                <c:pt idx="2">
                  <c:v>1389573630.0</c:v>
                </c:pt>
                <c:pt idx="3">
                  <c:v>1210551496.0</c:v>
                </c:pt>
                <c:pt idx="4">
                  <c:v>905694621.0</c:v>
                </c:pt>
                <c:pt idx="5">
                  <c:v>909698711.0</c:v>
                </c:pt>
                <c:pt idx="6">
                  <c:v>935559768.0</c:v>
                </c:pt>
                <c:pt idx="7">
                  <c:v>826204881.0</c:v>
                </c:pt>
                <c:pt idx="8">
                  <c:v>454216848.0</c:v>
                </c:pt>
                <c:pt idx="9">
                  <c:v>501574740.0</c:v>
                </c:pt>
                <c:pt idx="10">
                  <c:v>691298811.0</c:v>
                </c:pt>
                <c:pt idx="11">
                  <c:v>512557889.0</c:v>
                </c:pt>
                <c:pt idx="12">
                  <c:v>1091452871.0</c:v>
                </c:pt>
                <c:pt idx="13">
                  <c:v>1012201619.0</c:v>
                </c:pt>
                <c:pt idx="14">
                  <c:v>1199263881.0</c:v>
                </c:pt>
                <c:pt idx="15">
                  <c:v>803810150.0</c:v>
                </c:pt>
                <c:pt idx="16">
                  <c:v>961057701.0</c:v>
                </c:pt>
                <c:pt idx="17">
                  <c:v>936741278.0</c:v>
                </c:pt>
                <c:pt idx="18">
                  <c:v>913764164.0</c:v>
                </c:pt>
                <c:pt idx="19">
                  <c:v>610635735.0</c:v>
                </c:pt>
                <c:pt idx="20">
                  <c:v>657607785.0</c:v>
                </c:pt>
                <c:pt idx="21">
                  <c:v>719852643.0</c:v>
                </c:pt>
                <c:pt idx="22">
                  <c:v>621261565.0</c:v>
                </c:pt>
                <c:pt idx="23">
                  <c:v>443569314.0</c:v>
                </c:pt>
                <c:pt idx="24">
                  <c:v>1261676519.0</c:v>
                </c:pt>
                <c:pt idx="25">
                  <c:v>1195787081.0</c:v>
                </c:pt>
                <c:pt idx="26">
                  <c:v>861829594.0</c:v>
                </c:pt>
                <c:pt idx="27">
                  <c:v>1429595852.0</c:v>
                </c:pt>
                <c:pt idx="28">
                  <c:v>1156581631.0</c:v>
                </c:pt>
                <c:pt idx="29">
                  <c:v>750021442.0</c:v>
                </c:pt>
                <c:pt idx="30">
                  <c:v>697855240.0</c:v>
                </c:pt>
                <c:pt idx="31">
                  <c:v>872580227.0</c:v>
                </c:pt>
                <c:pt idx="32">
                  <c:v>560256651.0</c:v>
                </c:pt>
                <c:pt idx="33">
                  <c:v>575923475.0</c:v>
                </c:pt>
                <c:pt idx="34">
                  <c:v>826119919.0</c:v>
                </c:pt>
                <c:pt idx="35">
                  <c:v>698977861.0</c:v>
                </c:pt>
                <c:pt idx="36">
                  <c:v>849671603.0</c:v>
                </c:pt>
                <c:pt idx="37">
                  <c:v>862996486.0</c:v>
                </c:pt>
                <c:pt idx="38">
                  <c:v>908116101.0</c:v>
                </c:pt>
                <c:pt idx="39">
                  <c:v>1118881582.0</c:v>
                </c:pt>
                <c:pt idx="40">
                  <c:v>1490067704.0</c:v>
                </c:pt>
                <c:pt idx="41">
                  <c:v>949011819.0</c:v>
                </c:pt>
                <c:pt idx="42">
                  <c:v>812008063.0</c:v>
                </c:pt>
                <c:pt idx="43">
                  <c:v>646725397.0</c:v>
                </c:pt>
                <c:pt idx="44">
                  <c:v>638368303.0</c:v>
                </c:pt>
                <c:pt idx="45">
                  <c:v>671629562.0</c:v>
                </c:pt>
                <c:pt idx="46">
                  <c:v>895830196.0</c:v>
                </c:pt>
                <c:pt idx="47">
                  <c:v>1083939808.0</c:v>
                </c:pt>
                <c:pt idx="48">
                  <c:v>1504977208.0</c:v>
                </c:pt>
                <c:pt idx="49">
                  <c:v>1331803268.0</c:v>
                </c:pt>
                <c:pt idx="50">
                  <c:v>1291730988.0</c:v>
                </c:pt>
                <c:pt idx="51">
                  <c:v>1223833094.0</c:v>
                </c:pt>
                <c:pt idx="52">
                  <c:v>1419387647.0</c:v>
                </c:pt>
                <c:pt idx="53">
                  <c:v>1438597670.0</c:v>
                </c:pt>
                <c:pt idx="54">
                  <c:v>1001202136.0</c:v>
                </c:pt>
                <c:pt idx="55">
                  <c:v>838588028.0</c:v>
                </c:pt>
                <c:pt idx="56">
                  <c:v>873727875.0</c:v>
                </c:pt>
                <c:pt idx="57">
                  <c:v>774409318.0</c:v>
                </c:pt>
                <c:pt idx="58">
                  <c:v>849862380.0</c:v>
                </c:pt>
                <c:pt idx="59">
                  <c:v>539429913.0</c:v>
                </c:pt>
                <c:pt idx="60">
                  <c:v>158200929.0</c:v>
                </c:pt>
                <c:pt idx="61">
                  <c:v>914433524.0</c:v>
                </c:pt>
                <c:pt idx="62">
                  <c:v>1023944051.0</c:v>
                </c:pt>
                <c:pt idx="63">
                  <c:v>1834128017.0</c:v>
                </c:pt>
                <c:pt idx="64">
                  <c:v>1301352918.0</c:v>
                </c:pt>
                <c:pt idx="65">
                  <c:v>824293943.0</c:v>
                </c:pt>
                <c:pt idx="66">
                  <c:v>639490912.0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651230469.6932228</c:v>
                </c:pt>
                <c:pt idx="1">
                  <c:v>1005898400.9013042</c:v>
                </c:pt>
                <c:pt idx="2">
                  <c:v>1426696164.812779</c:v>
                </c:pt>
                <c:pt idx="3">
                  <c:v>1218837174.5315516</c:v>
                </c:pt>
                <c:pt idx="4">
                  <c:v>885829689.2665038</c:v>
                </c:pt>
                <c:pt idx="5">
                  <c:v>899108925.1381452</c:v>
                </c:pt>
                <c:pt idx="6">
                  <c:v>964064674.0842162</c:v>
                </c:pt>
                <c:pt idx="7">
                  <c:v>832688221.8226075</c:v>
                </c:pt>
                <c:pt idx="8">
                  <c:v>444004830.04367805</c:v>
                </c:pt>
                <c:pt idx="9">
                  <c:v>497588396.5151074</c:v>
                </c:pt>
                <c:pt idx="10">
                  <c:v>688079791.6093464</c:v>
                </c:pt>
                <c:pt idx="11">
                  <c:v>511031316.8780189</c:v>
                </c:pt>
                <c:pt idx="12">
                  <c:v>1052400571.4161971</c:v>
                </c:pt>
                <c:pt idx="13">
                  <c:v>969760147.6125555</c:v>
                </c:pt>
                <c:pt idx="14">
                  <c:v>1165849258.5688338</c:v>
                </c:pt>
                <c:pt idx="15">
                  <c:v>833842707.8798051</c:v>
                </c:pt>
                <c:pt idx="16">
                  <c:v>900535402.161095</c:v>
                </c:pt>
                <c:pt idx="17">
                  <c:v>892405869.3842164</c:v>
                </c:pt>
                <c:pt idx="18">
                  <c:v>864635343.2823071</c:v>
                </c:pt>
                <c:pt idx="19">
                  <c:v>586130437.7915835</c:v>
                </c:pt>
                <c:pt idx="20">
                  <c:v>673885625.0411718</c:v>
                </c:pt>
                <c:pt idx="21">
                  <c:v>702125377.680164</c:v>
                </c:pt>
                <c:pt idx="22">
                  <c:v>664485739.5156155</c:v>
                </c:pt>
                <c:pt idx="23">
                  <c:v>375689507.4051618</c:v>
                </c:pt>
                <c:pt idx="24">
                  <c:v>1232948601.2666936</c:v>
                </c:pt>
                <c:pt idx="25">
                  <c:v>1223017611.089488</c:v>
                </c:pt>
                <c:pt idx="26">
                  <c:v>891218527.0413585</c:v>
                </c:pt>
                <c:pt idx="27">
                  <c:v>1469209614.8493795</c:v>
                </c:pt>
                <c:pt idx="28">
                  <c:v>1202174639.4953434</c:v>
                </c:pt>
                <c:pt idx="29">
                  <c:v>736041934.0492747</c:v>
                </c:pt>
                <c:pt idx="30">
                  <c:v>715300476.0563035</c:v>
                </c:pt>
                <c:pt idx="31">
                  <c:v>857259343.4553169</c:v>
                </c:pt>
                <c:pt idx="32">
                  <c:v>581884207.7266824</c:v>
                </c:pt>
                <c:pt idx="33">
                  <c:v>538057965.3197654</c:v>
                </c:pt>
                <c:pt idx="34">
                  <c:v>813846811.3747026</c:v>
                </c:pt>
                <c:pt idx="35">
                  <c:v>699239816.4575987</c:v>
                </c:pt>
                <c:pt idx="36">
                  <c:v>876653988.7034428</c:v>
                </c:pt>
                <c:pt idx="37">
                  <c:v>938847583.6430138</c:v>
                </c:pt>
                <c:pt idx="38">
                  <c:v>935329183.8069685</c:v>
                </c:pt>
                <c:pt idx="39">
                  <c:v>1143935134.798731</c:v>
                </c:pt>
                <c:pt idx="40">
                  <c:v>1454900230.7476783</c:v>
                </c:pt>
                <c:pt idx="41">
                  <c:v>941824655.2608155</c:v>
                </c:pt>
                <c:pt idx="42">
                  <c:v>861298390.5717548</c:v>
                </c:pt>
                <c:pt idx="43">
                  <c:v>701490381.8428307</c:v>
                </c:pt>
                <c:pt idx="44">
                  <c:v>632455729.3201425</c:v>
                </c:pt>
                <c:pt idx="45">
                  <c:v>671570530.3193498</c:v>
                </c:pt>
                <c:pt idx="46">
                  <c:v>946725902.8275354</c:v>
                </c:pt>
                <c:pt idx="47">
                  <c:v>1118073601.4708016</c:v>
                </c:pt>
                <c:pt idx="48">
                  <c:v>1512930997.7440717</c:v>
                </c:pt>
                <c:pt idx="49">
                  <c:v>1268600707.1230521</c:v>
                </c:pt>
                <c:pt idx="50">
                  <c:v>1319443153.9831486</c:v>
                </c:pt>
                <c:pt idx="51">
                  <c:v>1215655817.6973848</c:v>
                </c:pt>
                <c:pt idx="52">
                  <c:v>1430043484.9177942</c:v>
                </c:pt>
                <c:pt idx="53">
                  <c:v>1346844184.7435513</c:v>
                </c:pt>
                <c:pt idx="54">
                  <c:v>993762155.5197899</c:v>
                </c:pt>
                <c:pt idx="55">
                  <c:v>892814338.3539165</c:v>
                </c:pt>
                <c:pt idx="56">
                  <c:v>879631434.3527818</c:v>
                </c:pt>
                <c:pt idx="57">
                  <c:v>791092962.043662</c:v>
                </c:pt>
                <c:pt idx="58">
                  <c:v>795709225.4680349</c:v>
                </c:pt>
                <c:pt idx="59">
                  <c:v>572916061.3639288</c:v>
                </c:pt>
                <c:pt idx="60">
                  <c:v>166081485.67534518</c:v>
                </c:pt>
                <c:pt idx="61">
                  <c:v>894594014.658685</c:v>
                </c:pt>
                <c:pt idx="62">
                  <c:v>1073082367.6138424</c:v>
                </c:pt>
                <c:pt idx="63">
                  <c:v>1920747792.1763048</c:v>
                </c:pt>
                <c:pt idx="64">
                  <c:v>1249168528.1787</c:v>
                </c:pt>
                <c:pt idx="65">
                  <c:v>851758348.1000208</c:v>
                </c:pt>
                <c:pt idx="66">
                  <c:v>593241071.3037727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304897351.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Brand_1_Master_C Form_A: Packs Sales Factors</a:t>
            </a:r>
          </a:p>
        </c:rich>
      </c:tx>
      <c:layout/>
      <c:overlay val="0"/>
    </c:title>
    <c:autoTitleDeleted val="0"/>
    <c:plotArea>
      <c:barChart>
        <c:barDir val="col"/>
        <c:grouping val="stacked"/>
        <c:ser>
          <c:idx val="0"/>
          <c:order val="0"/>
          <c:tx>
            <c:strRef>
              <c:f>Sheet1!$B$1</c:f>
              <c:strCache>
                <c:ptCount val="1"/>
                <c:pt idx="0">
                  <c:v>ABA</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911809.1483620929</c:v>
                </c:pt>
                <c:pt idx="1">
                  <c:v>1437466.831161963</c:v>
                </c:pt>
                <c:pt idx="2">
                  <c:v>1956401.862995809</c:v>
                </c:pt>
                <c:pt idx="3">
                  <c:v>1406902.8304680951</c:v>
                </c:pt>
                <c:pt idx="4">
                  <c:v>1283665.2148189675</c:v>
                </c:pt>
                <c:pt idx="5">
                  <c:v>1205802.8199775026</c:v>
                </c:pt>
                <c:pt idx="6">
                  <c:v>1188464.2807493082</c:v>
                </c:pt>
                <c:pt idx="7">
                  <c:v>1655655.117686708</c:v>
                </c:pt>
                <c:pt idx="8">
                  <c:v>1046535.6425041417</c:v>
                </c:pt>
                <c:pt idx="9">
                  <c:v>679475.191637914</c:v>
                </c:pt>
                <c:pt idx="10">
                  <c:v>943879.6015932102</c:v>
                </c:pt>
                <c:pt idx="11">
                  <c:v>809256.8679590696</c:v>
                </c:pt>
                <c:pt idx="12">
                  <c:v>1287080.6748833763</c:v>
                </c:pt>
                <c:pt idx="13">
                  <c:v>1715109.286697902</c:v>
                </c:pt>
                <c:pt idx="14">
                  <c:v>1538182.884658293</c:v>
                </c:pt>
                <c:pt idx="15">
                  <c:v>954110.7936453847</c:v>
                </c:pt>
                <c:pt idx="16">
                  <c:v>1009168.2688134508</c:v>
                </c:pt>
                <c:pt idx="17">
                  <c:v>1405530.8450613944</c:v>
                </c:pt>
                <c:pt idx="18">
                  <c:v>1584334.334217821</c:v>
                </c:pt>
                <c:pt idx="19">
                  <c:v>1670270.56000061</c:v>
                </c:pt>
                <c:pt idx="20">
                  <c:v>1073235.4756822109</c:v>
                </c:pt>
                <c:pt idx="21">
                  <c:v>1097916.7403909487</c:v>
                </c:pt>
                <c:pt idx="22">
                  <c:v>817426.0740983695</c:v>
                </c:pt>
                <c:pt idx="23">
                  <c:v>484308.73658576945</c:v>
                </c:pt>
                <c:pt idx="24">
                  <c:v>1435691.4921880644</c:v>
                </c:pt>
                <c:pt idx="25">
                  <c:v>1662085.150951233</c:v>
                </c:pt>
                <c:pt idx="26">
                  <c:v>1577091.1314002303</c:v>
                </c:pt>
                <c:pt idx="27">
                  <c:v>1319491.540352788</c:v>
                </c:pt>
                <c:pt idx="28">
                  <c:v>844193.0389558258</c:v>
                </c:pt>
                <c:pt idx="29">
                  <c:v>772706.4039422112</c:v>
                </c:pt>
                <c:pt idx="30">
                  <c:v>642696.3858749287</c:v>
                </c:pt>
                <c:pt idx="31">
                  <c:v>822914.0257897998</c:v>
                </c:pt>
                <c:pt idx="32">
                  <c:v>653117.8030273606</c:v>
                </c:pt>
                <c:pt idx="33">
                  <c:v>514862.5485231846</c:v>
                </c:pt>
                <c:pt idx="34">
                  <c:v>1109932.3736812365</c:v>
                </c:pt>
                <c:pt idx="35">
                  <c:v>1246735.0417379541</c:v>
                </c:pt>
                <c:pt idx="36">
                  <c:v>1166919.6366662146</c:v>
                </c:pt>
                <c:pt idx="37">
                  <c:v>884017.7446091296</c:v>
                </c:pt>
                <c:pt idx="38">
                  <c:v>1118526.0504675955</c:v>
                </c:pt>
                <c:pt idx="39">
                  <c:v>1187702.0880831457</c:v>
                </c:pt>
                <c:pt idx="40">
                  <c:v>1318106.3009665327</c:v>
                </c:pt>
                <c:pt idx="41">
                  <c:v>887292.096609916</c:v>
                </c:pt>
                <c:pt idx="42">
                  <c:v>966914.2106411674</c:v>
                </c:pt>
                <c:pt idx="43">
                  <c:v>675079.7423046706</c:v>
                </c:pt>
                <c:pt idx="44">
                  <c:v>589088.5679052236</c:v>
                </c:pt>
                <c:pt idx="45">
                  <c:v>1092393.062904463</c:v>
                </c:pt>
                <c:pt idx="46">
                  <c:v>1014588.5541735468</c:v>
                </c:pt>
                <c:pt idx="47">
                  <c:v>1359856.5785303996</c:v>
                </c:pt>
                <c:pt idx="48">
                  <c:v>1948991.5455678427</c:v>
                </c:pt>
                <c:pt idx="49">
                  <c:v>835596.9583955295</c:v>
                </c:pt>
                <c:pt idx="50">
                  <c:v>950325.7212447867</c:v>
                </c:pt>
                <c:pt idx="51">
                  <c:v>1199392.3800197667</c:v>
                </c:pt>
                <c:pt idx="52">
                  <c:v>1058189.414562893</c:v>
                </c:pt>
                <c:pt idx="53">
                  <c:v>994239.4452719976</c:v>
                </c:pt>
                <c:pt idx="54">
                  <c:v>1265563.2689280845</c:v>
                </c:pt>
                <c:pt idx="55">
                  <c:v>1051307.1431970713</c:v>
                </c:pt>
                <c:pt idx="56">
                  <c:v>1326041.6051786717</c:v>
                </c:pt>
                <c:pt idx="57">
                  <c:v>781230.1171066153</c:v>
                </c:pt>
                <c:pt idx="58">
                  <c:v>780130.4045152321</c:v>
                </c:pt>
                <c:pt idx="59">
                  <c:v>632950.5895141627</c:v>
                </c:pt>
                <c:pt idx="60">
                  <c:v>644889.7375279765</c:v>
                </c:pt>
                <c:pt idx="61">
                  <c:v>1109932.3736812365</c:v>
                </c:pt>
                <c:pt idx="62">
                  <c:v>1339897.498443875</c:v>
                </c:pt>
                <c:pt idx="63">
                  <c:v>697339.9818320241</c:v>
                </c:pt>
                <c:pt idx="64">
                  <c:v>505282.67446372955</c:v>
                </c:pt>
                <c:pt idx="65">
                  <c:v>401345.99508527905</c:v>
                </c:pt>
              </c:numCache>
            </c:numRef>
          </c:val>
        </c:ser>
        <c:ser>
          <c:idx val="1"/>
          <c:order val="1"/>
          <c:tx>
            <c:strRef>
              <c:f>Sheet1!$C$1</c:f>
              <c:strCache>
                <c:ptCount val="1"/>
                <c:pt idx="0">
                  <c:v>Base</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114600.41618969949</c:v>
                </c:pt>
                <c:pt idx="1">
                  <c:v>114600.41618969949</c:v>
                </c:pt>
                <c:pt idx="2">
                  <c:v>143250.52023712435</c:v>
                </c:pt>
                <c:pt idx="3">
                  <c:v>114600.41618969949</c:v>
                </c:pt>
                <c:pt idx="4">
                  <c:v>114600.41618969949</c:v>
                </c:pt>
                <c:pt idx="5">
                  <c:v>143250.52023712435</c:v>
                </c:pt>
                <c:pt idx="6">
                  <c:v>114600.41618969949</c:v>
                </c:pt>
                <c:pt idx="7">
                  <c:v>143250.52023712435</c:v>
                </c:pt>
                <c:pt idx="8">
                  <c:v>114600.41618969949</c:v>
                </c:pt>
                <c:pt idx="9">
                  <c:v>114600.41618969949</c:v>
                </c:pt>
                <c:pt idx="10">
                  <c:v>143250.52023712435</c:v>
                </c:pt>
                <c:pt idx="11">
                  <c:v>114600.41618969949</c:v>
                </c:pt>
                <c:pt idx="12">
                  <c:v>114600.41618969949</c:v>
                </c:pt>
                <c:pt idx="13">
                  <c:v>114600.41618969949</c:v>
                </c:pt>
                <c:pt idx="14">
                  <c:v>143250.52023712435</c:v>
                </c:pt>
                <c:pt idx="15">
                  <c:v>114600.41618969949</c:v>
                </c:pt>
                <c:pt idx="16">
                  <c:v>143250.52023712435</c:v>
                </c:pt>
                <c:pt idx="17">
                  <c:v>114600.41618969949</c:v>
                </c:pt>
                <c:pt idx="18">
                  <c:v>114600.41618969949</c:v>
                </c:pt>
                <c:pt idx="19">
                  <c:v>143250.52023712435</c:v>
                </c:pt>
                <c:pt idx="20">
                  <c:v>114600.41618969949</c:v>
                </c:pt>
                <c:pt idx="21">
                  <c:v>114600.41618969949</c:v>
                </c:pt>
                <c:pt idx="22">
                  <c:v>143250.52023712435</c:v>
                </c:pt>
                <c:pt idx="23">
                  <c:v>114600.41618969949</c:v>
                </c:pt>
                <c:pt idx="24">
                  <c:v>143250.52023712435</c:v>
                </c:pt>
                <c:pt idx="25">
                  <c:v>114600.41618969949</c:v>
                </c:pt>
                <c:pt idx="26">
                  <c:v>114600.41618969949</c:v>
                </c:pt>
                <c:pt idx="27">
                  <c:v>114600.41618969949</c:v>
                </c:pt>
                <c:pt idx="28">
                  <c:v>143250.52023712435</c:v>
                </c:pt>
                <c:pt idx="29">
                  <c:v>114600.41618969949</c:v>
                </c:pt>
                <c:pt idx="30">
                  <c:v>114600.41618969949</c:v>
                </c:pt>
                <c:pt idx="31">
                  <c:v>143250.52023712435</c:v>
                </c:pt>
                <c:pt idx="32">
                  <c:v>114600.41618969949</c:v>
                </c:pt>
                <c:pt idx="33">
                  <c:v>143250.52023712435</c:v>
                </c:pt>
                <c:pt idx="34">
                  <c:v>114600.41618969949</c:v>
                </c:pt>
                <c:pt idx="35">
                  <c:v>114600.41618969949</c:v>
                </c:pt>
                <c:pt idx="36">
                  <c:v>143250.52023712435</c:v>
                </c:pt>
                <c:pt idx="37">
                  <c:v>114600.41618969949</c:v>
                </c:pt>
                <c:pt idx="38">
                  <c:v>114600.41618969949</c:v>
                </c:pt>
                <c:pt idx="39">
                  <c:v>114600.41618969949</c:v>
                </c:pt>
                <c:pt idx="40">
                  <c:v>143250.52023712435</c:v>
                </c:pt>
                <c:pt idx="41">
                  <c:v>114600.41618969949</c:v>
                </c:pt>
                <c:pt idx="42">
                  <c:v>143250.52023712435</c:v>
                </c:pt>
                <c:pt idx="43">
                  <c:v>114600.41618969949</c:v>
                </c:pt>
                <c:pt idx="44">
                  <c:v>114600.41618969949</c:v>
                </c:pt>
                <c:pt idx="45">
                  <c:v>143250.52023712435</c:v>
                </c:pt>
                <c:pt idx="46">
                  <c:v>114600.41618969949</c:v>
                </c:pt>
                <c:pt idx="47">
                  <c:v>114600.41618969949</c:v>
                </c:pt>
                <c:pt idx="48">
                  <c:v>143250.52023712435</c:v>
                </c:pt>
                <c:pt idx="49">
                  <c:v>114600.41618969949</c:v>
                </c:pt>
                <c:pt idx="50">
                  <c:v>114600.41618969949</c:v>
                </c:pt>
                <c:pt idx="51">
                  <c:v>143250.52023712435</c:v>
                </c:pt>
                <c:pt idx="52">
                  <c:v>114600.41618969949</c:v>
                </c:pt>
                <c:pt idx="53">
                  <c:v>114600.41618969949</c:v>
                </c:pt>
                <c:pt idx="54">
                  <c:v>143250.52023712435</c:v>
                </c:pt>
                <c:pt idx="55">
                  <c:v>114600.41618969949</c:v>
                </c:pt>
                <c:pt idx="56">
                  <c:v>143250.52023712435</c:v>
                </c:pt>
                <c:pt idx="57">
                  <c:v>114600.41618969949</c:v>
                </c:pt>
                <c:pt idx="58">
                  <c:v>114600.41618969949</c:v>
                </c:pt>
                <c:pt idx="59">
                  <c:v>143250.52023712435</c:v>
                </c:pt>
                <c:pt idx="60">
                  <c:v>114600.41618969949</c:v>
                </c:pt>
                <c:pt idx="61">
                  <c:v>114600.41618969949</c:v>
                </c:pt>
                <c:pt idx="62">
                  <c:v>143250.52023712435</c:v>
                </c:pt>
                <c:pt idx="63">
                  <c:v>114600.41618969949</c:v>
                </c:pt>
                <c:pt idx="64">
                  <c:v>114600.41618969949</c:v>
                </c:pt>
                <c:pt idx="65">
                  <c:v>114600.41618969949</c:v>
                </c:pt>
              </c:numCache>
            </c:numRef>
          </c:val>
        </c:ser>
        <c:ser>
          <c:idx val="2"/>
          <c:order val="2"/>
          <c:tx>
            <c:strRef>
              <c:f>Sheet1!$D$1</c:f>
              <c:strCache>
                <c:ptCount val="1"/>
                <c:pt idx="0">
                  <c:v>Digital_DA</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32173.872829897915</c:v>
                </c:pt>
                <c:pt idx="1">
                  <c:v>257567.32056061167</c:v>
                </c:pt>
                <c:pt idx="2">
                  <c:v>269722.6250180824</c:v>
                </c:pt>
                <c:pt idx="3">
                  <c:v>137034.07360101544</c:v>
                </c:pt>
                <c:pt idx="4">
                  <c:v>6091.7112069331815</c:v>
                </c:pt>
                <c:pt idx="5">
                  <c:v>101090.71727406849</c:v>
                </c:pt>
                <c:pt idx="6">
                  <c:v>11878.326567869784</c:v>
                </c:pt>
                <c:pt idx="7">
                  <c:v>255318.8781586332</c:v>
                </c:pt>
                <c:pt idx="8">
                  <c:v>201043.97844729346</c:v>
                </c:pt>
                <c:pt idx="9">
                  <c:v>350574.316371183</c:v>
                </c:pt>
                <c:pt idx="10">
                  <c:v>158379.34225059542</c:v>
                </c:pt>
                <c:pt idx="11">
                  <c:v>207159.38153184706</c:v>
                </c:pt>
                <c:pt idx="12">
                  <c:v>307676.6237583147</c:v>
                </c:pt>
                <c:pt idx="13">
                  <c:v>27268.01729252973</c:v>
                </c:pt>
                <c:pt idx="14">
                  <c:v>193280.7147397944</c:v>
                </c:pt>
                <c:pt idx="15">
                  <c:v>145003.05995874875</c:v>
                </c:pt>
                <c:pt idx="16">
                  <c:v>208825.21702695548</c:v>
                </c:pt>
                <c:pt idx="17">
                  <c:v>177647.82825281224</c:v>
                </c:pt>
                <c:pt idx="18">
                  <c:v>107915.37779412104</c:v>
                </c:pt>
                <c:pt idx="19">
                  <c:v>2600.2264255955647</c:v>
                </c:pt>
                <c:pt idx="20">
                  <c:v>473665.6730224268</c:v>
                </c:pt>
                <c:pt idx="21">
                  <c:v>8719.12429356864</c:v>
                </c:pt>
                <c:pt idx="22">
                  <c:v>5619.0429310039235</c:v>
                </c:pt>
                <c:pt idx="23">
                  <c:v>2524.8883146223584</c:v>
                </c:pt>
                <c:pt idx="24">
                  <c:v>683305.3931851962</c:v>
                </c:pt>
                <c:pt idx="25">
                  <c:v>417629.0909856921</c:v>
                </c:pt>
                <c:pt idx="26">
                  <c:v>14724.639990229063</c:v>
                </c:pt>
                <c:pt idx="27">
                  <c:v>597803.7945286438</c:v>
                </c:pt>
                <c:pt idx="28">
                  <c:v>193124.97908689093</c:v>
                </c:pt>
                <c:pt idx="29">
                  <c:v>212201.85402312007</c:v>
                </c:pt>
                <c:pt idx="30">
                  <c:v>214258.38430293286</c:v>
                </c:pt>
                <c:pt idx="31">
                  <c:v>596624.2184307411</c:v>
                </c:pt>
                <c:pt idx="32">
                  <c:v>337250.8584345165</c:v>
                </c:pt>
                <c:pt idx="33">
                  <c:v>4456.587870516651</c:v>
                </c:pt>
                <c:pt idx="34">
                  <c:v>190142.84207756413</c:v>
                </c:pt>
                <c:pt idx="35">
                  <c:v>391687.55284863675</c:v>
                </c:pt>
                <c:pt idx="36">
                  <c:v>371581.2015121343</c:v>
                </c:pt>
                <c:pt idx="37">
                  <c:v>23559.357219685946</c:v>
                </c:pt>
                <c:pt idx="38">
                  <c:v>17937.77814142942</c:v>
                </c:pt>
                <c:pt idx="39">
                  <c:v>413220.76916289865</c:v>
                </c:pt>
                <c:pt idx="40">
                  <c:v>23433.064812823628</c:v>
                </c:pt>
                <c:pt idx="41">
                  <c:v>9159.298207711297</c:v>
                </c:pt>
                <c:pt idx="42">
                  <c:v>399649.90010232</c:v>
                </c:pt>
                <c:pt idx="43">
                  <c:v>211541.6595781113</c:v>
                </c:pt>
                <c:pt idx="44">
                  <c:v>321896.2192746445</c:v>
                </c:pt>
                <c:pt idx="45">
                  <c:v>160310.05795508978</c:v>
                </c:pt>
                <c:pt idx="46">
                  <c:v>535528.1342426694</c:v>
                </c:pt>
                <c:pt idx="47">
                  <c:v>379549.0015546745</c:v>
                </c:pt>
                <c:pt idx="48">
                  <c:v>226833.12927534914</c:v>
                </c:pt>
                <c:pt idx="49">
                  <c:v>397266.33071489225</c:v>
                </c:pt>
                <c:pt idx="50">
                  <c:v>541780.3543386176</c:v>
                </c:pt>
                <c:pt idx="51">
                  <c:v>616778.5518712631</c:v>
                </c:pt>
                <c:pt idx="52">
                  <c:v>456954.15008408815</c:v>
                </c:pt>
                <c:pt idx="53">
                  <c:v>486168.33120767004</c:v>
                </c:pt>
                <c:pt idx="54">
                  <c:v>429776.84081124887</c:v>
                </c:pt>
                <c:pt idx="55">
                  <c:v>716004.4234794783</c:v>
                </c:pt>
                <c:pt idx="56">
                  <c:v>311771.57331583044</c:v>
                </c:pt>
                <c:pt idx="57">
                  <c:v>443365.9684682783</c:v>
                </c:pt>
                <c:pt idx="58">
                  <c:v>255586.7974424376</c:v>
                </c:pt>
                <c:pt idx="59">
                  <c:v>250566.8226958445</c:v>
                </c:pt>
                <c:pt idx="60">
                  <c:v>303710.99153880577</c:v>
                </c:pt>
                <c:pt idx="61">
                  <c:v>501253.7310731843</c:v>
                </c:pt>
                <c:pt idx="62">
                  <c:v>444859.0113284767</c:v>
                </c:pt>
                <c:pt idx="63">
                  <c:v>742504.3977188088</c:v>
                </c:pt>
                <c:pt idx="64">
                  <c:v>515474.67215426796</c:v>
                </c:pt>
                <c:pt idx="65">
                  <c:v>16792.30685531539</c:v>
                </c:pt>
              </c:numCache>
            </c:numRef>
          </c:val>
        </c:ser>
        <c:ser>
          <c:idx val="3"/>
          <c:order val="3"/>
          <c:tx>
            <c:strRef>
              <c:f>Sheet1!$E$1</c:f>
              <c:strCache>
                <c:ptCount val="1"/>
                <c:pt idx="0">
                  <c:v>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215374.21047461353</c:v>
                </c:pt>
                <c:pt idx="1">
                  <c:v>319560.1840247948</c:v>
                </c:pt>
                <c:pt idx="2">
                  <c:v>337187.4929203843</c:v>
                </c:pt>
                <c:pt idx="3">
                  <c:v>405841.80576051964</c:v>
                </c:pt>
                <c:pt idx="4">
                  <c:v>197478.3601804757</c:v>
                </c:pt>
                <c:pt idx="5">
                  <c:v>375187.2687206777</c:v>
                </c:pt>
                <c:pt idx="6">
                  <c:v>416098.41491880425</c:v>
                </c:pt>
                <c:pt idx="7">
                  <c:v>327254.6992173126</c:v>
                </c:pt>
                <c:pt idx="8">
                  <c:v>216183.4943173039</c:v>
                </c:pt>
                <c:pt idx="9">
                  <c:v>175948.16637311789</c:v>
                </c:pt>
                <c:pt idx="10">
                  <c:v>126840.67761386026</c:v>
                </c:pt>
                <c:pt idx="11">
                  <c:v>244470.2695577799</c:v>
                </c:pt>
                <c:pt idx="12">
                  <c:v>430938.8940888272</c:v>
                </c:pt>
                <c:pt idx="13">
                  <c:v>152139.2325672297</c:v>
                </c:pt>
                <c:pt idx="14">
                  <c:v>274907.7734081471</c:v>
                </c:pt>
                <c:pt idx="15">
                  <c:v>269804.67972358444</c:v>
                </c:pt>
                <c:pt idx="16">
                  <c:v>105608.79785115257</c:v>
                </c:pt>
                <c:pt idx="17">
                  <c:v>370838.71594140556</c:v>
                </c:pt>
                <c:pt idx="18">
                  <c:v>346107.23235793563</c:v>
                </c:pt>
                <c:pt idx="19">
                  <c:v>142353.42363040213</c:v>
                </c:pt>
                <c:pt idx="20">
                  <c:v>360324.00434547296</c:v>
                </c:pt>
                <c:pt idx="21">
                  <c:v>579900.0789125513</c:v>
                </c:pt>
                <c:pt idx="22">
                  <c:v>383817.94556214777</c:v>
                </c:pt>
                <c:pt idx="23">
                  <c:v>2751.222261469106</c:v>
                </c:pt>
                <c:pt idx="24">
                  <c:v>115809.50355835687</c:v>
                </c:pt>
                <c:pt idx="25">
                  <c:v>370883.5827396176</c:v>
                </c:pt>
                <c:pt idx="26">
                  <c:v>349369.4787729179</c:v>
                </c:pt>
                <c:pt idx="27">
                  <c:v>336582.28567376133</c:v>
                </c:pt>
                <c:pt idx="28">
                  <c:v>352015.51930192625</c:v>
                </c:pt>
                <c:pt idx="29">
                  <c:v>182367.06099080577</c:v>
                </c:pt>
                <c:pt idx="30">
                  <c:v>178636.59554311502</c:v>
                </c:pt>
                <c:pt idx="31">
                  <c:v>216959.066031761</c:v>
                </c:pt>
                <c:pt idx="32">
                  <c:v>226375.38205983644</c:v>
                </c:pt>
                <c:pt idx="33">
                  <c:v>352099.74670757836</c:v>
                </c:pt>
                <c:pt idx="34">
                  <c:v>449689.16909822647</c:v>
                </c:pt>
                <c:pt idx="35">
                  <c:v>118669.40909730029</c:v>
                </c:pt>
                <c:pt idx="36">
                  <c:v>3691.797389346718</c:v>
                </c:pt>
                <c:pt idx="37">
                  <c:v>332535.7520037519</c:v>
                </c:pt>
                <c:pt idx="38">
                  <c:v>350541.0976066462</c:v>
                </c:pt>
                <c:pt idx="39">
                  <c:v>126786.83028784275</c:v>
                </c:pt>
                <c:pt idx="40">
                  <c:v>666690.0899644407</c:v>
                </c:pt>
                <c:pt idx="41">
                  <c:v>109529.99154535527</c:v>
                </c:pt>
                <c:pt idx="42">
                  <c:v>387719.302615955</c:v>
                </c:pt>
                <c:pt idx="43">
                  <c:v>384809.88226938667</c:v>
                </c:pt>
                <c:pt idx="44">
                  <c:v>413409.8077595739</c:v>
                </c:pt>
                <c:pt idx="45">
                  <c:v>667177.158136064</c:v>
                </c:pt>
                <c:pt idx="46">
                  <c:v>542949.3820595893</c:v>
                </c:pt>
                <c:pt idx="47">
                  <c:v>207892.57519329916</c:v>
                </c:pt>
                <c:pt idx="48">
                  <c:v>629135.4893882701</c:v>
                </c:pt>
                <c:pt idx="49">
                  <c:v>151715.7668499849</c:v>
                </c:pt>
                <c:pt idx="50">
                  <c:v>258110.17068207194</c:v>
                </c:pt>
                <c:pt idx="51">
                  <c:v>90269.29474434973</c:v>
                </c:pt>
                <c:pt idx="52">
                  <c:v>377424.08110292966</c:v>
                </c:pt>
                <c:pt idx="53">
                  <c:v>579834.8347075733</c:v>
                </c:pt>
                <c:pt idx="54">
                  <c:v>192067.95686260448</c:v>
                </c:pt>
                <c:pt idx="55">
                  <c:v>1915.4776805268932</c:v>
                </c:pt>
                <c:pt idx="56">
                  <c:v>539321.5799899792</c:v>
                </c:pt>
                <c:pt idx="57">
                  <c:v>440211.22871344746</c:v>
                </c:pt>
                <c:pt idx="58">
                  <c:v>358551.38872217183</c:v>
                </c:pt>
                <c:pt idx="59">
                  <c:v>589376.1717922336</c:v>
                </c:pt>
                <c:pt idx="60">
                  <c:v>611502.0928728163</c:v>
                </c:pt>
                <c:pt idx="61">
                  <c:v>500151.8623559272</c:v>
                </c:pt>
                <c:pt idx="62">
                  <c:v>672424.72667966</c:v>
                </c:pt>
                <c:pt idx="63">
                  <c:v>793500.3306602734</c:v>
                </c:pt>
                <c:pt idx="64">
                  <c:v>84227.71424856524</c:v>
                </c:pt>
                <c:pt idx="65">
                  <c:v>218474.88567548123</c:v>
                </c:pt>
              </c:numCache>
            </c:numRef>
          </c:val>
        </c:ser>
        <c:ser>
          <c:idx val="4"/>
          <c:order val="4"/>
          <c:tx>
            <c:strRef>
              <c:f>Sheet1!$F$1</c:f>
              <c:strCache>
                <c:ptCount val="1"/>
                <c:pt idx="0">
                  <c:v>Digital_Special projects</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34926.09406984143</c:v>
                </c:pt>
                <c:pt idx="1">
                  <c:v>67938.81156988087</c:v>
                </c:pt>
                <c:pt idx="2">
                  <c:v>162178.98919666937</c:v>
                </c:pt>
                <c:pt idx="3">
                  <c:v>133455.2518635008</c:v>
                </c:pt>
                <c:pt idx="4">
                  <c:v>5844.421894983808</c:v>
                </c:pt>
                <c:pt idx="5">
                  <c:v>4649.128747961573</c:v>
                </c:pt>
                <c:pt idx="6">
                  <c:v>8704.888497318932</c:v>
                </c:pt>
                <c:pt idx="7">
                  <c:v>125.81957424904044</c:v>
                </c:pt>
                <c:pt idx="8">
                  <c:v>3764.7704593353005</c:v>
                </c:pt>
                <c:pt idx="9">
                  <c:v>5200.261050562591</c:v>
                </c:pt>
                <c:pt idx="10">
                  <c:v>244654.14949233603</c:v>
                </c:pt>
                <c:pt idx="11">
                  <c:v>82312.91564377157</c:v>
                </c:pt>
                <c:pt idx="12">
                  <c:v>2764.1233992659013</c:v>
                </c:pt>
                <c:pt idx="13">
                  <c:v>214243.60375879993</c:v>
                </c:pt>
                <c:pt idx="14">
                  <c:v>139923.59471482638</c:v>
                </c:pt>
                <c:pt idx="15">
                  <c:v>132511.27078790864</c:v>
                </c:pt>
                <c:pt idx="16">
                  <c:v>123983.41342589012</c:v>
                </c:pt>
                <c:pt idx="17">
                  <c:v>218450.85694805207</c:v>
                </c:pt>
                <c:pt idx="18">
                  <c:v>76534.73136175056</c:v>
                </c:pt>
                <c:pt idx="19">
                  <c:v>550.9663556369413</c:v>
                </c:pt>
                <c:pt idx="20">
                  <c:v>90284.344592038</c:v>
                </c:pt>
                <c:pt idx="21">
                  <c:v>105003.4975816953</c:v>
                </c:pt>
                <c:pt idx="22">
                  <c:v>13403.88868563419</c:v>
                </c:pt>
                <c:pt idx="23">
                  <c:v>6033.133100363004</c:v>
                </c:pt>
                <c:pt idx="24">
                  <c:v>9138.130632910226</c:v>
                </c:pt>
                <c:pt idx="25">
                  <c:v>154810.4531585049</c:v>
                </c:pt>
                <c:pt idx="26">
                  <c:v>5470.912530284546</c:v>
                </c:pt>
                <c:pt idx="27">
                  <c:v>5167.056012100338</c:v>
                </c:pt>
                <c:pt idx="28">
                  <c:v>111468.26865422675</c:v>
                </c:pt>
                <c:pt idx="29">
                  <c:v>4894.750629591479</c:v>
                </c:pt>
                <c:pt idx="30">
                  <c:v>4670.51089202136</c:v>
                </c:pt>
                <c:pt idx="31">
                  <c:v>2648.210412032076</c:v>
                </c:pt>
                <c:pt idx="32">
                  <c:v>215930.89801836963</c:v>
                </c:pt>
                <c:pt idx="33">
                  <c:v>185251.9908598064</c:v>
                </c:pt>
                <c:pt idx="34">
                  <c:v>6061.689832970897</c:v>
                </c:pt>
                <c:pt idx="35">
                  <c:v>9666.89059591082</c:v>
                </c:pt>
                <c:pt idx="36">
                  <c:v>99333.21889447745</c:v>
                </c:pt>
                <c:pt idx="37">
                  <c:v>67672.71218721256</c:v>
                </c:pt>
                <c:pt idx="38">
                  <c:v>12850.457847732718</c:v>
                </c:pt>
                <c:pt idx="39">
                  <c:v>378431.1486943783</c:v>
                </c:pt>
                <c:pt idx="40">
                  <c:v>213388.90800216474</c:v>
                </c:pt>
                <c:pt idx="41">
                  <c:v>17017.051630992897</c:v>
                </c:pt>
                <c:pt idx="42">
                  <c:v>6750.8838288954485</c:v>
                </c:pt>
                <c:pt idx="43">
                  <c:v>5977.46608367625</c:v>
                </c:pt>
                <c:pt idx="44">
                  <c:v>7215.682014266542</c:v>
                </c:pt>
                <c:pt idx="45">
                  <c:v>295277.7984234756</c:v>
                </c:pt>
                <c:pt idx="46">
                  <c:v>23.19711914002684</c:v>
                </c:pt>
                <c:pt idx="47">
                  <c:v>76924.60043457596</c:v>
                </c:pt>
                <c:pt idx="48">
                  <c:v>163688.79262518504</c:v>
                </c:pt>
                <c:pt idx="49">
                  <c:v>23689.096199297477</c:v>
                </c:pt>
                <c:pt idx="50">
                  <c:v>2537.918423911803</c:v>
                </c:pt>
                <c:pt idx="51">
                  <c:v>291503.33394824766</c:v>
                </c:pt>
                <c:pt idx="52">
                  <c:v>112719.16036995944</c:v>
                </c:pt>
                <c:pt idx="53">
                  <c:v>323179.5867431318</c:v>
                </c:pt>
                <c:pt idx="54">
                  <c:v>14640.102988218821</c:v>
                </c:pt>
                <c:pt idx="55">
                  <c:v>333248.311540496</c:v>
                </c:pt>
                <c:pt idx="56">
                  <c:v>170719.92540708068</c:v>
                </c:pt>
                <c:pt idx="57">
                  <c:v>204835.70784855695</c:v>
                </c:pt>
                <c:pt idx="58">
                  <c:v>24273.663139712786</c:v>
                </c:pt>
                <c:pt idx="59">
                  <c:v>1666.0985102988793</c:v>
                </c:pt>
                <c:pt idx="60">
                  <c:v>531.1114749477827</c:v>
                </c:pt>
                <c:pt idx="61">
                  <c:v>106682.35749966426</c:v>
                </c:pt>
                <c:pt idx="62">
                  <c:v>222108.3196737581</c:v>
                </c:pt>
                <c:pt idx="63">
                  <c:v>126542.70706557992</c:v>
                </c:pt>
                <c:pt idx="64">
                  <c:v>240633.22991107454</c:v>
                </c:pt>
                <c:pt idx="65">
                  <c:v>9661.82415843601</c:v>
                </c:pt>
              </c:numCache>
            </c:numRef>
          </c:val>
        </c:ser>
        <c:ser>
          <c:idx val="5"/>
          <c:order val="5"/>
          <c:tx>
            <c:strRef>
              <c:f>Sheet1!$G$1</c:f>
              <c:strCache>
                <c:ptCount val="1"/>
                <c:pt idx="0">
                  <c:v>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44947.41120779532</c:v>
                </c:pt>
                <c:pt idx="1">
                  <c:v>186198.19469379095</c:v>
                </c:pt>
                <c:pt idx="2">
                  <c:v>3031.051879810444</c:v>
                </c:pt>
                <c:pt idx="3">
                  <c:v>0.061024991740791845</c:v>
                </c:pt>
                <c:pt idx="4">
                  <c:v>196511.15063577323</c:v>
                </c:pt>
                <c:pt idx="5">
                  <c:v>2860.7527563203344</c:v>
                </c:pt>
                <c:pt idx="6">
                  <c:v>76550.70010866574</c:v>
                </c:pt>
                <c:pt idx="7">
                  <c:v>183721.89839459726</c:v>
                </c:pt>
                <c:pt idx="8">
                  <c:v>162.08047867823996</c:v>
                </c:pt>
                <c:pt idx="9">
                  <c:v>5550.1418959120665</c:v>
                </c:pt>
                <c:pt idx="10">
                  <c:v>186767.05793088232</c:v>
                </c:pt>
                <c:pt idx="11">
                  <c:v>5025.964624915809</c:v>
                </c:pt>
                <c:pt idx="12">
                  <c:v>193581.68068738774</c:v>
                </c:pt>
                <c:pt idx="13">
                  <c:v>4642.852328608766</c:v>
                </c:pt>
                <c:pt idx="14">
                  <c:v>251766.55937369255</c:v>
                </c:pt>
                <c:pt idx="15">
                  <c:v>157261.68593034995</c:v>
                </c:pt>
                <c:pt idx="16">
                  <c:v>21536.406943991682</c:v>
                </c:pt>
                <c:pt idx="17">
                  <c:v>212573.64463188988</c:v>
                </c:pt>
                <c:pt idx="18">
                  <c:v>61682.969843849445</c:v>
                </c:pt>
                <c:pt idx="19">
                  <c:v>31891.120551443422</c:v>
                </c:pt>
                <c:pt idx="20">
                  <c:v>47438.02556295212</c:v>
                </c:pt>
                <c:pt idx="21">
                  <c:v>109245.93276121846</c:v>
                </c:pt>
                <c:pt idx="22">
                  <c:v>61368.90429413254</c:v>
                </c:pt>
                <c:pt idx="23">
                  <c:v>3302.4999547925872</c:v>
                </c:pt>
                <c:pt idx="24">
                  <c:v>576861.0403437626</c:v>
                </c:pt>
                <c:pt idx="25">
                  <c:v>179746.57550696566</c:v>
                </c:pt>
                <c:pt idx="26">
                  <c:v>59761.05838716034</c:v>
                </c:pt>
                <c:pt idx="27">
                  <c:v>3701.8511361876435</c:v>
                </c:pt>
                <c:pt idx="28">
                  <c:v>2075.9920414384255</c:v>
                </c:pt>
                <c:pt idx="29">
                  <c:v>186999.61751755135</c:v>
                </c:pt>
                <c:pt idx="30">
                  <c:v>352216.28441056155</c:v>
                </c:pt>
                <c:pt idx="31">
                  <c:v>17276.57410496182</c:v>
                </c:pt>
                <c:pt idx="32">
                  <c:v>363121.45159924997</c:v>
                </c:pt>
                <c:pt idx="33">
                  <c:v>372073.12791621644</c:v>
                </c:pt>
                <c:pt idx="34">
                  <c:v>364632.49848219333</c:v>
                </c:pt>
                <c:pt idx="35">
                  <c:v>153522.71432943898</c:v>
                </c:pt>
                <c:pt idx="36">
                  <c:v>337167.49946889805</c:v>
                </c:pt>
                <c:pt idx="37">
                  <c:v>367204.3900643024</c:v>
                </c:pt>
                <c:pt idx="38">
                  <c:v>13597.613096737485</c:v>
                </c:pt>
                <c:pt idx="39">
                  <c:v>2053.2792124655066</c:v>
                </c:pt>
                <c:pt idx="40">
                  <c:v>223754.4789749488</c:v>
                </c:pt>
                <c:pt idx="41">
                  <c:v>96355.49126144113</c:v>
                </c:pt>
                <c:pt idx="42">
                  <c:v>214576.58700149466</c:v>
                </c:pt>
                <c:pt idx="43">
                  <c:v>309548.7458250464</c:v>
                </c:pt>
                <c:pt idx="44">
                  <c:v>102259.11403691999</c:v>
                </c:pt>
                <c:pt idx="45">
                  <c:v>339422.7248865305</c:v>
                </c:pt>
                <c:pt idx="46">
                  <c:v>350856.6041085274</c:v>
                </c:pt>
                <c:pt idx="47">
                  <c:v>2314.8082816078727</c:v>
                </c:pt>
                <c:pt idx="48">
                  <c:v>380141.1914360983</c:v>
                </c:pt>
                <c:pt idx="49">
                  <c:v>183397.51197377214</c:v>
                </c:pt>
                <c:pt idx="50">
                  <c:v>6447.939524837608</c:v>
                </c:pt>
                <c:pt idx="51">
                  <c:v>18257.07898860453</c:v>
                </c:pt>
                <c:pt idx="52">
                  <c:v>137628.33365571668</c:v>
                </c:pt>
                <c:pt idx="53">
                  <c:v>125336.72535427763</c:v>
                </c:pt>
                <c:pt idx="54">
                  <c:v>169792.71839131764</c:v>
                </c:pt>
                <c:pt idx="55">
                  <c:v>190509.69033726343</c:v>
                </c:pt>
                <c:pt idx="56">
                  <c:v>378078.57677187875</c:v>
                </c:pt>
                <c:pt idx="57">
                  <c:v>7799.310460338354</c:v>
                </c:pt>
                <c:pt idx="58">
                  <c:v>10421.997188035008</c:v>
                </c:pt>
                <c:pt idx="59">
                  <c:v>226694.86399852997</c:v>
                </c:pt>
                <c:pt idx="60">
                  <c:v>246174.20026095744</c:v>
                </c:pt>
                <c:pt idx="61">
                  <c:v>143315.23239708366</c:v>
                </c:pt>
                <c:pt idx="62">
                  <c:v>368427.04785421735</c:v>
                </c:pt>
                <c:pt idx="63">
                  <c:v>330456.93387556245</c:v>
                </c:pt>
                <c:pt idx="64">
                  <c:v>5865.9922502493355</c:v>
                </c:pt>
                <c:pt idx="65">
                  <c:v>8274.506375085111</c:v>
                </c:pt>
              </c:numCache>
            </c:numRef>
          </c:val>
        </c:ser>
        <c:ser>
          <c:idx val="6"/>
          <c:order val="6"/>
          <c:tx>
            <c:strRef>
              <c:f>Sheet1!$H$1</c:f>
              <c:strCache>
                <c:ptCount val="1"/>
                <c:pt idx="0">
                  <c:v>Distribution</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505606.8581629337</c:v>
                </c:pt>
                <c:pt idx="1">
                  <c:v>553936.1408749239</c:v>
                </c:pt>
                <c:pt idx="2">
                  <c:v>657501.4003069794</c:v>
                </c:pt>
                <c:pt idx="3">
                  <c:v>658660.725655643</c:v>
                </c:pt>
                <c:pt idx="4">
                  <c:v>585102.9736962577</c:v>
                </c:pt>
                <c:pt idx="5">
                  <c:v>615850.2528262486</c:v>
                </c:pt>
                <c:pt idx="6">
                  <c:v>637366.5054768363</c:v>
                </c:pt>
                <c:pt idx="7">
                  <c:v>699908.2216737249</c:v>
                </c:pt>
                <c:pt idx="8">
                  <c:v>558242.9928593761</c:v>
                </c:pt>
                <c:pt idx="9">
                  <c:v>625533.5956584505</c:v>
                </c:pt>
                <c:pt idx="10">
                  <c:v>685991.1200668185</c:v>
                </c:pt>
                <c:pt idx="11">
                  <c:v>588523.9933136479</c:v>
                </c:pt>
                <c:pt idx="12">
                  <c:v>634249.0396171362</c:v>
                </c:pt>
                <c:pt idx="13">
                  <c:v>562809.4144314395</c:v>
                </c:pt>
                <c:pt idx="14">
                  <c:v>715451.6200080542</c:v>
                </c:pt>
                <c:pt idx="15">
                  <c:v>457953.26475047483</c:v>
                </c:pt>
                <c:pt idx="16">
                  <c:v>614596.9907915973</c:v>
                </c:pt>
                <c:pt idx="17">
                  <c:v>594219.4394563071</c:v>
                </c:pt>
                <c:pt idx="18">
                  <c:v>656333.1285662228</c:v>
                </c:pt>
                <c:pt idx="19">
                  <c:v>632306.9498563611</c:v>
                </c:pt>
                <c:pt idx="20">
                  <c:v>691381.0526245363</c:v>
                </c:pt>
                <c:pt idx="21">
                  <c:v>627038.0401305899</c:v>
                </c:pt>
                <c:pt idx="22">
                  <c:v>715602.085934996</c:v>
                </c:pt>
                <c:pt idx="23">
                  <c:v>623998.2293880087</c:v>
                </c:pt>
                <c:pt idx="24">
                  <c:v>908524.2327155536</c:v>
                </c:pt>
                <c:pt idx="25">
                  <c:v>653508.987511877</c:v>
                </c:pt>
                <c:pt idx="26">
                  <c:v>558528.5598544537</c:v>
                </c:pt>
                <c:pt idx="27">
                  <c:v>719759.7023380913</c:v>
                </c:pt>
                <c:pt idx="28">
                  <c:v>769159.333967085</c:v>
                </c:pt>
                <c:pt idx="29">
                  <c:v>549740.8685696921</c:v>
                </c:pt>
                <c:pt idx="30">
                  <c:v>639625.041547532</c:v>
                </c:pt>
                <c:pt idx="31">
                  <c:v>917472.2808747919</c:v>
                </c:pt>
                <c:pt idx="32">
                  <c:v>773458.5413721</c:v>
                </c:pt>
                <c:pt idx="33">
                  <c:v>781527.8809432245</c:v>
                </c:pt>
                <c:pt idx="34">
                  <c:v>690884.2312087446</c:v>
                </c:pt>
                <c:pt idx="35">
                  <c:v>608870.5315351101</c:v>
                </c:pt>
                <c:pt idx="36">
                  <c:v>734451.5518022416</c:v>
                </c:pt>
                <c:pt idx="37">
                  <c:v>649934.8373051477</c:v>
                </c:pt>
                <c:pt idx="38">
                  <c:v>669154.5623732656</c:v>
                </c:pt>
                <c:pt idx="39">
                  <c:v>773013.4060113763</c:v>
                </c:pt>
                <c:pt idx="40">
                  <c:v>764387.2964182156</c:v>
                </c:pt>
                <c:pt idx="41">
                  <c:v>636541.5593256366</c:v>
                </c:pt>
                <c:pt idx="42">
                  <c:v>783960.1503747341</c:v>
                </c:pt>
                <c:pt idx="43">
                  <c:v>621548.2493636918</c:v>
                </c:pt>
                <c:pt idx="44">
                  <c:v>683446.6708816609</c:v>
                </c:pt>
                <c:pt idx="45">
                  <c:v>783789.1953044086</c:v>
                </c:pt>
                <c:pt idx="46">
                  <c:v>770990.1011104991</c:v>
                </c:pt>
                <c:pt idx="47">
                  <c:v>704151.3766924435</c:v>
                </c:pt>
                <c:pt idx="48">
                  <c:v>880226.9100934626</c:v>
                </c:pt>
                <c:pt idx="49">
                  <c:v>684330.2340135231</c:v>
                </c:pt>
                <c:pt idx="50">
                  <c:v>756067.5045035661</c:v>
                </c:pt>
                <c:pt idx="51">
                  <c:v>849686.4370471353</c:v>
                </c:pt>
                <c:pt idx="52">
                  <c:v>619583.9255374263</c:v>
                </c:pt>
                <c:pt idx="53">
                  <c:v>681899.5669539789</c:v>
                </c:pt>
                <c:pt idx="54">
                  <c:v>916311.8273500714</c:v>
                </c:pt>
                <c:pt idx="55">
                  <c:v>808286.1609356697</c:v>
                </c:pt>
                <c:pt idx="56">
                  <c:v>952014.3789372604</c:v>
                </c:pt>
                <c:pt idx="57">
                  <c:v>784092.837730734</c:v>
                </c:pt>
                <c:pt idx="58">
                  <c:v>860536.9178453939</c:v>
                </c:pt>
                <c:pt idx="59">
                  <c:v>830954.4523764736</c:v>
                </c:pt>
                <c:pt idx="60">
                  <c:v>783026.5923573386</c:v>
                </c:pt>
                <c:pt idx="61">
                  <c:v>713105.2661556219</c:v>
                </c:pt>
                <c:pt idx="62">
                  <c:v>914040.1295517161</c:v>
                </c:pt>
                <c:pt idx="63">
                  <c:v>833508.0227200781</c:v>
                </c:pt>
                <c:pt idx="64">
                  <c:v>807489.3541853405</c:v>
                </c:pt>
                <c:pt idx="65">
                  <c:v>681675.0979321807</c:v>
                </c:pt>
              </c:numCache>
            </c:numRef>
          </c:val>
        </c:ser>
        <c:ser>
          <c:idx val="7"/>
          <c:order val="7"/>
          <c:tx>
            <c:strRef>
              <c:f>Sheet1!$I$1</c:f>
              <c:strCache>
                <c:ptCount val="1"/>
                <c:pt idx="0">
                  <c:v>E-com</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53860.56846108211</c:v>
                </c:pt>
                <c:pt idx="1">
                  <c:v>154562.42624319368</c:v>
                </c:pt>
                <c:pt idx="2">
                  <c:v>137744.6390305113</c:v>
                </c:pt>
                <c:pt idx="3">
                  <c:v>76373.03803435001</c:v>
                </c:pt>
                <c:pt idx="4">
                  <c:v>100113.50048594167</c:v>
                </c:pt>
                <c:pt idx="5">
                  <c:v>130899.33873755553</c:v>
                </c:pt>
                <c:pt idx="6">
                  <c:v>196579.57921767118</c:v>
                </c:pt>
                <c:pt idx="7">
                  <c:v>307140.6765440558</c:v>
                </c:pt>
                <c:pt idx="8">
                  <c:v>268203.5496729922</c:v>
                </c:pt>
                <c:pt idx="9">
                  <c:v>283194.8746627197</c:v>
                </c:pt>
                <c:pt idx="10">
                  <c:v>149021.3481929376</c:v>
                </c:pt>
                <c:pt idx="11">
                  <c:v>110832.34469462403</c:v>
                </c:pt>
                <c:pt idx="12">
                  <c:v>82999.78388428917</c:v>
                </c:pt>
                <c:pt idx="13">
                  <c:v>71478.03658989133</c:v>
                </c:pt>
                <c:pt idx="14">
                  <c:v>99098.54299642578</c:v>
                </c:pt>
                <c:pt idx="15">
                  <c:v>121077.13724462982</c:v>
                </c:pt>
                <c:pt idx="16">
                  <c:v>167937.03811202763</c:v>
                </c:pt>
                <c:pt idx="17">
                  <c:v>148517.0929006308</c:v>
                </c:pt>
                <c:pt idx="18">
                  <c:v>218029.95121333684</c:v>
                </c:pt>
                <c:pt idx="19">
                  <c:v>154023.37411085673</c:v>
                </c:pt>
                <c:pt idx="20">
                  <c:v>224488.0576483828</c:v>
                </c:pt>
                <c:pt idx="21">
                  <c:v>231045.19799360726</c:v>
                </c:pt>
                <c:pt idx="22">
                  <c:v>208193.9467493464</c:v>
                </c:pt>
                <c:pt idx="23">
                  <c:v>137168.36999374165</c:v>
                </c:pt>
                <c:pt idx="24">
                  <c:v>279062.42353405256</c:v>
                </c:pt>
                <c:pt idx="25">
                  <c:v>154216.03820662136</c:v>
                </c:pt>
                <c:pt idx="26">
                  <c:v>148162.76136476482</c:v>
                </c:pt>
                <c:pt idx="27">
                  <c:v>244390.33717299823</c:v>
                </c:pt>
                <c:pt idx="28">
                  <c:v>196151.51579189638</c:v>
                </c:pt>
                <c:pt idx="29">
                  <c:v>46919.23098912688</c:v>
                </c:pt>
                <c:pt idx="30">
                  <c:v>25681.666321275905</c:v>
                </c:pt>
                <c:pt idx="31">
                  <c:v>190624.51339286004</c:v>
                </c:pt>
                <c:pt idx="32">
                  <c:v>154635.41997247067</c:v>
                </c:pt>
                <c:pt idx="33">
                  <c:v>120683.92339450288</c:v>
                </c:pt>
                <c:pt idx="34">
                  <c:v>202294.04964020825</c:v>
                </c:pt>
                <c:pt idx="35">
                  <c:v>214021.13008444622</c:v>
                </c:pt>
                <c:pt idx="36">
                  <c:v>182570.3028915194</c:v>
                </c:pt>
                <c:pt idx="37">
                  <c:v>157458.73814059494</c:v>
                </c:pt>
                <c:pt idx="38">
                  <c:v>123538.81239104156</c:v>
                </c:pt>
                <c:pt idx="39">
                  <c:v>275948.5549638077</c:v>
                </c:pt>
                <c:pt idx="40">
                  <c:v>215341.39627633622</c:v>
                </c:pt>
                <c:pt idx="41">
                  <c:v>204026.147165709</c:v>
                </c:pt>
                <c:pt idx="42">
                  <c:v>188989.972375063</c:v>
                </c:pt>
                <c:pt idx="43">
                  <c:v>216800.9876962229</c:v>
                </c:pt>
                <c:pt idx="44">
                  <c:v>235523.5089435007</c:v>
                </c:pt>
                <c:pt idx="45">
                  <c:v>125474.07024139972</c:v>
                </c:pt>
                <c:pt idx="46">
                  <c:v>241107.70428021564</c:v>
                </c:pt>
                <c:pt idx="47">
                  <c:v>276278.7749508501</c:v>
                </c:pt>
                <c:pt idx="48">
                  <c:v>265160.7367480561</c:v>
                </c:pt>
                <c:pt idx="49">
                  <c:v>165546.53620779072</c:v>
                </c:pt>
                <c:pt idx="50">
                  <c:v>258267.32883337254</c:v>
                </c:pt>
                <c:pt idx="51">
                  <c:v>206925.22092712304</c:v>
                </c:pt>
                <c:pt idx="52">
                  <c:v>97005.46760255173</c:v>
                </c:pt>
                <c:pt idx="53">
                  <c:v>171725.0880184512</c:v>
                </c:pt>
                <c:pt idx="54">
                  <c:v>221316.68157794344</c:v>
                </c:pt>
                <c:pt idx="55">
                  <c:v>201488.49723041104</c:v>
                </c:pt>
                <c:pt idx="56">
                  <c:v>246745.10651144083</c:v>
                </c:pt>
                <c:pt idx="57">
                  <c:v>221482.1288411267</c:v>
                </c:pt>
                <c:pt idx="58">
                  <c:v>317943.2206799766</c:v>
                </c:pt>
                <c:pt idx="59">
                  <c:v>211491.27180176857</c:v>
                </c:pt>
                <c:pt idx="60">
                  <c:v>175649.84991767583</c:v>
                </c:pt>
                <c:pt idx="61">
                  <c:v>130233.31205002393</c:v>
                </c:pt>
                <c:pt idx="62">
                  <c:v>65953.94921421327</c:v>
                </c:pt>
                <c:pt idx="63">
                  <c:v>75578.40493828054</c:v>
                </c:pt>
                <c:pt idx="64">
                  <c:v>30934.338717943458</c:v>
                </c:pt>
                <c:pt idx="65">
                  <c:v>76319.2220691601</c:v>
                </c:pt>
              </c:numCache>
            </c:numRef>
          </c:val>
        </c:ser>
        <c:ser>
          <c:idx val="8"/>
          <c:order val="8"/>
          <c:tx>
            <c:strRef>
              <c:f>Sheet1!$J$1</c:f>
              <c:strCache>
                <c:ptCount val="1"/>
                <c:pt idx="0">
                  <c:v>OOH</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572659.9466094935</c:v>
                </c:pt>
                <c:pt idx="1">
                  <c:v>427093.6361865855</c:v>
                </c:pt>
                <c:pt idx="2">
                  <c:v>710651.4630669918</c:v>
                </c:pt>
                <c:pt idx="3">
                  <c:v>125611.18117381031</c:v>
                </c:pt>
                <c:pt idx="4">
                  <c:v>219923.1225322564</c:v>
                </c:pt>
                <c:pt idx="5">
                  <c:v>464609.18336981244</c:v>
                </c:pt>
                <c:pt idx="6">
                  <c:v>1051887.0308247607</c:v>
                </c:pt>
                <c:pt idx="7">
                  <c:v>298177.52030432515</c:v>
                </c:pt>
                <c:pt idx="8">
                  <c:v>25585.89329553703</c:v>
                </c:pt>
                <c:pt idx="9">
                  <c:v>202039.87411686772</c:v>
                </c:pt>
                <c:pt idx="10">
                  <c:v>1012545.8082548752</c:v>
                </c:pt>
                <c:pt idx="11">
                  <c:v>225269.6496671334</c:v>
                </c:pt>
                <c:pt idx="12">
                  <c:v>362370.6712227811</c:v>
                </c:pt>
                <c:pt idx="13">
                  <c:v>434967.20446572197</c:v>
                </c:pt>
                <c:pt idx="14">
                  <c:v>55441.737459327065</c:v>
                </c:pt>
                <c:pt idx="15">
                  <c:v>217925.11739899367</c:v>
                </c:pt>
                <c:pt idx="16">
                  <c:v>251819.06021585187</c:v>
                </c:pt>
                <c:pt idx="17">
                  <c:v>181357.7044647028</c:v>
                </c:pt>
                <c:pt idx="18">
                  <c:v>548147.5415573709</c:v>
                </c:pt>
                <c:pt idx="19">
                  <c:v>130342.15853608042</c:v>
                </c:pt>
                <c:pt idx="20">
                  <c:v>747714.2333833345</c:v>
                </c:pt>
                <c:pt idx="21">
                  <c:v>993280.245658511</c:v>
                </c:pt>
                <c:pt idx="22">
                  <c:v>628617.4600392985</c:v>
                </c:pt>
                <c:pt idx="23">
                  <c:v>77876.16382182641</c:v>
                </c:pt>
                <c:pt idx="24">
                  <c:v>11114.302032059926</c:v>
                </c:pt>
                <c:pt idx="25">
                  <c:v>28022.35733571882</c:v>
                </c:pt>
                <c:pt idx="26">
                  <c:v>7940.1796024927</c:v>
                </c:pt>
                <c:pt idx="27">
                  <c:v>827918.1056623554</c:v>
                </c:pt>
                <c:pt idx="28">
                  <c:v>1145362.6991468363</c:v>
                </c:pt>
                <c:pt idx="29">
                  <c:v>343320.6911470274</c:v>
                </c:pt>
                <c:pt idx="30">
                  <c:v>438112.365892969</c:v>
                </c:pt>
                <c:pt idx="31">
                  <c:v>594613.2085485816</c:v>
                </c:pt>
                <c:pt idx="32">
                  <c:v>206225.6707066593</c:v>
                </c:pt>
                <c:pt idx="33">
                  <c:v>548340.3609225886</c:v>
                </c:pt>
                <c:pt idx="34">
                  <c:v>620982.0964165758</c:v>
                </c:pt>
                <c:pt idx="35">
                  <c:v>264786.4787235894</c:v>
                </c:pt>
                <c:pt idx="36">
                  <c:v>304304.7578916163</c:v>
                </c:pt>
                <c:pt idx="37">
                  <c:v>193948.55380615828</c:v>
                </c:pt>
                <c:pt idx="38">
                  <c:v>446443.61834732664</c:v>
                </c:pt>
                <c:pt idx="39">
                  <c:v>125169.5821729564</c:v>
                </c:pt>
                <c:pt idx="40">
                  <c:v>781771.5870729481</c:v>
                </c:pt>
                <c:pt idx="41">
                  <c:v>995840.0982996878</c:v>
                </c:pt>
                <c:pt idx="42">
                  <c:v>470122.96184581483</c:v>
                </c:pt>
                <c:pt idx="43">
                  <c:v>803915.7284636472</c:v>
                </c:pt>
                <c:pt idx="44">
                  <c:v>200868.8694215411</c:v>
                </c:pt>
                <c:pt idx="45">
                  <c:v>49961.11343692838</c:v>
                </c:pt>
                <c:pt idx="46">
                  <c:v>1069130.0687543305</c:v>
                </c:pt>
                <c:pt idx="47">
                  <c:v>1283210.4011605573</c:v>
                </c:pt>
                <c:pt idx="48">
                  <c:v>718363.3721121898</c:v>
                </c:pt>
                <c:pt idx="49">
                  <c:v>986079.2462932874</c:v>
                </c:pt>
                <c:pt idx="50">
                  <c:v>184771.55179731798</c:v>
                </c:pt>
                <c:pt idx="51">
                  <c:v>224384.05920474068</c:v>
                </c:pt>
                <c:pt idx="52">
                  <c:v>931874.1426027253</c:v>
                </c:pt>
                <c:pt idx="53">
                  <c:v>812381.5343410567</c:v>
                </c:pt>
                <c:pt idx="54">
                  <c:v>277922.27620887605</c:v>
                </c:pt>
                <c:pt idx="55">
                  <c:v>43691.156586702455</c:v>
                </c:pt>
                <c:pt idx="56">
                  <c:v>571237.9989105993</c:v>
                </c:pt>
                <c:pt idx="57">
                  <c:v>565206.8218569341</c:v>
                </c:pt>
                <c:pt idx="58">
                  <c:v>1148066.2330013025</c:v>
                </c:pt>
                <c:pt idx="59">
                  <c:v>549151.9824922292</c:v>
                </c:pt>
                <c:pt idx="60">
                  <c:v>65516.91951228625</c:v>
                </c:pt>
                <c:pt idx="61">
                  <c:v>31663.33756491456</c:v>
                </c:pt>
                <c:pt idx="62">
                  <c:v>1575748.601349637</c:v>
                </c:pt>
                <c:pt idx="63">
                  <c:v>249913.71735157893</c:v>
                </c:pt>
                <c:pt idx="64">
                  <c:v>66541.91679095117</c:v>
                </c:pt>
                <c:pt idx="65">
                  <c:v>410055.4734759434</c:v>
                </c:pt>
              </c:numCache>
            </c:numRef>
          </c:val>
        </c:ser>
        <c:ser>
          <c:idx val="9"/>
          <c:order val="9"/>
          <c:tx>
            <c:strRef>
              <c:f>Sheet1!$K$1</c:f>
              <c:strCache>
                <c:ptCount val="1"/>
                <c:pt idx="0">
                  <c:v>POS</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53656.20574556321</c:v>
                </c:pt>
                <c:pt idx="1">
                  <c:v>555.2770264330293</c:v>
                </c:pt>
                <c:pt idx="2">
                  <c:v>22444.675085994273</c:v>
                </c:pt>
                <c:pt idx="3">
                  <c:v>274.91362409446504</c:v>
                </c:pt>
                <c:pt idx="4">
                  <c:v>39446.6455512896</c:v>
                </c:pt>
                <c:pt idx="5">
                  <c:v>24446.253494456007</c:v>
                </c:pt>
                <c:pt idx="6">
                  <c:v>3554.0020901742378</c:v>
                </c:pt>
                <c:pt idx="7">
                  <c:v>66815.23320713505</c:v>
                </c:pt>
                <c:pt idx="8">
                  <c:v>522.741043836009</c:v>
                </c:pt>
                <c:pt idx="9">
                  <c:v>117147.03869863469</c:v>
                </c:pt>
                <c:pt idx="10">
                  <c:v>102102.96248575326</c:v>
                </c:pt>
                <c:pt idx="11">
                  <c:v>32703.90481465194</c:v>
                </c:pt>
                <c:pt idx="12">
                  <c:v>55209.15201307299</c:v>
                </c:pt>
                <c:pt idx="13">
                  <c:v>69521.57725621328</c:v>
                </c:pt>
                <c:pt idx="14">
                  <c:v>37553.180768378224</c:v>
                </c:pt>
                <c:pt idx="15">
                  <c:v>16896.711161541654</c:v>
                </c:pt>
                <c:pt idx="16">
                  <c:v>51590.72461263451</c:v>
                </c:pt>
                <c:pt idx="17">
                  <c:v>74689.91483742127</c:v>
                </c:pt>
                <c:pt idx="18">
                  <c:v>42827.14039006834</c:v>
                </c:pt>
                <c:pt idx="19">
                  <c:v>37186.90074937675</c:v>
                </c:pt>
                <c:pt idx="20">
                  <c:v>48456.78672699133</c:v>
                </c:pt>
                <c:pt idx="21">
                  <c:v>1407.7905661053094</c:v>
                </c:pt>
                <c:pt idx="22">
                  <c:v>34281.24465096177</c:v>
                </c:pt>
                <c:pt idx="23">
                  <c:v>26717.477338219007</c:v>
                </c:pt>
                <c:pt idx="24">
                  <c:v>53018.34535100616</c:v>
                </c:pt>
                <c:pt idx="25">
                  <c:v>35224.21944341718</c:v>
                </c:pt>
                <c:pt idx="26">
                  <c:v>34947.79836014242</c:v>
                </c:pt>
                <c:pt idx="27">
                  <c:v>31480.81311454154</c:v>
                </c:pt>
                <c:pt idx="28">
                  <c:v>44272.92196020439</c:v>
                </c:pt>
                <c:pt idx="29">
                  <c:v>50894.824546872</c:v>
                </c:pt>
                <c:pt idx="30">
                  <c:v>68427.45632327486</c:v>
                </c:pt>
                <c:pt idx="31">
                  <c:v>58668.57472737123</c:v>
                </c:pt>
                <c:pt idx="32">
                  <c:v>76722.29252943158</c:v>
                </c:pt>
                <c:pt idx="33">
                  <c:v>39034.047569678754</c:v>
                </c:pt>
                <c:pt idx="34">
                  <c:v>2478.838582158183</c:v>
                </c:pt>
                <c:pt idx="35">
                  <c:v>91908.65852014736</c:v>
                </c:pt>
                <c:pt idx="36">
                  <c:v>32767.694680404362</c:v>
                </c:pt>
                <c:pt idx="37">
                  <c:v>25207.58208994657</c:v>
                </c:pt>
                <c:pt idx="38">
                  <c:v>80393.90978242696</c:v>
                </c:pt>
                <c:pt idx="39">
                  <c:v>5193.17913446817</c:v>
                </c:pt>
                <c:pt idx="40">
                  <c:v>1681.7284631491864</c:v>
                </c:pt>
                <c:pt idx="41">
                  <c:v>29649.474786992294</c:v>
                </c:pt>
                <c:pt idx="42">
                  <c:v>44096.33904039105</c:v>
                </c:pt>
                <c:pt idx="43">
                  <c:v>84087.76340483615</c:v>
                </c:pt>
                <c:pt idx="44">
                  <c:v>38840.25155247398</c:v>
                </c:pt>
                <c:pt idx="45">
                  <c:v>28942.87009315834</c:v>
                </c:pt>
                <c:pt idx="46">
                  <c:v>150593.64146308</c:v>
                </c:pt>
                <c:pt idx="47">
                  <c:v>62859.14097674152</c:v>
                </c:pt>
                <c:pt idx="48">
                  <c:v>47616.584456941666</c:v>
                </c:pt>
                <c:pt idx="49">
                  <c:v>1607.892901621226</c:v>
                </c:pt>
                <c:pt idx="50">
                  <c:v>30888.07723028968</c:v>
                </c:pt>
                <c:pt idx="51">
                  <c:v>51588.6359246452</c:v>
                </c:pt>
                <c:pt idx="52">
                  <c:v>46395.198981293084</c:v>
                </c:pt>
                <c:pt idx="53">
                  <c:v>2410.9794586372313</c:v>
                </c:pt>
                <c:pt idx="54">
                  <c:v>96833.38791592189</c:v>
                </c:pt>
                <c:pt idx="55">
                  <c:v>31374.984839328088</c:v>
                </c:pt>
                <c:pt idx="56">
                  <c:v>71329.77054820317</c:v>
                </c:pt>
                <c:pt idx="57">
                  <c:v>92624.70682064974</c:v>
                </c:pt>
                <c:pt idx="58">
                  <c:v>88929.63795917564</c:v>
                </c:pt>
                <c:pt idx="59">
                  <c:v>1708.960579137531</c:v>
                </c:pt>
                <c:pt idx="60">
                  <c:v>33001.80442831553</c:v>
                </c:pt>
                <c:pt idx="61">
                  <c:v>52481.21568298136</c:v>
                </c:pt>
                <c:pt idx="62">
                  <c:v>94316.61056716421</c:v>
                </c:pt>
                <c:pt idx="63">
                  <c:v>63505.4628548801</c:v>
                </c:pt>
                <c:pt idx="64">
                  <c:v>63714.76523149332</c:v>
                </c:pt>
                <c:pt idx="65">
                  <c:v>25259.52502751148</c:v>
                </c:pt>
              </c:numCache>
            </c:numRef>
          </c:val>
        </c:ser>
        <c:ser>
          <c:idx val="10"/>
          <c:order val="10"/>
          <c:tx>
            <c:strRef>
              <c:f>Sheet1!$L$1</c:f>
              <c:strCache>
                <c:ptCount val="1"/>
                <c:pt idx="0">
                  <c:v>PR</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4887.759435907706</c:v>
                </c:pt>
                <c:pt idx="1">
                  <c:v>93411.2325399261</c:v>
                </c:pt>
                <c:pt idx="2">
                  <c:v>111375.11766283121</c:v>
                </c:pt>
                <c:pt idx="3">
                  <c:v>135739.44762693316</c:v>
                </c:pt>
                <c:pt idx="4">
                  <c:v>61193.14990381801</c:v>
                </c:pt>
                <c:pt idx="5">
                  <c:v>97756.43725853672</c:v>
                </c:pt>
                <c:pt idx="6">
                  <c:v>121625.47174461691</c:v>
                </c:pt>
                <c:pt idx="7">
                  <c:v>4873.651006802516</c:v>
                </c:pt>
                <c:pt idx="8">
                  <c:v>143425.02676256205</c:v>
                </c:pt>
                <c:pt idx="9">
                  <c:v>19983.876756416936</c:v>
                </c:pt>
                <c:pt idx="10">
                  <c:v>1748.0616550455102</c:v>
                </c:pt>
                <c:pt idx="11">
                  <c:v>3957.1712603872525</c:v>
                </c:pt>
                <c:pt idx="12">
                  <c:v>998.4947593142924</c:v>
                </c:pt>
                <c:pt idx="13">
                  <c:v>1301.6817176679124</c:v>
                </c:pt>
                <c:pt idx="14">
                  <c:v>6606.255815658389</c:v>
                </c:pt>
                <c:pt idx="15">
                  <c:v>2416.255388599341</c:v>
                </c:pt>
                <c:pt idx="16">
                  <c:v>163424.60719746098</c:v>
                </c:pt>
                <c:pt idx="17">
                  <c:v>21947.34247877523</c:v>
                </c:pt>
                <c:pt idx="18">
                  <c:v>394.51527538554114</c:v>
                </c:pt>
                <c:pt idx="19">
                  <c:v>52741.9796451225</c:v>
                </c:pt>
                <c:pt idx="20">
                  <c:v>1937.2649273363695</c:v>
                </c:pt>
                <c:pt idx="21">
                  <c:v>5656.530646886164</c:v>
                </c:pt>
                <c:pt idx="22">
                  <c:v>159820.39802090276</c:v>
                </c:pt>
                <c:pt idx="23">
                  <c:v>32286.032942520913</c:v>
                </c:pt>
                <c:pt idx="24">
                  <c:v>15914.012277795908</c:v>
                </c:pt>
                <c:pt idx="25">
                  <c:v>3683.0951882811287</c:v>
                </c:pt>
                <c:pt idx="26">
                  <c:v>7966.465277933439</c:v>
                </c:pt>
                <c:pt idx="27">
                  <c:v>4507.444813016911</c:v>
                </c:pt>
                <c:pt idx="28">
                  <c:v>3599.5226796442594</c:v>
                </c:pt>
                <c:pt idx="29">
                  <c:v>7316.944723714313</c:v>
                </c:pt>
                <c:pt idx="30">
                  <c:v>92823.19687593056</c:v>
                </c:pt>
                <c:pt idx="31">
                  <c:v>136890.09225887997</c:v>
                </c:pt>
                <c:pt idx="32">
                  <c:v>199575.5971469376</c:v>
                </c:pt>
                <c:pt idx="33">
                  <c:v>11348.697969031431</c:v>
                </c:pt>
                <c:pt idx="34">
                  <c:v>4681.559294876002</c:v>
                </c:pt>
                <c:pt idx="35">
                  <c:v>4244.442616510709</c:v>
                </c:pt>
                <c:pt idx="36">
                  <c:v>1702.1440488789135</c:v>
                </c:pt>
                <c:pt idx="37">
                  <c:v>2624.140163057339</c:v>
                </c:pt>
                <c:pt idx="38">
                  <c:v>4462.806853078496</c:v>
                </c:pt>
                <c:pt idx="39">
                  <c:v>3119.395052556661</c:v>
                </c:pt>
                <c:pt idx="40">
                  <c:v>53540.70704290792</c:v>
                </c:pt>
                <c:pt idx="41">
                  <c:v>55183.20770475672</c:v>
                </c:pt>
                <c:pt idx="42">
                  <c:v>123242.65217523224</c:v>
                </c:pt>
                <c:pt idx="43">
                  <c:v>82562.56866293015</c:v>
                </c:pt>
                <c:pt idx="44">
                  <c:v>261828.61939129807</c:v>
                </c:pt>
                <c:pt idx="45">
                  <c:v>100485.34657544778</c:v>
                </c:pt>
                <c:pt idx="46">
                  <c:v>183986.35546843807</c:v>
                </c:pt>
                <c:pt idx="47">
                  <c:v>101713.15519702813</c:v>
                </c:pt>
                <c:pt idx="48">
                  <c:v>201345.36486374252</c:v>
                </c:pt>
                <c:pt idx="49">
                  <c:v>188608.25724719142</c:v>
                </c:pt>
                <c:pt idx="50">
                  <c:v>192241.43085965968</c:v>
                </c:pt>
                <c:pt idx="51">
                  <c:v>6374.534597452164</c:v>
                </c:pt>
                <c:pt idx="52">
                  <c:v>102830.90244904826</c:v>
                </c:pt>
                <c:pt idx="53">
                  <c:v>120164.13207218144</c:v>
                </c:pt>
                <c:pt idx="54">
                  <c:v>136574.29683284895</c:v>
                </c:pt>
                <c:pt idx="55">
                  <c:v>102724.23478877166</c:v>
                </c:pt>
                <c:pt idx="56">
                  <c:v>6935.612942162769</c:v>
                </c:pt>
                <c:pt idx="57">
                  <c:v>143066.77813639748</c:v>
                </c:pt>
                <c:pt idx="58">
                  <c:v>366702.38040700386</c:v>
                </c:pt>
                <c:pt idx="59">
                  <c:v>28549.886560666582</c:v>
                </c:pt>
                <c:pt idx="60">
                  <c:v>120485.08171080501</c:v>
                </c:pt>
                <c:pt idx="61">
                  <c:v>13817.036247525964</c:v>
                </c:pt>
                <c:pt idx="62">
                  <c:v>772.8196810081712</c:v>
                </c:pt>
                <c:pt idx="63">
                  <c:v>983.0359927040788</c:v>
                </c:pt>
                <c:pt idx="64">
                  <c:v>197192.43532008317</c:v>
                </c:pt>
                <c:pt idx="65">
                  <c:v>90384.37312026709</c:v>
                </c:pt>
              </c:numCache>
            </c:numRef>
          </c:val>
        </c:ser>
        <c:ser>
          <c:idx val="11"/>
          <c:order val="11"/>
          <c:tx>
            <c:strRef>
              <c:f>Sheet1!$M$1</c:f>
              <c:strCache>
                <c:ptCount val="1"/>
                <c:pt idx="0">
                  <c:v>Price volatility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-59755.653399900315</c:v>
                </c:pt>
                <c:pt idx="1">
                  <c:v>-76757.94679896622</c:v>
                </c:pt>
                <c:pt idx="2">
                  <c:v>-86593.35274511605</c:v>
                </c:pt>
                <c:pt idx="3">
                  <c:v>-52184.09666069423</c:v>
                </c:pt>
                <c:pt idx="4">
                  <c:v>-655.8075990838452</c:v>
                </c:pt>
                <c:pt idx="5">
                  <c:v>42249.69022947782</c:v>
                </c:pt>
                <c:pt idx="6">
                  <c:v>68579.5803070706</c:v>
                </c:pt>
                <c:pt idx="7">
                  <c:v>83966.61158927152</c:v>
                </c:pt>
                <c:pt idx="8">
                  <c:v>56845.72281610119</c:v>
                </c:pt>
                <c:pt idx="9">
                  <c:v>25875.437317862677</c:v>
                </c:pt>
                <c:pt idx="10">
                  <c:v>-15386.542566918732</c:v>
                </c:pt>
                <c:pt idx="11">
                  <c:v>-33207.46421645544</c:v>
                </c:pt>
                <c:pt idx="12">
                  <c:v>-75266.75034537206</c:v>
                </c:pt>
                <c:pt idx="13">
                  <c:v>-83466.90510168667</c:v>
                </c:pt>
                <c:pt idx="14">
                  <c:v>-86472.3697954961</c:v>
                </c:pt>
                <c:pt idx="15">
                  <c:v>-24024.31423360945</c:v>
                </c:pt>
                <c:pt idx="16">
                  <c:v>14701.316222875304</c:v>
                </c:pt>
                <c:pt idx="17">
                  <c:v>50215.323316548245</c:v>
                </c:pt>
                <c:pt idx="18">
                  <c:v>49015.63841766701</c:v>
                </c:pt>
                <c:pt idx="19">
                  <c:v>76271.80041247708</c:v>
                </c:pt>
                <c:pt idx="20">
                  <c:v>93955.50257419368</c:v>
                </c:pt>
                <c:pt idx="21">
                  <c:v>43830.772630170504</c:v>
                </c:pt>
                <c:pt idx="22">
                  <c:v>-22708.753225788558</c:v>
                </c:pt>
                <c:pt idx="23">
                  <c:v>-32911.61006267109</c:v>
                </c:pt>
                <c:pt idx="24">
                  <c:v>-100471.04924246999</c:v>
                </c:pt>
                <c:pt idx="25">
                  <c:v>-102783.76918695422</c:v>
                </c:pt>
                <c:pt idx="26">
                  <c:v>-44407.96661000682</c:v>
                </c:pt>
                <c:pt idx="27">
                  <c:v>-40361.39883052781</c:v>
                </c:pt>
                <c:pt idx="28">
                  <c:v>7723.879105729835</c:v>
                </c:pt>
                <c:pt idx="29">
                  <c:v>19945.97964877553</c:v>
                </c:pt>
                <c:pt idx="30">
                  <c:v>44891.17729311378</c:v>
                </c:pt>
                <c:pt idx="31">
                  <c:v>84344.60683528056</c:v>
                </c:pt>
                <c:pt idx="32">
                  <c:v>57255.33176542193</c:v>
                </c:pt>
                <c:pt idx="33">
                  <c:v>46855.38717074429</c:v>
                </c:pt>
                <c:pt idx="34">
                  <c:v>-6087.724239289364</c:v>
                </c:pt>
                <c:pt idx="35">
                  <c:v>-47411.339601460415</c:v>
                </c:pt>
                <c:pt idx="36">
                  <c:v>-73512.75806184007</c:v>
                </c:pt>
                <c:pt idx="37">
                  <c:v>-72183.67985869102</c:v>
                </c:pt>
                <c:pt idx="38">
                  <c:v>-54058.95205847534</c:v>
                </c:pt>
                <c:pt idx="39">
                  <c:v>-44869.811369026735</c:v>
                </c:pt>
                <c:pt idx="40">
                  <c:v>4009.82690132904</c:v>
                </c:pt>
                <c:pt idx="41">
                  <c:v>48919.51966649231</c:v>
                </c:pt>
                <c:pt idx="42">
                  <c:v>64420.081689056155</c:v>
                </c:pt>
                <c:pt idx="43">
                  <c:v>83193.59527431006</c:v>
                </c:pt>
                <c:pt idx="44">
                  <c:v>62002.9781917505</c:v>
                </c:pt>
                <c:pt idx="45">
                  <c:v>45270.8717921481</c:v>
                </c:pt>
                <c:pt idx="46">
                  <c:v>-18980.364288229895</c:v>
                </c:pt>
                <c:pt idx="47">
                  <c:v>-83670.4488979536</c:v>
                </c:pt>
                <c:pt idx="48">
                  <c:v>-139118.69904067775</c:v>
                </c:pt>
                <c:pt idx="49">
                  <c:v>-95479.87597681224</c:v>
                </c:pt>
                <c:pt idx="50">
                  <c:v>-76045.72033735477</c:v>
                </c:pt>
                <c:pt idx="51">
                  <c:v>-31603.711668454085</c:v>
                </c:pt>
                <c:pt idx="52">
                  <c:v>3847.5161770335353</c:v>
                </c:pt>
                <c:pt idx="53">
                  <c:v>54829.78637937902</c:v>
                </c:pt>
                <c:pt idx="54">
                  <c:v>68372.88197956848</c:v>
                </c:pt>
                <c:pt idx="55">
                  <c:v>119937.35720291024</c:v>
                </c:pt>
                <c:pt idx="56">
                  <c:v>99937.56721979195</c:v>
                </c:pt>
                <c:pt idx="57">
                  <c:v>25010.762463986277</c:v>
                </c:pt>
                <c:pt idx="58">
                  <c:v>-2891.8341360979484</c:v>
                </c:pt>
                <c:pt idx="59">
                  <c:v>-54652.70939468969</c:v>
                </c:pt>
                <c:pt idx="60">
                  <c:v>-74360.11301701391</c:v>
                </c:pt>
                <c:pt idx="61">
                  <c:v>-95386.06639512946</c:v>
                </c:pt>
                <c:pt idx="62">
                  <c:v>-116170.57967714532</c:v>
                </c:pt>
                <c:pt idx="63">
                  <c:v>-15275.674724023494</c:v>
                </c:pt>
                <c:pt idx="64">
                  <c:v>16597.19926463921</c:v>
                </c:pt>
                <c:pt idx="65">
                  <c:v>32113.085973131554</c:v>
                </c:pt>
              </c:numCache>
            </c:numRef>
          </c:val>
        </c:ser>
        <c:ser>
          <c:idx val="12"/>
          <c:order val="12"/>
          <c:tx>
            <c:strRef>
              <c:f>Sheet1!$N$1</c:f>
              <c:strCache>
                <c:ptCount val="1"/>
                <c:pt idx="0">
                  <c:v>Relative price</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-46280.03850181836</c:v>
                </c:pt>
                <c:pt idx="1">
                  <c:v>-66331.0426032908</c:v>
                </c:pt>
                <c:pt idx="2">
                  <c:v>-87129.13901377798</c:v>
                </c:pt>
                <c:pt idx="3">
                  <c:v>-70450.08272603509</c:v>
                </c:pt>
                <c:pt idx="4">
                  <c:v>-53445.94503204495</c:v>
                </c:pt>
                <c:pt idx="5">
                  <c:v>-60384.994108464496</c:v>
                </c:pt>
                <c:pt idx="6">
                  <c:v>-69726.11207068052</c:v>
                </c:pt>
                <c:pt idx="7">
                  <c:v>-68113.54553988596</c:v>
                </c:pt>
                <c:pt idx="8">
                  <c:v>-41032.70348110866</c:v>
                </c:pt>
                <c:pt idx="9">
                  <c:v>-44639.027968127295</c:v>
                </c:pt>
                <c:pt idx="10">
                  <c:v>-57949.028161236216</c:v>
                </c:pt>
                <c:pt idx="11">
                  <c:v>-39943.07365606341</c:v>
                </c:pt>
                <c:pt idx="12">
                  <c:v>-77320.6032914376</c:v>
                </c:pt>
                <c:pt idx="13">
                  <c:v>-63141.3157783965</c:v>
                </c:pt>
                <c:pt idx="14">
                  <c:v>-69339.27555091272</c:v>
                </c:pt>
                <c:pt idx="15">
                  <c:v>-50227.444887052116</c:v>
                </c:pt>
                <c:pt idx="16">
                  <c:v>-57492.79473668312</c:v>
                </c:pt>
                <c:pt idx="17">
                  <c:v>-62422.23458174444</c:v>
                </c:pt>
                <c:pt idx="18">
                  <c:v>-62912.982267459374</c:v>
                </c:pt>
                <c:pt idx="19">
                  <c:v>-51624.860354470824</c:v>
                </c:pt>
                <c:pt idx="20">
                  <c:v>-65087.18534231484</c:v>
                </c:pt>
                <c:pt idx="21">
                  <c:v>-65220.22237407588</c:v>
                </c:pt>
                <c:pt idx="22">
                  <c:v>-56732.44184205621</c:v>
                </c:pt>
                <c:pt idx="23">
                  <c:v>-28776.630198277646</c:v>
                </c:pt>
                <c:pt idx="24">
                  <c:v>-87974.90623091522</c:v>
                </c:pt>
                <c:pt idx="25">
                  <c:v>-76765.58713637266</c:v>
                </c:pt>
                <c:pt idx="26">
                  <c:v>-55061.41429597842</c:v>
                </c:pt>
                <c:pt idx="27">
                  <c:v>-88869.51382395507</c:v>
                </c:pt>
                <c:pt idx="28">
                  <c:v>-75152.90884509454</c:v>
                </c:pt>
                <c:pt idx="29">
                  <c:v>-48406.10455473552</c:v>
                </c:pt>
                <c:pt idx="30">
                  <c:v>-51493.69200669609</c:v>
                </c:pt>
                <c:pt idx="31">
                  <c:v>-68500.78311784007</c:v>
                </c:pt>
                <c:pt idx="32">
                  <c:v>-49695.111200965686</c:v>
                </c:pt>
                <c:pt idx="33">
                  <c:v>-48924.26853360799</c:v>
                </c:pt>
                <c:pt idx="34">
                  <c:v>-69499.72563564981</c:v>
                </c:pt>
                <c:pt idx="35">
                  <c:v>-54308.56133456569</c:v>
                </c:pt>
                <c:pt idx="36">
                  <c:v>-62305.27627996322</c:v>
                </c:pt>
                <c:pt idx="37">
                  <c:v>-60351.08727063796</c:v>
                </c:pt>
                <c:pt idx="38">
                  <c:v>-57508.19500705775</c:v>
                </c:pt>
                <c:pt idx="39">
                  <c:v>-67498.94879354633</c:v>
                </c:pt>
                <c:pt idx="40">
                  <c:v>-89610.67249024726</c:v>
                </c:pt>
                <c:pt idx="41">
                  <c:v>-64503.84815752213</c:v>
                </c:pt>
                <c:pt idx="42">
                  <c:v>-64429.02583520075</c:v>
                </c:pt>
                <c:pt idx="43">
                  <c:v>-59848.1112597831</c:v>
                </c:pt>
                <c:pt idx="44">
                  <c:v>-56473.29067260332</c:v>
                </c:pt>
                <c:pt idx="45">
                  <c:v>-61894.30085986738</c:v>
                </c:pt>
                <c:pt idx="46">
                  <c:v>-81186.09011165793</c:v>
                </c:pt>
                <c:pt idx="47">
                  <c:v>-86577.63881347726</c:v>
                </c:pt>
                <c:pt idx="48">
                  <c:v>-105246.26945419141</c:v>
                </c:pt>
                <c:pt idx="49">
                  <c:v>-81027.14914996963</c:v>
                </c:pt>
                <c:pt idx="50">
                  <c:v>-79480.96118649682</c:v>
                </c:pt>
                <c:pt idx="51">
                  <c:v>-72329.06857850752</c:v>
                </c:pt>
                <c:pt idx="52">
                  <c:v>-87706.42576578289</c:v>
                </c:pt>
                <c:pt idx="53">
                  <c:v>-89938.60343084589</c:v>
                </c:pt>
                <c:pt idx="54">
                  <c:v>-72477.58939575855</c:v>
                </c:pt>
                <c:pt idx="55">
                  <c:v>-77023.3880715258</c:v>
                </c:pt>
                <c:pt idx="56">
                  <c:v>-79316.30724701166</c:v>
                </c:pt>
                <c:pt idx="57">
                  <c:v>-69391.14401234817</c:v>
                </c:pt>
                <c:pt idx="58">
                  <c:v>-69955.04714844735</c:v>
                </c:pt>
                <c:pt idx="59">
                  <c:v>-57526.63154896395</c:v>
                </c:pt>
                <c:pt idx="60">
                  <c:v>-63148.38650025137</c:v>
                </c:pt>
                <c:pt idx="61">
                  <c:v>-67933.78124481486</c:v>
                </c:pt>
                <c:pt idx="62">
                  <c:v>-116320.89712091554</c:v>
                </c:pt>
                <c:pt idx="63">
                  <c:v>-77639.08675568196</c:v>
                </c:pt>
                <c:pt idx="64">
                  <c:v>-55597.981554377555</c:v>
                </c:pt>
                <c:pt idx="65">
                  <c:v>-42070.29301119508</c:v>
                </c:pt>
              </c:numCache>
            </c:numRef>
          </c:val>
        </c:ser>
        <c:ser>
          <c:idx val="13"/>
          <c:order val="13"/>
          <c:tx>
            <c:strRef>
              <c:f>Sheet1!$O$1</c:f>
              <c:strCache>
                <c:ptCount val="1"/>
                <c:pt idx="0">
                  <c:v>Seasonality</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625358.669790549</c:v>
                </c:pt>
                <c:pt idx="1">
                  <c:v>993191.8075075923</c:v>
                </c:pt>
                <c:pt idx="2">
                  <c:v>1508255.5404476605</c:v>
                </c:pt>
                <c:pt idx="3">
                  <c:v>1259389.8413183074</c:v>
                </c:pt>
                <c:pt idx="4">
                  <c:v>945591.3690140299</c:v>
                </c:pt>
                <c:pt idx="5">
                  <c:v>794426.3981262764</c:v>
                </c:pt>
                <c:pt idx="6">
                  <c:v>624159.5483740772</c:v>
                </c:pt>
                <c:pt idx="7">
                  <c:v>262745.5952243407</c:v>
                </c:pt>
                <c:pt idx="8">
                  <c:v>21549.893465095764</c:v>
                </c:pt>
                <c:pt idx="9">
                  <c:v>14053.712702782865</c:v>
                </c:pt>
                <c:pt idx="10">
                  <c:v>191837.4385196718</c:v>
                </c:pt>
                <c:pt idx="11">
                  <c:v>297685.47153335495</c:v>
                </c:pt>
                <c:pt idx="12">
                  <c:v>1102994.9859003169</c:v>
                </c:pt>
                <c:pt idx="13">
                  <c:v>937263.0633035711</c:v>
                </c:pt>
                <c:pt idx="14">
                  <c:v>1202188.6800396456</c:v>
                </c:pt>
                <c:pt idx="15">
                  <c:v>890315.2505217176</c:v>
                </c:pt>
                <c:pt idx="16">
                  <c:v>936574.4570685091</c:v>
                </c:pt>
                <c:pt idx="17">
                  <c:v>782225.2751505681</c:v>
                </c:pt>
                <c:pt idx="18">
                  <c:v>533487.5763478075</c:v>
                </c:pt>
                <c:pt idx="19">
                  <c:v>186231.16109696837</c:v>
                </c:pt>
                <c:pt idx="20">
                  <c:v>34180.81494563263</c:v>
                </c:pt>
                <c:pt idx="21">
                  <c:v>14287.565296169136</c:v>
                </c:pt>
                <c:pt idx="22">
                  <c:v>149638.87252867996</c:v>
                </c:pt>
                <c:pt idx="23">
                  <c:v>205498.97599260253</c:v>
                </c:pt>
                <c:pt idx="24">
                  <c:v>1283617.4504815575</c:v>
                </c:pt>
                <c:pt idx="25">
                  <c:v>1202804.4397941914</c:v>
                </c:pt>
                <c:pt idx="26">
                  <c:v>964874.2685381871</c:v>
                </c:pt>
                <c:pt idx="27">
                  <c:v>1576670.5519512123</c:v>
                </c:pt>
                <c:pt idx="28">
                  <c:v>1305315.0649828287</c:v>
                </c:pt>
                <c:pt idx="29">
                  <c:v>608354.8735425918</c:v>
                </c:pt>
                <c:pt idx="30">
                  <c:v>434794.4174608545</c:v>
                </c:pt>
                <c:pt idx="31">
                  <c:v>277385.0660448037</c:v>
                </c:pt>
                <c:pt idx="32">
                  <c:v>30361.90064498275</c:v>
                </c:pt>
                <c:pt idx="33">
                  <c:v>23698.6933966476</c:v>
                </c:pt>
                <c:pt idx="34">
                  <c:v>248245.26337907132</c:v>
                </c:pt>
                <c:pt idx="35">
                  <c:v>391030.4826156477</c:v>
                </c:pt>
                <c:pt idx="36">
                  <c:v>901194.0125138927</c:v>
                </c:pt>
                <c:pt idx="37">
                  <c:v>956685.2225265794</c:v>
                </c:pt>
                <c:pt idx="38">
                  <c:v>1004194.5968557675</c:v>
                </c:pt>
                <c:pt idx="39">
                  <c:v>1200518.1204154291</c:v>
                </c:pt>
                <c:pt idx="40">
                  <c:v>1551431.4574657786</c:v>
                </c:pt>
                <c:pt idx="41">
                  <c:v>830423.7447492097</c:v>
                </c:pt>
                <c:pt idx="42">
                  <c:v>498786.9014519463</c:v>
                </c:pt>
                <c:pt idx="43">
                  <c:v>210230.64588346655</c:v>
                </c:pt>
                <c:pt idx="44">
                  <c:v>32551.70144362276</c:v>
                </c:pt>
                <c:pt idx="45">
                  <c:v>29125.543028964938</c:v>
                </c:pt>
                <c:pt idx="46">
                  <c:v>288451.5720307826</c:v>
                </c:pt>
                <c:pt idx="47">
                  <c:v>627801.5661890537</c:v>
                </c:pt>
                <c:pt idx="48">
                  <c:v>1505659.5785958844</c:v>
                </c:pt>
                <c:pt idx="49">
                  <c:v>1279020.0715258638</c:v>
                </c:pt>
                <c:pt idx="50">
                  <c:v>1399270.871370723</c:v>
                </c:pt>
                <c:pt idx="51">
                  <c:v>1282764.7142309095</c:v>
                </c:pt>
                <c:pt idx="52">
                  <c:v>1510879.4825769349</c:v>
                </c:pt>
                <c:pt idx="53">
                  <c:v>1160992.1141420426</c:v>
                </c:pt>
                <c:pt idx="54">
                  <c:v>583923.9584931307</c:v>
                </c:pt>
                <c:pt idx="55">
                  <c:v>266142.31467322743</c:v>
                </c:pt>
                <c:pt idx="56">
                  <c:v>51392.75086710588</c:v>
                </c:pt>
                <c:pt idx="57">
                  <c:v>38583.91555987505</c:v>
                </c:pt>
                <c:pt idx="58">
                  <c:v>238662.05211162643</c:v>
                </c:pt>
                <c:pt idx="59">
                  <c:v>444580.80654433905</c:v>
                </c:pt>
                <c:pt idx="60">
                  <c:v>983948.7271551979</c:v>
                </c:pt>
                <c:pt idx="61">
                  <c:v>1063996.3120076098</c:v>
                </c:pt>
                <c:pt idx="62">
                  <c:v>2039270.5263615777</c:v>
                </c:pt>
                <c:pt idx="63">
                  <c:v>1359615.1948526753</c:v>
                </c:pt>
                <c:pt idx="64">
                  <c:v>936157.1692826096</c:v>
                </c:pt>
                <c:pt idx="65">
                  <c:v>524852.7046639815</c:v>
                </c:pt>
              </c:numCache>
            </c:numRef>
          </c:val>
        </c:ser>
        <c:ser>
          <c:idx val="14"/>
          <c:order val="14"/>
          <c:tx>
            <c:strRef>
              <c:f>Sheet1!$P$1</c:f>
              <c:strCache>
                <c:ptCount val="1"/>
                <c:pt idx="0">
                  <c:v>TV</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51741.71461558237</c:v>
                </c:pt>
                <c:pt idx="1">
                  <c:v>56880.97319241165</c:v>
                </c:pt>
                <c:pt idx="2">
                  <c:v>160056.2243302597</c:v>
                </c:pt>
                <c:pt idx="3">
                  <c:v>596196.0143164744</c:v>
                </c:pt>
                <c:pt idx="4">
                  <c:v>79415.52051644036</c:v>
                </c:pt>
                <c:pt idx="5">
                  <c:v>317984.7465713782</c:v>
                </c:pt>
                <c:pt idx="6">
                  <c:v>443834.4597304426</c:v>
                </c:pt>
                <c:pt idx="7">
                  <c:v>492346.22235160234</c:v>
                </c:pt>
                <c:pt idx="8">
                  <c:v>197951.8595306918</c:v>
                </c:pt>
                <c:pt idx="9">
                  <c:v>466966.64163621265</c:v>
                </c:pt>
                <c:pt idx="10">
                  <c:v>66478.29988708612</c:v>
                </c:pt>
                <c:pt idx="11">
                  <c:v>57007.660802024286</c:v>
                </c:pt>
                <c:pt idx="12">
                  <c:v>826329.0782522713</c:v>
                </c:pt>
                <c:pt idx="13">
                  <c:v>138648.9661279863</c:v>
                </c:pt>
                <c:pt idx="14">
                  <c:v>258054.9077678633</c:v>
                </c:pt>
                <c:pt idx="15">
                  <c:v>94239.95363806025</c:v>
                </c:pt>
                <c:pt idx="16">
                  <c:v>266866.799344095</c:v>
                </c:pt>
                <c:pt idx="17">
                  <c:v>67741.25884573426</c:v>
                </c:pt>
                <c:pt idx="18">
                  <c:v>81613.57310593323</c:v>
                </c:pt>
                <c:pt idx="19">
                  <c:v>329169.08422413055</c:v>
                </c:pt>
                <c:pt idx="20">
                  <c:v>489526.80066191324</c:v>
                </c:pt>
                <c:pt idx="21">
                  <c:v>551038.1754842858</c:v>
                </c:pt>
                <c:pt idx="22">
                  <c:v>581287.683173675</c:v>
                </c:pt>
                <c:pt idx="23">
                  <c:v>276929.3495917754</c:v>
                </c:pt>
                <c:pt idx="24">
                  <c:v>620513.5412970398</c:v>
                </c:pt>
                <c:pt idx="25">
                  <c:v>438008.9068034127</c:v>
                </c:pt>
                <c:pt idx="26">
                  <c:v>67556.44089970757</c:v>
                </c:pt>
                <c:pt idx="27">
                  <c:v>555900.9425959374</c:v>
                </c:pt>
                <c:pt idx="28">
                  <c:v>240955.72873024168</c:v>
                </c:pt>
                <c:pt idx="29">
                  <c:v>335323.3259891188</c:v>
                </c:pt>
                <c:pt idx="30">
                  <c:v>406121.6062983683</c:v>
                </c:pt>
                <c:pt idx="31">
                  <c:v>801139.9212872313</c:v>
                </c:pt>
                <c:pt idx="32">
                  <c:v>108468.06648932205</c:v>
                </c:pt>
                <c:pt idx="33">
                  <c:v>283572.1399272134</c:v>
                </c:pt>
                <c:pt idx="34">
                  <c:v>813851.6913906176</c:v>
                </c:pt>
                <c:pt idx="35">
                  <c:v>169750.86096815686</c:v>
                </c:pt>
                <c:pt idx="36">
                  <c:v>68493.96100586723</c:v>
                </c:pt>
                <c:pt idx="37">
                  <c:v>473758.65932663414</c:v>
                </c:pt>
                <c:pt idx="38">
                  <c:v>117579.89650707971</c:v>
                </c:pt>
                <c:pt idx="39">
                  <c:v>215094.49600516082</c:v>
                </c:pt>
                <c:pt idx="40">
                  <c:v>446202.5232946968</c:v>
                </c:pt>
                <c:pt idx="41">
                  <c:v>578861.7701623195</c:v>
                </c:pt>
                <c:pt idx="42">
                  <c:v>272567.7755915736</c:v>
                </c:pt>
                <c:pt idx="43">
                  <c:v>388377.04021391895</c:v>
                </c:pt>
                <c:pt idx="44">
                  <c:v>856509.931944466</c:v>
                </c:pt>
                <c:pt idx="45">
                  <c:v>407433.66483657534</c:v>
                </c:pt>
                <c:pt idx="46">
                  <c:v>330092.8008150857</c:v>
                </c:pt>
                <c:pt idx="47">
                  <c:v>810476.5481776942</c:v>
                </c:pt>
                <c:pt idx="48">
                  <c:v>248108.79151672355</c:v>
                </c:pt>
                <c:pt idx="49">
                  <c:v>719787.4009004631</c:v>
                </c:pt>
                <c:pt idx="50">
                  <c:v>976007.4631920136</c:v>
                </c:pt>
                <c:pt idx="51">
                  <c:v>211787.59190346976</c:v>
                </c:pt>
                <c:pt idx="52">
                  <c:v>707782.184671516</c:v>
                </c:pt>
                <c:pt idx="53">
                  <c:v>811324.5948037661</c:v>
                </c:pt>
                <c:pt idx="54">
                  <c:v>640854.7776436083</c:v>
                </c:pt>
                <c:pt idx="55">
                  <c:v>1436079.4814943105</c:v>
                </c:pt>
                <c:pt idx="56">
                  <c:v>661276.28300265</c:v>
                </c:pt>
                <c:pt idx="57">
                  <c:v>946335.5522921457</c:v>
                </c:pt>
                <c:pt idx="58">
                  <c:v>262738.7767869038</c:v>
                </c:pt>
                <c:pt idx="59">
                  <c:v>92397.83680134077</c:v>
                </c:pt>
                <c:pt idx="60">
                  <c:v>335652.77191501897</c:v>
                </c:pt>
                <c:pt idx="61">
                  <c:v>290082.697952251</c:v>
                </c:pt>
                <c:pt idx="62">
                  <c:v>348770.4397488069</c:v>
                </c:pt>
                <c:pt idx="63">
                  <c:v>125773.1520881181</c:v>
                </c:pt>
                <c:pt idx="64">
                  <c:v>360147.11024988303</c:v>
                </c:pt>
                <c:pt idx="65">
                  <c:v>358479.210173315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Sheet1!$A$2:$A$16</c:f>
              <c:strCache>
                <c:ptCount val="15"/>
                <c:pt idx="0">
                  <c:v>Seasonality</c:v>
                </c:pt>
                <c:pt idx="1">
                  <c:v>Distribution</c:v>
                </c:pt>
                <c:pt idx="2">
                  <c:v>ABA</c:v>
                </c:pt>
                <c:pt idx="3">
                  <c:v>Digital_Perform...</c:v>
                </c:pt>
                <c:pt idx="4">
                  <c:v>Digital_DA</c:v>
                </c:pt>
                <c:pt idx="5">
                  <c:v>OOH</c:v>
                </c:pt>
                <c:pt idx="6">
                  <c:v>TV</c:v>
                </c:pt>
                <c:pt idx="7">
                  <c:v>Digital_Video</c:v>
                </c:pt>
                <c:pt idx="8">
                  <c:v>Base</c:v>
                </c:pt>
                <c:pt idx="9">
                  <c:v>Digital_Special...</c:v>
                </c:pt>
                <c:pt idx="10">
                  <c:v>E-com</c:v>
                </c:pt>
                <c:pt idx="11">
                  <c:v>PR</c:v>
                </c:pt>
                <c:pt idx="12">
                  <c:v>POS</c:v>
                </c:pt>
                <c:pt idx="13">
                  <c:v>Price volatilit...</c:v>
                </c:pt>
                <c:pt idx="14">
                  <c:v>Relative price</c:v>
                </c:pt>
              </c:strCache>
            </c:strRef>
          </c:cat>
          <c:val>
            <c:numRef>
              <c:f>Sheet1!$B$2:$B$16</c:f>
              <c:numCache>
                <c:formatCode>General</c:formatCode>
                <c:ptCount val="15"/>
                <c:pt idx="0">
                  <c:v>0.0</c:v>
                </c:pt>
                <c:pt idx="1">
                  <c:v>23.719608107857226</c:v>
                </c:pt>
                <c:pt idx="2">
                  <c:v>39.9708828314924</c:v>
                </c:pt>
                <c:pt idx="3">
                  <c:v>56.10487463479791</c:v>
                </c:pt>
                <c:pt idx="4">
                  <c:v>65.99496253710569</c:v>
                </c:pt>
                <c:pt idx="5">
                  <c:v>74.66372167994612</c:v>
                </c:pt>
                <c:pt idx="6">
                  <c:v>82.90273278135054</c:v>
                </c:pt>
                <c:pt idx="7">
                  <c:v>89.14834919510533</c:v>
                </c:pt>
                <c:pt idx="8">
                  <c:v>92.93407607192299</c:v>
                </c:pt>
                <c:pt idx="9">
                  <c:v>95.39348877492317</c:v>
                </c:pt>
                <c:pt idx="10">
                  <c:v>97.8182447397985</c:v>
                </c:pt>
                <c:pt idx="11">
                  <c:v>99.7228244529459</c:v>
                </c:pt>
                <c:pt idx="12">
                  <c:v>101.17746875404427</c:v>
                </c:pt>
                <c:pt idx="13">
                  <c:v>101.45147031945798</c:v>
                </c:pt>
                <c:pt idx="14">
                  <c:v>100.0</c:v>
                </c:pt>
              </c:numCache>
            </c:numRef>
          </c:val>
        </c:ser>
        <c:ser>
          <c:idx val="1"/>
          <c:order val="1"/>
          <c:tx>
            <c:strRef>
              <c:f>Sheet1!$C$1</c:f>
              <c:strCache>
                <c:ptCount val="1"/>
                <c:pt idx="0">
                  <c:v>value</c:v>
                </c:pt>
              </c:strCache>
            </c:strRef>
          </c:tx>
          <c:dPt>
            <c:idx val="0"/>
            <c:spPr>
              <a:solidFill>
                <a:srgbClr val="BCB6FF"/>
              </a:solidFill>
            </c:spPr>
          </c:dPt>
          <c:dPt>
            <c:idx val="1"/>
            <c:spPr>
              <a:solidFill>
                <a:srgbClr val="6B004F"/>
              </a:solidFill>
            </c:spPr>
          </c:dPt>
          <c:dPt>
            <c:idx val="2"/>
            <c:spPr>
              <a:solidFill>
                <a:srgbClr val="D60000"/>
              </a:solidFill>
            </c:spPr>
          </c:dPt>
          <c:dPt>
            <c:idx val="3"/>
            <c:spPr>
              <a:solidFill>
                <a:srgbClr val="00ACC6"/>
              </a:solidFill>
            </c:spPr>
          </c:dPt>
          <c:dPt>
            <c:idx val="4"/>
            <c:spPr>
              <a:solidFill>
                <a:srgbClr val="018700"/>
              </a:solidFill>
            </c:spPr>
          </c:dPt>
          <c:dPt>
            <c:idx val="5"/>
            <c:spPr>
              <a:solidFill>
                <a:srgbClr val="573B00"/>
              </a:solidFill>
            </c:spPr>
          </c:dPt>
          <c:dPt>
            <c:idx val="6"/>
            <c:spPr>
              <a:solidFill>
                <a:srgbClr val="95B577"/>
              </a:solidFill>
            </c:spPr>
          </c:dPt>
          <c:dPt>
            <c:idx val="7"/>
            <c:spPr>
              <a:solidFill>
                <a:srgbClr val="FF7ED1"/>
              </a:solidFill>
            </c:spPr>
          </c:dPt>
          <c:dPt>
            <c:idx val="8"/>
            <c:spPr>
              <a:solidFill>
                <a:srgbClr val="8C3BFF"/>
              </a:solidFill>
            </c:spPr>
          </c:dPt>
          <c:dPt>
            <c:idx val="9"/>
            <c:spPr>
              <a:solidFill>
                <a:srgbClr val="97FF00"/>
              </a:solidFill>
            </c:spPr>
          </c:dPt>
          <c:dPt>
            <c:idx val="10"/>
            <c:spPr>
              <a:solidFill>
                <a:srgbClr val="FFA52F"/>
              </a:solidFill>
            </c:spPr>
          </c:dPt>
          <c:dPt>
            <c:idx val="11"/>
            <c:spPr>
              <a:solidFill>
                <a:srgbClr val="0000DD"/>
              </a:solidFill>
            </c:spPr>
          </c:dPt>
          <c:dPt>
            <c:idx val="12"/>
            <c:spPr>
              <a:solidFill>
                <a:srgbClr val="005659"/>
              </a:solidFill>
            </c:spPr>
          </c:dPt>
          <c:dPt>
            <c:idx val="13"/>
            <c:spPr>
              <a:solidFill>
                <a:srgbClr val="00FDCF"/>
              </a:solidFill>
            </c:spPr>
          </c:dPt>
          <c:dPt>
            <c:idx val="14"/>
            <c:spPr>
              <a:solidFill>
                <a:srgbClr val="A17569"/>
              </a:solidFill>
            </c:spPr>
          </c:dPt>
          <c:dLbls>
            <c:dLbl>
              <c:idx val="0"/>
              <c:tx>
                <c:rich>
                  <a:bodyPr/>
                  <a:lstStyle/>
                  <a:p>
                    <a:r>
                      <a:t>23.72%</a:t>
                    </a:r>
                  </a:p>
                </c:rich>
              </c:tx>
              <c:dLblPos val="inEnd"/>
              <c:showLegendKey val="0"/>
              <c:showVal val="1"/>
              <c:showCatName val="0"/>
              <c:showSerName val="0"/>
              <c:showPercent val="0"/>
              <c:showBubbleSize val="0"/>
            </c:dLbl>
            <c:dLbl>
              <c:idx val="1"/>
              <c:tx>
                <c:rich>
                  <a:bodyPr/>
                  <a:lstStyle/>
                  <a:p>
                    <a:r>
                      <a:t>16.25%</a:t>
                    </a:r>
                  </a:p>
                </c:rich>
              </c:tx>
              <c:dLblPos val="inEnd"/>
              <c:showLegendKey val="0"/>
              <c:showVal val="1"/>
              <c:showCatName val="0"/>
              <c:showSerName val="0"/>
              <c:showPercent val="0"/>
              <c:showBubbleSize val="0"/>
            </c:dLbl>
            <c:dLbl>
              <c:idx val="2"/>
              <c:tx>
                <c:rich>
                  <a:bodyPr/>
                  <a:lstStyle/>
                  <a:p>
                    <a:r>
                      <a:t>16.13%</a:t>
                    </a:r>
                  </a:p>
                </c:rich>
              </c:tx>
              <c:dLblPos val="inEnd"/>
              <c:showLegendKey val="0"/>
              <c:showVal val="1"/>
              <c:showCatName val="0"/>
              <c:showSerName val="0"/>
              <c:showPercent val="0"/>
              <c:showBubbleSize val="0"/>
            </c:dLbl>
            <c:dLbl>
              <c:idx val="3"/>
              <c:tx>
                <c:rich>
                  <a:bodyPr/>
                  <a:lstStyle/>
                  <a:p>
                    <a:r>
                      <a:t>9.89%</a:t>
                    </a:r>
                  </a:p>
                </c:rich>
              </c:tx>
              <c:dLblPos val="inEnd"/>
              <c:showLegendKey val="0"/>
              <c:showVal val="1"/>
              <c:showCatName val="0"/>
              <c:showSerName val="0"/>
              <c:showPercent val="0"/>
              <c:showBubbleSize val="0"/>
            </c:dLbl>
            <c:dLbl>
              <c:idx val="4"/>
              <c:tx>
                <c:rich>
                  <a:bodyPr/>
                  <a:lstStyle/>
                  <a:p>
                    <a:r>
                      <a:t>8.67%</a:t>
                    </a:r>
                  </a:p>
                </c:rich>
              </c:tx>
              <c:dLblPos val="inEnd"/>
              <c:showLegendKey val="0"/>
              <c:showVal val="1"/>
              <c:showCatName val="0"/>
              <c:showSerName val="0"/>
              <c:showPercent val="0"/>
              <c:showBubbleSize val="0"/>
            </c:dLbl>
            <c:dLbl>
              <c:idx val="5"/>
              <c:tx>
                <c:rich>
                  <a:bodyPr/>
                  <a:lstStyle/>
                  <a:p>
                    <a:r>
                      <a:t>8.24%</a:t>
                    </a:r>
                  </a:p>
                </c:rich>
              </c:tx>
              <c:dLblPos val="inEnd"/>
              <c:showLegendKey val="0"/>
              <c:showVal val="1"/>
              <c:showCatName val="0"/>
              <c:showSerName val="0"/>
              <c:showPercent val="0"/>
              <c:showBubbleSize val="0"/>
            </c:dLbl>
            <c:dLbl>
              <c:idx val="6"/>
              <c:tx>
                <c:rich>
                  <a:bodyPr/>
                  <a:lstStyle/>
                  <a:p>
                    <a:r>
                      <a:t>6.25%</a:t>
                    </a:r>
                  </a:p>
                </c:rich>
              </c:tx>
              <c:dLblPos val="inEnd"/>
              <c:showLegendKey val="0"/>
              <c:showVal val="1"/>
              <c:showCatName val="0"/>
              <c:showSerName val="0"/>
              <c:showPercent val="0"/>
              <c:showBubbleSize val="0"/>
            </c:dLbl>
            <c:dLbl>
              <c:idx val="7"/>
              <c:tx>
                <c:rich>
                  <a:bodyPr/>
                  <a:lstStyle/>
                  <a:p>
                    <a:r>
                      <a:t>3.79%</a:t>
                    </a:r>
                  </a:p>
                </c:rich>
              </c:tx>
              <c:dLblPos val="inEnd"/>
              <c:showLegendKey val="0"/>
              <c:showVal val="1"/>
              <c:showCatName val="0"/>
              <c:showSerName val="0"/>
              <c:showPercent val="0"/>
              <c:showBubbleSize val="0"/>
            </c:dLbl>
            <c:dLbl>
              <c:idx val="8"/>
              <c:tx>
                <c:rich>
                  <a:bodyPr/>
                  <a:lstStyle/>
                  <a:p>
                    <a:r>
                      <a:t>2.46%</a:t>
                    </a:r>
                  </a:p>
                </c:rich>
              </c:tx>
              <c:dLblPos val="inEnd"/>
              <c:showLegendKey val="0"/>
              <c:showVal val="1"/>
              <c:showCatName val="0"/>
              <c:showSerName val="0"/>
              <c:showPercent val="0"/>
              <c:showBubbleSize val="0"/>
            </c:dLbl>
            <c:dLbl>
              <c:idx val="9"/>
              <c:tx>
                <c:rich>
                  <a:bodyPr/>
                  <a:lstStyle/>
                  <a:p>
                    <a:r>
                      <a:t>2.42%</a:t>
                    </a:r>
                  </a:p>
                </c:rich>
              </c:tx>
              <c:dLblPos val="inEnd"/>
              <c:showLegendKey val="0"/>
              <c:showVal val="1"/>
              <c:showCatName val="0"/>
              <c:showSerName val="0"/>
              <c:showPercent val="0"/>
              <c:showBubbleSize val="0"/>
            </c:dLbl>
            <c:dLbl>
              <c:idx val="10"/>
              <c:tx>
                <c:rich>
                  <a:bodyPr/>
                  <a:lstStyle/>
                  <a:p>
                    <a:r>
                      <a:t>1.9%</a:t>
                    </a:r>
                  </a:p>
                </c:rich>
              </c:tx>
              <c:dLblPos val="inEnd"/>
              <c:showLegendKey val="0"/>
              <c:showVal val="1"/>
              <c:showCatName val="0"/>
              <c:showSerName val="0"/>
              <c:showPercent val="0"/>
              <c:showBubbleSize val="0"/>
            </c:dLbl>
            <c:dLbl>
              <c:idx val="11"/>
              <c:tx>
                <c:rich>
                  <a:bodyPr/>
                  <a:lstStyle/>
                  <a:p>
                    <a:r>
                      <a:t>1.45%</a:t>
                    </a:r>
                  </a:p>
                </c:rich>
              </c:tx>
              <c:dLblPos val="inEnd"/>
              <c:showLegendKey val="0"/>
              <c:showVal val="1"/>
              <c:showCatName val="0"/>
              <c:showSerName val="0"/>
              <c:showPercent val="0"/>
              <c:showBubbleSize val="0"/>
            </c:dLbl>
            <c:dLbl>
              <c:idx val="12"/>
              <c:tx>
                <c:rich>
                  <a:bodyPr/>
                  <a:lstStyle/>
                  <a:p>
                    <a:r>
                      <a:t>1.14%</a:t>
                    </a:r>
                  </a:p>
                </c:rich>
              </c:tx>
              <c:dLblPos val="inEnd"/>
              <c:showLegendKey val="0"/>
              <c:showVal val="1"/>
              <c:showCatName val="0"/>
              <c:showSerName val="0"/>
              <c:showPercent val="0"/>
              <c:showBubbleSize val="0"/>
            </c:dLbl>
            <c:dLbl>
              <c:idx val="13"/>
              <c:tx>
                <c:rich>
                  <a:bodyPr/>
                  <a:lstStyle/>
                  <a:p>
                    <a:r>
                      <a:t>-0.87%</a:t>
                    </a:r>
                  </a:p>
                </c:rich>
              </c:tx>
              <c:dLblPos val="inEnd"/>
              <c:showLegendKey val="0"/>
              <c:showVal val="1"/>
              <c:showCatName val="0"/>
              <c:showSerName val="0"/>
              <c:showPercent val="0"/>
              <c:showBubbleSize val="0"/>
            </c:dLbl>
            <c:dLbl>
              <c:idx val="14"/>
              <c:tx>
                <c:rich>
                  <a:bodyPr/>
                  <a:lstStyle/>
                  <a:p>
                    <a:r>
                      <a:t>-1.45%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Sheet1!$A$2:$A$16</c:f>
              <c:strCache>
                <c:ptCount val="15"/>
                <c:pt idx="0">
                  <c:v>Seasonality</c:v>
                </c:pt>
                <c:pt idx="1">
                  <c:v>Distribution</c:v>
                </c:pt>
                <c:pt idx="2">
                  <c:v>ABA</c:v>
                </c:pt>
                <c:pt idx="3">
                  <c:v>Digital_Perform...</c:v>
                </c:pt>
                <c:pt idx="4">
                  <c:v>Digital_DA</c:v>
                </c:pt>
                <c:pt idx="5">
                  <c:v>OOH</c:v>
                </c:pt>
                <c:pt idx="6">
                  <c:v>TV</c:v>
                </c:pt>
                <c:pt idx="7">
                  <c:v>Digital_Video</c:v>
                </c:pt>
                <c:pt idx="8">
                  <c:v>Base</c:v>
                </c:pt>
                <c:pt idx="9">
                  <c:v>Digital_Special...</c:v>
                </c:pt>
                <c:pt idx="10">
                  <c:v>E-com</c:v>
                </c:pt>
                <c:pt idx="11">
                  <c:v>PR</c:v>
                </c:pt>
                <c:pt idx="12">
                  <c:v>POS</c:v>
                </c:pt>
                <c:pt idx="13">
                  <c:v>Price volatilit...</c:v>
                </c:pt>
                <c:pt idx="14">
                  <c:v>Relative price</c:v>
                </c:pt>
              </c:strCache>
            </c:strRef>
          </c:cat>
          <c:val>
            <c:numRef>
              <c:f>Sheet1!$C$2:$C$16</c:f>
              <c:numCache>
                <c:formatCode>General</c:formatCode>
                <c:ptCount val="15"/>
                <c:pt idx="0">
                  <c:v>23.719608107857223</c:v>
                </c:pt>
                <c:pt idx="1">
                  <c:v>16.251274723635184</c:v>
                </c:pt>
                <c:pt idx="2">
                  <c:v>16.133991803305506</c:v>
                </c:pt>
                <c:pt idx="3">
                  <c:v>9.890087902307785</c:v>
                </c:pt>
                <c:pt idx="4">
                  <c:v>8.668759142840427</c:v>
                </c:pt>
                <c:pt idx="5">
                  <c:v>8.239011101404408</c:v>
                </c:pt>
                <c:pt idx="6">
                  <c:v>6.245616413754784</c:v>
                </c:pt>
                <c:pt idx="7">
                  <c:v>3.7857268768176655</c:v>
                </c:pt>
                <c:pt idx="8">
                  <c:v>2.4594127030001647</c:v>
                </c:pt>
                <c:pt idx="9">
                  <c:v>2.424755964875348</c:v>
                </c:pt>
                <c:pt idx="10">
                  <c:v>1.9045797131473876</c:v>
                </c:pt>
                <c:pt idx="11">
                  <c:v>1.4546443010983734</c:v>
                </c:pt>
                <c:pt idx="12">
                  <c:v>1.140955210621534</c:v>
                </c:pt>
                <c:pt idx="13">
                  <c:v>0.8669536452078251</c:v>
                </c:pt>
                <c:pt idx="14">
                  <c:v>1.4514703194579786</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00DD"/>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280909632.1957474</c:v>
                </c:pt>
                <c:pt idx="2">
                  <c:v>582645418.8594589</c:v>
                </c:pt>
                <c:pt idx="3">
                  <c:v>902082178.436409</c:v>
                </c:pt>
                <c:pt idx="4">
                  <c:v>1234995407.2266312</c:v>
                </c:pt>
              </c:numCache>
            </c:numRef>
          </c:val>
          <c:smooth/>
        </c:ser>
        <c:ser>
          <c:idx val="1"/>
          <c:order val="1"/>
          <c:tx>
            <c:strRef>
              <c:f>Sheet1!$C$1</c:f>
              <c:strCache>
                <c:ptCount val="1"/>
                <c:pt idx="0">
                  <c:v>PR_extrapolated</c:v>
                </c:pt>
              </c:strCache>
            </c:strRef>
          </c:tx>
          <c:spPr>
            <a:ln w="31750">
              <a:solidFill>
                <a:srgbClr val="0000DD"/>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1234995407.2266312</c:v>
                </c:pt>
                <c:pt idx="5">
                  <c:v>1576288604.811676</c:v>
                </c:pt>
                <c:pt idx="6">
                  <c:v>1920352742.945671</c:v>
                </c:pt>
              </c:numCache>
            </c:numRef>
          </c:val>
          <c:smooth/>
        </c:ser>
        <c:ser>
          <c:idx val="2"/>
          <c:order val="2"/>
          <c:tx>
            <c:strRef>
              <c:f>Sheet1!$D$1</c:f>
              <c:strCache>
                <c:ptCount val="1"/>
                <c:pt idx="0">
                  <c:v>TV</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43498879.23919678</c:v>
                </c:pt>
                <c:pt idx="2">
                  <c:v>87051327.763237</c:v>
                </c:pt>
                <c:pt idx="3">
                  <c:v>130656940.80599976</c:v>
                </c:pt>
                <c:pt idx="4">
                  <c:v>174315311.0484619</c:v>
                </c:pt>
                <c:pt idx="5">
                  <c:v>218026028.63407135</c:v>
                </c:pt>
                <c:pt idx="6">
                  <c:v>261788681.1843567</c:v>
                </c:pt>
                <c:pt idx="7">
                  <c:v>305602853.81477356</c:v>
                </c:pt>
                <c:pt idx="8">
                  <c:v>349468129.15089417</c:v>
                </c:pt>
                <c:pt idx="9">
                  <c:v>393384087.3448105</c:v>
                </c:pt>
                <c:pt idx="10">
                  <c:v>437350306.091835</c:v>
                </c:pt>
                <c:pt idx="11">
                  <c:v>481366360.6475067</c:v>
                </c:pt>
                <c:pt idx="12">
                  <c:v>525431823.84477997</c:v>
                </c:pt>
                <c:pt idx="13">
                  <c:v>569546266.1115799</c:v>
                </c:pt>
                <c:pt idx="14">
                  <c:v>613709255.4885483</c:v>
                </c:pt>
                <c:pt idx="15">
                  <c:v>657920357.6471024</c:v>
                </c:pt>
                <c:pt idx="16">
                  <c:v>702179135.907753</c:v>
                </c:pt>
                <c:pt idx="17">
                  <c:v>746485151.2586441</c:v>
                </c:pt>
                <c:pt idx="18">
                  <c:v>790837962.3744583</c:v>
                </c:pt>
                <c:pt idx="19">
                  <c:v>835237125.6354141</c:v>
                </c:pt>
                <c:pt idx="20">
                  <c:v>879682195.1467133</c:v>
                </c:pt>
                <c:pt idx="21">
                  <c:v>924172722.7581024</c:v>
                </c:pt>
                <c:pt idx="22">
                  <c:v>968708258.0837555</c:v>
                </c:pt>
                <c:pt idx="23">
                  <c:v>1013288348.5224075</c:v>
                </c:pt>
                <c:pt idx="24">
                  <c:v>1057912539.2777328</c:v>
                </c:pt>
                <c:pt idx="25">
                  <c:v>1102580373.3789444</c:v>
                </c:pt>
                <c:pt idx="26">
                  <c:v>1147291391.7016983</c:v>
                </c:pt>
                <c:pt idx="27">
                  <c:v>1192045132.9892273</c:v>
                </c:pt>
                <c:pt idx="28">
                  <c:v>1236841133.8736877</c:v>
                </c:pt>
                <c:pt idx="29">
                  <c:v>1281678928.8977814</c:v>
                </c:pt>
                <c:pt idx="30">
                  <c:v>1326558050.5366135</c:v>
                </c:pt>
                <c:pt idx="31">
                  <c:v>1371478029.2197952</c:v>
                </c:pt>
                <c:pt idx="32">
                  <c:v>1416438393.3537369</c:v>
                </c:pt>
                <c:pt idx="33">
                  <c:v>1461438669.3442764</c:v>
                </c:pt>
                <c:pt idx="34">
                  <c:v>1506478381.6194305</c:v>
                </c:pt>
                <c:pt idx="35">
                  <c:v>1551557052.6524582</c:v>
                </c:pt>
                <c:pt idx="36">
                  <c:v>1596674202.9850693</c:v>
                </c:pt>
                <c:pt idx="37">
                  <c:v>1641829351.250969</c:v>
                </c:pt>
                <c:pt idx="38">
                  <c:v>1687022014.199524</c:v>
                </c:pt>
                <c:pt idx="39">
                  <c:v>1732251706.719719</c:v>
                </c:pt>
                <c:pt idx="40">
                  <c:v>1777517941.8642807</c:v>
                </c:pt>
                <c:pt idx="41">
                  <c:v>1822820230.8740463</c:v>
                </c:pt>
                <c:pt idx="42">
                  <c:v>1868158083.2025833</c:v>
                </c:pt>
                <c:pt idx="43">
                  <c:v>1913531006.540886</c:v>
                </c:pt>
                <c:pt idx="44">
                  <c:v>1958938506.842453</c:v>
                </c:pt>
                <c:pt idx="45">
                  <c:v>2004380088.3484726</c:v>
                </c:pt>
                <c:pt idx="46">
                  <c:v>2049855253.6131973</c:v>
                </c:pt>
                <c:pt idx="47">
                  <c:v>2095363503.5295792</c:v>
                </c:pt>
                <c:pt idx="48">
                  <c:v>2140904337.3550186</c:v>
                </c:pt>
                <c:pt idx="49">
                  <c:v>2186477252.7374573</c:v>
                </c:pt>
                <c:pt idx="50">
                  <c:v>2232081745.741455</c:v>
                </c:pt>
                <c:pt idx="51">
                  <c:v>2277717310.8746414</c:v>
                </c:pt>
                <c:pt idx="52">
                  <c:v>2323383441.114235</c:v>
                </c:pt>
                <c:pt idx="53">
                  <c:v>2369079627.9337845</c:v>
                </c:pt>
                <c:pt idx="54">
                  <c:v>2414805361.3301315</c:v>
                </c:pt>
                <c:pt idx="55">
                  <c:v>2460560129.8504486</c:v>
                </c:pt>
                <c:pt idx="56">
                  <c:v>2506343420.619545</c:v>
                </c:pt>
                <c:pt idx="57">
                  <c:v>2552154719.367302</c:v>
                </c:pt>
                <c:pt idx="58">
                  <c:v>2597993510.4562607</c:v>
                </c:pt>
                <c:pt idx="59">
                  <c:v>2643859276.9094086</c:v>
                </c:pt>
                <c:pt idx="60">
                  <c:v>2689751500.4380875</c:v>
                </c:pt>
              </c:numCache>
            </c:numRef>
          </c:val>
          <c:smooth/>
        </c:ser>
        <c:ser>
          <c:idx val="3"/>
          <c:order val="3"/>
          <c:tx>
            <c:strRef>
              <c:f>Sheet1!$E$1</c:f>
              <c:strCache>
                <c:ptCount val="1"/>
                <c:pt idx="0">
                  <c:v>bdg_dgt_display</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2367852141.55204</c:v>
                </c:pt>
                <c:pt idx="2">
                  <c:v>5245003424.965111</c:v>
                </c:pt>
                <c:pt idx="3">
                  <c:v>7760506305.989479</c:v>
                </c:pt>
                <c:pt idx="4">
                  <c:v>9519843385.61081</c:v>
                </c:pt>
                <c:pt idx="5">
                  <c:v>10669841810.551414</c:v>
                </c:pt>
                <c:pt idx="6">
                  <c:v>11445287088.501701</c:v>
                </c:pt>
                <c:pt idx="7">
                  <c:v>12002313485.190094</c:v>
                </c:pt>
                <c:pt idx="8">
                  <c:v>12426859518.721138</c:v>
                </c:pt>
                <c:pt idx="9">
                  <c:v>12765152229.314949</c:v>
                </c:pt>
                <c:pt idx="10">
                  <c:v>13043249636.582245</c:v>
                </c:pt>
                <c:pt idx="11">
                  <c:v>13276969322.340324</c:v>
                </c:pt>
                <c:pt idx="12">
                  <c:v>13476606561.12957</c:v>
                </c:pt>
                <c:pt idx="13">
                  <c:v>13649209135.595573</c:v>
                </c:pt>
                <c:pt idx="14">
                  <c:v>13799768210.974663</c:v>
                </c:pt>
              </c:numCache>
            </c:numRef>
          </c:val>
          <c:smooth/>
        </c:ser>
        <c:ser>
          <c:idx val="4"/>
          <c:order val="4"/>
          <c:tx>
            <c:strRef>
              <c:f>Sheet1!$F$1</c:f>
              <c:strCache>
                <c:ptCount val="1"/>
                <c:pt idx="0">
                  <c:v>bdg_dgt_display_extrapolated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13799768210.974663</c:v>
                </c:pt>
                <c:pt idx="15">
                  <c:v>13931916380.046555</c:v>
                </c:pt>
                <c:pt idx="16">
                  <c:v>14048374534.385216</c:v>
                </c:pt>
                <c:pt idx="17">
                  <c:v>14151249204.261757</c:v>
                </c:pt>
                <c:pt idx="18">
                  <c:v>14242230435.795097</c:v>
                </c:pt>
                <c:pt idx="19">
                  <c:v>14322720997.751534</c:v>
                </c:pt>
                <c:pt idx="20">
                  <c:v>14393918753.93052</c:v>
                </c:pt>
              </c:numCache>
            </c:numRef>
          </c:val>
          <c:smooth/>
        </c:ser>
        <c:ser>
          <c:idx val="5"/>
          <c:order val="5"/>
          <c:tx>
            <c:strRef>
              <c:f>Sheet1!$G$1</c:f>
              <c:strCache>
                <c:ptCount val="1"/>
                <c:pt idx="0">
                  <c:v>bdg_dgt_perform</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Sheet1!$G$2:$G$9</c:f>
              <c:numCache>
                <c:formatCode>General</c:formatCode>
                <c:ptCount val="8"/>
                <c:pt idx="0">
                  <c:v>0.0</c:v>
                </c:pt>
                <c:pt idx="1">
                  <c:v>5877971295.314903</c:v>
                </c:pt>
                <c:pt idx="2">
                  <c:v>11227567588.070992</c:v>
                </c:pt>
                <c:pt idx="3">
                  <c:v>15210473643.74221</c:v>
                </c:pt>
                <c:pt idx="4">
                  <c:v>17893238253.211365</c:v>
                </c:pt>
                <c:pt idx="5">
                  <c:v>19676309864.374435</c:v>
                </c:pt>
                <c:pt idx="6">
                  <c:v>20902578765.536926</c:v>
                </c:pt>
                <c:pt idx="7">
                  <c:v>21788947197.471222</c:v>
                </c:pt>
              </c:numCache>
            </c:numRef>
          </c:val>
          <c:smooth/>
        </c:ser>
        <c:ser>
          <c:idx val="6"/>
          <c:order val="6"/>
          <c:tx>
            <c:strRef>
              <c:f>Sheet1!$H$1</c:f>
              <c:strCache>
                <c:ptCount val="1"/>
                <c:pt idx="0">
                  <c:v>bdg_dgt_perform_extrapolated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Sheet1!$H$2:$H$12</c:f>
              <c:numCache>
                <c:formatCode>General</c:formatCode>
                <c:ptCount val="11"/>
                <c:pt idx="0">
                  <c:v/>
                </c:pt>
                <c:pt idx="1">
                  <c:v/>
                </c:pt>
                <c:pt idx="2">
                  <c:v/>
                </c:pt>
                <c:pt idx="3">
                  <c:v/>
                </c:pt>
                <c:pt idx="4">
                  <c:v/>
                </c:pt>
                <c:pt idx="5">
                  <c:v/>
                </c:pt>
                <c:pt idx="6">
                  <c:v/>
                </c:pt>
                <c:pt idx="7">
                  <c:v>21788947197.471222</c:v>
                </c:pt>
                <c:pt idx="8">
                  <c:v>22460990668.47428</c:v>
                </c:pt>
                <c:pt idx="9">
                  <c:v>22990876545.926567</c:v>
                </c:pt>
                <c:pt idx="10">
                  <c:v>23421326799.631653</c:v>
                </c:pt>
              </c:numCache>
            </c:numRef>
          </c:val>
          <c:smooth/>
        </c:ser>
        <c:ser>
          <c:idx val="7"/>
          <c:order val="7"/>
          <c:tx>
            <c:strRef>
              <c:f>Sheet1!$I$1</c:f>
              <c:strCache>
                <c:ptCount val="1"/>
                <c:pt idx="0">
                  <c:v>bdg_dgt_special</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0.0</c:v>
                </c:pt>
                <c:pt idx="1">
                  <c:v>476855488.2216263</c:v>
                </c:pt>
                <c:pt idx="2">
                  <c:v>1001357689.4543076</c:v>
                </c:pt>
                <c:pt idx="3">
                  <c:v>1562121777.734192</c:v>
                </c:pt>
                <c:pt idx="4">
                  <c:v>2143420449.7692108</c:v>
                </c:pt>
                <c:pt idx="5">
                  <c:v>2727183883.0391006</c:v>
                </c:pt>
                <c:pt idx="6">
                  <c:v>3295661277.172806</c:v>
                </c:pt>
                <c:pt idx="7">
                  <c:v>3833899881.711128</c:v>
                </c:pt>
                <c:pt idx="8">
                  <c:v>4331317029.809593</c:v>
                </c:pt>
                <c:pt idx="9">
                  <c:v>4782102606.011421</c:v>
                </c:pt>
                <c:pt idx="10">
                  <c:v>5184663542.547401</c:v>
                </c:pt>
                <c:pt idx="11">
                  <c:v>5540556485.523155</c:v>
                </c:pt>
                <c:pt idx="12">
                  <c:v>5853329266.986885</c:v>
                </c:pt>
                <c:pt idx="13">
                  <c:v>6127533533.877144</c:v>
                </c:pt>
                <c:pt idx="14">
                  <c:v>6368007914.767311</c:v>
                </c:pt>
              </c:numCache>
            </c:numRef>
          </c:val>
          <c:smooth/>
        </c:ser>
        <c:ser>
          <c:idx val="8"/>
          <c:order val="8"/>
          <c:tx>
            <c:strRef>
              <c:f>Sheet1!$J$1</c:f>
              <c:strCache>
                <c:ptCount val="1"/>
                <c:pt idx="0">
                  <c:v>bdg_dgt_special_extrapolated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6368007914.767311</c:v>
                </c:pt>
                <c:pt idx="15">
                  <c:v>6579423970.601097</c:v>
                </c:pt>
                <c:pt idx="16">
                  <c:v>6766039283.098793</c:v>
                </c:pt>
                <c:pt idx="17">
                  <c:v>6931593315.915001</c:v>
                </c:pt>
                <c:pt idx="18">
                  <c:v>7079291483.553322</c:v>
                </c:pt>
                <c:pt idx="19">
                  <c:v>7211837811.653374</c:v>
                </c:pt>
                <c:pt idx="20">
                  <c:v>7331490255.034134</c:v>
                </c:pt>
              </c:numCache>
            </c:numRef>
          </c:val>
          <c:smooth/>
        </c:ser>
        <c:ser>
          <c:idx val="9"/>
          <c:order val="9"/>
          <c:tx>
            <c:strRef>
              <c:f>Sheet1!$K$1</c:f>
              <c:strCache>
                <c:ptCount val="1"/>
                <c:pt idx="0">
                  <c:v>bdg_dgt_video</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585761509.7487564</c:v>
                </c:pt>
                <c:pt idx="2">
                  <c:v>1251938955.6452713</c:v>
                </c:pt>
                <c:pt idx="3">
                  <c:v>1982561476.3884048</c:v>
                </c:pt>
                <c:pt idx="4">
                  <c:v>2751817726.777519</c:v>
                </c:pt>
                <c:pt idx="5">
                  <c:v>3528019327.9696198</c:v>
                </c:pt>
                <c:pt idx="6">
                  <c:v>4279722145.183235</c:v>
                </c:pt>
                <c:pt idx="7">
                  <c:v>4981499473.531631</c:v>
                </c:pt>
                <c:pt idx="8">
                  <c:v>5617186337.0868225</c:v>
                </c:pt>
                <c:pt idx="9">
                  <c:v>6180047206.897171</c:v>
                </c:pt>
                <c:pt idx="10">
                  <c:v>6670810993.043884</c:v>
                </c:pt>
                <c:pt idx="11">
                  <c:v>7094969251.038887</c:v>
                </c:pt>
                <c:pt idx="12">
                  <c:v>7460351264.167183</c:v>
                </c:pt>
                <c:pt idx="13">
                  <c:v>7775396567.086571</c:v>
                </c:pt>
                <c:pt idx="14">
                  <c:v>8048129574.521355</c:v>
                </c:pt>
              </c:numCache>
            </c:numRef>
          </c:val>
          <c:smooth/>
        </c:ser>
        <c:ser>
          <c:idx val="10"/>
          <c:order val="10"/>
          <c:tx>
            <c:strRef>
              <c:f>Sheet1!$L$1</c:f>
              <c:strCache>
                <c:ptCount val="1"/>
                <c:pt idx="0">
                  <c:v>bdg_dgt_video_extrapolated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8048129574.521355</c:v>
                </c:pt>
                <c:pt idx="15">
                  <c:v>8285664645.251411</c:v>
                </c:pt>
                <c:pt idx="16">
                  <c:v>8494048229.963264</c:v>
                </c:pt>
                <c:pt idx="17">
                  <c:v>8678286541.601654</c:v>
                </c:pt>
                <c:pt idx="18">
                  <c:v>8842459297.415413</c:v>
                </c:pt>
                <c:pt idx="19">
                  <c:v>8989861823.287079</c:v>
                </c:pt>
                <c:pt idx="20">
                  <c:v>9123145592.187508</c:v>
                </c:pt>
              </c:numCache>
            </c:numRef>
          </c:val>
          <c:smooth/>
        </c:ser>
        <c:ser>
          <c:idx val="11"/>
          <c:order val="11"/>
          <c:tx>
            <c:strRef>
              <c:f>Sheet1!$M$1</c:f>
              <c:strCache>
                <c:ptCount val="1"/>
                <c:pt idx="0">
                  <c:v>bdg_ecom</c:v>
                </c:pt>
              </c:strCache>
            </c:strRef>
          </c:tx>
          <c:spPr>
            <a:ln w="31750">
              <a:solidFill>
                <a:srgbClr val="FDF49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Sheet1!$M$2:$M$6</c:f>
              <c:numCache>
                <c:formatCode>General</c:formatCode>
                <c:ptCount val="5"/>
                <c:pt idx="0">
                  <c:v>0.0</c:v>
                </c:pt>
                <c:pt idx="1">
                  <c:v>755613487.5125656</c:v>
                </c:pt>
                <c:pt idx="2">
                  <c:v>1694402789.1899796</c:v>
                </c:pt>
                <c:pt idx="3">
                  <c:v>2693370071.32518</c:v>
                </c:pt>
                <c:pt idx="4">
                  <c:v>3603602402.1626816</c:v>
                </c:pt>
              </c:numCache>
            </c:numRef>
          </c:val>
          <c:smooth/>
        </c:ser>
        <c:ser>
          <c:idx val="12"/>
          <c:order val="12"/>
          <c:tx>
            <c:strRef>
              <c:f>Sheet1!$N$1</c:f>
              <c:strCache>
                <c:ptCount val="1"/>
                <c:pt idx="0">
                  <c:v>bdg_ecom_extrapolated</c:v>
                </c:pt>
              </c:strCache>
            </c:strRef>
          </c:tx>
          <c:spPr>
            <a:ln w="31750">
              <a:solidFill>
                <a:srgbClr val="FDF49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Sheet1!$N$2:$N$8</c:f>
              <c:numCache>
                <c:formatCode>General</c:formatCode>
                <c:ptCount val="7"/>
                <c:pt idx="0">
                  <c:v/>
                </c:pt>
                <c:pt idx="1">
                  <c:v/>
                </c:pt>
                <c:pt idx="2">
                  <c:v/>
                </c:pt>
                <c:pt idx="3">
                  <c:v/>
                </c:pt>
                <c:pt idx="4">
                  <c:v>3603602402.1626816</c:v>
                </c:pt>
                <c:pt idx="5">
                  <c:v>4339477057.593094</c:v>
                </c:pt>
                <c:pt idx="6">
                  <c:v>4894330757.215553</c:v>
                </c:pt>
              </c:numCache>
            </c:numRef>
          </c:val>
          <c:smooth/>
        </c:ser>
        <c:ser>
          <c:idx val="13"/>
          <c:order val="13"/>
          <c:tx>
            <c:strRef>
              <c:f>Sheet1!$O$1</c:f>
              <c:strCache>
                <c:ptCount val="1"/>
                <c:pt idx="0">
                  <c:v>bdg_ooh</c:v>
                </c:pt>
              </c:strCache>
            </c:strRef>
          </c:tx>
          <c:spPr>
            <a:ln w="31750">
              <a:solidFill>
                <a:srgbClr val="004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Sheet1!$O$2:$O$16</c:f>
              <c:numCache>
                <c:formatCode>General</c:formatCode>
                <c:ptCount val="15"/>
                <c:pt idx="0">
                  <c:v>0.0</c:v>
                </c:pt>
                <c:pt idx="1">
                  <c:v>5030626476.295738</c:v>
                </c:pt>
                <c:pt idx="2">
                  <c:v>11109820822.506447</c:v>
                </c:pt>
                <c:pt idx="3">
                  <c:v>16833556841.733955</c:v>
                </c:pt>
                <c:pt idx="4">
                  <c:v>21249865433.73915</c:v>
                </c:pt>
                <c:pt idx="5">
                  <c:v>24339487066.88717</c:v>
                </c:pt>
                <c:pt idx="6">
                  <c:v>26474432444.409996</c:v>
                </c:pt>
                <c:pt idx="7">
                  <c:v>28000283764.64707</c:v>
                </c:pt>
                <c:pt idx="8">
                  <c:v>29144814498.221504</c:v>
                </c:pt>
                <c:pt idx="9">
                  <c:v>30043566159.911674</c:v>
                </c:pt>
                <c:pt idx="10">
                  <c:v>30775921227.462944</c:v>
                </c:pt>
                <c:pt idx="11">
                  <c:v>31389557183.6278</c:v>
                </c:pt>
                <c:pt idx="12">
                  <c:v>31914435885.905754</c:v>
                </c:pt>
                <c:pt idx="13">
                  <c:v>32370350453.17817</c:v>
                </c:pt>
                <c:pt idx="14">
                  <c:v>32770965547.751244</c:v>
                </c:pt>
              </c:numCache>
            </c:numRef>
          </c:val>
          <c:smooth/>
        </c:ser>
        <c:ser>
          <c:idx val="14"/>
          <c:order val="14"/>
          <c:tx>
            <c:strRef>
              <c:f>Sheet1!$P$1</c:f>
              <c:strCache>
                <c:ptCount val="1"/>
                <c:pt idx="0">
                  <c:v>bdg_ooh_extrapolated</c:v>
                </c:pt>
              </c:strCache>
            </c:strRef>
          </c:tx>
          <c:spPr>
            <a:ln w="31750">
              <a:solidFill>
                <a:srgbClr val="004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32770965547.751244</c:v>
                </c:pt>
                <c:pt idx="15">
                  <c:v>33126049497.576683</c:v>
                </c:pt>
                <c:pt idx="16">
                  <c:v>33442783467.172386</c:v>
                </c:pt>
                <c:pt idx="17">
                  <c:v>33726582683.06069</c:v>
                </c:pt>
                <c:pt idx="18">
                  <c:v>33981639483.774742</c:v>
                </c:pt>
                <c:pt idx="19">
                  <c:v>34211292821.216606</c:v>
                </c:pt>
                <c:pt idx="20">
                  <c:v>34418281451.38055</c:v>
                </c:pt>
              </c:numCache>
            </c:numRef>
          </c:val>
          <c:smooth/>
        </c:ser>
        <c:ser>
          <c:idx val="15"/>
          <c:order val="15"/>
          <c:tx>
            <c:strRef>
              <c:f>Sheet1!$Q$1</c:f>
              <c:strCache>
                <c:ptCount val="1"/>
                <c:pt idx="0">
                  <c:v>bdg_pos</c:v>
                </c:pt>
              </c:strCache>
            </c:strRef>
          </c:tx>
          <c:spPr>
            <a:ln w="31750">
              <a:solidFill>
                <a:srgbClr val="8E79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Sheet1!$Q$2:$Q$9</c:f>
              <c:numCache>
                <c:formatCode>General</c:formatCode>
                <c:ptCount val="8"/>
                <c:pt idx="0">
                  <c:v>0.0</c:v>
                </c:pt>
                <c:pt idx="1">
                  <c:v>59097348.96613312</c:v>
                </c:pt>
                <c:pt idx="2">
                  <c:v>119051571.76728058</c:v>
                </c:pt>
                <c:pt idx="3">
                  <c:v>179792840.04932404</c:v>
                </c:pt>
                <c:pt idx="4">
                  <c:v>241246640.45139313</c:v>
                </c:pt>
                <c:pt idx="5">
                  <c:v>303334164.55379486</c:v>
                </c:pt>
                <c:pt idx="6">
                  <c:v>365972758.74933624</c:v>
                </c:pt>
                <c:pt idx="7">
                  <c:v>429076428.9247513</c:v>
                </c:pt>
              </c:numCache>
            </c:numRef>
          </c:val>
          <c:smooth/>
        </c:ser>
        <c:ser>
          <c:idx val="16"/>
          <c:order val="16"/>
          <c:tx>
            <c:strRef>
              <c:f>Sheet1!$R$1</c:f>
              <c:strCache>
                <c:ptCount val="1"/>
                <c:pt idx="0">
                  <c:v>bdg_pos_extrapolated</c:v>
                </c:pt>
              </c:strCache>
            </c:strRef>
          </c:tx>
          <c:spPr>
            <a:ln w="31750">
              <a:solidFill>
                <a:srgbClr val="8E79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Sheet1!$R$2:$R$12</c:f>
              <c:numCache>
                <c:formatCode>General</c:formatCode>
                <c:ptCount val="11"/>
                <c:pt idx="0">
                  <c:v/>
                </c:pt>
                <c:pt idx="1">
                  <c:v/>
                </c:pt>
                <c:pt idx="2">
                  <c:v/>
                </c:pt>
                <c:pt idx="3">
                  <c:v/>
                </c:pt>
                <c:pt idx="4">
                  <c:v/>
                </c:pt>
                <c:pt idx="5">
                  <c:v/>
                </c:pt>
                <c:pt idx="6">
                  <c:v/>
                </c:pt>
                <c:pt idx="7">
                  <c:v>429076428.9247513</c:v>
                </c:pt>
                <c:pt idx="8">
                  <c:v>492556393.45806885</c:v>
                </c:pt>
                <c:pt idx="9">
                  <c:v>556321676.7906647</c:v>
                </c:pt>
                <c:pt idx="10">
                  <c:v>620279734.7671738</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00DD"/>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275909632.1957474</c:v>
                </c:pt>
                <c:pt idx="2">
                  <c:v>572645418.8594589</c:v>
                </c:pt>
                <c:pt idx="3">
                  <c:v>887082178.436409</c:v>
                </c:pt>
                <c:pt idx="4">
                  <c:v>1214995407.2266312</c:v>
                </c:pt>
              </c:numCache>
            </c:numRef>
          </c:val>
          <c:smooth/>
        </c:ser>
        <c:ser>
          <c:idx val="1"/>
          <c:order val="1"/>
          <c:tx>
            <c:strRef>
              <c:f>Sheet1!$C$1</c:f>
              <c:strCache>
                <c:ptCount val="1"/>
                <c:pt idx="0">
                  <c:v>PR_extrapolated</c:v>
                </c:pt>
              </c:strCache>
            </c:strRef>
          </c:tx>
          <c:spPr>
            <a:ln w="31750">
              <a:solidFill>
                <a:srgbClr val="0000DD"/>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1214995407.2266312</c:v>
                </c:pt>
                <c:pt idx="5">
                  <c:v>1551288604.811676</c:v>
                </c:pt>
                <c:pt idx="6">
                  <c:v>1890352742.945671</c:v>
                </c:pt>
              </c:numCache>
            </c:numRef>
          </c:val>
          <c:smooth/>
        </c:ser>
        <c:ser>
          <c:idx val="2"/>
          <c:order val="2"/>
          <c:tx>
            <c:strRef>
              <c:f>Sheet1!$D$1</c:f>
              <c:strCache>
                <c:ptCount val="1"/>
                <c:pt idx="0">
                  <c:v>TV</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38498879.23919678</c:v>
                </c:pt>
                <c:pt idx="2">
                  <c:v>77051327.763237</c:v>
                </c:pt>
                <c:pt idx="3">
                  <c:v>115656940.80599976</c:v>
                </c:pt>
                <c:pt idx="4">
                  <c:v>154315311.0484619</c:v>
                </c:pt>
                <c:pt idx="5">
                  <c:v>193026028.63407135</c:v>
                </c:pt>
                <c:pt idx="6">
                  <c:v>231788681.1843567</c:v>
                </c:pt>
                <c:pt idx="7">
                  <c:v>270602853.81477356</c:v>
                </c:pt>
                <c:pt idx="8">
                  <c:v>309468129.15089417</c:v>
                </c:pt>
                <c:pt idx="9">
                  <c:v>348384087.3448105</c:v>
                </c:pt>
                <c:pt idx="10">
                  <c:v>387350306.091835</c:v>
                </c:pt>
                <c:pt idx="11">
                  <c:v>426366360.6475067</c:v>
                </c:pt>
                <c:pt idx="12">
                  <c:v>465431823.84477997</c:v>
                </c:pt>
                <c:pt idx="13">
                  <c:v>504546266.1115799</c:v>
                </c:pt>
                <c:pt idx="14">
                  <c:v>543709255.4885483</c:v>
                </c:pt>
                <c:pt idx="15">
                  <c:v>582920357.6471024</c:v>
                </c:pt>
                <c:pt idx="16">
                  <c:v>622179135.907753</c:v>
                </c:pt>
                <c:pt idx="17">
                  <c:v>661485151.2586441</c:v>
                </c:pt>
                <c:pt idx="18">
                  <c:v>700837962.3744583</c:v>
                </c:pt>
                <c:pt idx="19">
                  <c:v>740237125.6354141</c:v>
                </c:pt>
                <c:pt idx="20">
                  <c:v>779682195.1467133</c:v>
                </c:pt>
                <c:pt idx="21">
                  <c:v>819172722.7581024</c:v>
                </c:pt>
                <c:pt idx="22">
                  <c:v>858708258.0837555</c:v>
                </c:pt>
                <c:pt idx="23">
                  <c:v>898288348.5224075</c:v>
                </c:pt>
                <c:pt idx="24">
                  <c:v>937912539.2777328</c:v>
                </c:pt>
                <c:pt idx="25">
                  <c:v>977580373.3789444</c:v>
                </c:pt>
                <c:pt idx="26">
                  <c:v>1017291391.7016983</c:v>
                </c:pt>
                <c:pt idx="27">
                  <c:v>1057045132.9892273</c:v>
                </c:pt>
                <c:pt idx="28">
                  <c:v>1096841133.8736877</c:v>
                </c:pt>
                <c:pt idx="29">
                  <c:v>1136678928.8977814</c:v>
                </c:pt>
                <c:pt idx="30">
                  <c:v>1176558050.5366135</c:v>
                </c:pt>
                <c:pt idx="31">
                  <c:v>1216478029.2197952</c:v>
                </c:pt>
                <c:pt idx="32">
                  <c:v>1256438393.3537369</c:v>
                </c:pt>
                <c:pt idx="33">
                  <c:v>1296438669.3442764</c:v>
                </c:pt>
                <c:pt idx="34">
                  <c:v>1336478381.6194305</c:v>
                </c:pt>
                <c:pt idx="35">
                  <c:v>1376557052.6524582</c:v>
                </c:pt>
                <c:pt idx="36">
                  <c:v>1416674202.9850693</c:v>
                </c:pt>
                <c:pt idx="37">
                  <c:v>1456829351.250969</c:v>
                </c:pt>
                <c:pt idx="38">
                  <c:v>1497022014.199524</c:v>
                </c:pt>
                <c:pt idx="39">
                  <c:v>1537251706.719719</c:v>
                </c:pt>
                <c:pt idx="40">
                  <c:v>1577517941.8642807</c:v>
                </c:pt>
                <c:pt idx="41">
                  <c:v>1617820230.8740463</c:v>
                </c:pt>
                <c:pt idx="42">
                  <c:v>1658158083.2025833</c:v>
                </c:pt>
                <c:pt idx="43">
                  <c:v>1698531006.540886</c:v>
                </c:pt>
                <c:pt idx="44">
                  <c:v>1738938506.842453</c:v>
                </c:pt>
                <c:pt idx="45">
                  <c:v>1779380088.3484726</c:v>
                </c:pt>
                <c:pt idx="46">
                  <c:v>1819855253.6131973</c:v>
                </c:pt>
                <c:pt idx="47">
                  <c:v>1860363503.5295792</c:v>
                </c:pt>
                <c:pt idx="48">
                  <c:v>1900904337.3550186</c:v>
                </c:pt>
                <c:pt idx="49">
                  <c:v>1941477252.7374573</c:v>
                </c:pt>
                <c:pt idx="50">
                  <c:v>1982081745.741455</c:v>
                </c:pt>
                <c:pt idx="51">
                  <c:v>2022717310.8746414</c:v>
                </c:pt>
                <c:pt idx="52">
                  <c:v>2063383441.114235</c:v>
                </c:pt>
                <c:pt idx="53">
                  <c:v>2104079627.9337845</c:v>
                </c:pt>
                <c:pt idx="54">
                  <c:v>2144805361.3301315</c:v>
                </c:pt>
                <c:pt idx="55">
                  <c:v>2185560129.8504486</c:v>
                </c:pt>
                <c:pt idx="56">
                  <c:v>2226343420.619545</c:v>
                </c:pt>
                <c:pt idx="57">
                  <c:v>2267154719.367302</c:v>
                </c:pt>
                <c:pt idx="58">
                  <c:v>2307993510.4562607</c:v>
                </c:pt>
                <c:pt idx="59">
                  <c:v>2348859276.9094086</c:v>
                </c:pt>
                <c:pt idx="60">
                  <c:v>2389751500.4380875</c:v>
                </c:pt>
              </c:numCache>
            </c:numRef>
          </c:val>
          <c:smooth/>
        </c:ser>
        <c:ser>
          <c:idx val="3"/>
          <c:order val="3"/>
          <c:tx>
            <c:strRef>
              <c:f>Sheet1!$E$1</c:f>
              <c:strCache>
                <c:ptCount val="1"/>
                <c:pt idx="0">
                  <c:v>bdg_dgt_display</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2362852141.55204</c:v>
                </c:pt>
                <c:pt idx="2">
                  <c:v>5235003424.965111</c:v>
                </c:pt>
                <c:pt idx="3">
                  <c:v>7745506305.989479</c:v>
                </c:pt>
                <c:pt idx="4">
                  <c:v>9499843385.61081</c:v>
                </c:pt>
                <c:pt idx="5">
                  <c:v>10644841810.551414</c:v>
                </c:pt>
                <c:pt idx="6">
                  <c:v>11415287088.501701</c:v>
                </c:pt>
                <c:pt idx="7">
                  <c:v>11967313485.190094</c:v>
                </c:pt>
                <c:pt idx="8">
                  <c:v>12386859518.721138</c:v>
                </c:pt>
                <c:pt idx="9">
                  <c:v>12720152229.314949</c:v>
                </c:pt>
                <c:pt idx="10">
                  <c:v>12993249636.582245</c:v>
                </c:pt>
                <c:pt idx="11">
                  <c:v>13221969322.340324</c:v>
                </c:pt>
                <c:pt idx="12">
                  <c:v>13416606561.12957</c:v>
                </c:pt>
                <c:pt idx="13">
                  <c:v>13584209135.595573</c:v>
                </c:pt>
                <c:pt idx="14">
                  <c:v>13729768210.974663</c:v>
                </c:pt>
              </c:numCache>
            </c:numRef>
          </c:val>
          <c:smooth/>
        </c:ser>
        <c:ser>
          <c:idx val="4"/>
          <c:order val="4"/>
          <c:tx>
            <c:strRef>
              <c:f>Sheet1!$F$1</c:f>
              <c:strCache>
                <c:ptCount val="1"/>
                <c:pt idx="0">
                  <c:v>bdg_dgt_display_extrapolated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13729768210.974663</c:v>
                </c:pt>
                <c:pt idx="15">
                  <c:v>13856916380.046555</c:v>
                </c:pt>
                <c:pt idx="16">
                  <c:v>13968374534.385216</c:v>
                </c:pt>
                <c:pt idx="17">
                  <c:v>14066249204.261757</c:v>
                </c:pt>
                <c:pt idx="18">
                  <c:v>14152230435.795097</c:v>
                </c:pt>
                <c:pt idx="19">
                  <c:v>14227720997.751534</c:v>
                </c:pt>
                <c:pt idx="20">
                  <c:v>14293918753.93052</c:v>
                </c:pt>
              </c:numCache>
            </c:numRef>
          </c:val>
          <c:smooth/>
        </c:ser>
        <c:ser>
          <c:idx val="5"/>
          <c:order val="5"/>
          <c:tx>
            <c:strRef>
              <c:f>Sheet1!$G$1</c:f>
              <c:strCache>
                <c:ptCount val="1"/>
                <c:pt idx="0">
                  <c:v>bdg_dgt_indoor</c:v>
                </c:pt>
              </c:strCache>
            </c:strRef>
          </c:tx>
          <c:spPr>
            <a:ln w="31750"/>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0.0</c:v>
                </c:pt>
                <c:pt idx="1">
                  <c:v>-5000000.0</c:v>
                </c:pt>
                <c:pt idx="2">
                  <c:v>-10000000.0</c:v>
                </c:pt>
                <c:pt idx="3">
                  <c:v>-15000000.0</c:v>
                </c:pt>
                <c:pt idx="4">
                  <c:v>-20000000.0</c:v>
                </c:pt>
                <c:pt idx="5">
                  <c:v>-25000000.0</c:v>
                </c:pt>
                <c:pt idx="6">
                  <c:v>-30000000.0</c:v>
                </c:pt>
                <c:pt idx="7">
                  <c:v>-35000000.0</c:v>
                </c:pt>
                <c:pt idx="8">
                  <c:v>-40000000.0</c:v>
                </c:pt>
                <c:pt idx="9">
                  <c:v>-45000000.0</c:v>
                </c:pt>
                <c:pt idx="10">
                  <c:v>-50000000.0</c:v>
                </c:pt>
              </c:numCache>
            </c:numRef>
          </c:val>
          <c:smooth/>
        </c:ser>
        <c:ser>
          <c:idx val="6"/>
          <c:order val="6"/>
          <c:tx>
            <c:strRef>
              <c:f>Sheet1!$H$1</c:f>
              <c:strCache>
                <c:ptCount val="1"/>
                <c:pt idx="0">
                  <c:v>bdg_dgt_indoor_extrapolated</c:v>
                </c:pt>
              </c:strCache>
            </c:strRef>
          </c:tx>
          <c:spPr>
            <a:ln w="31750">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-50000000.0</c:v>
                </c:pt>
                <c:pt idx="11">
                  <c:v>-55000000.0</c:v>
                </c:pt>
                <c:pt idx="12">
                  <c:v>-60000000.0</c:v>
                </c:pt>
                <c:pt idx="13">
                  <c:v>-65000000.0</c:v>
                </c:pt>
                <c:pt idx="14">
                  <c:v>-70000000.0</c:v>
                </c:pt>
              </c:numCache>
            </c:numRef>
          </c:val>
          <c:smooth/>
        </c:ser>
        <c:ser>
          <c:idx val="7"/>
          <c:order val="7"/>
          <c:tx>
            <c:strRef>
              <c:f>Sheet1!$I$1</c:f>
              <c:strCache>
                <c:ptCount val="1"/>
                <c:pt idx="0">
                  <c:v>bdg_dgt_perform</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Sheet1!$I$2:$I$9</c:f>
              <c:numCache>
                <c:formatCode>General</c:formatCode>
                <c:ptCount val="8"/>
                <c:pt idx="0">
                  <c:v>0.0</c:v>
                </c:pt>
                <c:pt idx="1">
                  <c:v>5872971295.314903</c:v>
                </c:pt>
                <c:pt idx="2">
                  <c:v>11217567588.070992</c:v>
                </c:pt>
                <c:pt idx="3">
                  <c:v>15195473643.74221</c:v>
                </c:pt>
                <c:pt idx="4">
                  <c:v>17873238253.211365</c:v>
                </c:pt>
                <c:pt idx="5">
                  <c:v>19651309864.374435</c:v>
                </c:pt>
                <c:pt idx="6">
                  <c:v>20872578765.536926</c:v>
                </c:pt>
                <c:pt idx="7">
                  <c:v>21753947197.471222</c:v>
                </c:pt>
              </c:numCache>
            </c:numRef>
          </c:val>
          <c:smooth/>
        </c:ser>
        <c:ser>
          <c:idx val="8"/>
          <c:order val="8"/>
          <c:tx>
            <c:strRef>
              <c:f>Sheet1!$J$1</c:f>
              <c:strCache>
                <c:ptCount val="1"/>
                <c:pt idx="0">
                  <c:v>bdg_dgt_perform_extrapolated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Sheet1!$J$2:$J$12</c:f>
              <c:numCache>
                <c:formatCode>General</c:formatCode>
                <c:ptCount val="11"/>
                <c:pt idx="0">
                  <c:v/>
                </c:pt>
                <c:pt idx="1">
                  <c:v/>
                </c:pt>
                <c:pt idx="2">
                  <c:v/>
                </c:pt>
                <c:pt idx="3">
                  <c:v/>
                </c:pt>
                <c:pt idx="4">
                  <c:v/>
                </c:pt>
                <c:pt idx="5">
                  <c:v/>
                </c:pt>
                <c:pt idx="6">
                  <c:v/>
                </c:pt>
                <c:pt idx="7">
                  <c:v>21753947197.471222</c:v>
                </c:pt>
                <c:pt idx="8">
                  <c:v>22420990668.47428</c:v>
                </c:pt>
                <c:pt idx="9">
                  <c:v>22945876545.926567</c:v>
                </c:pt>
                <c:pt idx="10">
                  <c:v>23371326799.631653</c:v>
                </c:pt>
              </c:numCache>
            </c:numRef>
          </c:val>
          <c:smooth/>
        </c:ser>
        <c:ser>
          <c:idx val="9"/>
          <c:order val="9"/>
          <c:tx>
            <c:strRef>
              <c:f>Sheet1!$K$1</c:f>
              <c:strCache>
                <c:ptCount val="1"/>
                <c:pt idx="0">
                  <c:v>bdg_dgt_special</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471855488.2216263</c:v>
                </c:pt>
                <c:pt idx="2">
                  <c:v>991357689.4543076</c:v>
                </c:pt>
                <c:pt idx="3">
                  <c:v>1547121777.734192</c:v>
                </c:pt>
                <c:pt idx="4">
                  <c:v>2123420449.7692108</c:v>
                </c:pt>
                <c:pt idx="5">
                  <c:v>2702183883.0391006</c:v>
                </c:pt>
                <c:pt idx="6">
                  <c:v>3265661277.172806</c:v>
                </c:pt>
                <c:pt idx="7">
                  <c:v>3798899881.711128</c:v>
                </c:pt>
                <c:pt idx="8">
                  <c:v>4291317029.809593</c:v>
                </c:pt>
                <c:pt idx="9">
                  <c:v>4737102606.011421</c:v>
                </c:pt>
                <c:pt idx="10">
                  <c:v>5134663542.547401</c:v>
                </c:pt>
                <c:pt idx="11">
                  <c:v>5485556485.523155</c:v>
                </c:pt>
                <c:pt idx="12">
                  <c:v>5793329266.986885</c:v>
                </c:pt>
                <c:pt idx="13">
                  <c:v>6062533533.877144</c:v>
                </c:pt>
                <c:pt idx="14">
                  <c:v>6298007914.767311</c:v>
                </c:pt>
              </c:numCache>
            </c:numRef>
          </c:val>
          <c:smooth/>
        </c:ser>
        <c:ser>
          <c:idx val="10"/>
          <c:order val="10"/>
          <c:tx>
            <c:strRef>
              <c:f>Sheet1!$L$1</c:f>
              <c:strCache>
                <c:ptCount val="1"/>
                <c:pt idx="0">
                  <c:v>bdg_dgt_special_extrapolated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6298007914.767311</c:v>
                </c:pt>
                <c:pt idx="15">
                  <c:v>6504423970.601097</c:v>
                </c:pt>
                <c:pt idx="16">
                  <c:v>6686039283.098793</c:v>
                </c:pt>
                <c:pt idx="17">
                  <c:v>6846593315.915001</c:v>
                </c:pt>
                <c:pt idx="18">
                  <c:v>6989291483.553322</c:v>
                </c:pt>
                <c:pt idx="19">
                  <c:v>7116837811.653374</c:v>
                </c:pt>
                <c:pt idx="20">
                  <c:v>7231490255.034134</c:v>
                </c:pt>
              </c:numCache>
            </c:numRef>
          </c:val>
          <c:smooth/>
        </c:ser>
        <c:ser>
          <c:idx val="11"/>
          <c:order val="11"/>
          <c:tx>
            <c:strRef>
              <c:f>Sheet1!$M$1</c:f>
              <c:strCache>
                <c:ptCount val="1"/>
                <c:pt idx="0">
                  <c:v>bdg_dgt_video</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0.0</c:v>
                </c:pt>
                <c:pt idx="1">
                  <c:v>580761509.7487564</c:v>
                </c:pt>
                <c:pt idx="2">
                  <c:v>1241938955.6452713</c:v>
                </c:pt>
                <c:pt idx="3">
                  <c:v>1967561476.3884048</c:v>
                </c:pt>
                <c:pt idx="4">
                  <c:v>2731817726.777519</c:v>
                </c:pt>
                <c:pt idx="5">
                  <c:v>3503019327.9696198</c:v>
                </c:pt>
                <c:pt idx="6">
                  <c:v>4249722145.183235</c:v>
                </c:pt>
                <c:pt idx="7">
                  <c:v>4946499473.531631</c:v>
                </c:pt>
                <c:pt idx="8">
                  <c:v>5577186337.0868225</c:v>
                </c:pt>
                <c:pt idx="9">
                  <c:v>6135047206.897171</c:v>
                </c:pt>
                <c:pt idx="10">
                  <c:v>6620810993.043884</c:v>
                </c:pt>
                <c:pt idx="11">
                  <c:v>7039969251.038887</c:v>
                </c:pt>
                <c:pt idx="12">
                  <c:v>7400351264.167183</c:v>
                </c:pt>
                <c:pt idx="13">
                  <c:v>7710396567.086571</c:v>
                </c:pt>
                <c:pt idx="14">
                  <c:v>7978129574.521355</c:v>
                </c:pt>
              </c:numCache>
            </c:numRef>
          </c:val>
          <c:smooth/>
        </c:ser>
        <c:ser>
          <c:idx val="12"/>
          <c:order val="12"/>
          <c:tx>
            <c:strRef>
              <c:f>Sheet1!$N$1</c:f>
              <c:strCache>
                <c:ptCount val="1"/>
                <c:pt idx="0">
                  <c:v>bdg_dgt_video_extrapolated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7978129574.521355</c:v>
                </c:pt>
                <c:pt idx="15">
                  <c:v>8210664645.251411</c:v>
                </c:pt>
                <c:pt idx="16">
                  <c:v>8414048229.963264</c:v>
                </c:pt>
                <c:pt idx="17">
                  <c:v>8593286541.601654</c:v>
                </c:pt>
                <c:pt idx="18">
                  <c:v>8752459297.415413</c:v>
                </c:pt>
                <c:pt idx="19">
                  <c:v>8894861823.287079</c:v>
                </c:pt>
                <c:pt idx="20">
                  <c:v>9023145592.187508</c:v>
                </c:pt>
              </c:numCache>
            </c:numRef>
          </c:val>
          <c:smooth/>
        </c:ser>
        <c:ser>
          <c:idx val="13"/>
          <c:order val="13"/>
          <c:tx>
            <c:strRef>
              <c:f>Sheet1!$O$1</c:f>
              <c:strCache>
                <c:ptCount val="1"/>
                <c:pt idx="0">
                  <c:v>bdg_ecom</c:v>
                </c:pt>
              </c:strCache>
            </c:strRef>
          </c:tx>
          <c:spPr>
            <a:ln w="31750">
              <a:solidFill>
                <a:srgbClr val="FDF49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Sheet1!$O$2:$O$6</c:f>
              <c:numCache>
                <c:formatCode>General</c:formatCode>
                <c:ptCount val="5"/>
                <c:pt idx="0">
                  <c:v>0.0</c:v>
                </c:pt>
                <c:pt idx="1">
                  <c:v>750613487.5125656</c:v>
                </c:pt>
                <c:pt idx="2">
                  <c:v>1684402789.1899796</c:v>
                </c:pt>
                <c:pt idx="3">
                  <c:v>2678370071.32518</c:v>
                </c:pt>
                <c:pt idx="4">
                  <c:v>3583602402.1626816</c:v>
                </c:pt>
              </c:numCache>
            </c:numRef>
          </c:val>
          <c:smooth/>
        </c:ser>
        <c:ser>
          <c:idx val="14"/>
          <c:order val="14"/>
          <c:tx>
            <c:strRef>
              <c:f>Sheet1!$P$1</c:f>
              <c:strCache>
                <c:ptCount val="1"/>
                <c:pt idx="0">
                  <c:v>bdg_ecom_extrapolated</c:v>
                </c:pt>
              </c:strCache>
            </c:strRef>
          </c:tx>
          <c:spPr>
            <a:ln w="31750">
              <a:solidFill>
                <a:srgbClr val="FDF49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Sheet1!$P$2:$P$8</c:f>
              <c:numCache>
                <c:formatCode>General</c:formatCode>
                <c:ptCount val="7"/>
                <c:pt idx="0">
                  <c:v/>
                </c:pt>
                <c:pt idx="1">
                  <c:v/>
                </c:pt>
                <c:pt idx="2">
                  <c:v/>
                </c:pt>
                <c:pt idx="3">
                  <c:v/>
                </c:pt>
                <c:pt idx="4">
                  <c:v>3583602402.1626816</c:v>
                </c:pt>
                <c:pt idx="5">
                  <c:v>4314477057.593094</c:v>
                </c:pt>
                <c:pt idx="6">
                  <c:v>4864330757.215553</c:v>
                </c:pt>
              </c:numCache>
            </c:numRef>
          </c:val>
          <c:smooth/>
        </c:ser>
        <c:ser>
          <c:idx val="15"/>
          <c:order val="15"/>
          <c:tx>
            <c:strRef>
              <c:f>Sheet1!$Q$1</c:f>
              <c:strCache>
                <c:ptCount val="1"/>
                <c:pt idx="0">
                  <c:v>bdg_ooh</c:v>
                </c:pt>
              </c:strCache>
            </c:strRef>
          </c:tx>
          <c:spPr>
            <a:ln w="31750">
              <a:solidFill>
                <a:srgbClr val="004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Sheet1!$Q$2:$Q$16</c:f>
              <c:numCache>
                <c:formatCode>General</c:formatCode>
                <c:ptCount val="15"/>
                <c:pt idx="0">
                  <c:v>0.0</c:v>
                </c:pt>
                <c:pt idx="1">
                  <c:v>5025626476.295738</c:v>
                </c:pt>
                <c:pt idx="2">
                  <c:v>11099820822.506447</c:v>
                </c:pt>
                <c:pt idx="3">
                  <c:v>16818556841.733955</c:v>
                </c:pt>
                <c:pt idx="4">
                  <c:v>21229865433.73915</c:v>
                </c:pt>
                <c:pt idx="5">
                  <c:v>24314487066.88717</c:v>
                </c:pt>
                <c:pt idx="6">
                  <c:v>26444432444.409996</c:v>
                </c:pt>
                <c:pt idx="7">
                  <c:v>27965283764.64707</c:v>
                </c:pt>
                <c:pt idx="8">
                  <c:v>29104814498.221504</c:v>
                </c:pt>
                <c:pt idx="9">
                  <c:v>29998566159.911674</c:v>
                </c:pt>
                <c:pt idx="10">
                  <c:v>30725921227.462944</c:v>
                </c:pt>
                <c:pt idx="11">
                  <c:v>31334557183.6278</c:v>
                </c:pt>
                <c:pt idx="12">
                  <c:v>31854435885.905754</c:v>
                </c:pt>
                <c:pt idx="13">
                  <c:v>32305350453.17817</c:v>
                </c:pt>
                <c:pt idx="14">
                  <c:v>32700965547.751244</c:v>
                </c:pt>
              </c:numCache>
            </c:numRef>
          </c:val>
          <c:smooth/>
        </c:ser>
        <c:ser>
          <c:idx val="16"/>
          <c:order val="16"/>
          <c:tx>
            <c:strRef>
              <c:f>Sheet1!$R$1</c:f>
              <c:strCache>
                <c:ptCount val="1"/>
                <c:pt idx="0">
                  <c:v>bdg_ooh_extrapolated</c:v>
                </c:pt>
              </c:strCache>
            </c:strRef>
          </c:tx>
          <c:spPr>
            <a:ln w="31750">
              <a:solidFill>
                <a:srgbClr val="004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32700965547.751244</c:v>
                </c:pt>
                <c:pt idx="15">
                  <c:v>33051049497.576683</c:v>
                </c:pt>
                <c:pt idx="16">
                  <c:v>33362783467.172386</c:v>
                </c:pt>
                <c:pt idx="17">
                  <c:v>33641582683.06069</c:v>
                </c:pt>
                <c:pt idx="18">
                  <c:v>33891639483.774742</c:v>
                </c:pt>
                <c:pt idx="19">
                  <c:v>34116292821.216606</c:v>
                </c:pt>
                <c:pt idx="20">
                  <c:v>34318281451.380547</c:v>
                </c:pt>
              </c:numCache>
            </c:numRef>
          </c:val>
          <c:smooth/>
        </c:ser>
        <c:ser>
          <c:idx val="17"/>
          <c:order val="17"/>
          <c:tx>
            <c:strRef>
              <c:f>Sheet1!$S$1</c:f>
              <c:strCache>
                <c:ptCount val="1"/>
                <c:pt idx="0">
                  <c:v>bdg_pos</c:v>
                </c:pt>
              </c:strCache>
            </c:strRef>
          </c:tx>
          <c:spPr>
            <a:ln w="31750">
              <a:solidFill>
                <a:srgbClr val="8E79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Sheet1!$S$2:$S$9</c:f>
              <c:numCache>
                <c:formatCode>General</c:formatCode>
                <c:ptCount val="8"/>
                <c:pt idx="0">
                  <c:v>0.0</c:v>
                </c:pt>
                <c:pt idx="1">
                  <c:v>54097348.96613312</c:v>
                </c:pt>
                <c:pt idx="2">
                  <c:v>109051571.76728058</c:v>
                </c:pt>
                <c:pt idx="3">
                  <c:v>164792840.04932404</c:v>
                </c:pt>
                <c:pt idx="4">
                  <c:v>221246640.45139313</c:v>
                </c:pt>
                <c:pt idx="5">
                  <c:v>278334164.55379486</c:v>
                </c:pt>
                <c:pt idx="6">
                  <c:v>335972758.74933624</c:v>
                </c:pt>
                <c:pt idx="7">
                  <c:v>394076428.9247513</c:v>
                </c:pt>
              </c:numCache>
            </c:numRef>
          </c:val>
          <c:smooth/>
        </c:ser>
        <c:ser>
          <c:idx val="18"/>
          <c:order val="18"/>
          <c:tx>
            <c:strRef>
              <c:f>Sheet1!$T$1</c:f>
              <c:strCache>
                <c:ptCount val="1"/>
                <c:pt idx="0">
                  <c:v>bdg_pos_extrapolated</c:v>
                </c:pt>
              </c:strCache>
            </c:strRef>
          </c:tx>
          <c:spPr>
            <a:ln w="31750">
              <a:solidFill>
                <a:srgbClr val="8E79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Sheet1!$T$2:$T$12</c:f>
              <c:numCache>
                <c:formatCode>General</c:formatCode>
                <c:ptCount val="11"/>
                <c:pt idx="0">
                  <c:v/>
                </c:pt>
                <c:pt idx="1">
                  <c:v/>
                </c:pt>
                <c:pt idx="2">
                  <c:v/>
                </c:pt>
                <c:pt idx="3">
                  <c:v/>
                </c:pt>
                <c:pt idx="4">
                  <c:v/>
                </c:pt>
                <c:pt idx="5">
                  <c:v/>
                </c:pt>
                <c:pt idx="6">
                  <c:v/>
                </c:pt>
                <c:pt idx="7">
                  <c:v>394076428.9247513</c:v>
                </c:pt>
                <c:pt idx="8">
                  <c:v>452556393.45806885</c:v>
                </c:pt>
                <c:pt idx="9">
                  <c:v>511321676.7906647</c:v>
                </c:pt>
                <c:pt idx="10">
                  <c:v>570279734.7671738</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00DD"/>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#N/A</c:v>
                </c:pt>
                <c:pt idx="1">
                  <c:v>56.18192643914948</c:v>
                </c:pt>
                <c:pt idx="2">
                  <c:v>58.264541885945896</c:v>
                </c:pt>
                <c:pt idx="3">
                  <c:v>60.1388118957606</c:v>
                </c:pt>
                <c:pt idx="4">
                  <c:v>61.74977036133156</c:v>
                </c:pt>
              </c:numCache>
            </c:numRef>
          </c:val>
          <c:smooth/>
        </c:ser>
        <c:ser>
          <c:idx val="1"/>
          <c:order val="1"/>
          <c:tx>
            <c:strRef>
              <c:f>Sheet1!$C$1</c:f>
              <c:strCache>
                <c:ptCount val="1"/>
                <c:pt idx="0">
                  <c:v>PR_extrapolated</c:v>
                </c:pt>
              </c:strCache>
            </c:strRef>
          </c:tx>
          <c:spPr>
            <a:ln w="31750">
              <a:solidFill>
                <a:srgbClr val="0000DD"/>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61.74977036133156</c:v>
                </c:pt>
                <c:pt idx="5">
                  <c:v>63.05154419246704</c:v>
                </c:pt>
                <c:pt idx="6">
                  <c:v>64.01175809818903</c:v>
                </c:pt>
              </c:numCache>
            </c:numRef>
          </c:val>
          <c:smooth/>
        </c:ser>
        <c:ser>
          <c:idx val="2"/>
          <c:order val="2"/>
          <c:tx>
            <c:strRef>
              <c:f>Sheet1!$D$1</c:f>
              <c:strCache>
                <c:ptCount val="1"/>
                <c:pt idx="0">
                  <c:v>TV</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#N/A</c:v>
                </c:pt>
                <c:pt idx="1">
                  <c:v>8.699775847839355</c:v>
                </c:pt>
                <c:pt idx="2">
                  <c:v>8.7051327763237</c:v>
                </c:pt>
                <c:pt idx="3">
                  <c:v>8.710462720399983</c:v>
                </c:pt>
                <c:pt idx="4">
                  <c:v>8.715765552423095</c:v>
                </c:pt>
                <c:pt idx="5">
                  <c:v>8.721041145362854</c:v>
                </c:pt>
                <c:pt idx="6">
                  <c:v>8.72628937281189</c:v>
                </c:pt>
                <c:pt idx="7">
                  <c:v>8.73151010899353</c:v>
                </c:pt>
                <c:pt idx="8">
                  <c:v>8.736703228772354</c:v>
                </c:pt>
                <c:pt idx="9">
                  <c:v>8.741868607662456</c:v>
                </c:pt>
                <c:pt idx="10">
                  <c:v>8.7470061218367</c:v>
                </c:pt>
                <c:pt idx="11">
                  <c:v>8.752115648136487</c:v>
                </c:pt>
                <c:pt idx="12">
                  <c:v>8.757197064079666</c:v>
                </c:pt>
                <c:pt idx="13">
                  <c:v>8.76225024787046</c:v>
                </c:pt>
                <c:pt idx="14">
                  <c:v>8.767275078407833</c:v>
                </c:pt>
                <c:pt idx="15">
                  <c:v>8.772271435294698</c:v>
                </c:pt>
                <c:pt idx="16">
                  <c:v>8.777239198846912</c:v>
                </c:pt>
                <c:pt idx="17">
                  <c:v>8.782178250101696</c:v>
                </c:pt>
                <c:pt idx="18">
                  <c:v>8.787088470827314</c:v>
                </c:pt>
                <c:pt idx="19">
                  <c:v>8.791969743530675</c:v>
                </c:pt>
                <c:pt idx="20">
                  <c:v>8.796821951467132</c:v>
                </c:pt>
                <c:pt idx="21">
                  <c:v>8.801644978648595</c:v>
                </c:pt>
                <c:pt idx="22">
                  <c:v>8.806438709852323</c:v>
                </c:pt>
                <c:pt idx="23">
                  <c:v>8.811203030629631</c:v>
                </c:pt>
                <c:pt idx="24">
                  <c:v>8.81593782731444</c:v>
                </c:pt>
                <c:pt idx="25">
                  <c:v>8.820642987031555</c:v>
                </c:pt>
                <c:pt idx="26">
                  <c:v>8.825318397705372</c:v>
                </c:pt>
                <c:pt idx="27">
                  <c:v>8.82996394806835</c:v>
                </c:pt>
                <c:pt idx="28">
                  <c:v>8.834579527669199</c:v>
                </c:pt>
                <c:pt idx="29">
                  <c:v>8.83916502688125</c:v>
                </c:pt>
                <c:pt idx="30">
                  <c:v>8.843720336910756</c:v>
                </c:pt>
                <c:pt idx="31">
                  <c:v>8.848245349805131</c:v>
                </c:pt>
                <c:pt idx="32">
                  <c:v>8.852739958460855</c:v>
                </c:pt>
                <c:pt idx="33">
                  <c:v>8.857204056631979</c:v>
                </c:pt>
                <c:pt idx="34">
                  <c:v>8.861637538937826</c:v>
                </c:pt>
                <c:pt idx="35">
                  <c:v>8.86604030087119</c:v>
                </c:pt>
                <c:pt idx="36">
                  <c:v>8.87041223880594</c:v>
                </c:pt>
                <c:pt idx="37">
                  <c:v>8.874753250005238</c:v>
                </c:pt>
                <c:pt idx="38">
                  <c:v>8.879063232629074</c:v>
                </c:pt>
                <c:pt idx="39">
                  <c:v>8.883342085742148</c:v>
                </c:pt>
                <c:pt idx="40">
                  <c:v>8.887589709321404</c:v>
                </c:pt>
                <c:pt idx="41">
                  <c:v>8.89180600426364</c:v>
                </c:pt>
                <c:pt idx="42">
                  <c:v>8.895990872393254</c:v>
                </c:pt>
                <c:pt idx="43">
                  <c:v>8.900144216469236</c:v>
                </c:pt>
                <c:pt idx="44">
                  <c:v>8.904265940192968</c:v>
                </c:pt>
                <c:pt idx="45">
                  <c:v>8.908355948215434</c:v>
                </c:pt>
                <c:pt idx="46">
                  <c:v>8.912414146144336</c:v>
                </c:pt>
                <c:pt idx="47">
                  <c:v>8.916440440551401</c:v>
                </c:pt>
                <c:pt idx="48">
                  <c:v>8.920434738979244</c:v>
                </c:pt>
                <c:pt idx="49">
                  <c:v>8.924396949948806</c:v>
                </c:pt>
                <c:pt idx="50">
                  <c:v>8.928326982965821</c:v>
                </c:pt>
                <c:pt idx="51">
                  <c:v>8.932224748528006</c:v>
                </c:pt>
                <c:pt idx="52">
                  <c:v>8.936090158131673</c:v>
                </c:pt>
                <c:pt idx="53">
                  <c:v>8.939923124278431</c:v>
                </c:pt>
                <c:pt idx="54">
                  <c:v>8.943723560481969</c:v>
                </c:pt>
                <c:pt idx="55">
                  <c:v>8.947491381274359</c:v>
                </c:pt>
                <c:pt idx="56">
                  <c:v>8.951226502212661</c:v>
                </c:pt>
                <c:pt idx="57">
                  <c:v>8.95492883988527</c:v>
                </c:pt>
                <c:pt idx="58">
                  <c:v>8.95859831191814</c:v>
                </c:pt>
                <c:pt idx="59">
                  <c:v>8.962234836981047</c:v>
                </c:pt>
                <c:pt idx="60">
                  <c:v>8.965838334793625</c:v>
                </c:pt>
              </c:numCache>
            </c:numRef>
          </c:val>
          <c:smooth/>
        </c:ser>
        <c:ser>
          <c:idx val="3"/>
          <c:order val="3"/>
          <c:tx>
            <c:strRef>
              <c:f>Sheet1!$E$1</c:f>
              <c:strCache>
                <c:ptCount val="1"/>
                <c:pt idx="0">
                  <c:v>bdg_dgt_display</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#N/A</c:v>
                </c:pt>
                <c:pt idx="1">
                  <c:v>473.57042831040803</c:v>
                </c:pt>
                <c:pt idx="2">
                  <c:v>524.500342496511</c:v>
                </c:pt>
                <c:pt idx="3">
                  <c:v>517.3670870659653</c:v>
                </c:pt>
                <c:pt idx="4">
                  <c:v>475.99216928054045</c:v>
                </c:pt>
                <c:pt idx="5">
                  <c:v>426.7936724220566</c:v>
                </c:pt>
                <c:pt idx="6">
                  <c:v>381.50956961672335</c:v>
                </c:pt>
                <c:pt idx="7">
                  <c:v>342.9232424340027</c:v>
                </c:pt>
                <c:pt idx="8">
                  <c:v>310.67148796802843</c:v>
                </c:pt>
                <c:pt idx="9">
                  <c:v>283.6700495403322</c:v>
                </c:pt>
                <c:pt idx="10">
                  <c:v>260.8649927316449</c:v>
                </c:pt>
                <c:pt idx="11">
                  <c:v>241.39944222436952</c:v>
                </c:pt>
                <c:pt idx="12">
                  <c:v>224.6101093521595</c:v>
                </c:pt>
                <c:pt idx="13">
                  <c:v>209.98783285531653</c:v>
                </c:pt>
                <c:pt idx="14">
                  <c:v>197.13954587106662</c:v>
                </c:pt>
              </c:numCache>
            </c:numRef>
          </c:val>
          <c:smooth/>
        </c:ser>
        <c:ser>
          <c:idx val="4"/>
          <c:order val="4"/>
          <c:tx>
            <c:strRef>
              <c:f>Sheet1!$F$1</c:f>
              <c:strCache>
                <c:ptCount val="1"/>
                <c:pt idx="0">
                  <c:v>bdg_dgt_display_extrapolated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197.13954587106662</c:v>
                </c:pt>
                <c:pt idx="15">
                  <c:v>185.7588850672874</c:v>
                </c:pt>
                <c:pt idx="16">
                  <c:v>175.6046816798152</c:v>
                </c:pt>
                <c:pt idx="17">
                  <c:v>166.48528475602066</c:v>
                </c:pt>
                <c:pt idx="18">
                  <c:v>158.24700484216774</c:v>
                </c:pt>
                <c:pt idx="19">
                  <c:v>150.76548418685826</c:v>
                </c:pt>
                <c:pt idx="20">
                  <c:v>143.93918753930518</c:v>
                </c:pt>
              </c:numCache>
            </c:numRef>
          </c:val>
          <c:smooth/>
        </c:ser>
        <c:ser>
          <c:idx val="5"/>
          <c:order val="5"/>
          <c:tx>
            <c:strRef>
              <c:f>Sheet1!$G$1</c:f>
              <c:strCache>
                <c:ptCount val="1"/>
                <c:pt idx="0">
                  <c:v>bdg_dgt_perform</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Sheet1!$G$2:$G$9</c:f>
              <c:numCache>
                <c:formatCode>General</c:formatCode>
                <c:ptCount val="8"/>
                <c:pt idx="0">
                  <c:v>#N/A</c:v>
                </c:pt>
                <c:pt idx="1">
                  <c:v>1175.5942590629807</c:v>
                </c:pt>
                <c:pt idx="2">
                  <c:v>1122.7567588070992</c:v>
                </c:pt>
                <c:pt idx="3">
                  <c:v>1014.0315762494807</c:v>
                </c:pt>
                <c:pt idx="4">
                  <c:v>894.6619126605682</c:v>
                </c:pt>
                <c:pt idx="5">
                  <c:v>787.0523945749774</c:v>
                </c:pt>
                <c:pt idx="6">
                  <c:v>696.7526255178975</c:v>
                </c:pt>
                <c:pt idx="7">
                  <c:v>622.5413484991777</c:v>
                </c:pt>
              </c:numCache>
            </c:numRef>
          </c:val>
          <c:smooth/>
        </c:ser>
        <c:ser>
          <c:idx val="6"/>
          <c:order val="6"/>
          <c:tx>
            <c:strRef>
              <c:f>Sheet1!$H$1</c:f>
              <c:strCache>
                <c:ptCount val="1"/>
                <c:pt idx="0">
                  <c:v>bdg_dgt_perform_extrapolated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Sheet1!$H$2:$H$12</c:f>
              <c:numCache>
                <c:formatCode>General</c:formatCode>
                <c:ptCount val="11"/>
                <c:pt idx="0">
                  <c:v/>
                </c:pt>
                <c:pt idx="1">
                  <c:v/>
                </c:pt>
                <c:pt idx="2">
                  <c:v/>
                </c:pt>
                <c:pt idx="3">
                  <c:v/>
                </c:pt>
                <c:pt idx="4">
                  <c:v/>
                </c:pt>
                <c:pt idx="5">
                  <c:v/>
                </c:pt>
                <c:pt idx="6">
                  <c:v/>
                </c:pt>
                <c:pt idx="7">
                  <c:v>622.5413484991777</c:v>
                </c:pt>
                <c:pt idx="8">
                  <c:v>561.5247667118571</c:v>
                </c:pt>
                <c:pt idx="9">
                  <c:v>510.90836768725705</c:v>
                </c:pt>
                <c:pt idx="10">
                  <c:v>468.42653599263303</c:v>
                </c:pt>
              </c:numCache>
            </c:numRef>
          </c:val>
          <c:smooth/>
        </c:ser>
        <c:ser>
          <c:idx val="7"/>
          <c:order val="7"/>
          <c:tx>
            <c:strRef>
              <c:f>Sheet1!$I$1</c:f>
              <c:strCache>
                <c:ptCount val="1"/>
                <c:pt idx="0">
                  <c:v>bdg_dgt_special</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#N/A</c:v>
                </c:pt>
                <c:pt idx="1">
                  <c:v>95.37109764432526</c:v>
                </c:pt>
                <c:pt idx="2">
                  <c:v>100.13576894543075</c:v>
                </c:pt>
                <c:pt idx="3">
                  <c:v>104.14145184894613</c:v>
                </c:pt>
                <c:pt idx="4">
                  <c:v>107.17102248846054</c:v>
                </c:pt>
                <c:pt idx="5">
                  <c:v>109.08735532156403</c:v>
                </c:pt>
                <c:pt idx="6">
                  <c:v>109.8553759057602</c:v>
                </c:pt>
                <c:pt idx="7">
                  <c:v>109.53999662031795</c:v>
                </c:pt>
                <c:pt idx="8">
                  <c:v>108.28292574523984</c:v>
                </c:pt>
                <c:pt idx="9">
                  <c:v>106.2689468002538</c:v>
                </c:pt>
                <c:pt idx="10">
                  <c:v>103.69327085094802</c:v>
                </c:pt>
                <c:pt idx="11">
                  <c:v>100.73739064587555</c:v>
                </c:pt>
                <c:pt idx="12">
                  <c:v>97.55548778311476</c:v>
                </c:pt>
                <c:pt idx="13">
                  <c:v>94.26974667503298</c:v>
                </c:pt>
                <c:pt idx="14">
                  <c:v>90.97154163953302</c:v>
                </c:pt>
              </c:numCache>
            </c:numRef>
          </c:val>
          <c:smooth/>
        </c:ser>
        <c:ser>
          <c:idx val="8"/>
          <c:order val="8"/>
          <c:tx>
            <c:strRef>
              <c:f>Sheet1!$J$1</c:f>
              <c:strCache>
                <c:ptCount val="1"/>
                <c:pt idx="0">
                  <c:v>bdg_dgt_special_extrapolated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90.97154163953302</c:v>
                </c:pt>
                <c:pt idx="15">
                  <c:v>87.72565294134796</c:v>
                </c:pt>
                <c:pt idx="16">
                  <c:v>84.57549103873491</c:v>
                </c:pt>
                <c:pt idx="17">
                  <c:v>81.54815665782354</c:v>
                </c:pt>
                <c:pt idx="18">
                  <c:v>78.65879426170358</c:v>
                </c:pt>
                <c:pt idx="19">
                  <c:v>75.91408222793025</c:v>
                </c:pt>
                <c:pt idx="20">
                  <c:v>73.31490255034134</c:v>
                </c:pt>
              </c:numCache>
            </c:numRef>
          </c:val>
          <c:smooth/>
        </c:ser>
        <c:ser>
          <c:idx val="9"/>
          <c:order val="9"/>
          <c:tx>
            <c:strRef>
              <c:f>Sheet1!$K$1</c:f>
              <c:strCache>
                <c:ptCount val="1"/>
                <c:pt idx="0">
                  <c:v>bdg_dgt_video</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#N/A</c:v>
                </c:pt>
                <c:pt idx="1">
                  <c:v>117.15230194975128</c:v>
                </c:pt>
                <c:pt idx="2">
                  <c:v>125.19389556452712</c:v>
                </c:pt>
                <c:pt idx="3">
                  <c:v>132.17076509256032</c:v>
                </c:pt>
                <c:pt idx="4">
                  <c:v>137.59088633887595</c:v>
                </c:pt>
                <c:pt idx="5">
                  <c:v>141.1207731187848</c:v>
                </c:pt>
                <c:pt idx="6">
                  <c:v>142.65740483944117</c:v>
                </c:pt>
                <c:pt idx="7">
                  <c:v>142.32855638661803</c:v>
                </c:pt>
                <c:pt idx="8">
                  <c:v>140.42965842717055</c:v>
                </c:pt>
                <c:pt idx="9">
                  <c:v>137.33438237549268</c:v>
                </c:pt>
                <c:pt idx="10">
                  <c:v>133.41621986087767</c:v>
                </c:pt>
                <c:pt idx="11">
                  <c:v>128.99944092797978</c:v>
                </c:pt>
                <c:pt idx="12">
                  <c:v>124.33918773611971</c:v>
                </c:pt>
                <c:pt idx="13">
                  <c:v>119.6214856474857</c:v>
                </c:pt>
                <c:pt idx="14">
                  <c:v>114.97327963601936</c:v>
                </c:pt>
              </c:numCache>
            </c:numRef>
          </c:val>
          <c:smooth/>
        </c:ser>
        <c:ser>
          <c:idx val="10"/>
          <c:order val="10"/>
          <c:tx>
            <c:strRef>
              <c:f>Sheet1!$L$1</c:f>
              <c:strCache>
                <c:ptCount val="1"/>
                <c:pt idx="0">
                  <c:v>bdg_dgt_video_extrapolated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114.97327963601936</c:v>
                </c:pt>
                <c:pt idx="15">
                  <c:v>110.47552860335215</c:v>
                </c:pt>
                <c:pt idx="16">
                  <c:v>106.1756028745408</c:v>
                </c:pt>
                <c:pt idx="17">
                  <c:v>102.09748872472534</c:v>
                </c:pt>
                <c:pt idx="18">
                  <c:v>98.24954774906014</c:v>
                </c:pt>
                <c:pt idx="19">
                  <c:v>94.63012445565346</c:v>
                </c:pt>
                <c:pt idx="20">
                  <c:v>91.23145592187508</c:v>
                </c:pt>
              </c:numCache>
            </c:numRef>
          </c:val>
          <c:smooth/>
        </c:ser>
        <c:ser>
          <c:idx val="11"/>
          <c:order val="11"/>
          <c:tx>
            <c:strRef>
              <c:f>Sheet1!$M$1</c:f>
              <c:strCache>
                <c:ptCount val="1"/>
                <c:pt idx="0">
                  <c:v>bdg_ecom</c:v>
                </c:pt>
              </c:strCache>
            </c:strRef>
          </c:tx>
          <c:spPr>
            <a:ln w="31750">
              <a:solidFill>
                <a:srgbClr val="FDF49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Sheet1!$M$2:$M$6</c:f>
              <c:numCache>
                <c:formatCode>General</c:formatCode>
                <c:ptCount val="5"/>
                <c:pt idx="0">
                  <c:v>#N/A</c:v>
                </c:pt>
                <c:pt idx="1">
                  <c:v>151.12269750251312</c:v>
                </c:pt>
                <c:pt idx="2">
                  <c:v>169.44027891899796</c:v>
                </c:pt>
                <c:pt idx="3">
                  <c:v>179.558004755012</c:v>
                </c:pt>
                <c:pt idx="4">
                  <c:v>180.18012010813408</c:v>
                </c:pt>
              </c:numCache>
            </c:numRef>
          </c:val>
          <c:smooth/>
        </c:ser>
        <c:ser>
          <c:idx val="12"/>
          <c:order val="12"/>
          <c:tx>
            <c:strRef>
              <c:f>Sheet1!$N$1</c:f>
              <c:strCache>
                <c:ptCount val="1"/>
                <c:pt idx="0">
                  <c:v>bdg_ecom_extrapolated</c:v>
                </c:pt>
              </c:strCache>
            </c:strRef>
          </c:tx>
          <c:spPr>
            <a:ln w="31750">
              <a:solidFill>
                <a:srgbClr val="FDF49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Sheet1!$N$2:$N$8</c:f>
              <c:numCache>
                <c:formatCode>General</c:formatCode>
                <c:ptCount val="7"/>
                <c:pt idx="0">
                  <c:v/>
                </c:pt>
                <c:pt idx="1">
                  <c:v/>
                </c:pt>
                <c:pt idx="2">
                  <c:v/>
                </c:pt>
                <c:pt idx="3">
                  <c:v/>
                </c:pt>
                <c:pt idx="4">
                  <c:v>180.18012010813408</c:v>
                </c:pt>
                <c:pt idx="5">
                  <c:v>173.57908230372377</c:v>
                </c:pt>
                <c:pt idx="6">
                  <c:v>163.14435857385178</c:v>
                </c:pt>
              </c:numCache>
            </c:numRef>
          </c:val>
          <c:smooth/>
        </c:ser>
        <c:ser>
          <c:idx val="13"/>
          <c:order val="13"/>
          <c:tx>
            <c:strRef>
              <c:f>Sheet1!$O$1</c:f>
              <c:strCache>
                <c:ptCount val="1"/>
                <c:pt idx="0">
                  <c:v>bdg_ooh</c:v>
                </c:pt>
              </c:strCache>
            </c:strRef>
          </c:tx>
          <c:spPr>
            <a:ln w="31750">
              <a:solidFill>
                <a:srgbClr val="004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Sheet1!$O$2:$O$16</c:f>
              <c:numCache>
                <c:formatCode>General</c:formatCode>
                <c:ptCount val="15"/>
                <c:pt idx="0">
                  <c:v>#N/A</c:v>
                </c:pt>
                <c:pt idx="1">
                  <c:v>1006.1252952591476</c:v>
                </c:pt>
                <c:pt idx="2">
                  <c:v>1110.9820822506447</c:v>
                </c:pt>
                <c:pt idx="3">
                  <c:v>1122.2371227822637</c:v>
                </c:pt>
                <c:pt idx="4">
                  <c:v>1062.4932716869575</c:v>
                </c:pt>
                <c:pt idx="5">
                  <c:v>973.5794826754867</c:v>
                </c:pt>
                <c:pt idx="6">
                  <c:v>882.4810814803332</c:v>
                </c:pt>
                <c:pt idx="7">
                  <c:v>800.0081075613449</c:v>
                </c:pt>
                <c:pt idx="8">
                  <c:v>728.6203624555376</c:v>
                </c:pt>
                <c:pt idx="9">
                  <c:v>667.6348035535927</c:v>
                </c:pt>
                <c:pt idx="10">
                  <c:v>615.5184245492588</c:v>
                </c:pt>
                <c:pt idx="11">
                  <c:v>570.7192215205055</c:v>
                </c:pt>
                <c:pt idx="12">
                  <c:v>531.9072647650959</c:v>
                </c:pt>
                <c:pt idx="13">
                  <c:v>498.0053915873564</c:v>
                </c:pt>
                <c:pt idx="14">
                  <c:v>468.1566506821606</c:v>
                </c:pt>
              </c:numCache>
            </c:numRef>
          </c:val>
          <c:smooth/>
        </c:ser>
        <c:ser>
          <c:idx val="14"/>
          <c:order val="14"/>
          <c:tx>
            <c:strRef>
              <c:f>Sheet1!$P$1</c:f>
              <c:strCache>
                <c:ptCount val="1"/>
                <c:pt idx="0">
                  <c:v>bdg_ooh_extrapolated</c:v>
                </c:pt>
              </c:strCache>
            </c:strRef>
          </c:tx>
          <c:spPr>
            <a:ln w="31750">
              <a:solidFill>
                <a:srgbClr val="004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468.1566506821606</c:v>
                </c:pt>
                <c:pt idx="15">
                  <c:v>441.6806599676891</c:v>
                </c:pt>
                <c:pt idx="16">
                  <c:v>418.0347933396548</c:v>
                </c:pt>
                <c:pt idx="17">
                  <c:v>396.78332568306695</c:v>
                </c:pt>
                <c:pt idx="18">
                  <c:v>377.5737720419416</c:v>
                </c:pt>
                <c:pt idx="19">
                  <c:v>360.11887180228007</c:v>
                </c:pt>
                <c:pt idx="20">
                  <c:v>344.18281451380545</c:v>
                </c:pt>
              </c:numCache>
            </c:numRef>
          </c:val>
          <c:smooth/>
        </c:ser>
        <c:ser>
          <c:idx val="15"/>
          <c:order val="15"/>
          <c:tx>
            <c:strRef>
              <c:f>Sheet1!$Q$1</c:f>
              <c:strCache>
                <c:ptCount val="1"/>
                <c:pt idx="0">
                  <c:v>bdg_pos</c:v>
                </c:pt>
              </c:strCache>
            </c:strRef>
          </c:tx>
          <c:spPr>
            <a:ln w="31750">
              <a:solidFill>
                <a:srgbClr val="8E79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Sheet1!$Q$2:$Q$9</c:f>
              <c:numCache>
                <c:formatCode>General</c:formatCode>
                <c:ptCount val="8"/>
                <c:pt idx="0">
                  <c:v>#N/A</c:v>
                </c:pt>
                <c:pt idx="1">
                  <c:v>11.819469793226624</c:v>
                </c:pt>
                <c:pt idx="2">
                  <c:v>11.905157176728057</c:v>
                </c:pt>
                <c:pt idx="3">
                  <c:v>11.986189336621603</c:v>
                </c:pt>
                <c:pt idx="4">
                  <c:v>12.062332022569656</c:v>
                </c:pt>
                <c:pt idx="5">
                  <c:v>12.133366582151794</c:v>
                </c:pt>
                <c:pt idx="6">
                  <c:v>12.199091958311207</c:v>
                </c:pt>
                <c:pt idx="7">
                  <c:v>12.25932654070718</c:v>
                </c:pt>
              </c:numCache>
            </c:numRef>
          </c:val>
          <c:smooth/>
        </c:ser>
        <c:ser>
          <c:idx val="16"/>
          <c:order val="16"/>
          <c:tx>
            <c:strRef>
              <c:f>Sheet1!$R$1</c:f>
              <c:strCache>
                <c:ptCount val="1"/>
                <c:pt idx="0">
                  <c:v>bdg_pos_extrapolated</c:v>
                </c:pt>
              </c:strCache>
            </c:strRef>
          </c:tx>
          <c:spPr>
            <a:ln w="31750">
              <a:solidFill>
                <a:srgbClr val="8E79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Sheet1!$R$2:$R$12</c:f>
              <c:numCache>
                <c:formatCode>General</c:formatCode>
                <c:ptCount val="11"/>
                <c:pt idx="0">
                  <c:v/>
                </c:pt>
                <c:pt idx="1">
                  <c:v/>
                </c:pt>
                <c:pt idx="2">
                  <c:v/>
                </c:pt>
                <c:pt idx="3">
                  <c:v/>
                </c:pt>
                <c:pt idx="4">
                  <c:v/>
                </c:pt>
                <c:pt idx="5">
                  <c:v/>
                </c:pt>
                <c:pt idx="6">
                  <c:v/>
                </c:pt>
                <c:pt idx="7">
                  <c:v>12.25932654070718</c:v>
                </c:pt>
                <c:pt idx="8">
                  <c:v>12.313909836451721</c:v>
                </c:pt>
                <c:pt idx="9">
                  <c:v>12.362703928681437</c:v>
                </c:pt>
                <c:pt idx="10">
                  <c:v>12.405594695343476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00DD"/>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288384344.73095703</c:v>
                </c:pt>
                <c:pt idx="2">
                  <c:v>597852544.0158691</c:v>
                </c:pt>
                <c:pt idx="3">
                  <c:v>925270248.885498</c:v>
                </c:pt>
                <c:pt idx="4">
                  <c:v>1266401751.1833496</c:v>
                </c:pt>
              </c:numCache>
            </c:numRef>
          </c:val>
          <c:smooth/>
        </c:ser>
        <c:ser>
          <c:idx val="1"/>
          <c:order val="1"/>
          <c:tx>
            <c:strRef>
              <c:f>Sheet1!$C$1</c:f>
              <c:strCache>
                <c:ptCount val="1"/>
                <c:pt idx="0">
                  <c:v>PR_extrapolated</c:v>
                </c:pt>
              </c:strCache>
            </c:strRef>
          </c:tx>
          <c:spPr>
            <a:ln w="31750">
              <a:solidFill>
                <a:srgbClr val="0000DD"/>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1266401751.1833496</c:v>
                </c:pt>
                <c:pt idx="5">
                  <c:v>1616137299.729248</c:v>
                </c:pt>
                <c:pt idx="6">
                  <c:v>1968852592.9327393</c:v>
                </c:pt>
              </c:numCache>
            </c:numRef>
          </c:val>
          <c:smooth/>
        </c:ser>
        <c:ser>
          <c:idx val="2"/>
          <c:order val="2"/>
          <c:tx>
            <c:strRef>
              <c:f>Sheet1!$D$1</c:f>
              <c:strCache>
                <c:ptCount val="1"/>
                <c:pt idx="0">
                  <c:v>TV</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43663731.07543945</c:v>
                </c:pt>
                <c:pt idx="2">
                  <c:v>87381118.53088379</c:v>
                </c:pt>
                <c:pt idx="3">
                  <c:v>131151757.34521484</c:v>
                </c:pt>
                <c:pt idx="4">
                  <c:v>174975239.94506836</c:v>
                </c:pt>
                <c:pt idx="5">
                  <c:v>218851156.21765137</c:v>
                </c:pt>
                <c:pt idx="6">
                  <c:v>262779093.52856445</c:v>
                </c:pt>
                <c:pt idx="7">
                  <c:v>306758636.7364502</c:v>
                </c:pt>
                <c:pt idx="8">
                  <c:v>350789368.2092285</c:v>
                </c:pt>
                <c:pt idx="9">
                  <c:v>394870867.84106445</c:v>
                </c:pt>
                <c:pt idx="10">
                  <c:v>439002713.0686035</c:v>
                </c:pt>
                <c:pt idx="11">
                  <c:v>483184478.8881836</c:v>
                </c:pt>
                <c:pt idx="12">
                  <c:v>527415737.87268066</c:v>
                </c:pt>
                <c:pt idx="13">
                  <c:v>571696060.1896973</c:v>
                </c:pt>
                <c:pt idx="14">
                  <c:v>616025013.6188965</c:v>
                </c:pt>
                <c:pt idx="15">
                  <c:v>660402163.5698242</c:v>
                </c:pt>
                <c:pt idx="16">
                  <c:v>704827073.1010742</c:v>
                </c:pt>
                <c:pt idx="17">
                  <c:v>749299302.9377441</c:v>
                </c:pt>
                <c:pt idx="18">
                  <c:v>793818411.4910889</c:v>
                </c:pt>
                <c:pt idx="19">
                  <c:v>838383954.8774414</c:v>
                </c:pt>
                <c:pt idx="20">
                  <c:v>882995486.9370117</c:v>
                </c:pt>
                <c:pt idx="21">
                  <c:v>927652559.2548828</c:v>
                </c:pt>
                <c:pt idx="22">
                  <c:v>972354721.1791992</c:v>
                </c:pt>
                <c:pt idx="23">
                  <c:v>1017101519.8422852</c:v>
                </c:pt>
                <c:pt idx="24">
                  <c:v>1061892500.1809082</c:v>
                </c:pt>
                <c:pt idx="25">
                  <c:v>1106727204.956787</c:v>
                </c:pt>
                <c:pt idx="26">
                  <c:v>1151605174.7774658</c:v>
                </c:pt>
                <c:pt idx="27">
                  <c:v>1196525948.1176758</c:v>
                </c:pt>
                <c:pt idx="28">
                  <c:v>1241489061.3399658</c:v>
                </c:pt>
                <c:pt idx="29">
                  <c:v>1286494048.7174072</c:v>
                </c:pt>
                <c:pt idx="30">
                  <c:v>1331540442.4545898</c:v>
                </c:pt>
                <c:pt idx="31">
                  <c:v>1376627772.7104492</c:v>
                </c:pt>
                <c:pt idx="32">
                  <c:v>1421755567.6195068</c:v>
                </c:pt>
                <c:pt idx="33">
                  <c:v>1466923353.3156738</c:v>
                </c:pt>
                <c:pt idx="34">
                  <c:v>1512130653.9541016</c:v>
                </c:pt>
                <c:pt idx="35">
                  <c:v>1557376991.7349854</c:v>
                </c:pt>
                <c:pt idx="36">
                  <c:v>1602661886.9262695</c:v>
                </c:pt>
                <c:pt idx="37">
                  <c:v>1647984857.887085</c:v>
                </c:pt>
                <c:pt idx="38">
                  <c:v>1693345421.0917969</c:v>
                </c:pt>
                <c:pt idx="39">
                  <c:v>1738743091.1542969</c:v>
                </c:pt>
                <c:pt idx="40">
                  <c:v>1784177380.85083</c:v>
                </c:pt>
                <c:pt idx="41">
                  <c:v>1829647801.145996</c:v>
                </c:pt>
                <c:pt idx="42">
                  <c:v>1875153861.2159424</c:v>
                </c:pt>
                <c:pt idx="43">
                  <c:v>1920695068.473877</c:v>
                </c:pt>
                <c:pt idx="44">
                  <c:v>1966270928.5952148</c:v>
                </c:pt>
                <c:pt idx="45">
                  <c:v>2011880945.5423584</c:v>
                </c:pt>
                <c:pt idx="46">
                  <c:v>2057524621.590088</c:v>
                </c:pt>
                <c:pt idx="47">
                  <c:v>2103201457.3513184</c:v>
                </c:pt>
                <c:pt idx="48">
                  <c:v>2148910951.8032227</c:v>
                </c:pt>
                <c:pt idx="49">
                  <c:v>2194652602.312744</c:v>
                </c:pt>
                <c:pt idx="50">
                  <c:v>2240425904.6625977</c:v>
                </c:pt>
                <c:pt idx="51">
                  <c:v>2286230353.0786133</c:v>
                </c:pt>
                <c:pt idx="52">
                  <c:v>2332065440.255493</c:v>
                </c:pt>
                <c:pt idx="53">
                  <c:v>2377930657.383301</c:v>
                </c:pt>
                <c:pt idx="54">
                  <c:v>2423825494.175293</c:v>
                </c:pt>
                <c:pt idx="55">
                  <c:v>2469749438.8946533</c:v>
                </c:pt>
                <c:pt idx="56">
                  <c:v>2515701978.3811035</c:v>
                </c:pt>
                <c:pt idx="57">
                  <c:v>2561682598.0793457</c:v>
                </c:pt>
                <c:pt idx="58">
                  <c:v>2607690782.066162</c:v>
                </c:pt>
                <c:pt idx="59">
                  <c:v>2653726013.078369</c:v>
                </c:pt>
                <c:pt idx="60">
                  <c:v>2699787772.540039</c:v>
                </c:pt>
              </c:numCache>
            </c:numRef>
          </c:val>
          <c:smooth/>
        </c:ser>
        <c:ser>
          <c:idx val="3"/>
          <c:order val="3"/>
          <c:tx>
            <c:strRef>
              <c:f>Sheet1!$E$1</c:f>
              <c:strCache>
                <c:ptCount val="1"/>
                <c:pt idx="0">
                  <c:v>bdg_dgt_display</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2370891480.9904785</c:v>
                </c:pt>
                <c:pt idx="2">
                  <c:v>5251640857.078613</c:v>
                </c:pt>
                <c:pt idx="3">
                  <c:v>7771194571.31543</c:v>
                </c:pt>
                <c:pt idx="4">
                  <c:v>9534842119.436768</c:v>
                </c:pt>
                <c:pt idx="5">
                  <c:v>10689160601.27417</c:v>
                </c:pt>
                <c:pt idx="6">
                  <c:v>11468683299.006226</c:v>
                </c:pt>
                <c:pt idx="7">
                  <c:v>12029345831.439453</c:v>
                </c:pt>
                <c:pt idx="8">
                  <c:v>12456974062.307129</c:v>
                </c:pt>
                <c:pt idx="9">
                  <c:v>12797769082.978027</c:v>
                </c:pt>
                <c:pt idx="10">
                  <c:v>13077827856.49646</c:v>
                </c:pt>
                <c:pt idx="11">
                  <c:v>13313043029.566162</c:v>
                </c:pt>
                <c:pt idx="12">
                  <c:v>13513796747.773193</c:v>
                </c:pt>
                <c:pt idx="13">
                  <c:v>13687219838.382812</c:v>
                </c:pt>
                <c:pt idx="14">
                  <c:v>13838375013.185303</c:v>
                </c:pt>
              </c:numCache>
            </c:numRef>
          </c:val>
          <c:smooth/>
        </c:ser>
        <c:ser>
          <c:idx val="4"/>
          <c:order val="4"/>
          <c:tx>
            <c:strRef>
              <c:f>Sheet1!$F$1</c:f>
              <c:strCache>
                <c:ptCount val="1"/>
                <c:pt idx="0">
                  <c:v>bdg_dgt_display_extrapolated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13838375013.185303</c:v>
                </c:pt>
                <c:pt idx="15">
                  <c:v>13970952658.626831</c:v>
                </c:pt>
                <c:pt idx="16">
                  <c:v>14087718416.230713</c:v>
                </c:pt>
                <c:pt idx="17">
                  <c:v>14190812489.187744</c:v>
                </c:pt>
                <c:pt idx="18">
                  <c:v>14281949768.745605</c:v>
                </c:pt>
                <c:pt idx="19">
                  <c:v>14362551107.925781</c:v>
                </c:pt>
                <c:pt idx="20">
                  <c:v>14433827410.019653</c:v>
                </c:pt>
              </c:numCache>
            </c:numRef>
          </c:val>
          <c:smooth/>
        </c:ser>
        <c:ser>
          <c:idx val="5"/>
          <c:order val="5"/>
          <c:tx>
            <c:strRef>
              <c:f>Sheet1!$G$1</c:f>
              <c:strCache>
                <c:ptCount val="1"/>
                <c:pt idx="0">
                  <c:v>bdg_dgt_perform</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Sheet1!$G$2:$G$9</c:f>
              <c:numCache>
                <c:formatCode>General</c:formatCode>
                <c:ptCount val="8"/>
                <c:pt idx="0">
                  <c:v>0.0</c:v>
                </c:pt>
                <c:pt idx="1">
                  <c:v>5885124206.800537</c:v>
                </c:pt>
                <c:pt idx="2">
                  <c:v>11242057055.333496</c:v>
                </c:pt>
                <c:pt idx="3">
                  <c:v>15232159277.76294</c:v>
                </c:pt>
                <c:pt idx="4">
                  <c:v>17921679634.08972</c:v>
                </c:pt>
                <c:pt idx="5">
                  <c:v>19710837508.533203</c:v>
                </c:pt>
                <c:pt idx="6">
                  <c:v>20942389342.381348</c:v>
                </c:pt>
                <c:pt idx="7">
                  <c:v>21833197392.649902</c:v>
                </c:pt>
              </c:numCache>
            </c:numRef>
          </c:val>
          <c:smooth/>
        </c:ser>
        <c:ser>
          <c:idx val="6"/>
          <c:order val="6"/>
          <c:tx>
            <c:strRef>
              <c:f>Sheet1!$H$1</c:f>
              <c:strCache>
                <c:ptCount val="1"/>
                <c:pt idx="0">
                  <c:v>bdg_dgt_perform_extrapolated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Sheet1!$H$2:$H$12</c:f>
              <c:numCache>
                <c:formatCode>General</c:formatCode>
                <c:ptCount val="11"/>
                <c:pt idx="0">
                  <c:v/>
                </c:pt>
                <c:pt idx="1">
                  <c:v/>
                </c:pt>
                <c:pt idx="2">
                  <c:v/>
                </c:pt>
                <c:pt idx="3">
                  <c:v/>
                </c:pt>
                <c:pt idx="4">
                  <c:v/>
                </c:pt>
                <c:pt idx="5">
                  <c:v/>
                </c:pt>
                <c:pt idx="6">
                  <c:v/>
                </c:pt>
                <c:pt idx="7">
                  <c:v>21833197392.649902</c:v>
                </c:pt>
                <c:pt idx="8">
                  <c:v>22508871453.304077</c:v>
                </c:pt>
                <c:pt idx="9">
                  <c:v>23041660719.17981</c:v>
                </c:pt>
                <c:pt idx="10">
                  <c:v>23474391620.55664</c:v>
                </c:pt>
              </c:numCache>
            </c:numRef>
          </c:val>
          <c:smooth/>
        </c:ser>
        <c:ser>
          <c:idx val="7"/>
          <c:order val="7"/>
          <c:tx>
            <c:strRef>
              <c:f>Sheet1!$I$1</c:f>
              <c:strCache>
                <c:ptCount val="1"/>
                <c:pt idx="0">
                  <c:v>bdg_dgt_special</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0.0</c:v>
                </c:pt>
                <c:pt idx="1">
                  <c:v>476856006.5534668</c:v>
                </c:pt>
                <c:pt idx="2">
                  <c:v>1001358751.2897949</c:v>
                </c:pt>
                <c:pt idx="3">
                  <c:v>1562123407.0263672</c:v>
                </c:pt>
                <c:pt idx="4">
                  <c:v>2143422668.8771973</c:v>
                </c:pt>
                <c:pt idx="5">
                  <c:v>2727186712.354248</c:v>
                </c:pt>
                <c:pt idx="6">
                  <c:v>3295664734.756714</c:v>
                </c:pt>
                <c:pt idx="7">
                  <c:v>3833903982.95874</c:v>
                </c:pt>
                <c:pt idx="8">
                  <c:v>4331321787.150635</c:v>
                </c:pt>
                <c:pt idx="9">
                  <c:v>4782108028.65979</c:v>
                </c:pt>
                <c:pt idx="10">
                  <c:v>5184669636.3125</c:v>
                </c:pt>
                <c:pt idx="11">
                  <c:v>5540563252.687378</c:v>
                </c:pt>
                <c:pt idx="12">
                  <c:v>5853336706.258057</c:v>
                </c:pt>
                <c:pt idx="13">
                  <c:v>6127541640.415283</c:v>
                </c:pt>
                <c:pt idx="14">
                  <c:v>6368016680.286621</c:v>
                </c:pt>
              </c:numCache>
            </c:numRef>
          </c:val>
          <c:smooth/>
        </c:ser>
        <c:ser>
          <c:idx val="8"/>
          <c:order val="8"/>
          <c:tx>
            <c:strRef>
              <c:f>Sheet1!$J$1</c:f>
              <c:strCache>
                <c:ptCount val="1"/>
                <c:pt idx="0">
                  <c:v>bdg_dgt_special_extrapolated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6368016680.286621</c:v>
                </c:pt>
                <c:pt idx="15">
                  <c:v>6579433383.541626</c:v>
                </c:pt>
                <c:pt idx="16">
                  <c:v>6766049328.860352</c:v>
                </c:pt>
                <c:pt idx="17">
                  <c:v>6931603977.143311</c:v>
                </c:pt>
                <c:pt idx="18">
                  <c:v>7079302740.468018</c:v>
                </c:pt>
                <c:pt idx="19">
                  <c:v>7211849642.404053</c:v>
                </c:pt>
                <c:pt idx="20">
                  <c:v>7331502636.072266</c:v>
                </c:pt>
              </c:numCache>
            </c:numRef>
          </c:val>
          <c:smooth/>
        </c:ser>
        <c:ser>
          <c:idx val="9"/>
          <c:order val="9"/>
          <c:tx>
            <c:strRef>
              <c:f>Sheet1!$K$1</c:f>
              <c:strCache>
                <c:ptCount val="1"/>
                <c:pt idx="0">
                  <c:v>bdg_dgt_video</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585984983.7487793</c:v>
                </c:pt>
                <c:pt idx="2">
                  <c:v>1252400491.6730957</c:v>
                </c:pt>
                <c:pt idx="3">
                  <c:v>1983275273.0352783</c:v>
                </c:pt>
                <c:pt idx="4">
                  <c:v>2752797331.3754883</c:v>
                </c:pt>
                <c:pt idx="5">
                  <c:v>3529277361.886963</c:v>
                </c:pt>
                <c:pt idx="6">
                  <c:v>4281270026.0424805</c:v>
                </c:pt>
                <c:pt idx="7">
                  <c:v>4983347145.778564</c:v>
                </c:pt>
                <c:pt idx="8">
                  <c:v>5619342023.288574</c:v>
                </c:pt>
                <c:pt idx="9">
                  <c:v>6182517192.243652</c:v>
                </c:pt>
                <c:pt idx="10">
                  <c:v>6673599454.608398</c:v>
                </c:pt>
                <c:pt idx="11">
                  <c:v>7098078141.424072</c:v>
                </c:pt>
                <c:pt idx="12">
                  <c:v>7463780256.326782</c:v>
                </c:pt>
                <c:pt idx="13">
                  <c:v>7779143063.60376</c:v>
                </c:pt>
                <c:pt idx="14">
                  <c:v>8052188780.790039</c:v>
                </c:pt>
              </c:numCache>
            </c:numRef>
          </c:val>
          <c:smooth/>
        </c:ser>
        <c:ser>
          <c:idx val="10"/>
          <c:order val="10"/>
          <c:tx>
            <c:strRef>
              <c:f>Sheet1!$L$1</c:f>
              <c:strCache>
                <c:ptCount val="1"/>
                <c:pt idx="0">
                  <c:v>bdg_dgt_video_extrapolated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8052188780.790039</c:v>
                </c:pt>
                <c:pt idx="15">
                  <c:v>8290029702.223755</c:v>
                </c:pt>
                <c:pt idx="16">
                  <c:v>8498710398.783203</c:v>
                </c:pt>
                <c:pt idx="17">
                  <c:v>8683235429.84314</c:v>
                </c:pt>
                <c:pt idx="18">
                  <c:v>8847683115.003174</c:v>
                </c:pt>
                <c:pt idx="19">
                  <c:v>8995347655.554077</c:v>
                </c:pt>
                <c:pt idx="20">
                  <c:v>9128879677.88208</c:v>
                </c:pt>
              </c:numCache>
            </c:numRef>
          </c:val>
          <c:smooth/>
        </c:ser>
        <c:ser>
          <c:idx val="11"/>
          <c:order val="11"/>
          <c:tx>
            <c:strRef>
              <c:f>Sheet1!$M$1</c:f>
              <c:strCache>
                <c:ptCount val="1"/>
                <c:pt idx="0">
                  <c:v>bdg_ecom</c:v>
                </c:pt>
              </c:strCache>
            </c:strRef>
          </c:tx>
          <c:spPr>
            <a:ln w="31750">
              <a:solidFill>
                <a:srgbClr val="FDF49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Sheet1!$M$2:$M$6</c:f>
              <c:numCache>
                <c:formatCode>General</c:formatCode>
                <c:ptCount val="5"/>
                <c:pt idx="0">
                  <c:v>0.0</c:v>
                </c:pt>
                <c:pt idx="1">
                  <c:v>808572496.8128662</c:v>
                </c:pt>
                <c:pt idx="2">
                  <c:v>1806744647.3347168</c:v>
                </c:pt>
                <c:pt idx="3">
                  <c:v>2871083125.7319336</c:v>
                </c:pt>
                <c:pt idx="4">
                  <c:v>3851804214.239868</c:v>
                </c:pt>
              </c:numCache>
            </c:numRef>
          </c:val>
          <c:smooth/>
        </c:ser>
        <c:ser>
          <c:idx val="12"/>
          <c:order val="12"/>
          <c:tx>
            <c:strRef>
              <c:f>Sheet1!$N$1</c:f>
              <c:strCache>
                <c:ptCount val="1"/>
                <c:pt idx="0">
                  <c:v>bdg_ecom_extrapolated</c:v>
                </c:pt>
              </c:strCache>
            </c:strRef>
          </c:tx>
          <c:spPr>
            <a:ln w="31750">
              <a:solidFill>
                <a:srgbClr val="FDF49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Sheet1!$N$2:$N$8</c:f>
              <c:numCache>
                <c:formatCode>General</c:formatCode>
                <c:ptCount val="7"/>
                <c:pt idx="0">
                  <c:v/>
                </c:pt>
                <c:pt idx="1">
                  <c:v/>
                </c:pt>
                <c:pt idx="2">
                  <c:v/>
                </c:pt>
                <c:pt idx="3">
                  <c:v/>
                </c:pt>
                <c:pt idx="4">
                  <c:v>3851804214.239868</c:v>
                </c:pt>
                <c:pt idx="5">
                  <c:v>4662040309.093384</c:v>
                </c:pt>
                <c:pt idx="6">
                  <c:v>5293605057.972412</c:v>
                </c:pt>
              </c:numCache>
            </c:numRef>
          </c:val>
          <c:smooth/>
        </c:ser>
        <c:ser>
          <c:idx val="13"/>
          <c:order val="13"/>
          <c:tx>
            <c:strRef>
              <c:f>Sheet1!$O$1</c:f>
              <c:strCache>
                <c:ptCount val="1"/>
                <c:pt idx="0">
                  <c:v>bdg_ooh</c:v>
                </c:pt>
              </c:strCache>
            </c:strRef>
          </c:tx>
          <c:spPr>
            <a:ln w="31750">
              <a:solidFill>
                <a:srgbClr val="004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Sheet1!$O$2:$O$16</c:f>
              <c:numCache>
                <c:formatCode>General</c:formatCode>
                <c:ptCount val="15"/>
                <c:pt idx="0">
                  <c:v>0.0</c:v>
                </c:pt>
                <c:pt idx="1">
                  <c:v>5071629518.565063</c:v>
                </c:pt>
                <c:pt idx="2">
                  <c:v>11198042027.262085</c:v>
                </c:pt>
                <c:pt idx="3">
                  <c:v>16974230964.571411</c:v>
                </c:pt>
                <c:pt idx="4">
                  <c:v>21446522123.48413</c:v>
                </c:pt>
                <c:pt idx="5">
                  <c:v>24593398548.14209</c:v>
                </c:pt>
                <c:pt idx="6">
                  <c:v>26784407675.2782</c:v>
                </c:pt>
                <c:pt idx="7">
                  <c:v>28362878930.742188</c:v>
                </c:pt>
                <c:pt idx="8">
                  <c:v>29554886979.20117</c:v>
                </c:pt>
                <c:pt idx="9">
                  <c:v>30494996713.664307</c:v>
                </c:pt>
                <c:pt idx="10">
                  <c:v>31262314322.89038</c:v>
                </c:pt>
                <c:pt idx="11">
                  <c:v>31904788325.147705</c:v>
                </c:pt>
                <c:pt idx="12">
                  <c:v>32452997876.905518</c:v>
                </c:pt>
                <c:pt idx="13">
                  <c:v>32927515450.052856</c:v>
                </c:pt>
                <c:pt idx="14">
                  <c:v>33342811329.188843</c:v>
                </c:pt>
              </c:numCache>
            </c:numRef>
          </c:val>
          <c:smooth/>
        </c:ser>
        <c:ser>
          <c:idx val="14"/>
          <c:order val="14"/>
          <c:tx>
            <c:strRef>
              <c:f>Sheet1!$P$1</c:f>
              <c:strCache>
                <c:ptCount val="1"/>
                <c:pt idx="0">
                  <c:v>bdg_ooh_extrapolated</c:v>
                </c:pt>
              </c:strCache>
            </c:strRef>
          </c:tx>
          <c:spPr>
            <a:ln w="31750">
              <a:solidFill>
                <a:srgbClr val="004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33342811329.188843</c:v>
                </c:pt>
                <c:pt idx="15">
                  <c:v>33709402662.580566</c:v>
                </c:pt>
                <c:pt idx="16">
                  <c:v>34035122213.456787</c:v>
                </c:pt>
                <c:pt idx="17">
                  <c:v>34325927900.333984</c:v>
                </c:pt>
                <c:pt idx="18">
                  <c:v>34586450701.27405</c:v>
                </c:pt>
                <c:pt idx="19">
                  <c:v>34820376859.69714</c:v>
                </c:pt>
                <c:pt idx="20">
                  <c:v>35030716258.55054</c:v>
                </c:pt>
              </c:numCache>
            </c:numRef>
          </c:val>
          <c:smooth/>
        </c:ser>
        <c:ser>
          <c:idx val="15"/>
          <c:order val="15"/>
          <c:tx>
            <c:strRef>
              <c:f>Sheet1!$Q$1</c:f>
              <c:strCache>
                <c:ptCount val="1"/>
                <c:pt idx="0">
                  <c:v>bdg_pos</c:v>
                </c:pt>
              </c:strCache>
            </c:strRef>
          </c:tx>
          <c:spPr>
            <a:ln w="31750">
              <a:solidFill>
                <a:srgbClr val="8E79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Sheet1!$Q$2:$Q$9</c:f>
              <c:numCache>
                <c:formatCode>General</c:formatCode>
                <c:ptCount val="8"/>
                <c:pt idx="0">
                  <c:v>0.0</c:v>
                </c:pt>
                <c:pt idx="1">
                  <c:v>60322026.15661621</c:v>
                </c:pt>
                <c:pt idx="2">
                  <c:v>121508916.34118652</c:v>
                </c:pt>
                <c:pt idx="3">
                  <c:v>183490614.2253418</c:v>
                </c:pt>
                <c:pt idx="4">
                  <c:v>246192371.74829102</c:v>
                </c:pt>
                <c:pt idx="5">
                  <c:v>309535139.2043457</c:v>
                </c:pt>
                <c:pt idx="6">
                  <c:v>373436015.2663574</c:v>
                </c:pt>
                <c:pt idx="7">
                  <c:v>437808751.83032227</c:v>
                </c:pt>
              </c:numCache>
            </c:numRef>
          </c:val>
          <c:smooth/>
        </c:ser>
        <c:ser>
          <c:idx val="16"/>
          <c:order val="16"/>
          <c:tx>
            <c:strRef>
              <c:f>Sheet1!$R$1</c:f>
              <c:strCache>
                <c:ptCount val="1"/>
                <c:pt idx="0">
                  <c:v>bdg_pos_extrapolated</c:v>
                </c:pt>
              </c:strCache>
            </c:strRef>
          </c:tx>
          <c:spPr>
            <a:ln w="31750">
              <a:solidFill>
                <a:srgbClr val="8E79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Sheet1!$R$2:$R$12</c:f>
              <c:numCache>
                <c:formatCode>General</c:formatCode>
                <c:ptCount val="11"/>
                <c:pt idx="0">
                  <c:v/>
                </c:pt>
                <c:pt idx="1">
                  <c:v/>
                </c:pt>
                <c:pt idx="2">
                  <c:v/>
                </c:pt>
                <c:pt idx="3">
                  <c:v/>
                </c:pt>
                <c:pt idx="4">
                  <c:v/>
                </c:pt>
                <c:pt idx="5">
                  <c:v/>
                </c:pt>
                <c:pt idx="6">
                  <c:v/>
                </c:pt>
                <c:pt idx="7">
                  <c:v>437808751.83032227</c:v>
                </c:pt>
                <c:pt idx="8">
                  <c:v>502564307.18774414</c:v>
                </c:pt>
                <c:pt idx="9">
                  <c:v>567611439.7836914</c:v>
                </c:pt>
                <c:pt idx="10">
                  <c:v>632857333.7531738</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00DD"/>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283384344.73095703</c:v>
                </c:pt>
                <c:pt idx="2">
                  <c:v>587852544.0158691</c:v>
                </c:pt>
                <c:pt idx="3">
                  <c:v>910270248.885498</c:v>
                </c:pt>
                <c:pt idx="4">
                  <c:v>1246401751.1833496</c:v>
                </c:pt>
              </c:numCache>
            </c:numRef>
          </c:val>
          <c:smooth/>
        </c:ser>
        <c:ser>
          <c:idx val="1"/>
          <c:order val="1"/>
          <c:tx>
            <c:strRef>
              <c:f>Sheet1!$C$1</c:f>
              <c:strCache>
                <c:ptCount val="1"/>
                <c:pt idx="0">
                  <c:v>PR_extrapolated</c:v>
                </c:pt>
              </c:strCache>
            </c:strRef>
          </c:tx>
          <c:spPr>
            <a:ln w="31750">
              <a:solidFill>
                <a:srgbClr val="0000DD"/>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1246401751.1833496</c:v>
                </c:pt>
                <c:pt idx="5">
                  <c:v>1591137299.729248</c:v>
                </c:pt>
                <c:pt idx="6">
                  <c:v>1938852592.9327393</c:v>
                </c:pt>
              </c:numCache>
            </c:numRef>
          </c:val>
          <c:smooth/>
        </c:ser>
        <c:ser>
          <c:idx val="2"/>
          <c:order val="2"/>
          <c:tx>
            <c:strRef>
              <c:f>Sheet1!$D$1</c:f>
              <c:strCache>
                <c:ptCount val="1"/>
                <c:pt idx="0">
                  <c:v>TV</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38663731.07543945</c:v>
                </c:pt>
                <c:pt idx="2">
                  <c:v>77381118.53088379</c:v>
                </c:pt>
                <c:pt idx="3">
                  <c:v>116151757.34521484</c:v>
                </c:pt>
                <c:pt idx="4">
                  <c:v>154975239.94506836</c:v>
                </c:pt>
                <c:pt idx="5">
                  <c:v>193851156.21765137</c:v>
                </c:pt>
                <c:pt idx="6">
                  <c:v>232779093.52856445</c:v>
                </c:pt>
                <c:pt idx="7">
                  <c:v>271758636.7364502</c:v>
                </c:pt>
                <c:pt idx="8">
                  <c:v>310789368.2092285</c:v>
                </c:pt>
                <c:pt idx="9">
                  <c:v>349870867.84106445</c:v>
                </c:pt>
                <c:pt idx="10">
                  <c:v>389002713.0686035</c:v>
                </c:pt>
                <c:pt idx="11">
                  <c:v>428184478.8881836</c:v>
                </c:pt>
                <c:pt idx="12">
                  <c:v>467415737.87268066</c:v>
                </c:pt>
                <c:pt idx="13">
                  <c:v>506696060.18969727</c:v>
                </c:pt>
                <c:pt idx="14">
                  <c:v>546025013.6188965</c:v>
                </c:pt>
                <c:pt idx="15">
                  <c:v>585402163.5698242</c:v>
                </c:pt>
                <c:pt idx="16">
                  <c:v>624827073.1010742</c:v>
                </c:pt>
                <c:pt idx="17">
                  <c:v>664299302.9377441</c:v>
                </c:pt>
                <c:pt idx="18">
                  <c:v>703818411.4910889</c:v>
                </c:pt>
                <c:pt idx="19">
                  <c:v>743383954.8774414</c:v>
                </c:pt>
                <c:pt idx="20">
                  <c:v>782995486.9370117</c:v>
                </c:pt>
                <c:pt idx="21">
                  <c:v>822652559.2548828</c:v>
                </c:pt>
                <c:pt idx="22">
                  <c:v>862354721.1791992</c:v>
                </c:pt>
                <c:pt idx="23">
                  <c:v>902101519.8422852</c:v>
                </c:pt>
                <c:pt idx="24">
                  <c:v>941892500.1809082</c:v>
                </c:pt>
                <c:pt idx="25">
                  <c:v>981727204.9567871</c:v>
                </c:pt>
                <c:pt idx="26">
                  <c:v>1021605174.7774658</c:v>
                </c:pt>
                <c:pt idx="27">
                  <c:v>1061525948.1176758</c:v>
                </c:pt>
                <c:pt idx="28">
                  <c:v>1101489061.3399658</c:v>
                </c:pt>
                <c:pt idx="29">
                  <c:v>1141494048.7174072</c:v>
                </c:pt>
                <c:pt idx="30">
                  <c:v>1181540442.4545898</c:v>
                </c:pt>
                <c:pt idx="31">
                  <c:v>1221627772.7104492</c:v>
                </c:pt>
                <c:pt idx="32">
                  <c:v>1261755567.6195068</c:v>
                </c:pt>
                <c:pt idx="33">
                  <c:v>1301923353.3156738</c:v>
                </c:pt>
                <c:pt idx="34">
                  <c:v>1342130653.9541016</c:v>
                </c:pt>
                <c:pt idx="35">
                  <c:v>1382376991.7349854</c:v>
                </c:pt>
                <c:pt idx="36">
                  <c:v>1422661886.9262695</c:v>
                </c:pt>
                <c:pt idx="37">
                  <c:v>1462984857.887085</c:v>
                </c:pt>
                <c:pt idx="38">
                  <c:v>1503345421.0917969</c:v>
                </c:pt>
                <c:pt idx="39">
                  <c:v>1543743091.1542969</c:v>
                </c:pt>
                <c:pt idx="40">
                  <c:v>1584177380.85083</c:v>
                </c:pt>
                <c:pt idx="41">
                  <c:v>1624647801.145996</c:v>
                </c:pt>
                <c:pt idx="42">
                  <c:v>1665153861.2159424</c:v>
                </c:pt>
                <c:pt idx="43">
                  <c:v>1705695068.473877</c:v>
                </c:pt>
                <c:pt idx="44">
                  <c:v>1746270928.5952148</c:v>
                </c:pt>
                <c:pt idx="45">
                  <c:v>1786880945.5423584</c:v>
                </c:pt>
                <c:pt idx="46">
                  <c:v>1827524621.590088</c:v>
                </c:pt>
                <c:pt idx="47">
                  <c:v>1868201457.3513184</c:v>
                </c:pt>
                <c:pt idx="48">
                  <c:v>1908910951.8032227</c:v>
                </c:pt>
                <c:pt idx="49">
                  <c:v>1949652602.3127441</c:v>
                </c:pt>
                <c:pt idx="50">
                  <c:v>1990425904.6625977</c:v>
                </c:pt>
                <c:pt idx="51">
                  <c:v>2031230353.0786133</c:v>
                </c:pt>
                <c:pt idx="52">
                  <c:v>2072065440.2554932</c:v>
                </c:pt>
                <c:pt idx="53">
                  <c:v>2112930657.3833008</c:v>
                </c:pt>
                <c:pt idx="54">
                  <c:v>2153825494.175293</c:v>
                </c:pt>
                <c:pt idx="55">
                  <c:v>2194749438.8946533</c:v>
                </c:pt>
                <c:pt idx="56">
                  <c:v>2235701978.3811035</c:v>
                </c:pt>
                <c:pt idx="57">
                  <c:v>2276682598.0793457</c:v>
                </c:pt>
                <c:pt idx="58">
                  <c:v>2317690782.066162</c:v>
                </c:pt>
                <c:pt idx="59">
                  <c:v>2358726013.078369</c:v>
                </c:pt>
                <c:pt idx="60">
                  <c:v>2399787772.540039</c:v>
                </c:pt>
              </c:numCache>
            </c:numRef>
          </c:val>
          <c:smooth/>
        </c:ser>
        <c:ser>
          <c:idx val="3"/>
          <c:order val="3"/>
          <c:tx>
            <c:strRef>
              <c:f>Sheet1!$E$1</c:f>
              <c:strCache>
                <c:ptCount val="1"/>
                <c:pt idx="0">
                  <c:v>bdg_dgt_display</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2365891480.9904785</c:v>
                </c:pt>
                <c:pt idx="2">
                  <c:v>5241640857.078613</c:v>
                </c:pt>
                <c:pt idx="3">
                  <c:v>7756194571.31543</c:v>
                </c:pt>
                <c:pt idx="4">
                  <c:v>9514842119.436768</c:v>
                </c:pt>
                <c:pt idx="5">
                  <c:v>10664160601.27417</c:v>
                </c:pt>
                <c:pt idx="6">
                  <c:v>11438683299.006226</c:v>
                </c:pt>
                <c:pt idx="7">
                  <c:v>11994345831.439453</c:v>
                </c:pt>
                <c:pt idx="8">
                  <c:v>12416974062.307129</c:v>
                </c:pt>
                <c:pt idx="9">
                  <c:v>12752769082.978027</c:v>
                </c:pt>
                <c:pt idx="10">
                  <c:v>13027827856.49646</c:v>
                </c:pt>
                <c:pt idx="11">
                  <c:v>13258043029.566162</c:v>
                </c:pt>
                <c:pt idx="12">
                  <c:v>13453796747.773193</c:v>
                </c:pt>
                <c:pt idx="13">
                  <c:v>13622219838.382812</c:v>
                </c:pt>
                <c:pt idx="14">
                  <c:v>13768375013.185303</c:v>
                </c:pt>
              </c:numCache>
            </c:numRef>
          </c:val>
          <c:smooth/>
        </c:ser>
        <c:ser>
          <c:idx val="4"/>
          <c:order val="4"/>
          <c:tx>
            <c:strRef>
              <c:f>Sheet1!$F$1</c:f>
              <c:strCache>
                <c:ptCount val="1"/>
                <c:pt idx="0">
                  <c:v>bdg_dgt_display_extrapolated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13768375013.185303</c:v>
                </c:pt>
                <c:pt idx="15">
                  <c:v>13895952658.626831</c:v>
                </c:pt>
                <c:pt idx="16">
                  <c:v>14007718416.230713</c:v>
                </c:pt>
                <c:pt idx="17">
                  <c:v>14105812489.187744</c:v>
                </c:pt>
                <c:pt idx="18">
                  <c:v>14191949768.745605</c:v>
                </c:pt>
                <c:pt idx="19">
                  <c:v>14267551107.925781</c:v>
                </c:pt>
                <c:pt idx="20">
                  <c:v>14333827410.019653</c:v>
                </c:pt>
              </c:numCache>
            </c:numRef>
          </c:val>
          <c:smooth/>
        </c:ser>
        <c:ser>
          <c:idx val="5"/>
          <c:order val="5"/>
          <c:tx>
            <c:strRef>
              <c:f>Sheet1!$G$1</c:f>
              <c:strCache>
                <c:ptCount val="1"/>
                <c:pt idx="0">
                  <c:v>bdg_dgt_indoor</c:v>
                </c:pt>
              </c:strCache>
            </c:strRef>
          </c:tx>
          <c:spPr>
            <a:ln w="31750"/>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0.0</c:v>
                </c:pt>
                <c:pt idx="1">
                  <c:v>-5000000.0</c:v>
                </c:pt>
                <c:pt idx="2">
                  <c:v>-10000000.0</c:v>
                </c:pt>
                <c:pt idx="3">
                  <c:v>-15000000.0</c:v>
                </c:pt>
                <c:pt idx="4">
                  <c:v>-20000000.0</c:v>
                </c:pt>
                <c:pt idx="5">
                  <c:v>-25000000.0</c:v>
                </c:pt>
                <c:pt idx="6">
                  <c:v>-30000000.0</c:v>
                </c:pt>
                <c:pt idx="7">
                  <c:v>-35000000.0</c:v>
                </c:pt>
                <c:pt idx="8">
                  <c:v>-40000000.0</c:v>
                </c:pt>
                <c:pt idx="9">
                  <c:v>-45000000.0</c:v>
                </c:pt>
                <c:pt idx="10">
                  <c:v>-50000000.0</c:v>
                </c:pt>
              </c:numCache>
            </c:numRef>
          </c:val>
          <c:smooth/>
        </c:ser>
        <c:ser>
          <c:idx val="6"/>
          <c:order val="6"/>
          <c:tx>
            <c:strRef>
              <c:f>Sheet1!$H$1</c:f>
              <c:strCache>
                <c:ptCount val="1"/>
                <c:pt idx="0">
                  <c:v>bdg_dgt_indoor_extrapolated</c:v>
                </c:pt>
              </c:strCache>
            </c:strRef>
          </c:tx>
          <c:spPr>
            <a:ln w="31750">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-50000000.0</c:v>
                </c:pt>
                <c:pt idx="11">
                  <c:v>-55000000.0</c:v>
                </c:pt>
                <c:pt idx="12">
                  <c:v>-60000000.0</c:v>
                </c:pt>
                <c:pt idx="13">
                  <c:v>-65000000.0</c:v>
                </c:pt>
                <c:pt idx="14">
                  <c:v>-70000000.0</c:v>
                </c:pt>
              </c:numCache>
            </c:numRef>
          </c:val>
          <c:smooth/>
        </c:ser>
        <c:ser>
          <c:idx val="7"/>
          <c:order val="7"/>
          <c:tx>
            <c:strRef>
              <c:f>Sheet1!$I$1</c:f>
              <c:strCache>
                <c:ptCount val="1"/>
                <c:pt idx="0">
                  <c:v>bdg_dgt_perform</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Sheet1!$I$2:$I$9</c:f>
              <c:numCache>
                <c:formatCode>General</c:formatCode>
                <c:ptCount val="8"/>
                <c:pt idx="0">
                  <c:v>0.0</c:v>
                </c:pt>
                <c:pt idx="1">
                  <c:v>5880124206.800537</c:v>
                </c:pt>
                <c:pt idx="2">
                  <c:v>11232057055.333496</c:v>
                </c:pt>
                <c:pt idx="3">
                  <c:v>15217159277.76294</c:v>
                </c:pt>
                <c:pt idx="4">
                  <c:v>17901679634.08972</c:v>
                </c:pt>
                <c:pt idx="5">
                  <c:v>19685837508.533203</c:v>
                </c:pt>
                <c:pt idx="6">
                  <c:v>20912389342.381348</c:v>
                </c:pt>
                <c:pt idx="7">
                  <c:v>21798197392.649902</c:v>
                </c:pt>
              </c:numCache>
            </c:numRef>
          </c:val>
          <c:smooth/>
        </c:ser>
        <c:ser>
          <c:idx val="8"/>
          <c:order val="8"/>
          <c:tx>
            <c:strRef>
              <c:f>Sheet1!$J$1</c:f>
              <c:strCache>
                <c:ptCount val="1"/>
                <c:pt idx="0">
                  <c:v>bdg_dgt_perform_extrapolated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Sheet1!$J$2:$J$12</c:f>
              <c:numCache>
                <c:formatCode>General</c:formatCode>
                <c:ptCount val="11"/>
                <c:pt idx="0">
                  <c:v/>
                </c:pt>
                <c:pt idx="1">
                  <c:v/>
                </c:pt>
                <c:pt idx="2">
                  <c:v/>
                </c:pt>
                <c:pt idx="3">
                  <c:v/>
                </c:pt>
                <c:pt idx="4">
                  <c:v/>
                </c:pt>
                <c:pt idx="5">
                  <c:v/>
                </c:pt>
                <c:pt idx="6">
                  <c:v/>
                </c:pt>
                <c:pt idx="7">
                  <c:v>21798197392.649902</c:v>
                </c:pt>
                <c:pt idx="8">
                  <c:v>22468871453.304077</c:v>
                </c:pt>
                <c:pt idx="9">
                  <c:v>22996660719.17981</c:v>
                </c:pt>
                <c:pt idx="10">
                  <c:v>23424391620.55664</c:v>
                </c:pt>
              </c:numCache>
            </c:numRef>
          </c:val>
          <c:smooth/>
        </c:ser>
        <c:ser>
          <c:idx val="9"/>
          <c:order val="9"/>
          <c:tx>
            <c:strRef>
              <c:f>Sheet1!$K$1</c:f>
              <c:strCache>
                <c:ptCount val="1"/>
                <c:pt idx="0">
                  <c:v>bdg_dgt_special</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471856006.5534668</c:v>
                </c:pt>
                <c:pt idx="2">
                  <c:v>991358751.2897949</c:v>
                </c:pt>
                <c:pt idx="3">
                  <c:v>1547123407.0263672</c:v>
                </c:pt>
                <c:pt idx="4">
                  <c:v>2123422668.8771973</c:v>
                </c:pt>
                <c:pt idx="5">
                  <c:v>2702186712.354248</c:v>
                </c:pt>
                <c:pt idx="6">
                  <c:v>3265664734.756714</c:v>
                </c:pt>
                <c:pt idx="7">
                  <c:v>3798903982.95874</c:v>
                </c:pt>
                <c:pt idx="8">
                  <c:v>4291321787.150635</c:v>
                </c:pt>
                <c:pt idx="9">
                  <c:v>4737108028.65979</c:v>
                </c:pt>
                <c:pt idx="10">
                  <c:v>5134669636.3125</c:v>
                </c:pt>
                <c:pt idx="11">
                  <c:v>5485563252.687378</c:v>
                </c:pt>
                <c:pt idx="12">
                  <c:v>5793336706.258057</c:v>
                </c:pt>
                <c:pt idx="13">
                  <c:v>6062541640.415283</c:v>
                </c:pt>
                <c:pt idx="14">
                  <c:v>6298016680.286621</c:v>
                </c:pt>
              </c:numCache>
            </c:numRef>
          </c:val>
          <c:smooth/>
        </c:ser>
        <c:ser>
          <c:idx val="10"/>
          <c:order val="10"/>
          <c:tx>
            <c:strRef>
              <c:f>Sheet1!$L$1</c:f>
              <c:strCache>
                <c:ptCount val="1"/>
                <c:pt idx="0">
                  <c:v>bdg_dgt_special_extrapolated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6298016680.286621</c:v>
                </c:pt>
                <c:pt idx="15">
                  <c:v>6504433383.541626</c:v>
                </c:pt>
                <c:pt idx="16">
                  <c:v>6686049328.860352</c:v>
                </c:pt>
                <c:pt idx="17">
                  <c:v>6846603977.143311</c:v>
                </c:pt>
                <c:pt idx="18">
                  <c:v>6989302740.468018</c:v>
                </c:pt>
                <c:pt idx="19">
                  <c:v>7116849642.404053</c:v>
                </c:pt>
                <c:pt idx="20">
                  <c:v>7231502636.072266</c:v>
                </c:pt>
              </c:numCache>
            </c:numRef>
          </c:val>
          <c:smooth/>
        </c:ser>
        <c:ser>
          <c:idx val="11"/>
          <c:order val="11"/>
          <c:tx>
            <c:strRef>
              <c:f>Sheet1!$M$1</c:f>
              <c:strCache>
                <c:ptCount val="1"/>
                <c:pt idx="0">
                  <c:v>bdg_dgt_video</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0.0</c:v>
                </c:pt>
                <c:pt idx="1">
                  <c:v>580984983.7487793</c:v>
                </c:pt>
                <c:pt idx="2">
                  <c:v>1242400491.6730957</c:v>
                </c:pt>
                <c:pt idx="3">
                  <c:v>1968275273.0352783</c:v>
                </c:pt>
                <c:pt idx="4">
                  <c:v>2732797331.3754883</c:v>
                </c:pt>
                <c:pt idx="5">
                  <c:v>3504277361.886963</c:v>
                </c:pt>
                <c:pt idx="6">
                  <c:v>4251270026.0424805</c:v>
                </c:pt>
                <c:pt idx="7">
                  <c:v>4948347145.778564</c:v>
                </c:pt>
                <c:pt idx="8">
                  <c:v>5579342023.288574</c:v>
                </c:pt>
                <c:pt idx="9">
                  <c:v>6137517192.243652</c:v>
                </c:pt>
                <c:pt idx="10">
                  <c:v>6623599454.608398</c:v>
                </c:pt>
                <c:pt idx="11">
                  <c:v>7043078141.424072</c:v>
                </c:pt>
                <c:pt idx="12">
                  <c:v>7403780256.326782</c:v>
                </c:pt>
                <c:pt idx="13">
                  <c:v>7714143063.60376</c:v>
                </c:pt>
                <c:pt idx="14">
                  <c:v>7982188780.790039</c:v>
                </c:pt>
              </c:numCache>
            </c:numRef>
          </c:val>
          <c:smooth/>
        </c:ser>
        <c:ser>
          <c:idx val="12"/>
          <c:order val="12"/>
          <c:tx>
            <c:strRef>
              <c:f>Sheet1!$N$1</c:f>
              <c:strCache>
                <c:ptCount val="1"/>
                <c:pt idx="0">
                  <c:v>bdg_dgt_video_extrapolated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7982188780.790039</c:v>
                </c:pt>
                <c:pt idx="15">
                  <c:v>8215029702.223755</c:v>
                </c:pt>
                <c:pt idx="16">
                  <c:v>8418710398.783203</c:v>
                </c:pt>
                <c:pt idx="17">
                  <c:v>8598235429.84314</c:v>
                </c:pt>
                <c:pt idx="18">
                  <c:v>8757683115.003174</c:v>
                </c:pt>
                <c:pt idx="19">
                  <c:v>8900347655.554077</c:v>
                </c:pt>
                <c:pt idx="20">
                  <c:v>9028879677.88208</c:v>
                </c:pt>
              </c:numCache>
            </c:numRef>
          </c:val>
          <c:smooth/>
        </c:ser>
        <c:ser>
          <c:idx val="13"/>
          <c:order val="13"/>
          <c:tx>
            <c:strRef>
              <c:f>Sheet1!$O$1</c:f>
              <c:strCache>
                <c:ptCount val="1"/>
                <c:pt idx="0">
                  <c:v>bdg_ecom</c:v>
                </c:pt>
              </c:strCache>
            </c:strRef>
          </c:tx>
          <c:spPr>
            <a:ln w="31750">
              <a:solidFill>
                <a:srgbClr val="FDF49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Sheet1!$O$2:$O$6</c:f>
              <c:numCache>
                <c:formatCode>General</c:formatCode>
                <c:ptCount val="5"/>
                <c:pt idx="0">
                  <c:v>0.0</c:v>
                </c:pt>
                <c:pt idx="1">
                  <c:v>803572496.8128662</c:v>
                </c:pt>
                <c:pt idx="2">
                  <c:v>1796744647.3347168</c:v>
                </c:pt>
                <c:pt idx="3">
                  <c:v>2856083125.7319336</c:v>
                </c:pt>
                <c:pt idx="4">
                  <c:v>3831804214.239868</c:v>
                </c:pt>
              </c:numCache>
            </c:numRef>
          </c:val>
          <c:smooth/>
        </c:ser>
        <c:ser>
          <c:idx val="14"/>
          <c:order val="14"/>
          <c:tx>
            <c:strRef>
              <c:f>Sheet1!$P$1</c:f>
              <c:strCache>
                <c:ptCount val="1"/>
                <c:pt idx="0">
                  <c:v>bdg_ecom_extrapolated</c:v>
                </c:pt>
              </c:strCache>
            </c:strRef>
          </c:tx>
          <c:spPr>
            <a:ln w="31750">
              <a:solidFill>
                <a:srgbClr val="FDF49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Sheet1!$P$2:$P$8</c:f>
              <c:numCache>
                <c:formatCode>General</c:formatCode>
                <c:ptCount val="7"/>
                <c:pt idx="0">
                  <c:v/>
                </c:pt>
                <c:pt idx="1">
                  <c:v/>
                </c:pt>
                <c:pt idx="2">
                  <c:v/>
                </c:pt>
                <c:pt idx="3">
                  <c:v/>
                </c:pt>
                <c:pt idx="4">
                  <c:v>3831804214.239868</c:v>
                </c:pt>
                <c:pt idx="5">
                  <c:v>4637040309.093384</c:v>
                </c:pt>
                <c:pt idx="6">
                  <c:v>5263605057.972412</c:v>
                </c:pt>
              </c:numCache>
            </c:numRef>
          </c:val>
          <c:smooth/>
        </c:ser>
        <c:ser>
          <c:idx val="15"/>
          <c:order val="15"/>
          <c:tx>
            <c:strRef>
              <c:f>Sheet1!$Q$1</c:f>
              <c:strCache>
                <c:ptCount val="1"/>
                <c:pt idx="0">
                  <c:v>bdg_ooh</c:v>
                </c:pt>
              </c:strCache>
            </c:strRef>
          </c:tx>
          <c:spPr>
            <a:ln w="31750">
              <a:solidFill>
                <a:srgbClr val="004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Sheet1!$Q$2:$Q$16</c:f>
              <c:numCache>
                <c:formatCode>General</c:formatCode>
                <c:ptCount val="15"/>
                <c:pt idx="0">
                  <c:v>0.0</c:v>
                </c:pt>
                <c:pt idx="1">
                  <c:v>5066629518.565063</c:v>
                </c:pt>
                <c:pt idx="2">
                  <c:v>11188042027.262085</c:v>
                </c:pt>
                <c:pt idx="3">
                  <c:v>16959230964.571411</c:v>
                </c:pt>
                <c:pt idx="4">
                  <c:v>21426522123.48413</c:v>
                </c:pt>
                <c:pt idx="5">
                  <c:v>24568398548.14209</c:v>
                </c:pt>
                <c:pt idx="6">
                  <c:v>26754407675.2782</c:v>
                </c:pt>
                <c:pt idx="7">
                  <c:v>28327878930.742188</c:v>
                </c:pt>
                <c:pt idx="8">
                  <c:v>29514886979.20117</c:v>
                </c:pt>
                <c:pt idx="9">
                  <c:v>30449996713.664307</c:v>
                </c:pt>
                <c:pt idx="10">
                  <c:v>31212314322.89038</c:v>
                </c:pt>
                <c:pt idx="11">
                  <c:v>31849788325.147705</c:v>
                </c:pt>
                <c:pt idx="12">
                  <c:v>32392997876.905518</c:v>
                </c:pt>
                <c:pt idx="13">
                  <c:v>32862515450.052856</c:v>
                </c:pt>
                <c:pt idx="14">
                  <c:v>33272811329.188843</c:v>
                </c:pt>
              </c:numCache>
            </c:numRef>
          </c:val>
          <c:smooth/>
        </c:ser>
        <c:ser>
          <c:idx val="16"/>
          <c:order val="16"/>
          <c:tx>
            <c:strRef>
              <c:f>Sheet1!$R$1</c:f>
              <c:strCache>
                <c:ptCount val="1"/>
                <c:pt idx="0">
                  <c:v>bdg_ooh_extrapolated</c:v>
                </c:pt>
              </c:strCache>
            </c:strRef>
          </c:tx>
          <c:spPr>
            <a:ln w="31750">
              <a:solidFill>
                <a:srgbClr val="004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33272811329.188843</c:v>
                </c:pt>
                <c:pt idx="15">
                  <c:v>33634402662.580566</c:v>
                </c:pt>
                <c:pt idx="16">
                  <c:v>33955122213.456787</c:v>
                </c:pt>
                <c:pt idx="17">
                  <c:v>34240927900.333984</c:v>
                </c:pt>
                <c:pt idx="18">
                  <c:v>34496450701.27405</c:v>
                </c:pt>
                <c:pt idx="19">
                  <c:v>34725376859.69714</c:v>
                </c:pt>
                <c:pt idx="20">
                  <c:v>34930716258.55054</c:v>
                </c:pt>
              </c:numCache>
            </c:numRef>
          </c:val>
          <c:smooth/>
        </c:ser>
        <c:ser>
          <c:idx val="17"/>
          <c:order val="17"/>
          <c:tx>
            <c:strRef>
              <c:f>Sheet1!$S$1</c:f>
              <c:strCache>
                <c:ptCount val="1"/>
                <c:pt idx="0">
                  <c:v>bdg_pos</c:v>
                </c:pt>
              </c:strCache>
            </c:strRef>
          </c:tx>
          <c:spPr>
            <a:ln w="31750">
              <a:solidFill>
                <a:srgbClr val="8E79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Sheet1!$S$2:$S$9</c:f>
              <c:numCache>
                <c:formatCode>General</c:formatCode>
                <c:ptCount val="8"/>
                <c:pt idx="0">
                  <c:v>0.0</c:v>
                </c:pt>
                <c:pt idx="1">
                  <c:v>55322026.15661621</c:v>
                </c:pt>
                <c:pt idx="2">
                  <c:v>111508916.34118652</c:v>
                </c:pt>
                <c:pt idx="3">
                  <c:v>168490614.2253418</c:v>
                </c:pt>
                <c:pt idx="4">
                  <c:v>226192371.74829102</c:v>
                </c:pt>
                <c:pt idx="5">
                  <c:v>284535139.2043457</c:v>
                </c:pt>
                <c:pt idx="6">
                  <c:v>343436015.2663574</c:v>
                </c:pt>
                <c:pt idx="7">
                  <c:v>402808751.83032227</c:v>
                </c:pt>
              </c:numCache>
            </c:numRef>
          </c:val>
          <c:smooth/>
        </c:ser>
        <c:ser>
          <c:idx val="18"/>
          <c:order val="18"/>
          <c:tx>
            <c:strRef>
              <c:f>Sheet1!$T$1</c:f>
              <c:strCache>
                <c:ptCount val="1"/>
                <c:pt idx="0">
                  <c:v>bdg_pos_extrapolated</c:v>
                </c:pt>
              </c:strCache>
            </c:strRef>
          </c:tx>
          <c:spPr>
            <a:ln w="31750">
              <a:solidFill>
                <a:srgbClr val="8E79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Sheet1!$T$2:$T$12</c:f>
              <c:numCache>
                <c:formatCode>General</c:formatCode>
                <c:ptCount val="11"/>
                <c:pt idx="0">
                  <c:v/>
                </c:pt>
                <c:pt idx="1">
                  <c:v/>
                </c:pt>
                <c:pt idx="2">
                  <c:v/>
                </c:pt>
                <c:pt idx="3">
                  <c:v/>
                </c:pt>
                <c:pt idx="4">
                  <c:v/>
                </c:pt>
                <c:pt idx="5">
                  <c:v/>
                </c:pt>
                <c:pt idx="6">
                  <c:v/>
                </c:pt>
                <c:pt idx="7">
                  <c:v>402808751.83032227</c:v>
                </c:pt>
                <c:pt idx="8">
                  <c:v>462564307.18774414</c:v>
                </c:pt>
                <c:pt idx="9">
                  <c:v>522611439.7836914</c:v>
                </c:pt>
                <c:pt idx="10">
                  <c:v>582857333.7531738</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00DD"/>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#N/A</c:v>
                </c:pt>
                <c:pt idx="1">
                  <c:v>57.676868946191405</c:v>
                </c:pt>
                <c:pt idx="2">
                  <c:v>59.78525440158691</c:v>
                </c:pt>
                <c:pt idx="3">
                  <c:v>61.6846832590332</c:v>
                </c:pt>
                <c:pt idx="4">
                  <c:v>63.32008755916748</c:v>
                </c:pt>
              </c:numCache>
            </c:numRef>
          </c:val>
          <c:smooth/>
        </c:ser>
        <c:ser>
          <c:idx val="1"/>
          <c:order val="1"/>
          <c:tx>
            <c:strRef>
              <c:f>Sheet1!$C$1</c:f>
              <c:strCache>
                <c:ptCount val="1"/>
                <c:pt idx="0">
                  <c:v>PR_extrapolated</c:v>
                </c:pt>
              </c:strCache>
            </c:strRef>
          </c:tx>
          <c:spPr>
            <a:ln w="31750">
              <a:solidFill>
                <a:srgbClr val="0000DD"/>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63.32008755916748</c:v>
                </c:pt>
                <c:pt idx="5">
                  <c:v>64.64549198916993</c:v>
                </c:pt>
                <c:pt idx="6">
                  <c:v>65.62841976442465</c:v>
                </c:pt>
              </c:numCache>
            </c:numRef>
          </c:val>
          <c:smooth/>
        </c:ser>
        <c:ser>
          <c:idx val="2"/>
          <c:order val="2"/>
          <c:tx>
            <c:strRef>
              <c:f>Sheet1!$D$1</c:f>
              <c:strCache>
                <c:ptCount val="1"/>
                <c:pt idx="0">
                  <c:v>TV</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#N/A</c:v>
                </c:pt>
                <c:pt idx="1">
                  <c:v>8.732746215087891</c:v>
                </c:pt>
                <c:pt idx="2">
                  <c:v>8.738111853088379</c:v>
                </c:pt>
                <c:pt idx="3">
                  <c:v>8.74345048968099</c:v>
                </c:pt>
                <c:pt idx="4">
                  <c:v>8.748761997253418</c:v>
                </c:pt>
                <c:pt idx="5">
                  <c:v>8.754046248706056</c:v>
                </c:pt>
                <c:pt idx="6">
                  <c:v>8.759303117618815</c:v>
                </c:pt>
                <c:pt idx="7">
                  <c:v>8.764532478184291</c:v>
                </c:pt>
                <c:pt idx="8">
                  <c:v>8.769734205230712</c:v>
                </c:pt>
                <c:pt idx="9">
                  <c:v>8.774908174245876</c:v>
                </c:pt>
                <c:pt idx="10">
                  <c:v>8.78005426137207</c:v>
                </c:pt>
                <c:pt idx="11">
                  <c:v>8.78517234342152</c:v>
                </c:pt>
                <c:pt idx="12">
                  <c:v>8.79026229787801</c:v>
                </c:pt>
                <c:pt idx="13">
                  <c:v>8.79532400291842</c:v>
                </c:pt>
                <c:pt idx="14">
                  <c:v>8.800357337412807</c:v>
                </c:pt>
                <c:pt idx="15">
                  <c:v>8.80536218093099</c:v>
                </c:pt>
                <c:pt idx="16">
                  <c:v>8.810338413763427</c:v>
                </c:pt>
                <c:pt idx="17">
                  <c:v>8.815285916914638</c:v>
                </c:pt>
                <c:pt idx="18">
                  <c:v>8.82020457212321</c:v>
                </c:pt>
                <c:pt idx="19">
                  <c:v>8.825094261867804</c:v>
                </c:pt>
                <c:pt idx="20">
                  <c:v>8.829954869370118</c:v>
                </c:pt>
                <c:pt idx="21">
                  <c:v>8.834786278617932</c:v>
                </c:pt>
                <c:pt idx="22">
                  <c:v>8.839588374356357</c:v>
                </c:pt>
                <c:pt idx="23">
                  <c:v>8.844361042106827</c:v>
                </c:pt>
                <c:pt idx="24">
                  <c:v>8.849104168174234</c:v>
                </c:pt>
                <c:pt idx="25">
                  <c:v>8.853817639654297</c:v>
                </c:pt>
                <c:pt idx="26">
                  <c:v>8.858501344442045</c:v>
                </c:pt>
                <c:pt idx="27">
                  <c:v>8.863155171242044</c:v>
                </c:pt>
                <c:pt idx="28">
                  <c:v>8.867779009571185</c:v>
                </c:pt>
                <c:pt idx="29">
                  <c:v>8.872372749775222</c:v>
                </c:pt>
                <c:pt idx="30">
                  <c:v>8.876936283030599</c:v>
                </c:pt>
                <c:pt idx="31">
                  <c:v>8.881469501357737</c:v>
                </c:pt>
                <c:pt idx="32">
                  <c:v>8.885972297621917</c:v>
                </c:pt>
                <c:pt idx="33">
                  <c:v>8.890444565549538</c:v>
                </c:pt>
                <c:pt idx="34">
                  <c:v>8.89488619973001</c:v>
                </c:pt>
                <c:pt idx="35">
                  <c:v>8.899297095628487</c:v>
                </c:pt>
                <c:pt idx="36">
                  <c:v>8.903677149590386</c:v>
                </c:pt>
                <c:pt idx="37">
                  <c:v>8.908026258849107</c:v>
                </c:pt>
                <c:pt idx="38">
                  <c:v>8.912344321535773</c:v>
                </c:pt>
                <c:pt idx="39">
                  <c:v>8.916631236688701</c:v>
                </c:pt>
                <c:pt idx="40">
                  <c:v>8.92088690425415</c:v>
                </c:pt>
                <c:pt idx="41">
                  <c:v>8.92511122510242</c:v>
                </c:pt>
                <c:pt idx="42">
                  <c:v>8.929304101028297</c:v>
                </c:pt>
                <c:pt idx="43">
                  <c:v>8.933465434762219</c:v>
                </c:pt>
                <c:pt idx="44">
                  <c:v>8.937595129978249</c:v>
                </c:pt>
                <c:pt idx="45">
                  <c:v>8.94169309129937</c:v>
                </c:pt>
                <c:pt idx="46">
                  <c:v>8.94575922430473</c:v>
                </c:pt>
                <c:pt idx="47">
                  <c:v>8.949793435537526</c:v>
                </c:pt>
                <c:pt idx="48">
                  <c:v>8.953795632513428</c:v>
                </c:pt>
                <c:pt idx="49">
                  <c:v>8.957765723725487</c:v>
                </c:pt>
                <c:pt idx="50">
                  <c:v>8.961703618650391</c:v>
                </c:pt>
                <c:pt idx="51">
                  <c:v>8.965609227759268</c:v>
                </c:pt>
                <c:pt idx="52">
                  <c:v>8.969482462521128</c:v>
                </c:pt>
                <c:pt idx="53">
                  <c:v>8.973323235408682</c:v>
                </c:pt>
                <c:pt idx="54">
                  <c:v>8.977131459908492</c:v>
                </c:pt>
                <c:pt idx="55">
                  <c:v>8.980907050526012</c:v>
                </c:pt>
                <c:pt idx="56">
                  <c:v>8.984649922789655</c:v>
                </c:pt>
                <c:pt idx="57">
                  <c:v>8.988359993260863</c:v>
                </c:pt>
                <c:pt idx="58">
                  <c:v>8.99203717953849</c:v>
                </c:pt>
                <c:pt idx="59">
                  <c:v>8.995681400265658</c:v>
                </c:pt>
                <c:pt idx="60">
                  <c:v>8.999292575133463</c:v>
                </c:pt>
              </c:numCache>
            </c:numRef>
          </c:val>
          <c:smooth/>
        </c:ser>
        <c:ser>
          <c:idx val="3"/>
          <c:order val="3"/>
          <c:tx>
            <c:strRef>
              <c:f>Sheet1!$E$1</c:f>
              <c:strCache>
                <c:ptCount val="1"/>
                <c:pt idx="0">
                  <c:v>bdg_dgt_display</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#N/A</c:v>
                </c:pt>
                <c:pt idx="1">
                  <c:v>474.1782961980957</c:v>
                </c:pt>
                <c:pt idx="2">
                  <c:v>525.1640857078613</c:v>
                </c:pt>
                <c:pt idx="3">
                  <c:v>518.0796380876953</c:v>
                </c:pt>
                <c:pt idx="4">
                  <c:v>476.7421059718384</c:v>
                </c:pt>
                <c:pt idx="5">
                  <c:v>427.5664240509668</c:v>
                </c:pt>
                <c:pt idx="6">
                  <c:v>382.2894433002075</c:v>
                </c:pt>
                <c:pt idx="7">
                  <c:v>343.6955951839844</c:v>
                </c:pt>
                <c:pt idx="8">
                  <c:v>311.4243515576782</c:v>
                </c:pt>
                <c:pt idx="9">
                  <c:v>284.3948685106228</c:v>
                </c:pt>
                <c:pt idx="10">
                  <c:v>261.5565571299292</c:v>
                </c:pt>
                <c:pt idx="11">
                  <c:v>242.05532781029385</c:v>
                </c:pt>
                <c:pt idx="12">
                  <c:v>225.22994579621988</c:v>
                </c:pt>
                <c:pt idx="13">
                  <c:v>210.57261289819712</c:v>
                </c:pt>
                <c:pt idx="14">
                  <c:v>197.6910716169329</c:v>
                </c:pt>
              </c:numCache>
            </c:numRef>
          </c:val>
          <c:smooth/>
        </c:ser>
        <c:ser>
          <c:idx val="4"/>
          <c:order val="4"/>
          <c:tx>
            <c:strRef>
              <c:f>Sheet1!$F$1</c:f>
              <c:strCache>
                <c:ptCount val="1"/>
                <c:pt idx="0">
                  <c:v>bdg_dgt_display_extrapolated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197.6910716169329</c:v>
                </c:pt>
                <c:pt idx="15">
                  <c:v>186.2793687816911</c:v>
                </c:pt>
                <c:pt idx="16">
                  <c:v>176.09648020288392</c:v>
                </c:pt>
                <c:pt idx="17">
                  <c:v>166.95073516691463</c:v>
                </c:pt>
                <c:pt idx="18">
                  <c:v>158.68833076384007</c:v>
                </c:pt>
                <c:pt idx="19">
                  <c:v>151.18474850448192</c:v>
                </c:pt>
                <c:pt idx="20">
                  <c:v>144.33827410019654</c:v>
                </c:pt>
              </c:numCache>
            </c:numRef>
          </c:val>
          <c:smooth/>
        </c:ser>
        <c:ser>
          <c:idx val="5"/>
          <c:order val="5"/>
          <c:tx>
            <c:strRef>
              <c:f>Sheet1!$G$1</c:f>
              <c:strCache>
                <c:ptCount val="1"/>
                <c:pt idx="0">
                  <c:v>bdg_dgt_perform</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Sheet1!$G$2:$G$9</c:f>
              <c:numCache>
                <c:formatCode>General</c:formatCode>
                <c:ptCount val="8"/>
                <c:pt idx="0">
                  <c:v>#N/A</c:v>
                </c:pt>
                <c:pt idx="1">
                  <c:v>1177.0248413601075</c:v>
                </c:pt>
                <c:pt idx="2">
                  <c:v>1124.2057055333496</c:v>
                </c:pt>
                <c:pt idx="3">
                  <c:v>1015.4772851841959</c:v>
                </c:pt>
                <c:pt idx="4">
                  <c:v>896.0839817044861</c:v>
                </c:pt>
                <c:pt idx="5">
                  <c:v>788.4335003413281</c:v>
                </c:pt>
                <c:pt idx="6">
                  <c:v>698.0796447460449</c:v>
                </c:pt>
                <c:pt idx="7">
                  <c:v>623.8056397899973</c:v>
                </c:pt>
              </c:numCache>
            </c:numRef>
          </c:val>
          <c:smooth/>
        </c:ser>
        <c:ser>
          <c:idx val="6"/>
          <c:order val="6"/>
          <c:tx>
            <c:strRef>
              <c:f>Sheet1!$H$1</c:f>
              <c:strCache>
                <c:ptCount val="1"/>
                <c:pt idx="0">
                  <c:v>bdg_dgt_perform_extrapolated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Sheet1!$H$2:$H$12</c:f>
              <c:numCache>
                <c:formatCode>General</c:formatCode>
                <c:ptCount val="11"/>
                <c:pt idx="0">
                  <c:v/>
                </c:pt>
                <c:pt idx="1">
                  <c:v/>
                </c:pt>
                <c:pt idx="2">
                  <c:v/>
                </c:pt>
                <c:pt idx="3">
                  <c:v/>
                </c:pt>
                <c:pt idx="4">
                  <c:v/>
                </c:pt>
                <c:pt idx="5">
                  <c:v/>
                </c:pt>
                <c:pt idx="6">
                  <c:v/>
                </c:pt>
                <c:pt idx="7">
                  <c:v>623.8056397899973</c:v>
                </c:pt>
                <c:pt idx="8">
                  <c:v>562.7217863326019</c:v>
                </c:pt>
                <c:pt idx="9">
                  <c:v>512.0369048706624</c:v>
                </c:pt>
                <c:pt idx="10">
                  <c:v>469.4878324111328</c:v>
                </c:pt>
              </c:numCache>
            </c:numRef>
          </c:val>
          <c:smooth/>
        </c:ser>
        <c:ser>
          <c:idx val="7"/>
          <c:order val="7"/>
          <c:tx>
            <c:strRef>
              <c:f>Sheet1!$I$1</c:f>
              <c:strCache>
                <c:ptCount val="1"/>
                <c:pt idx="0">
                  <c:v>bdg_dgt_special</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#N/A</c:v>
                </c:pt>
                <c:pt idx="1">
                  <c:v>95.37120131069337</c:v>
                </c:pt>
                <c:pt idx="2">
                  <c:v>100.13587512897949</c:v>
                </c:pt>
                <c:pt idx="3">
                  <c:v>104.14156046842447</c:v>
                </c:pt>
                <c:pt idx="4">
                  <c:v>107.17113344385986</c:v>
                </c:pt>
                <c:pt idx="5">
                  <c:v>109.08746849416993</c:v>
                </c:pt>
                <c:pt idx="6">
                  <c:v>109.85549115855713</c:v>
                </c:pt>
                <c:pt idx="7">
                  <c:v>109.54011379882115</c:v>
                </c:pt>
                <c:pt idx="8">
                  <c:v>108.28304467876588</c:v>
                </c:pt>
                <c:pt idx="9">
                  <c:v>106.26906730355088</c:v>
                </c:pt>
                <c:pt idx="10">
                  <c:v>103.69339272625</c:v>
                </c:pt>
                <c:pt idx="11">
                  <c:v>100.73751368522505</c:v>
                </c:pt>
                <c:pt idx="12">
                  <c:v>97.55561177096762</c:v>
                </c:pt>
                <c:pt idx="13">
                  <c:v>94.26987139100436</c:v>
                </c:pt>
                <c:pt idx="14">
                  <c:v>90.97166686123744</c:v>
                </c:pt>
              </c:numCache>
            </c:numRef>
          </c:val>
          <c:smooth/>
        </c:ser>
        <c:ser>
          <c:idx val="8"/>
          <c:order val="8"/>
          <c:tx>
            <c:strRef>
              <c:f>Sheet1!$J$1</c:f>
              <c:strCache>
                <c:ptCount val="1"/>
                <c:pt idx="0">
                  <c:v>bdg_dgt_special_extrapolated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90.97166686123744</c:v>
                </c:pt>
                <c:pt idx="15">
                  <c:v>87.72577844722169</c:v>
                </c:pt>
                <c:pt idx="16">
                  <c:v>84.5756166107544</c:v>
                </c:pt>
                <c:pt idx="17">
                  <c:v>81.54828208403895</c:v>
                </c:pt>
                <c:pt idx="18">
                  <c:v>78.65891933853352</c:v>
                </c:pt>
                <c:pt idx="19">
                  <c:v>75.91420676214793</c:v>
                </c:pt>
                <c:pt idx="20">
                  <c:v>73.31502636072265</c:v>
                </c:pt>
              </c:numCache>
            </c:numRef>
          </c:val>
          <c:smooth/>
        </c:ser>
        <c:ser>
          <c:idx val="9"/>
          <c:order val="9"/>
          <c:tx>
            <c:strRef>
              <c:f>Sheet1!$K$1</c:f>
              <c:strCache>
                <c:ptCount val="1"/>
                <c:pt idx="0">
                  <c:v>bdg_dgt_video</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#N/A</c:v>
                </c:pt>
                <c:pt idx="1">
                  <c:v>117.19699674975585</c:v>
                </c:pt>
                <c:pt idx="2">
                  <c:v>125.24004916730956</c:v>
                </c:pt>
                <c:pt idx="3">
                  <c:v>132.21835153568523</c:v>
                </c:pt>
                <c:pt idx="4">
                  <c:v>137.6398665687744</c:v>
                </c:pt>
                <c:pt idx="5">
                  <c:v>141.17109447547853</c:v>
                </c:pt>
                <c:pt idx="6">
                  <c:v>142.70900086808268</c:v>
                </c:pt>
                <c:pt idx="7">
                  <c:v>142.3813470222447</c:v>
                </c:pt>
                <c:pt idx="8">
                  <c:v>140.48355058221435</c:v>
                </c:pt>
                <c:pt idx="9">
                  <c:v>137.38927093874784</c:v>
                </c:pt>
                <c:pt idx="10">
                  <c:v>133.47198909216797</c:v>
                </c:pt>
                <c:pt idx="11">
                  <c:v>129.0559662077104</c:v>
                </c:pt>
                <c:pt idx="12">
                  <c:v>124.39633760544638</c:v>
                </c:pt>
                <c:pt idx="13">
                  <c:v>119.67912405544246</c:v>
                </c:pt>
                <c:pt idx="14">
                  <c:v>115.03126829700055</c:v>
                </c:pt>
              </c:numCache>
            </c:numRef>
          </c:val>
          <c:smooth/>
        </c:ser>
        <c:ser>
          <c:idx val="10"/>
          <c:order val="10"/>
          <c:tx>
            <c:strRef>
              <c:f>Sheet1!$L$1</c:f>
              <c:strCache>
                <c:ptCount val="1"/>
                <c:pt idx="0">
                  <c:v>bdg_dgt_video_extrapolated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115.03126829700055</c:v>
                </c:pt>
                <c:pt idx="15">
                  <c:v>110.5337293629834</c:v>
                </c:pt>
                <c:pt idx="16">
                  <c:v>106.23387998479004</c:v>
                </c:pt>
                <c:pt idx="17">
                  <c:v>102.15571093933106</c:v>
                </c:pt>
                <c:pt idx="18">
                  <c:v>98.30759016670193</c:v>
                </c:pt>
                <c:pt idx="19">
                  <c:v>94.68787005846397</c:v>
                </c:pt>
                <c:pt idx="20">
                  <c:v>91.2887967788208</c:v>
                </c:pt>
              </c:numCache>
            </c:numRef>
          </c:val>
          <c:smooth/>
        </c:ser>
        <c:ser>
          <c:idx val="11"/>
          <c:order val="11"/>
          <c:tx>
            <c:strRef>
              <c:f>Sheet1!$M$1</c:f>
              <c:strCache>
                <c:ptCount val="1"/>
                <c:pt idx="0">
                  <c:v>bdg_ecom</c:v>
                </c:pt>
              </c:strCache>
            </c:strRef>
          </c:tx>
          <c:spPr>
            <a:ln w="31750">
              <a:solidFill>
                <a:srgbClr val="FDF49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Sheet1!$M$2:$M$6</c:f>
              <c:numCache>
                <c:formatCode>General</c:formatCode>
                <c:ptCount val="5"/>
                <c:pt idx="0">
                  <c:v>#N/A</c:v>
                </c:pt>
                <c:pt idx="1">
                  <c:v>161.71449936257324</c:v>
                </c:pt>
                <c:pt idx="2">
                  <c:v>180.67446473347167</c:v>
                </c:pt>
                <c:pt idx="3">
                  <c:v>191.40554171546225</c:v>
                </c:pt>
                <c:pt idx="4">
                  <c:v>192.59021071199342</c:v>
                </c:pt>
              </c:numCache>
            </c:numRef>
          </c:val>
          <c:smooth/>
        </c:ser>
        <c:ser>
          <c:idx val="12"/>
          <c:order val="12"/>
          <c:tx>
            <c:strRef>
              <c:f>Sheet1!$N$1</c:f>
              <c:strCache>
                <c:ptCount val="1"/>
                <c:pt idx="0">
                  <c:v>bdg_ecom_extrapolated</c:v>
                </c:pt>
              </c:strCache>
            </c:strRef>
          </c:tx>
          <c:spPr>
            <a:ln w="31750">
              <a:solidFill>
                <a:srgbClr val="FDF49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Sheet1!$N$2:$N$8</c:f>
              <c:numCache>
                <c:formatCode>General</c:formatCode>
                <c:ptCount val="7"/>
                <c:pt idx="0">
                  <c:v/>
                </c:pt>
                <c:pt idx="1">
                  <c:v/>
                </c:pt>
                <c:pt idx="2">
                  <c:v/>
                </c:pt>
                <c:pt idx="3">
                  <c:v/>
                </c:pt>
                <c:pt idx="4">
                  <c:v>192.59021071199342</c:v>
                </c:pt>
                <c:pt idx="5">
                  <c:v>186.48161236373537</c:v>
                </c:pt>
                <c:pt idx="6">
                  <c:v>176.45350193241373</c:v>
                </c:pt>
              </c:numCache>
            </c:numRef>
          </c:val>
          <c:smooth/>
        </c:ser>
        <c:ser>
          <c:idx val="13"/>
          <c:order val="13"/>
          <c:tx>
            <c:strRef>
              <c:f>Sheet1!$O$1</c:f>
              <c:strCache>
                <c:ptCount val="1"/>
                <c:pt idx="0">
                  <c:v>bdg_ooh</c:v>
                </c:pt>
              </c:strCache>
            </c:strRef>
          </c:tx>
          <c:spPr>
            <a:ln w="31750">
              <a:solidFill>
                <a:srgbClr val="004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Sheet1!$O$2:$O$16</c:f>
              <c:numCache>
                <c:formatCode>General</c:formatCode>
                <c:ptCount val="15"/>
                <c:pt idx="0">
                  <c:v>#N/A</c:v>
                </c:pt>
                <c:pt idx="1">
                  <c:v>1014.3259037130127</c:v>
                </c:pt>
                <c:pt idx="2">
                  <c:v>1119.8042027262086</c:v>
                </c:pt>
                <c:pt idx="3">
                  <c:v>1131.615397638094</c:v>
                </c:pt>
                <c:pt idx="4">
                  <c:v>1072.3261061742066</c:v>
                </c:pt>
                <c:pt idx="5">
                  <c:v>983.7359419256836</c:v>
                </c:pt>
                <c:pt idx="6">
                  <c:v>892.8135891759399</c:v>
                </c:pt>
                <c:pt idx="7">
                  <c:v>810.3679694497768</c:v>
                </c:pt>
                <c:pt idx="8">
                  <c:v>738.8721744800293</c:v>
                </c:pt>
                <c:pt idx="9">
                  <c:v>677.6665936369845</c:v>
                </c:pt>
                <c:pt idx="10">
                  <c:v>625.2462864578076</c:v>
                </c:pt>
                <c:pt idx="11">
                  <c:v>580.087060457231</c:v>
                </c:pt>
                <c:pt idx="12">
                  <c:v>540.8832979484253</c:v>
                </c:pt>
                <c:pt idx="13">
                  <c:v>506.5771607700439</c:v>
                </c:pt>
                <c:pt idx="14">
                  <c:v>476.3258761312692</c:v>
                </c:pt>
              </c:numCache>
            </c:numRef>
          </c:val>
          <c:smooth/>
        </c:ser>
        <c:ser>
          <c:idx val="14"/>
          <c:order val="14"/>
          <c:tx>
            <c:strRef>
              <c:f>Sheet1!$P$1</c:f>
              <c:strCache>
                <c:ptCount val="1"/>
                <c:pt idx="0">
                  <c:v>bdg_ooh_extrapolated</c:v>
                </c:pt>
              </c:strCache>
            </c:strRef>
          </c:tx>
          <c:spPr>
            <a:ln w="31750">
              <a:solidFill>
                <a:srgbClr val="004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476.3258761312692</c:v>
                </c:pt>
                <c:pt idx="15">
                  <c:v>449.4587021677409</c:v>
                </c:pt>
                <c:pt idx="16">
                  <c:v>425.43902766820986</c:v>
                </c:pt>
                <c:pt idx="17">
                  <c:v>403.8344458862822</c:v>
                </c:pt>
                <c:pt idx="18">
                  <c:v>384.29389668082274</c:v>
                </c:pt>
                <c:pt idx="19">
                  <c:v>366.53028273365413</c:v>
                </c:pt>
                <c:pt idx="20">
                  <c:v>350.30716258550535</c:v>
                </c:pt>
              </c:numCache>
            </c:numRef>
          </c:val>
          <c:smooth/>
        </c:ser>
        <c:ser>
          <c:idx val="15"/>
          <c:order val="15"/>
          <c:tx>
            <c:strRef>
              <c:f>Sheet1!$Q$1</c:f>
              <c:strCache>
                <c:ptCount val="1"/>
                <c:pt idx="0">
                  <c:v>bdg_pos</c:v>
                </c:pt>
              </c:strCache>
            </c:strRef>
          </c:tx>
          <c:spPr>
            <a:ln w="31750">
              <a:solidFill>
                <a:srgbClr val="8E79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Sheet1!$Q$2:$Q$9</c:f>
              <c:numCache>
                <c:formatCode>General</c:formatCode>
                <c:ptCount val="8"/>
                <c:pt idx="0">
                  <c:v>#N/A</c:v>
                </c:pt>
                <c:pt idx="1">
                  <c:v>12.064405231323242</c:v>
                </c:pt>
                <c:pt idx="2">
                  <c:v>12.150891634118652</c:v>
                </c:pt>
                <c:pt idx="3">
                  <c:v>12.232707615022786</c:v>
                </c:pt>
                <c:pt idx="4">
                  <c:v>12.309618587414551</c:v>
                </c:pt>
                <c:pt idx="5">
                  <c:v>12.381405568173829</c:v>
                </c:pt>
                <c:pt idx="6">
                  <c:v>12.447867175545248</c:v>
                </c:pt>
                <c:pt idx="7">
                  <c:v>12.50882148086635</c:v>
                </c:pt>
              </c:numCache>
            </c:numRef>
          </c:val>
          <c:smooth/>
        </c:ser>
        <c:ser>
          <c:idx val="16"/>
          <c:order val="16"/>
          <c:tx>
            <c:strRef>
              <c:f>Sheet1!$R$1</c:f>
              <c:strCache>
                <c:ptCount val="1"/>
                <c:pt idx="0">
                  <c:v>bdg_pos_extrapolated</c:v>
                </c:pt>
              </c:strCache>
            </c:strRef>
          </c:tx>
          <c:spPr>
            <a:ln w="31750">
              <a:solidFill>
                <a:srgbClr val="8E79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Sheet1!$R$2:$R$12</c:f>
              <c:numCache>
                <c:formatCode>General</c:formatCode>
                <c:ptCount val="11"/>
                <c:pt idx="0">
                  <c:v/>
                </c:pt>
                <c:pt idx="1">
                  <c:v/>
                </c:pt>
                <c:pt idx="2">
                  <c:v/>
                </c:pt>
                <c:pt idx="3">
                  <c:v/>
                </c:pt>
                <c:pt idx="4">
                  <c:v/>
                </c:pt>
                <c:pt idx="5">
                  <c:v/>
                </c:pt>
                <c:pt idx="6">
                  <c:v/>
                </c:pt>
                <c:pt idx="7">
                  <c:v>12.50882148086635</c:v>
                </c:pt>
                <c:pt idx="8">
                  <c:v>12.564107679693603</c:v>
                </c:pt>
                <c:pt idx="9">
                  <c:v>12.613587550748697</c:v>
                </c:pt>
                <c:pt idx="10">
                  <c:v>12.657146675063476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5.xml"/><Relationship Id="rId3" Type="http://schemas.openxmlformats.org/officeDocument/2006/relationships/chart" Target="../charts/char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9.xml"/><Relationship Id="rId3" Type="http://schemas.openxmlformats.org/officeDocument/2006/relationships/chart" Target="../charts/chart30.xml"/><Relationship Id="rId4" Type="http://schemas.openxmlformats.org/officeDocument/2006/relationships/chart" Target="../charts/chart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2.xml"/><Relationship Id="rId3" Type="http://schemas.openxmlformats.org/officeDocument/2006/relationships/chart" Target="../charts/chart33.xml"/><Relationship Id="rId4" Type="http://schemas.openxmlformats.org/officeDocument/2006/relationships/chart" Target="../charts/char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2025 expected sales: 198.6 Mln. Packs, 45.06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336 804 800</a:t>
                      </a:r>
                    </a:p>
                  </a:txBody>
                  <a:tcPr marB="0" marT="0"/>
                </a:tc>
                <a:tc>
                  <a:txBody>
                    <a:bodyPr/>
                    <a:lstStyle/>
                    <a:p>
                      <a:pPr algn="ctr">
                        <a:defRPr sz="1000">
                          <a:latin typeface="Calibri"/>
                        </a:defRPr>
                      </a:pPr>
                      <a:r>
                        <a:t>337 460 442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338 610 800</a:t>
                      </a:r>
                    </a:p>
                  </a:txBody>
                  <a:tcPr marB="0" marT="0"/>
                </a:tc>
                <a:tc>
                  <a:txBody>
                    <a:bodyPr/>
                    <a:lstStyle/>
                    <a:p>
                      <a:pPr algn="ctr">
                        <a:defRPr sz="1000">
                          <a:latin typeface="Calibri"/>
                        </a:defRPr>
                      </a:pPr>
                      <a:r>
                        <a:t>337 338 656</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368 143 600</a:t>
                      </a:r>
                    </a:p>
                  </a:txBody>
                  <a:tcPr marB="0" marT="0"/>
                </a:tc>
                <a:tc>
                  <a:txBody>
                    <a:bodyPr/>
                    <a:lstStyle/>
                    <a:p>
                      <a:pPr algn="ctr">
                        <a:defRPr sz="1000">
                          <a:latin typeface="Calibri"/>
                        </a:defRPr>
                      </a:pPr>
                      <a:r>
                        <a:t>366 394 455</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378 564 200</a:t>
                      </a:r>
                    </a:p>
                  </a:txBody>
                  <a:tcPr marB="0" marT="0"/>
                </a:tc>
                <a:tc>
                  <a:txBody>
                    <a:bodyPr/>
                    <a:lstStyle/>
                    <a:p>
                      <a:pPr algn="ctr">
                        <a:defRPr sz="1000">
                          <a:latin typeface="Calibri"/>
                        </a:defRPr>
                      </a:pPr>
                      <a:r>
                        <a:t>380 633 548</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436 671 900</a:t>
                      </a:r>
                    </a:p>
                  </a:txBody>
                  <a:tcPr marB="0" marT="0"/>
                </a:tc>
                <a:tc>
                  <a:txBody>
                    <a:bodyPr/>
                    <a:lstStyle/>
                    <a:p>
                      <a:pPr algn="ctr">
                        <a:defRPr sz="1000">
                          <a:latin typeface="Calibri"/>
                        </a:defRPr>
                      </a:pPr>
                      <a:r>
                        <a:t>436 374 723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200 207 900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198 604 913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-0.8%</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68 936 383 344</a:t>
                      </a:r>
                    </a:p>
                  </a:txBody>
                  <a:tcPr marB="0" marT="0"/>
                </a:tc>
                <a:tc>
                  <a:txBody>
                    <a:bodyPr/>
                    <a:lstStyle/>
                    <a:p>
                      <a:pPr algn="ctr">
                        <a:defRPr sz="1000">
                          <a:latin typeface="Calibri"/>
                        </a:defRPr>
                      </a:pPr>
                      <a:r>
                        <a:t>68 994 004 718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67 611 333 000</a:t>
                      </a:r>
                    </a:p>
                  </a:txBody>
                  <a:tcPr marB="0" marT="0"/>
                </a:tc>
                <a:tc>
                  <a:txBody>
                    <a:bodyPr/>
                    <a:lstStyle/>
                    <a:p>
                      <a:pPr algn="ctr">
                        <a:defRPr sz="1000">
                          <a:latin typeface="Calibri"/>
                        </a:defRPr>
                      </a:pPr>
                      <a:r>
                        <a:t>67 356 608 618</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74 838 463 148</a:t>
                      </a:r>
                    </a:p>
                  </a:txBody>
                  <a:tcPr marB="0" marT="0"/>
                </a:tc>
                <a:tc>
                  <a:txBody>
                    <a:bodyPr/>
                    <a:lstStyle/>
                    <a:p>
                      <a:pPr algn="ctr">
                        <a:defRPr sz="1000">
                          <a:latin typeface="Calibri"/>
                        </a:defRPr>
                      </a:pPr>
                      <a:r>
                        <a:t>74 447 874 161</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76 118 991 168</a:t>
                      </a:r>
                    </a:p>
                  </a:txBody>
                  <a:tcPr marB="0" marT="0"/>
                </a:tc>
                <a:tc>
                  <a:txBody>
                    <a:bodyPr/>
                    <a:lstStyle/>
                    <a:p>
                      <a:pPr algn="ctr">
                        <a:defRPr sz="1000">
                          <a:latin typeface="Calibri"/>
                        </a:defRPr>
                      </a:pPr>
                      <a:r>
                        <a:t>76 554 321 419</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88 186 915 559</a:t>
                      </a:r>
                    </a:p>
                  </a:txBody>
                  <a:tcPr marB="0" marT="0"/>
                </a:tc>
                <a:tc>
                  <a:txBody>
                    <a:bodyPr/>
                    <a:lstStyle/>
                    <a:p>
                      <a:pPr algn="ctr">
                        <a:defRPr sz="1000">
                          <a:latin typeface="Calibri"/>
                        </a:defRPr>
                      </a:pPr>
                      <a:r>
                        <a:t>88 031 879 469</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45 425 211 036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45 062 706 847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Form_A. 2025 expected sales: 31.45 Mln. Packs, 7.12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52 441 300</a:t>
                      </a:r>
                    </a:p>
                  </a:txBody>
                  <a:tcPr marB="0" marT="0"/>
                </a:tc>
                <a:tc>
                  <a:txBody>
                    <a:bodyPr/>
                    <a:lstStyle/>
                    <a:p>
                      <a:pPr algn="ctr">
                        <a:defRPr sz="1000">
                          <a:latin typeface="Calibri"/>
                        </a:defRPr>
                      </a:pPr>
                      <a:r>
                        <a:t>53 105 875</a:t>
                      </a:r>
                    </a:p>
                  </a:txBody>
                  <a:tcPr marB="0" marT="0"/>
                </a:tc>
                <a:tc>
                  <a:txBody>
                    <a:bodyPr/>
                    <a:lstStyle/>
                    <a:p>
                      <a:pPr algn="ctr">
                        <a:defRPr sz="1000">
                          <a:latin typeface="Calibri"/>
                        </a:defRPr>
                      </a:pPr>
                      <a:r>
                        <a:t>1.3%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53 266 800</a:t>
                      </a:r>
                    </a:p>
                  </a:txBody>
                  <a:tcPr marB="0" marT="0"/>
                </a:tc>
                <a:tc>
                  <a:txBody>
                    <a:bodyPr/>
                    <a:lstStyle/>
                    <a:p>
                      <a:pPr algn="ctr">
                        <a:defRPr sz="1000">
                          <a:latin typeface="Calibri"/>
                        </a:defRPr>
                      </a:pPr>
                      <a:r>
                        <a:t>53 086 169</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58 474 800</a:t>
                      </a:r>
                    </a:p>
                  </a:txBody>
                  <a:tcPr marB="0" marT="0"/>
                </a:tc>
                <a:tc>
                  <a:txBody>
                    <a:bodyPr/>
                    <a:lstStyle/>
                    <a:p>
                      <a:pPr algn="ctr">
                        <a:defRPr sz="1000">
                          <a:latin typeface="Calibri"/>
                        </a:defRPr>
                      </a:pPr>
                      <a:r>
                        <a:t>57 907 991</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60 427 200</a:t>
                      </a:r>
                    </a:p>
                  </a:txBody>
                  <a:tcPr marB="0" marT="0"/>
                </a:tc>
                <a:tc>
                  <a:txBody>
                    <a:bodyPr/>
                    <a:lstStyle/>
                    <a:p>
                      <a:pPr algn="ctr">
                        <a:defRPr sz="1000">
                          <a:latin typeface="Calibri"/>
                        </a:defRPr>
                      </a:pPr>
                      <a:r>
                        <a:t>60 290 137</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69 446 500</a:t>
                      </a:r>
                    </a:p>
                  </a:txBody>
                  <a:tcPr marB="0" marT="0"/>
                </a:tc>
                <a:tc>
                  <a:txBody>
                    <a:bodyPr/>
                    <a:lstStyle/>
                    <a:p>
                      <a:pPr algn="ctr">
                        <a:defRPr sz="1000">
                          <a:latin typeface="Calibri"/>
                        </a:defRPr>
                      </a:pPr>
                      <a:r>
                        <a:t>69 555 702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31 956 800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31 448 392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-1.6%</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10 753 574 256</a:t>
                      </a:r>
                    </a:p>
                  </a:txBody>
                  <a:tcPr marB="0" marT="0"/>
                </a:tc>
                <a:tc>
                  <a:txBody>
                    <a:bodyPr/>
                    <a:lstStyle/>
                    <a:p>
                      <a:pPr algn="ctr">
                        <a:defRPr sz="1000">
                          <a:latin typeface="Calibri"/>
                        </a:defRPr>
                      </a:pPr>
                      <a:r>
                        <a:t>10 871 655 147</a:t>
                      </a:r>
                    </a:p>
                  </a:txBody>
                  <a:tcPr marB="0" marT="0"/>
                </a:tc>
                <a:tc>
                  <a:txBody>
                    <a:bodyPr/>
                    <a:lstStyle/>
                    <a:p>
                      <a:pPr algn="ctr">
                        <a:defRPr sz="1000">
                          <a:latin typeface="Calibri"/>
                        </a:defRPr>
                      </a:pPr>
                      <a:r>
                        <a:t>1.1%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10 573 266 814</a:t>
                      </a:r>
                    </a:p>
                  </a:txBody>
                  <a:tcPr marB="0" marT="0"/>
                </a:tc>
                <a:tc>
                  <a:txBody>
                    <a:bodyPr/>
                    <a:lstStyle/>
                    <a:p>
                      <a:pPr algn="ctr">
                        <a:defRPr sz="1000">
                          <a:latin typeface="Calibri"/>
                        </a:defRPr>
                      </a:pPr>
                      <a:r>
                        <a:t>10 536 639 869</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11 953 919 586</a:t>
                      </a:r>
                    </a:p>
                  </a:txBody>
                  <a:tcPr marB="0" marT="0"/>
                </a:tc>
                <a:tc>
                  <a:txBody>
                    <a:bodyPr/>
                    <a:lstStyle/>
                    <a:p>
                      <a:pPr algn="ctr">
                        <a:defRPr sz="1000">
                          <a:latin typeface="Calibri"/>
                        </a:defRPr>
                      </a:pPr>
                      <a:r>
                        <a:t>11 839 765 579</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12 193 977 310</a:t>
                      </a:r>
                    </a:p>
                  </a:txBody>
                  <a:tcPr marB="0" marT="0"/>
                </a:tc>
                <a:tc>
                  <a:txBody>
                    <a:bodyPr/>
                    <a:lstStyle/>
                    <a:p>
                      <a:pPr algn="ctr">
                        <a:defRPr sz="1000">
                          <a:latin typeface="Calibri"/>
                        </a:defRPr>
                      </a:pPr>
                      <a:r>
                        <a:t>12 153 583 066</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14 037 610 037</a:t>
                      </a:r>
                    </a:p>
                  </a:txBody>
                  <a:tcPr marB="0" marT="0"/>
                </a:tc>
                <a:tc>
                  <a:txBody>
                    <a:bodyPr/>
                    <a:lstStyle/>
                    <a:p>
                      <a:pPr algn="ctr">
                        <a:defRPr sz="1000">
                          <a:latin typeface="Calibri"/>
                        </a:defRPr>
                      </a:pPr>
                      <a:r>
                        <a:t>14 067 992 959</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7 239 562 952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7 120 200 721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-1.6%</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Form_A.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Form_A.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Form_B. 2025 expected sales: 44.33 Mln. Packs, 10.05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78 927 600</a:t>
                      </a:r>
                    </a:p>
                  </a:txBody>
                  <a:tcPr marB="0" marT="0"/>
                </a:tc>
                <a:tc>
                  <a:txBody>
                    <a:bodyPr/>
                    <a:lstStyle/>
                    <a:p>
                      <a:pPr algn="ctr">
                        <a:defRPr sz="1000">
                          <a:latin typeface="Calibri"/>
                        </a:defRPr>
                      </a:pPr>
                      <a:r>
                        <a:t>77 513 491</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77 065 900</a:t>
                      </a:r>
                    </a:p>
                  </a:txBody>
                  <a:tcPr marB="0" marT="0"/>
                </a:tc>
                <a:tc>
                  <a:txBody>
                    <a:bodyPr/>
                    <a:lstStyle/>
                    <a:p>
                      <a:pPr algn="ctr">
                        <a:defRPr sz="1000">
                          <a:latin typeface="Calibri"/>
                        </a:defRPr>
                      </a:pPr>
                      <a:r>
                        <a:t>77 518 199</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82 899 500</a:t>
                      </a:r>
                    </a:p>
                  </a:txBody>
                  <a:tcPr marB="0" marT="0"/>
                </a:tc>
                <a:tc>
                  <a:txBody>
                    <a:bodyPr/>
                    <a:lstStyle/>
                    <a:p>
                      <a:pPr algn="ctr">
                        <a:defRPr sz="1000">
                          <a:latin typeface="Calibri"/>
                        </a:defRPr>
                      </a:pPr>
                      <a:r>
                        <a:t>82 399 550</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85 121 000</a:t>
                      </a:r>
                    </a:p>
                  </a:txBody>
                  <a:tcPr marB="0" marT="0"/>
                </a:tc>
                <a:tc>
                  <a:txBody>
                    <a:bodyPr/>
                    <a:lstStyle/>
                    <a:p>
                      <a:pPr algn="ctr">
                        <a:defRPr sz="1000">
                          <a:latin typeface="Calibri"/>
                        </a:defRPr>
                      </a:pPr>
                      <a:r>
                        <a:t>84 756 155</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92 931 800</a:t>
                      </a:r>
                    </a:p>
                  </a:txBody>
                  <a:tcPr marB="0" marT="0"/>
                </a:tc>
                <a:tc>
                  <a:txBody>
                    <a:bodyPr/>
                    <a:lstStyle/>
                    <a:p>
                      <a:pPr algn="ctr">
                        <a:defRPr sz="1000">
                          <a:latin typeface="Calibri"/>
                        </a:defRPr>
                      </a:pPr>
                      <a:r>
                        <a:t>94 399 299</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45 598 500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44 328 315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-2.8%</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16 093 790 482</a:t>
                      </a:r>
                    </a:p>
                  </a:txBody>
                  <a:tcPr marB="0" marT="0"/>
                </a:tc>
                <a:tc>
                  <a:txBody>
                    <a:bodyPr/>
                    <a:lstStyle/>
                    <a:p>
                      <a:pPr algn="ctr">
                        <a:defRPr sz="1000">
                          <a:latin typeface="Calibri"/>
                        </a:defRPr>
                      </a:pPr>
                      <a:r>
                        <a:t>15 775 637 963</a:t>
                      </a:r>
                    </a:p>
                  </a:txBody>
                  <a:tcPr marB="0" marT="0"/>
                </a:tc>
                <a:tc>
                  <a:txBody>
                    <a:bodyPr/>
                    <a:lstStyle/>
                    <a:p>
                      <a:pPr algn="ctr">
                        <a:defRPr sz="1000">
                          <a:latin typeface="Calibri"/>
                        </a:defRPr>
                      </a:pPr>
                      <a:r>
                        <a:t>-2.0%</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15 483 050 426</a:t>
                      </a:r>
                    </a:p>
                  </a:txBody>
                  <a:tcPr marB="0" marT="0"/>
                </a:tc>
                <a:tc>
                  <a:txBody>
                    <a:bodyPr/>
                    <a:lstStyle/>
                    <a:p>
                      <a:pPr algn="ctr">
                        <a:defRPr sz="1000">
                          <a:latin typeface="Calibri"/>
                        </a:defRPr>
                      </a:pPr>
                      <a:r>
                        <a:t>15 572 580 343</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16 849 748 785</a:t>
                      </a:r>
                    </a:p>
                  </a:txBody>
                  <a:tcPr marB="0" marT="0"/>
                </a:tc>
                <a:tc>
                  <a:txBody>
                    <a:bodyPr/>
                    <a:lstStyle/>
                    <a:p>
                      <a:pPr algn="ctr">
                        <a:defRPr sz="1000">
                          <a:latin typeface="Calibri"/>
                        </a:defRPr>
                      </a:pPr>
                      <a:r>
                        <a:t>16 705 532 338</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17 167 331 739</a:t>
                      </a:r>
                    </a:p>
                  </a:txBody>
                  <a:tcPr marB="0" marT="0"/>
                </a:tc>
                <a:tc>
                  <a:txBody>
                    <a:bodyPr/>
                    <a:lstStyle/>
                    <a:p>
                      <a:pPr algn="ctr">
                        <a:defRPr sz="1000">
                          <a:latin typeface="Calibri"/>
                        </a:defRPr>
                      </a:pPr>
                      <a:r>
                        <a:t>17 102 980 028</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18 736 556 152</a:t>
                      </a:r>
                    </a:p>
                  </a:txBody>
                  <a:tcPr marB="0" marT="0"/>
                </a:tc>
                <a:tc>
                  <a:txBody>
                    <a:bodyPr/>
                    <a:lstStyle/>
                    <a:p>
                      <a:pPr algn="ctr">
                        <a:defRPr sz="1000">
                          <a:latin typeface="Calibri"/>
                        </a:defRPr>
                      </a:pPr>
                      <a:r>
                        <a:t>18 997 544 792</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10 335 309 434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10 045 512 053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Form_B.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Form_B.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Form_C. 2025 expected sales: 30.64 Mln. Packs, 7.01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51 378 900</a:t>
                      </a:r>
                    </a:p>
                  </a:txBody>
                  <a:tcPr marB="0" marT="0"/>
                </a:tc>
                <a:tc>
                  <a:txBody>
                    <a:bodyPr/>
                    <a:lstStyle/>
                    <a:p>
                      <a:pPr algn="ctr">
                        <a:defRPr sz="1000">
                          <a:latin typeface="Calibri"/>
                        </a:defRPr>
                      </a:pPr>
                      <a:r>
                        <a:t>51 634 619</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51 290 100</a:t>
                      </a:r>
                    </a:p>
                  </a:txBody>
                  <a:tcPr marB="0" marT="0"/>
                </a:tc>
                <a:tc>
                  <a:txBody>
                    <a:bodyPr/>
                    <a:lstStyle/>
                    <a:p>
                      <a:pPr algn="ctr">
                        <a:defRPr sz="1000">
                          <a:latin typeface="Calibri"/>
                        </a:defRPr>
                      </a:pPr>
                      <a:r>
                        <a:t>51 584 239</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56 431 300</a:t>
                      </a:r>
                    </a:p>
                  </a:txBody>
                  <a:tcPr marB="0" marT="0"/>
                </a:tc>
                <a:tc>
                  <a:txBody>
                    <a:bodyPr/>
                    <a:lstStyle/>
                    <a:p>
                      <a:pPr algn="ctr">
                        <a:defRPr sz="1000">
                          <a:latin typeface="Calibri"/>
                        </a:defRPr>
                      </a:pPr>
                      <a:r>
                        <a:t>56 413 202</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58 840 500</a:t>
                      </a:r>
                    </a:p>
                  </a:txBody>
                  <a:tcPr marB="0" marT="0"/>
                </a:tc>
                <a:tc>
                  <a:txBody>
                    <a:bodyPr/>
                    <a:lstStyle/>
                    <a:p>
                      <a:pPr algn="ctr">
                        <a:defRPr sz="1000">
                          <a:latin typeface="Calibri"/>
                        </a:defRPr>
                      </a:pPr>
                      <a:r>
                        <a:t>58 786 588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68 536 700</a:t>
                      </a:r>
                    </a:p>
                  </a:txBody>
                  <a:tcPr marB="0" marT="0"/>
                </a:tc>
                <a:tc>
                  <a:txBody>
                    <a:bodyPr/>
                    <a:lstStyle/>
                    <a:p>
                      <a:pPr algn="ctr">
                        <a:defRPr sz="1000">
                          <a:latin typeface="Calibri"/>
                        </a:defRPr>
                      </a:pPr>
                      <a:r>
                        <a:t>68 020 924</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29 422 600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30 637 009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4.1%</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10 472 932 429</a:t>
                      </a:r>
                    </a:p>
                  </a:txBody>
                  <a:tcPr marB="0" marT="0"/>
                </a:tc>
                <a:tc>
                  <a:txBody>
                    <a:bodyPr/>
                    <a:lstStyle/>
                    <a:p>
                      <a:pPr algn="ctr">
                        <a:defRPr sz="1000">
                          <a:latin typeface="Calibri"/>
                        </a:defRPr>
                      </a:pPr>
                      <a:r>
                        <a:t>10 502 188 564</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10 213 142 754</a:t>
                      </a:r>
                    </a:p>
                  </a:txBody>
                  <a:tcPr marB="0" marT="0"/>
                </a:tc>
                <a:tc>
                  <a:txBody>
                    <a:bodyPr/>
                    <a:lstStyle/>
                    <a:p>
                      <a:pPr algn="ctr">
                        <a:defRPr sz="1000">
                          <a:latin typeface="Calibri"/>
                        </a:defRPr>
                      </a:pPr>
                      <a:r>
                        <a:t>10 280 148 761</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11 477 714 606</a:t>
                      </a:r>
                    </a:p>
                  </a:txBody>
                  <a:tcPr marB="0" marT="0"/>
                </a:tc>
                <a:tc>
                  <a:txBody>
                    <a:bodyPr/>
                    <a:lstStyle/>
                    <a:p>
                      <a:pPr algn="ctr">
                        <a:defRPr sz="1000">
                          <a:latin typeface="Calibri"/>
                        </a:defRPr>
                      </a:pPr>
                      <a:r>
                        <a:t>11 453 860 211</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11 810 650 016</a:t>
                      </a:r>
                    </a:p>
                  </a:txBody>
                  <a:tcPr marB="0" marT="0"/>
                </a:tc>
                <a:tc>
                  <a:txBody>
                    <a:bodyPr/>
                    <a:lstStyle/>
                    <a:p>
                      <a:pPr algn="ctr">
                        <a:defRPr sz="1000">
                          <a:latin typeface="Calibri"/>
                        </a:defRPr>
                      </a:pPr>
                      <a:r>
                        <a:t>11 792 279 207</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13 782 835 122</a:t>
                      </a:r>
                    </a:p>
                  </a:txBody>
                  <a:tcPr marB="0" marT="0"/>
                </a:tc>
                <a:tc>
                  <a:txBody>
                    <a:bodyPr/>
                    <a:lstStyle/>
                    <a:p>
                      <a:pPr algn="ctr">
                        <a:defRPr sz="1000">
                          <a:latin typeface="Calibri"/>
                        </a:defRPr>
                      </a:pPr>
                      <a:r>
                        <a:t>13 676 014 673</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6 731 375 564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7 007 710 692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Form_C.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Form_C.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Form_A. 2025 expected sales: 30.98 Mln. Packs, 7.04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51 512 000</a:t>
                      </a:r>
                    </a:p>
                  </a:txBody>
                  <a:tcPr marB="0" marT="0"/>
                </a:tc>
                <a:tc>
                  <a:txBody>
                    <a:bodyPr/>
                    <a:lstStyle/>
                    <a:p>
                      <a:pPr algn="ctr">
                        <a:defRPr sz="1000">
                          <a:latin typeface="Calibri"/>
                        </a:defRPr>
                      </a:pPr>
                      <a:r>
                        <a:t>52 217 689</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52 334 700</a:t>
                      </a:r>
                    </a:p>
                  </a:txBody>
                  <a:tcPr marB="0" marT="0"/>
                </a:tc>
                <a:tc>
                  <a:txBody>
                    <a:bodyPr/>
                    <a:lstStyle/>
                    <a:p>
                      <a:pPr algn="ctr">
                        <a:defRPr sz="1000">
                          <a:latin typeface="Calibri"/>
                        </a:defRPr>
                      </a:pPr>
                      <a:r>
                        <a:t>52 204 062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57 601 000</a:t>
                      </a:r>
                    </a:p>
                  </a:txBody>
                  <a:tcPr marB="0" marT="0"/>
                </a:tc>
                <a:tc>
                  <a:txBody>
                    <a:bodyPr/>
                    <a:lstStyle/>
                    <a:p>
                      <a:pPr algn="ctr">
                        <a:defRPr sz="1000">
                          <a:latin typeface="Calibri"/>
                        </a:defRPr>
                      </a:pPr>
                      <a:r>
                        <a:t>57 050 293</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59 420 500</a:t>
                      </a:r>
                    </a:p>
                  </a:txBody>
                  <a:tcPr marB="0" marT="0"/>
                </a:tc>
                <a:tc>
                  <a:txBody>
                    <a:bodyPr/>
                    <a:lstStyle/>
                    <a:p>
                      <a:pPr algn="ctr">
                        <a:defRPr sz="1000">
                          <a:latin typeface="Calibri"/>
                        </a:defRPr>
                      </a:pPr>
                      <a:r>
                        <a:t>59 418 662</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68 852 600</a:t>
                      </a:r>
                    </a:p>
                  </a:txBody>
                  <a:tcPr marB="0" marT="0"/>
                </a:tc>
                <a:tc>
                  <a:txBody>
                    <a:bodyPr/>
                    <a:lstStyle/>
                    <a:p>
                      <a:pPr algn="ctr">
                        <a:defRPr sz="1000">
                          <a:latin typeface="Calibri"/>
                        </a:defRPr>
                      </a:pPr>
                      <a:r>
                        <a:t>68 633 468</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31 498 600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30 975 643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-1.7%</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10 494 215 706</a:t>
                      </a:r>
                    </a:p>
                  </a:txBody>
                  <a:tcPr marB="0" marT="0"/>
                </a:tc>
                <a:tc>
                  <a:txBody>
                    <a:bodyPr/>
                    <a:lstStyle/>
                    <a:p>
                      <a:pPr algn="ctr">
                        <a:defRPr sz="1000">
                          <a:latin typeface="Calibri"/>
                        </a:defRPr>
                      </a:pPr>
                      <a:r>
                        <a:t>10 627 322 006</a:t>
                      </a:r>
                    </a:p>
                  </a:txBody>
                  <a:tcPr marB="0" marT="0"/>
                </a:tc>
                <a:tc>
                  <a:txBody>
                    <a:bodyPr/>
                    <a:lstStyle/>
                    <a:p>
                      <a:pPr algn="ctr">
                        <a:defRPr sz="1000">
                          <a:latin typeface="Calibri"/>
                        </a:defRPr>
                      </a:pPr>
                      <a:r>
                        <a:t>1.3%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10 504 513 339</a:t>
                      </a:r>
                    </a:p>
                  </a:txBody>
                  <a:tcPr marB="0" marT="0"/>
                </a:tc>
                <a:tc>
                  <a:txBody>
                    <a:bodyPr/>
                    <a:lstStyle/>
                    <a:p>
                      <a:pPr algn="ctr">
                        <a:defRPr sz="1000">
                          <a:latin typeface="Calibri"/>
                        </a:defRPr>
                      </a:pPr>
                      <a:r>
                        <a:t>10 470 909 064</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11 665 963 992</a:t>
                      </a:r>
                    </a:p>
                  </a:txBody>
                  <a:tcPr marB="0" marT="0"/>
                </a:tc>
                <a:tc>
                  <a:txBody>
                    <a:bodyPr/>
                    <a:lstStyle/>
                    <a:p>
                      <a:pPr algn="ctr">
                        <a:defRPr sz="1000">
                          <a:latin typeface="Calibri"/>
                        </a:defRPr>
                      </a:pPr>
                      <a:r>
                        <a:t>11 551 006 754</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11 929 789 519</a:t>
                      </a:r>
                    </a:p>
                  </a:txBody>
                  <a:tcPr marB="0" marT="0"/>
                </a:tc>
                <a:tc>
                  <a:txBody>
                    <a:bodyPr/>
                    <a:lstStyle/>
                    <a:p>
                      <a:pPr algn="ctr">
                        <a:defRPr sz="1000">
                          <a:latin typeface="Calibri"/>
                        </a:defRPr>
                      </a:pPr>
                      <a:r>
                        <a:t>11 919 589 177</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13 838 323 631</a:t>
                      </a:r>
                    </a:p>
                  </a:txBody>
                  <a:tcPr marB="0" marT="0"/>
                </a:tc>
                <a:tc>
                  <a:txBody>
                    <a:bodyPr/>
                    <a:lstStyle/>
                    <a:p>
                      <a:pPr algn="ctr">
                        <a:defRPr sz="1000">
                          <a:latin typeface="Calibri"/>
                        </a:defRPr>
                      </a:pPr>
                      <a:r>
                        <a:t>13 758 927 043</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7 164 854 144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7 035 301 416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Form_A.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Form_A.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Form_B. 2025 expected sales: 32.09 Mln. Packs, 7.27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53 699 800</a:t>
                      </a:r>
                    </a:p>
                  </a:txBody>
                  <a:tcPr marB="0" marT="0"/>
                </a:tc>
                <a:tc>
                  <a:txBody>
                    <a:bodyPr/>
                    <a:lstStyle/>
                    <a:p>
                      <a:pPr algn="ctr">
                        <a:defRPr sz="1000">
                          <a:latin typeface="Calibri"/>
                        </a:defRPr>
                      </a:pPr>
                      <a:r>
                        <a:t>54 269 998</a:t>
                      </a:r>
                    </a:p>
                  </a:txBody>
                  <a:tcPr marB="0" marT="0"/>
                </a:tc>
                <a:tc>
                  <a:txBody>
                    <a:bodyPr/>
                    <a:lstStyle/>
                    <a:p>
                      <a:pPr algn="ctr">
                        <a:defRPr sz="1000">
                          <a:latin typeface="Calibri"/>
                        </a:defRPr>
                      </a:pPr>
                      <a:r>
                        <a:t>1.1%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54 587 200</a:t>
                      </a:r>
                    </a:p>
                  </a:txBody>
                  <a:tcPr marB="0" marT="0"/>
                </a:tc>
                <a:tc>
                  <a:txBody>
                    <a:bodyPr/>
                    <a:lstStyle/>
                    <a:p>
                      <a:pPr algn="ctr">
                        <a:defRPr sz="1000">
                          <a:latin typeface="Calibri"/>
                        </a:defRPr>
                      </a:pPr>
                      <a:r>
                        <a:t>54 264 390</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59 429 700</a:t>
                      </a:r>
                    </a:p>
                  </a:txBody>
                  <a:tcPr marB="0" marT="0"/>
                </a:tc>
                <a:tc>
                  <a:txBody>
                    <a:bodyPr/>
                    <a:lstStyle/>
                    <a:p>
                      <a:pPr algn="ctr">
                        <a:defRPr sz="1000">
                          <a:latin typeface="Calibri"/>
                        </a:defRPr>
                      </a:pPr>
                      <a:r>
                        <a:t>59 084 833</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60 366 700</a:t>
                      </a:r>
                    </a:p>
                  </a:txBody>
                  <a:tcPr marB="0" marT="0"/>
                </a:tc>
                <a:tc>
                  <a:txBody>
                    <a:bodyPr/>
                    <a:lstStyle/>
                    <a:p>
                      <a:pPr algn="ctr">
                        <a:defRPr sz="1000">
                          <a:latin typeface="Calibri"/>
                        </a:defRPr>
                      </a:pPr>
                      <a:r>
                        <a:t>61 483 562</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71 634 200</a:t>
                      </a:r>
                    </a:p>
                  </a:txBody>
                  <a:tcPr marB="0" marT="0"/>
                </a:tc>
                <a:tc>
                  <a:txBody>
                    <a:bodyPr/>
                    <a:lstStyle/>
                    <a:p>
                      <a:pPr algn="ctr">
                        <a:defRPr sz="1000">
                          <a:latin typeface="Calibri"/>
                        </a:defRPr>
                      </a:pPr>
                      <a:r>
                        <a:t>70 692 198</a:t>
                      </a:r>
                    </a:p>
                  </a:txBody>
                  <a:tcPr marB="0" marT="0"/>
                </a:tc>
                <a:tc>
                  <a:txBody>
                    <a:bodyPr/>
                    <a:lstStyle/>
                    <a:p>
                      <a:pPr algn="ctr">
                        <a:defRPr sz="1000">
                          <a:latin typeface="Calibri"/>
                        </a:defRPr>
                      </a:pPr>
                      <a:r>
                        <a:t>-1.3%</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32 755 300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32 092 643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11 078 048 374</a:t>
                      </a:r>
                    </a:p>
                  </a:txBody>
                  <a:tcPr marB="0" marT="0"/>
                </a:tc>
                <a:tc>
                  <a:txBody>
                    <a:bodyPr/>
                    <a:lstStyle/>
                    <a:p>
                      <a:pPr algn="ctr">
                        <a:defRPr sz="1000">
                          <a:latin typeface="Calibri"/>
                        </a:defRPr>
                      </a:pPr>
                      <a:r>
                        <a:t>11 192 142 982</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10 866 140 961</a:t>
                      </a:r>
                    </a:p>
                  </a:txBody>
                  <a:tcPr marB="0" marT="0"/>
                </a:tc>
                <a:tc>
                  <a:txBody>
                    <a:bodyPr/>
                    <a:lstStyle/>
                    <a:p>
                      <a:pPr algn="ctr">
                        <a:defRPr sz="1000">
                          <a:latin typeface="Calibri"/>
                        </a:defRPr>
                      </a:pPr>
                      <a:r>
                        <a:t>10 814 584 593</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12 003 910 687</a:t>
                      </a:r>
                    </a:p>
                  </a:txBody>
                  <a:tcPr marB="0" marT="0"/>
                </a:tc>
                <a:tc>
                  <a:txBody>
                    <a:bodyPr/>
                    <a:lstStyle/>
                    <a:p>
                      <a:pPr algn="ctr">
                        <a:defRPr sz="1000">
                          <a:latin typeface="Calibri"/>
                        </a:defRPr>
                      </a:pPr>
                      <a:r>
                        <a:t>11 937 509 729</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12 089 995 960</a:t>
                      </a:r>
                    </a:p>
                  </a:txBody>
                  <a:tcPr marB="0" marT="0"/>
                </a:tc>
                <a:tc>
                  <a:txBody>
                    <a:bodyPr/>
                    <a:lstStyle/>
                    <a:p>
                      <a:pPr algn="ctr">
                        <a:defRPr sz="1000">
                          <a:latin typeface="Calibri"/>
                        </a:defRPr>
                      </a:pPr>
                      <a:r>
                        <a:t>12 362 784 627</a:t>
                      </a:r>
                    </a:p>
                  </a:txBody>
                  <a:tcPr marB="0" marT="0"/>
                </a:tc>
                <a:tc>
                  <a:txBody>
                    <a:bodyPr/>
                    <a:lstStyle/>
                    <a:p>
                      <a:pPr algn="ctr">
                        <a:defRPr sz="1000">
                          <a:latin typeface="Calibri"/>
                        </a:defRPr>
                      </a:pPr>
                      <a:r>
                        <a:t>2.3%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14 545 840 163</a:t>
                      </a:r>
                    </a:p>
                  </a:txBody>
                  <a:tcPr marB="0" marT="0"/>
                </a:tc>
                <a:tc>
                  <a:txBody>
                    <a:bodyPr/>
                    <a:lstStyle/>
                    <a:p>
                      <a:pPr algn="ctr">
                        <a:defRPr sz="1000">
                          <a:latin typeface="Calibri"/>
                        </a:defRPr>
                      </a:pPr>
                      <a:r>
                        <a:t>14 345 873 993</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7 416 465 577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7 271 389 842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Form_B.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Form_B.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Brand_1_Master_C Form_A. 2025 expected sales: 29.12 Mln. Packs, 6.58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48 845 200</a:t>
                      </a:r>
                    </a:p>
                  </a:txBody>
                  <a:tcPr marB="0" marT="0"/>
                </a:tc>
                <a:tc>
                  <a:txBody>
                    <a:bodyPr/>
                    <a:lstStyle/>
                    <a:p>
                      <a:pPr algn="ctr">
                        <a:defRPr sz="1000">
                          <a:latin typeface="Calibri"/>
                        </a:defRPr>
                      </a:pPr>
                      <a:r>
                        <a:t>48 718 771</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50 066 100</a:t>
                      </a:r>
                    </a:p>
                  </a:txBody>
                  <a:tcPr marB="0" marT="0"/>
                </a:tc>
                <a:tc>
                  <a:txBody>
                    <a:bodyPr/>
                    <a:lstStyle/>
                    <a:p>
                      <a:pPr algn="ctr">
                        <a:defRPr sz="1000">
                          <a:latin typeface="Calibri"/>
                        </a:defRPr>
                      </a:pPr>
                      <a:r>
                        <a:t>48 681 597</a:t>
                      </a:r>
                    </a:p>
                  </a:txBody>
                  <a:tcPr marB="0" marT="0"/>
                </a:tc>
                <a:tc>
                  <a:txBody>
                    <a:bodyPr/>
                    <a:lstStyle/>
                    <a:p>
                      <a:pPr algn="ctr">
                        <a:defRPr sz="1000">
                          <a:latin typeface="Calibri"/>
                        </a:defRPr>
                      </a:pPr>
                      <a:r>
                        <a:t>-2.8%</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53 307 300</a:t>
                      </a:r>
                    </a:p>
                  </a:txBody>
                  <a:tcPr marB="0" marT="0"/>
                </a:tc>
                <a:tc>
                  <a:txBody>
                    <a:bodyPr/>
                    <a:lstStyle/>
                    <a:p>
                      <a:pPr algn="ctr">
                        <a:defRPr sz="1000">
                          <a:latin typeface="Calibri"/>
                        </a:defRPr>
                      </a:pPr>
                      <a:r>
                        <a:t>53 538 586</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54 388 300</a:t>
                      </a:r>
                    </a:p>
                  </a:txBody>
                  <a:tcPr marB="0" marT="0"/>
                </a:tc>
                <a:tc>
                  <a:txBody>
                    <a:bodyPr/>
                    <a:lstStyle/>
                    <a:p>
                      <a:pPr algn="ctr">
                        <a:defRPr sz="1000">
                          <a:latin typeface="Calibri"/>
                        </a:defRPr>
                      </a:pPr>
                      <a:r>
                        <a:t>55 898 443</a:t>
                      </a:r>
                    </a:p>
                  </a:txBody>
                  <a:tcPr marB="0" marT="0"/>
                </a:tc>
                <a:tc>
                  <a:txBody>
                    <a:bodyPr/>
                    <a:lstStyle/>
                    <a:p>
                      <a:pPr algn="ctr">
                        <a:defRPr sz="1000">
                          <a:latin typeface="Calibri"/>
                        </a:defRPr>
                      </a:pPr>
                      <a:r>
                        <a:t>2.8%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65 270 100</a:t>
                      </a:r>
                    </a:p>
                  </a:txBody>
                  <a:tcPr marB="0" marT="0"/>
                </a:tc>
                <a:tc>
                  <a:txBody>
                    <a:bodyPr/>
                    <a:lstStyle/>
                    <a:p>
                      <a:pPr algn="ctr">
                        <a:defRPr sz="1000">
                          <a:latin typeface="Calibri"/>
                        </a:defRPr>
                      </a:pPr>
                      <a:r>
                        <a:t>65 073 132</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28 976 100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29 122 912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0.5%</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10 043 822 097</a:t>
                      </a:r>
                    </a:p>
                  </a:txBody>
                  <a:tcPr marB="0" marT="0"/>
                </a:tc>
                <a:tc>
                  <a:txBody>
                    <a:bodyPr/>
                    <a:lstStyle/>
                    <a:p>
                      <a:pPr algn="ctr">
                        <a:defRPr sz="1000">
                          <a:latin typeface="Calibri"/>
                        </a:defRPr>
                      </a:pPr>
                      <a:r>
                        <a:t>10 025 058 055</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9 971 218 706</a:t>
                      </a:r>
                    </a:p>
                  </a:txBody>
                  <a:tcPr marB="0" marT="0"/>
                </a:tc>
                <a:tc>
                  <a:txBody>
                    <a:bodyPr/>
                    <a:lstStyle/>
                    <a:p>
                      <a:pPr algn="ctr">
                        <a:defRPr sz="1000">
                          <a:latin typeface="Calibri"/>
                        </a:defRPr>
                      </a:pPr>
                      <a:r>
                        <a:t>9 681 745 988</a:t>
                      </a:r>
                    </a:p>
                  </a:txBody>
                  <a:tcPr marB="0" marT="0"/>
                </a:tc>
                <a:tc>
                  <a:txBody>
                    <a:bodyPr/>
                    <a:lstStyle/>
                    <a:p>
                      <a:pPr algn="ctr">
                        <a:defRPr sz="1000">
                          <a:latin typeface="Calibri"/>
                        </a:defRPr>
                      </a:pPr>
                      <a:r>
                        <a:t>-2.9%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10 887 205 492</a:t>
                      </a:r>
                    </a:p>
                  </a:txBody>
                  <a:tcPr marB="0" marT="0"/>
                </a:tc>
                <a:tc>
                  <a:txBody>
                    <a:bodyPr/>
                    <a:lstStyle/>
                    <a:p>
                      <a:pPr algn="ctr">
                        <a:defRPr sz="1000">
                          <a:latin typeface="Calibri"/>
                        </a:defRPr>
                      </a:pPr>
                      <a:r>
                        <a:t>10 960 199 548</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10 927 246 624</a:t>
                      </a:r>
                    </a:p>
                  </a:txBody>
                  <a:tcPr marB="0" marT="0"/>
                </a:tc>
                <a:tc>
                  <a:txBody>
                    <a:bodyPr/>
                    <a:lstStyle/>
                    <a:p>
                      <a:pPr algn="ctr">
                        <a:defRPr sz="1000">
                          <a:latin typeface="Calibri"/>
                        </a:defRPr>
                      </a:pPr>
                      <a:r>
                        <a:t>11 223 105 313</a:t>
                      </a:r>
                    </a:p>
                  </a:txBody>
                  <a:tcPr marB="0" marT="0"/>
                </a:tc>
                <a:tc>
                  <a:txBody>
                    <a:bodyPr/>
                    <a:lstStyle/>
                    <a:p>
                      <a:pPr algn="ctr">
                        <a:defRPr sz="1000">
                          <a:latin typeface="Calibri"/>
                        </a:defRPr>
                      </a:pPr>
                      <a:r>
                        <a:t>2.7%</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13 245 750 454</a:t>
                      </a:r>
                    </a:p>
                  </a:txBody>
                  <a:tcPr marB="0" marT="0"/>
                </a:tc>
                <a:tc>
                  <a:txBody>
                    <a:bodyPr/>
                    <a:lstStyle/>
                    <a:p>
                      <a:pPr algn="ctr">
                        <a:defRPr sz="1000">
                          <a:latin typeface="Calibri"/>
                        </a:defRPr>
                      </a:pPr>
                      <a:r>
                        <a:t>13 185 526 009</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6 537 643 365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6 582 592 122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0.7%</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Brand_1_Master_C Form_A.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Brand_1_Master_C Form_A.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2939148"/>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bdg_dgt_display</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bdg_dgt_indoor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15.0</a:t>
                      </a:r>
                    </a:p>
                  </a:txBody>
                  <a:tcPr/>
                </a:tc>
                <a:tc>
                  <a:txBody>
                    <a:bodyPr/>
                    <a:lstStyle/>
                    <a:p>
                      <a:pPr algn="ctr">
                        <a:defRPr sz="1000">
                          <a:latin typeface="Calibri"/>
                        </a:defRPr>
                      </a:pPr>
                      <a:r>
                        <a:t>75.0</a:t>
                      </a:r>
                    </a:p>
                  </a:txBody>
                  <a:tcPr/>
                </a:tc>
              </a:tr>
              <a:tr h="244929">
                <a:tc>
                  <a:txBody>
                    <a:bodyPr/>
                    <a:lstStyle/>
                    <a:p>
                      <a:pPr algn="ctr">
                        <a:defRPr sz="1000">
                          <a:latin typeface="Calibri"/>
                        </a:defRPr>
                      </a:pPr>
                      <a:r>
                        <a:t>bdg_dgt_perform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bdg_dgt_special</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bdg_dgt_video</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bdg_ooh</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PR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TV</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200.0</a:t>
                      </a:r>
                    </a:p>
                  </a:txBody>
                  <a:tcPr/>
                </a:tc>
                <a:tc>
                  <a:txBody>
                    <a:bodyPr/>
                    <a:lstStyle/>
                    <a:p>
                      <a:pPr algn="ctr">
                        <a:defRPr sz="1000">
                          <a:latin typeface="Calibri"/>
                        </a:defRPr>
                      </a:pPr>
                      <a:r>
                        <a:t>1000.0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385.0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1925.0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5198161"/>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188 405 262</a:t>
                      </a:r>
                    </a:p>
                  </a:txBody>
                  <a:tcPr/>
                </a:tc>
                <a:tc>
                  <a:txBody>
                    <a:bodyPr/>
                    <a:lstStyle/>
                    <a:p>
                      <a:pPr algn="ctr">
                        <a:defRPr sz="1000">
                          <a:latin typeface="Calibri"/>
                        </a:defRPr>
                      </a:pPr>
                      <a:r>
                        <a:t>1 215 427 921</a:t>
                      </a:r>
                    </a:p>
                  </a:txBody>
                  <a:tcPr/>
                </a:tc>
                <a:tc>
                  <a:txBody>
                    <a:bodyPr/>
                    <a:lstStyle/>
                    <a:p>
                      <a:pPr algn="ctr">
                        <a:defRPr sz="1000">
                          <a:latin typeface="Calibri"/>
                        </a:defRPr>
                      </a:pPr>
                      <a:r>
                        <a:t>500 494 305</a:t>
                      </a:r>
                    </a:p>
                  </a:txBody>
                  <a:tcPr/>
                </a:tc>
                <a:tc>
                  <a:txBody>
                    <a:bodyPr/>
                    <a:lstStyle/>
                    <a:p>
                      <a:pPr algn="ctr">
                        <a:defRPr sz="1000">
                          <a:latin typeface="Calibri"/>
                        </a:defRPr>
                      </a:pPr>
                      <a:r>
                        <a:t>4 179 384 500</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38 787 535 894</a:t>
                      </a:r>
                    </a:p>
                  </a:txBody>
                  <a:tcPr/>
                </a:tc>
                <a:tc>
                  <a:txBody>
                    <a:bodyPr/>
                    <a:lstStyle/>
                    <a:p>
                      <a:pPr algn="ctr">
                        <a:defRPr sz="1000">
                          <a:latin typeface="Calibri"/>
                        </a:defRPr>
                      </a:pPr>
                      <a:r>
                        <a:t>247 835 473 394</a:t>
                      </a:r>
                    </a:p>
                  </a:txBody>
                  <a:tcPr/>
                </a:tc>
                <a:tc>
                  <a:txBody>
                    <a:bodyPr/>
                    <a:lstStyle/>
                    <a:p>
                      <a:pPr algn="ctr">
                        <a:defRPr sz="1000">
                          <a:latin typeface="Calibri"/>
                        </a:defRPr>
                      </a:pPr>
                      <a:r>
                        <a:t>105 319 449 066</a:t>
                      </a:r>
                    </a:p>
                  </a:txBody>
                  <a:tcPr/>
                </a:tc>
                <a:tc>
                  <a:txBody>
                    <a:bodyPr/>
                    <a:lstStyle/>
                    <a:p>
                      <a:pPr algn="ctr">
                        <a:defRPr sz="1000">
                          <a:latin typeface="Calibri"/>
                        </a:defRPr>
                      </a:pPr>
                      <a:r>
                        <a:t>859 545 781 459</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66 531 913 171</a:t>
                      </a:r>
                    </a:p>
                  </a:txBody>
                  <a:tcPr/>
                </a:tc>
                <a:tc>
                  <a:txBody>
                    <a:bodyPr/>
                    <a:lstStyle/>
                    <a:p>
                      <a:pPr algn="ctr">
                        <a:defRPr sz="1000">
                          <a:latin typeface="Calibri"/>
                        </a:defRPr>
                      </a:pPr>
                      <a:r>
                        <a:t>611 710 308 064</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66 146 913 171</a:t>
                      </a:r>
                    </a:p>
                  </a:txBody>
                  <a:tcPr/>
                </a:tc>
                <a:tc>
                  <a:txBody>
                    <a:bodyPr/>
                    <a:lstStyle/>
                    <a:p>
                      <a:pPr algn="ctr">
                        <a:defRPr sz="1000">
                          <a:latin typeface="Calibri"/>
                        </a:defRPr>
                      </a:pPr>
                      <a:r>
                        <a:t>609 785 308 064</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172.81</a:t>
                      </a:r>
                    </a:p>
                  </a:txBody>
                  <a:tcPr/>
                </a:tc>
                <a:tc>
                  <a:txBody>
                    <a:bodyPr/>
                    <a:lstStyle/>
                    <a:p>
                      <a:pPr algn="ctr">
                        <a:defRPr sz="1000">
                          <a:latin typeface="Calibri"/>
                        </a:defRPr>
                      </a:pPr>
                      <a:r>
                        <a:t>317.77</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-64.20%</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-53.81%</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-4.90%</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58.83%</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