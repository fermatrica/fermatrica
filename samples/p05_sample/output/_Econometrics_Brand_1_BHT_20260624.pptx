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35.29</c:v>
                </c:pt>
                <c:pt idx="1">
                  <c:v>56.14</c:v>
                </c:pt>
                <c:pt idx="2">
                  <c:v>62.1</c:v>
                </c:pt>
                <c:pt idx="3">
                  <c:v>54.79</c:v>
                </c:pt>
                <c:pt idx="4">
                  <c:v>49.58</c:v>
                </c:pt>
                <c:pt idx="5">
                  <c:v>37.24</c:v>
                </c:pt>
                <c:pt idx="6">
                  <c:v>45.76</c:v>
                </c:pt>
                <c:pt idx="7">
                  <c:v>51.27</c:v>
                </c:pt>
                <c:pt idx="8">
                  <c:v>40.3</c:v>
                </c:pt>
                <c:pt idx="9">
                  <c:v>26.82</c:v>
                </c:pt>
                <c:pt idx="10">
                  <c:v>29.57</c:v>
                </c:pt>
                <c:pt idx="11">
                  <c:v>31.54</c:v>
                </c:pt>
                <c:pt idx="12">
                  <c:v>49.72</c:v>
                </c:pt>
                <c:pt idx="13">
                  <c:v>70.0</c:v>
                </c:pt>
                <c:pt idx="14">
                  <c:v>47.43</c:v>
                </c:pt>
                <c:pt idx="15">
                  <c:v>36.85</c:v>
                </c:pt>
                <c:pt idx="16">
                  <c:v>31.47</c:v>
                </c:pt>
                <c:pt idx="17">
                  <c:v>54.73</c:v>
                </c:pt>
                <c:pt idx="18">
                  <c:v>63.05</c:v>
                </c:pt>
                <c:pt idx="19">
                  <c:v>51.76</c:v>
                </c:pt>
                <c:pt idx="20">
                  <c:v>41.31</c:v>
                </c:pt>
                <c:pt idx="21">
                  <c:v>42.25</c:v>
                </c:pt>
                <c:pt idx="22">
                  <c:v>25.89</c:v>
                </c:pt>
                <c:pt idx="23">
                  <c:v>19.65</c:v>
                </c:pt>
                <c:pt idx="24">
                  <c:v>44.2</c:v>
                </c:pt>
                <c:pt idx="25">
                  <c:v>67.07</c:v>
                </c:pt>
                <c:pt idx="26">
                  <c:v>62.69</c:v>
                </c:pt>
                <c:pt idx="27">
                  <c:v>51.06</c:v>
                </c:pt>
                <c:pt idx="28">
                  <c:v>26.67</c:v>
                </c:pt>
                <c:pt idx="29">
                  <c:v>30.21</c:v>
                </c:pt>
                <c:pt idx="30">
                  <c:v>25.48</c:v>
                </c:pt>
                <c:pt idx="31">
                  <c:v>26.05</c:v>
                </c:pt>
                <c:pt idx="32">
                  <c:v>25.86</c:v>
                </c:pt>
                <c:pt idx="33">
                  <c:v>16.93</c:v>
                </c:pt>
                <c:pt idx="34">
                  <c:v>42.71</c:v>
                </c:pt>
                <c:pt idx="35">
                  <c:v>48.08</c:v>
                </c:pt>
                <c:pt idx="36">
                  <c:v>36.09</c:v>
                </c:pt>
                <c:pt idx="37">
                  <c:v>34.27</c:v>
                </c:pt>
                <c:pt idx="38">
                  <c:v>43.04</c:v>
                </c:pt>
                <c:pt idx="39">
                  <c:v>45.73</c:v>
                </c:pt>
                <c:pt idx="40">
                  <c:v>40.6</c:v>
                </c:pt>
                <c:pt idx="41">
                  <c:v>34.39</c:v>
                </c:pt>
                <c:pt idx="42">
                  <c:v>30.24</c:v>
                </c:pt>
                <c:pt idx="43">
                  <c:v>26.66</c:v>
                </c:pt>
                <c:pt idx="44">
                  <c:v>23.52</c:v>
                </c:pt>
                <c:pt idx="45">
                  <c:v>33.9</c:v>
                </c:pt>
                <c:pt idx="46">
                  <c:v>39.1</c:v>
                </c:pt>
                <c:pt idx="47">
                  <c:v>52.76</c:v>
                </c:pt>
                <c:pt idx="48">
                  <c:v>61.81</c:v>
                </c:pt>
                <c:pt idx="49">
                  <c:v>32.5</c:v>
                </c:pt>
                <c:pt idx="50">
                  <c:v>36.71</c:v>
                </c:pt>
                <c:pt idx="51">
                  <c:v>37.05</c:v>
                </c:pt>
                <c:pt idx="52">
                  <c:v>40.74</c:v>
                </c:pt>
                <c:pt idx="53">
                  <c:v>38.34</c:v>
                </c:pt>
                <c:pt idx="54">
                  <c:v>39.02</c:v>
                </c:pt>
                <c:pt idx="55">
                  <c:v>40.48</c:v>
                </c:pt>
                <c:pt idx="56">
                  <c:v>40.84</c:v>
                </c:pt>
                <c:pt idx="57">
                  <c:v>30.52</c:v>
                </c:pt>
                <c:pt idx="58">
                  <c:v>30.48</c:v>
                </c:pt>
                <c:pt idx="59">
                  <c:v>20.47</c:v>
                </c:pt>
                <c:pt idx="60">
                  <c:v>25.56</c:v>
                </c:pt>
                <c:pt idx="61">
                  <c:v>42.71</c:v>
                </c:pt>
                <c:pt idx="62">
                  <c:v>41.26</c:v>
                </c:pt>
                <c:pt idx="63">
                  <c:v>27.47</c:v>
                </c:pt>
                <c:pt idx="64">
                  <c:v>20.43</c:v>
                </c:pt>
                <c:pt idx="65">
                  <c:v>16.53</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39.781460024642676</c:v>
                </c:pt>
                <c:pt idx="1">
                  <c:v>61.447042687604</c:v>
                </c:pt>
                <c:pt idx="2">
                  <c:v>67.56438822880163</c:v>
                </c:pt>
                <c:pt idx="3">
                  <c:v>58.59920113701229</c:v>
                </c:pt>
                <c:pt idx="4">
                  <c:v>53.88882825270497</c:v>
                </c:pt>
                <c:pt idx="5">
                  <c:v>38.45480816773643</c:v>
                </c:pt>
                <c:pt idx="6">
                  <c:v>44.01253965513604</c:v>
                </c:pt>
                <c:pt idx="7">
                  <c:v>47.65806258588036</c:v>
                </c:pt>
                <c:pt idx="8">
                  <c:v>35.4271966353029</c:v>
                </c:pt>
                <c:pt idx="9">
                  <c:v>23.57376430003801</c:v>
                </c:pt>
                <c:pt idx="10">
                  <c:v>26.514215132111943</c:v>
                </c:pt>
                <c:pt idx="11">
                  <c:v>29.851951050239006</c:v>
                </c:pt>
                <c:pt idx="12">
                  <c:v>56.72357963162175</c:v>
                </c:pt>
                <c:pt idx="13">
                  <c:v>73.68001469520428</c:v>
                </c:pt>
                <c:pt idx="14">
                  <c:v>49.60965032254998</c:v>
                </c:pt>
                <c:pt idx="15">
                  <c:v>36.38622781380256</c:v>
                </c:pt>
                <c:pt idx="16">
                  <c:v>34.607886917631944</c:v>
                </c:pt>
                <c:pt idx="17">
                  <c:v>55.08836596220729</c:v>
                </c:pt>
                <c:pt idx="18">
                  <c:v>62.823616137730035</c:v>
                </c:pt>
                <c:pt idx="19">
                  <c:v>48.56427745125944</c:v>
                </c:pt>
                <c:pt idx="20">
                  <c:v>36.85681287128765</c:v>
                </c:pt>
                <c:pt idx="21">
                  <c:v>37.13143589477329</c:v>
                </c:pt>
                <c:pt idx="22">
                  <c:v>23.156537703015044</c:v>
                </c:pt>
                <c:pt idx="23">
                  <c:v>18.727038927598702</c:v>
                </c:pt>
                <c:pt idx="24">
                  <c:v>47.564738822541365</c:v>
                </c:pt>
                <c:pt idx="25">
                  <c:v>72.15667338453305</c:v>
                </c:pt>
                <c:pt idx="26">
                  <c:v>65.81240730537115</c:v>
                </c:pt>
                <c:pt idx="27">
                  <c:v>54.48319513746585</c:v>
                </c:pt>
                <c:pt idx="28">
                  <c:v>27.611663462835438</c:v>
                </c:pt>
                <c:pt idx="29">
                  <c:v>31.317108108721595</c:v>
                </c:pt>
                <c:pt idx="30">
                  <c:v>25.561132837827177</c:v>
                </c:pt>
                <c:pt idx="31">
                  <c:v>24.20126009710855</c:v>
                </c:pt>
                <c:pt idx="32">
                  <c:v>22.941958131264116</c:v>
                </c:pt>
                <c:pt idx="33">
                  <c:v>15.380341824641736</c:v>
                </c:pt>
                <c:pt idx="34">
                  <c:v>39.49881468122006</c:v>
                </c:pt>
                <c:pt idx="35">
                  <c:v>46.00572937450799</c:v>
                </c:pt>
                <c:pt idx="36">
                  <c:v>41.71034613760854</c:v>
                </c:pt>
                <c:pt idx="37">
                  <c:v>35.02008419597736</c:v>
                </c:pt>
                <c:pt idx="38">
                  <c:v>45.451571633153534</c:v>
                </c:pt>
                <c:pt idx="39">
                  <c:v>49.40570687162637</c:v>
                </c:pt>
                <c:pt idx="40">
                  <c:v>45.6099332642746</c:v>
                </c:pt>
                <c:pt idx="41">
                  <c:v>35.284379616773435</c:v>
                </c:pt>
                <c:pt idx="42">
                  <c:v>29.36644674449479</c:v>
                </c:pt>
                <c:pt idx="43">
                  <c:v>24.875573381160876</c:v>
                </c:pt>
                <c:pt idx="44">
                  <c:v>20.945011275485182</c:v>
                </c:pt>
                <c:pt idx="45">
                  <c:v>29.44632131750368</c:v>
                </c:pt>
                <c:pt idx="46">
                  <c:v>35.28463780015252</c:v>
                </c:pt>
                <c:pt idx="47">
                  <c:v>50.44234446910615</c:v>
                </c:pt>
                <c:pt idx="48">
                  <c:v>69.23847757605932</c:v>
                </c:pt>
                <c:pt idx="49">
                  <c:v>33.1258887943189</c:v>
                </c:pt>
                <c:pt idx="50">
                  <c:v>37.19506866985295</c:v>
                </c:pt>
                <c:pt idx="51">
                  <c:v>40.90725270098181</c:v>
                </c:pt>
                <c:pt idx="52">
                  <c:v>46.49760234769454</c:v>
                </c:pt>
                <c:pt idx="53">
                  <c:v>40.81729443092016</c:v>
                </c:pt>
                <c:pt idx="54">
                  <c:v>39.65853226695924</c:v>
                </c:pt>
                <c:pt idx="55">
                  <c:v>38.967477836942535</c:v>
                </c:pt>
                <c:pt idx="56">
                  <c:v>37.46903332629404</c:v>
                </c:pt>
                <c:pt idx="57">
                  <c:v>27.8226599433618</c:v>
                </c:pt>
                <c:pt idx="58">
                  <c:v>27.415034277923244</c:v>
                </c:pt>
                <c:pt idx="59">
                  <c:v>19.216522242856826</c:v>
                </c:pt>
                <c:pt idx="60">
                  <c:v>29.204222946500522</c:v>
                </c:pt>
                <c:pt idx="61">
                  <c:v>45.0630955423788</c:v>
                </c:pt>
                <c:pt idx="62">
                  <c:v>45.93724675096105</c:v>
                </c:pt>
                <c:pt idx="63">
                  <c:v>29.80126027434068</c:v>
                </c:pt>
                <c:pt idx="64">
                  <c:v>22.850840123210368</c:v>
                </c:pt>
                <c:pt idx="65">
                  <c:v>18.7835804050898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88.0"/>
          <c:min val="0.0"/>
        </c:scaling>
        <c:delete val="0"/>
        <c:axPos val="l"/>
        <c:minorGridlines/>
        <c:title>
          <c:tx>
            <c:rich>
              <a:bodyPr/>
              <a:lstStyle/>
              <a:p>
                <a:pPr>
                  <a:defRPr sz="1200"/>
                </a:pPr>
                <a:r>
                  <a:t>Packs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6979.3033000000005</c:v>
                </c:pt>
                <c:pt idx="1">
                  <c:v>12591.0792</c:v>
                </c:pt>
                <c:pt idx="2">
                  <c:v>14637.591</c:v>
                </c:pt>
                <c:pt idx="3">
                  <c:v>12808.2583</c:v>
                </c:pt>
                <c:pt idx="4">
                  <c:v>11676.585799999999</c:v>
                </c:pt>
                <c:pt idx="5">
                  <c:v>8264.673200000001</c:v>
                </c:pt>
                <c:pt idx="6">
                  <c:v>8949.7408</c:v>
                </c:pt>
                <c:pt idx="7">
                  <c:v>9268.0779</c:v>
                </c:pt>
                <c:pt idx="8">
                  <c:v>6675.695</c:v>
                </c:pt>
                <c:pt idx="9">
                  <c:v>4138.0578</c:v>
                </c:pt>
                <c:pt idx="10">
                  <c:v>4942.6255</c:v>
                </c:pt>
                <c:pt idx="11">
                  <c:v>5765.512000000001</c:v>
                </c:pt>
                <c:pt idx="12">
                  <c:v>10213.482399999999</c:v>
                </c:pt>
                <c:pt idx="13">
                  <c:v>15768.900000000001</c:v>
                </c:pt>
                <c:pt idx="14">
                  <c:v>10802.1825</c:v>
                </c:pt>
                <c:pt idx="15">
                  <c:v>8671.1735</c:v>
                </c:pt>
                <c:pt idx="16">
                  <c:v>7465.3134</c:v>
                </c:pt>
                <c:pt idx="17">
                  <c:v>12181.256099999999</c:v>
                </c:pt>
                <c:pt idx="18">
                  <c:v>12772.669</c:v>
                </c:pt>
                <c:pt idx="19">
                  <c:v>10313.6976</c:v>
                </c:pt>
                <c:pt idx="20">
                  <c:v>6948.7551</c:v>
                </c:pt>
                <c:pt idx="21">
                  <c:v>6999.9800000000005</c:v>
                </c:pt>
                <c:pt idx="22">
                  <c:v>4404.6657</c:v>
                </c:pt>
                <c:pt idx="23">
                  <c:v>3601.0589999999997</c:v>
                </c:pt>
                <c:pt idx="24">
                  <c:v>8770.164</c:v>
                </c:pt>
                <c:pt idx="25">
                  <c:v>15009.595299999997</c:v>
                </c:pt>
                <c:pt idx="26">
                  <c:v>14467.5982</c:v>
                </c:pt>
                <c:pt idx="27">
                  <c:v>12194.1492</c:v>
                </c:pt>
                <c:pt idx="28">
                  <c:v>6193.0407000000005</c:v>
                </c:pt>
                <c:pt idx="29">
                  <c:v>6658.5861</c:v>
                </c:pt>
                <c:pt idx="30">
                  <c:v>5390.8036</c:v>
                </c:pt>
                <c:pt idx="31">
                  <c:v>4445.693</c:v>
                </c:pt>
                <c:pt idx="32">
                  <c:v>4364.9094</c:v>
                </c:pt>
                <c:pt idx="33">
                  <c:v>2572.3442</c:v>
                </c:pt>
                <c:pt idx="34">
                  <c:v>6961.7300000000005</c:v>
                </c:pt>
                <c:pt idx="35">
                  <c:v>8915.9552</c:v>
                </c:pt>
                <c:pt idx="36">
                  <c:v>7229.5488000000005</c:v>
                </c:pt>
                <c:pt idx="37">
                  <c:v>7354.684700000001</c:v>
                </c:pt>
                <c:pt idx="38">
                  <c:v>9944.8224</c:v>
                </c:pt>
                <c:pt idx="39">
                  <c:v>11130.681999999999</c:v>
                </c:pt>
                <c:pt idx="40">
                  <c:v>9378.194000000001</c:v>
                </c:pt>
                <c:pt idx="41">
                  <c:v>7602.9412</c:v>
                </c:pt>
                <c:pt idx="42">
                  <c:v>6054.955199999999</c:v>
                </c:pt>
                <c:pt idx="43">
                  <c:v>4711.8884</c:v>
                </c:pt>
                <c:pt idx="44">
                  <c:v>4141.4016</c:v>
                </c:pt>
                <c:pt idx="45">
                  <c:v>5531.463</c:v>
                </c:pt>
                <c:pt idx="46">
                  <c:v>6069.4929999999995</c:v>
                </c:pt>
                <c:pt idx="47">
                  <c:v>9545.8668</c:v>
                </c:pt>
                <c:pt idx="48">
                  <c:v>12157.4089</c:v>
                </c:pt>
                <c:pt idx="49">
                  <c:v>7288.45</c:v>
                </c:pt>
                <c:pt idx="50">
                  <c:v>8468.2628</c:v>
                </c:pt>
                <c:pt idx="51">
                  <c:v>8870.8815</c:v>
                </c:pt>
                <c:pt idx="52">
                  <c:v>9662.3058</c:v>
                </c:pt>
                <c:pt idx="53">
                  <c:v>8600.812200000002</c:v>
                </c:pt>
                <c:pt idx="54">
                  <c:v>7569.880000000001</c:v>
                </c:pt>
                <c:pt idx="55">
                  <c:v>7218.7984</c:v>
                </c:pt>
                <c:pt idx="56">
                  <c:v>6656.1032000000005</c:v>
                </c:pt>
                <c:pt idx="57">
                  <c:v>4783.3996</c:v>
                </c:pt>
                <c:pt idx="58">
                  <c:v>5309.3112</c:v>
                </c:pt>
                <c:pt idx="59">
                  <c:v>3725.9494</c:v>
                </c:pt>
                <c:pt idx="60">
                  <c:v>4950.972</c:v>
                </c:pt>
                <c:pt idx="61">
                  <c:v>9592.2389</c:v>
                </c:pt>
                <c:pt idx="62">
                  <c:v>10119.015</c:v>
                </c:pt>
                <c:pt idx="63">
                  <c:v>6734.5452</c:v>
                </c:pt>
                <c:pt idx="64">
                  <c:v>4638.4272</c:v>
                </c:pt>
                <c:pt idx="65">
                  <c:v>3596.5974000000006</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7867.579349073582</c:v>
                </c:pt>
                <c:pt idx="1">
                  <c:v>13781.342733975824</c:v>
                </c:pt>
                <c:pt idx="2">
                  <c:v>15925.601949410833</c:v>
                </c:pt>
                <c:pt idx="3">
                  <c:v>13698.735249799363</c:v>
                </c:pt>
                <c:pt idx="4">
                  <c:v>12691.357941794546</c:v>
                </c:pt>
                <c:pt idx="5">
                  <c:v>8534.275576665746</c:v>
                </c:pt>
                <c:pt idx="6">
                  <c:v>8607.972505751506</c:v>
                </c:pt>
                <c:pt idx="7">
                  <c:v>8615.147973649593</c:v>
                </c:pt>
                <c:pt idx="8">
                  <c:v>5868.515122637926</c:v>
                </c:pt>
                <c:pt idx="9">
                  <c:v>3637.1960938528646</c:v>
                </c:pt>
                <c:pt idx="10">
                  <c:v>4431.851059332512</c:v>
                </c:pt>
                <c:pt idx="11">
                  <c:v>5456.93665198369</c:v>
                </c:pt>
                <c:pt idx="12">
                  <c:v>11652.157727927739</c:v>
                </c:pt>
                <c:pt idx="13">
                  <c:v>16597.89691038867</c:v>
                </c:pt>
                <c:pt idx="14">
                  <c:v>11298.59786096076</c:v>
                </c:pt>
                <c:pt idx="15">
                  <c:v>8562.043266865881</c:v>
                </c:pt>
                <c:pt idx="16">
                  <c:v>8209.68293460065</c:v>
                </c:pt>
                <c:pt idx="17">
                  <c:v>12261.017612208476</c:v>
                </c:pt>
                <c:pt idx="18">
                  <c:v>12726.80815718135</c:v>
                </c:pt>
                <c:pt idx="19">
                  <c:v>9676.917924937956</c:v>
                </c:pt>
                <c:pt idx="20">
                  <c:v>6199.684493079296</c:v>
                </c:pt>
                <c:pt idx="21">
                  <c:v>6151.936299046039</c:v>
                </c:pt>
                <c:pt idx="22">
                  <c:v>3939.6217594139493</c:v>
                </c:pt>
                <c:pt idx="23">
                  <c:v>3431.917153871738</c:v>
                </c:pt>
                <c:pt idx="24">
                  <c:v>9437.795477168656</c:v>
                </c:pt>
                <c:pt idx="25">
                  <c:v>16147.94193672465</c:v>
                </c:pt>
                <c:pt idx="26">
                  <c:v>15188.187357933555</c:v>
                </c:pt>
                <c:pt idx="27">
                  <c:v>13011.676662729593</c:v>
                </c:pt>
                <c:pt idx="28">
                  <c:v>6411.704372705017</c:v>
                </c:pt>
                <c:pt idx="29">
                  <c:v>6902.603798243326</c:v>
                </c:pt>
                <c:pt idx="30">
                  <c:v>5407.968874499095</c:v>
                </c:pt>
                <c:pt idx="31">
                  <c:v>4130.187048172545</c:v>
                </c:pt>
                <c:pt idx="32">
                  <c:v>3872.37311297607</c:v>
                </c:pt>
                <c:pt idx="33">
                  <c:v>2336.8891368360655</c:v>
                </c:pt>
                <c:pt idx="34">
                  <c:v>6438.30679303887</c:v>
                </c:pt>
                <c:pt idx="35">
                  <c:v>8531.302455208763</c:v>
                </c:pt>
                <c:pt idx="36">
                  <c:v>8355.416538285743</c:v>
                </c:pt>
                <c:pt idx="37">
                  <c:v>7515.660269298702</c:v>
                </c:pt>
                <c:pt idx="38">
                  <c:v>10502.040141556456</c:v>
                </c:pt>
                <c:pt idx="39">
                  <c:v>12025.349052553858</c:v>
                </c:pt>
                <c:pt idx="40">
                  <c:v>10535.43848471479</c:v>
                </c:pt>
                <c:pt idx="41">
                  <c:v>7800.670645676271</c:v>
                </c:pt>
                <c:pt idx="42">
                  <c:v>5880.043631650192</c:v>
                </c:pt>
                <c:pt idx="43">
                  <c:v>4396.508839386373</c:v>
                </c:pt>
                <c:pt idx="44">
                  <c:v>3687.997585387431</c:v>
                </c:pt>
                <c:pt idx="45">
                  <c:v>4804.756249377076</c:v>
                </c:pt>
                <c:pt idx="46">
                  <c:v>5477.234325717674</c:v>
                </c:pt>
                <c:pt idx="47">
                  <c:v>9126.533384795377</c:v>
                </c:pt>
                <c:pt idx="48">
                  <c:v>13618.516154435109</c:v>
                </c:pt>
                <c:pt idx="49">
                  <c:v>7428.8118210139555</c:v>
                </c:pt>
                <c:pt idx="50">
                  <c:v>8580.15844076168</c:v>
                </c:pt>
                <c:pt idx="51">
                  <c:v>9794.423514196074</c:v>
                </c:pt>
                <c:pt idx="52">
                  <c:v>11027.836348802713</c:v>
                </c:pt>
                <c:pt idx="53">
                  <c:v>9156.54365968832</c:v>
                </c:pt>
                <c:pt idx="54">
                  <c:v>7693.755259790093</c:v>
                </c:pt>
                <c:pt idx="55">
                  <c:v>6949.070322661963</c:v>
                </c:pt>
                <c:pt idx="56">
                  <c:v>6106.703051519402</c:v>
                </c:pt>
                <c:pt idx="57">
                  <c:v>4360.645492923095</c:v>
                </c:pt>
                <c:pt idx="58">
                  <c:v>4775.42482087145</c:v>
                </c:pt>
                <c:pt idx="59">
                  <c:v>3497.7913786448</c:v>
                </c:pt>
                <c:pt idx="60">
                  <c:v>5656.857984737151</c:v>
                </c:pt>
                <c:pt idx="61">
                  <c:v>10120.720627862855</c:v>
                </c:pt>
                <c:pt idx="62">
                  <c:v>11266.109765673198</c:v>
                </c:pt>
                <c:pt idx="63">
                  <c:v>7306.076968857361</c:v>
                </c:pt>
                <c:pt idx="64">
                  <c:v>5188.054741573682</c:v>
                </c:pt>
                <c:pt idx="65">
                  <c:v>4086.931424539439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9917.0"/>
          <c:min val="0.0"/>
        </c:scaling>
        <c:delete val="0"/>
        <c:axPos val="l"/>
        <c:minorGridlines/>
        <c:title>
          <c:tx>
            <c:rich>
              <a:bodyPr/>
              <a:lstStyle/>
              <a:p>
                <a:pPr>
                  <a:defRPr sz="1200"/>
                </a:pPr>
                <a:r>
                  <a:t>RUB</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0.3192666075865662</c:v>
                </c:pt>
                <c:pt idx="1">
                  <c:v>0.3192666075865662</c:v>
                </c:pt>
                <c:pt idx="2">
                  <c:v>0.3192666075865662</c:v>
                </c:pt>
                <c:pt idx="3">
                  <c:v>0.3192666075865662</c:v>
                </c:pt>
                <c:pt idx="4">
                  <c:v>0.3192666075865662</c:v>
                </c:pt>
                <c:pt idx="5">
                  <c:v>0.3192666075865662</c:v>
                </c:pt>
                <c:pt idx="6">
                  <c:v>0.3192666075865662</c:v>
                </c:pt>
                <c:pt idx="7">
                  <c:v>0.3192666075865662</c:v>
                </c:pt>
                <c:pt idx="8">
                  <c:v>0.3192666075865662</c:v>
                </c:pt>
                <c:pt idx="9">
                  <c:v>0.3192666075865662</c:v>
                </c:pt>
                <c:pt idx="10">
                  <c:v>0.3192666075865662</c:v>
                </c:pt>
                <c:pt idx="11">
                  <c:v>0.3192666075865662</c:v>
                </c:pt>
                <c:pt idx="12">
                  <c:v>0.3192666075865662</c:v>
                </c:pt>
                <c:pt idx="13">
                  <c:v>0.3192666075865662</c:v>
                </c:pt>
                <c:pt idx="14">
                  <c:v>0.3192666075865662</c:v>
                </c:pt>
                <c:pt idx="15">
                  <c:v>0.3192666075865662</c:v>
                </c:pt>
                <c:pt idx="16">
                  <c:v>0.3192666075865662</c:v>
                </c:pt>
                <c:pt idx="17">
                  <c:v>0.3192666075865662</c:v>
                </c:pt>
                <c:pt idx="18">
                  <c:v>0.3192666075865662</c:v>
                </c:pt>
                <c:pt idx="19">
                  <c:v>0.3192666075865662</c:v>
                </c:pt>
                <c:pt idx="20">
                  <c:v>0.3192666075865662</c:v>
                </c:pt>
                <c:pt idx="21">
                  <c:v>0.3192666075865662</c:v>
                </c:pt>
                <c:pt idx="22">
                  <c:v>0.3192666075865662</c:v>
                </c:pt>
                <c:pt idx="23">
                  <c:v>0.3192666075865662</c:v>
                </c:pt>
                <c:pt idx="24">
                  <c:v>0.3192666075865662</c:v>
                </c:pt>
                <c:pt idx="25">
                  <c:v>0.3192666075865662</c:v>
                </c:pt>
                <c:pt idx="26">
                  <c:v>0.3192666075865662</c:v>
                </c:pt>
                <c:pt idx="27">
                  <c:v>0.3192666075865662</c:v>
                </c:pt>
                <c:pt idx="28">
                  <c:v>0.3192666075865662</c:v>
                </c:pt>
                <c:pt idx="29">
                  <c:v>0.3192666075865662</c:v>
                </c:pt>
                <c:pt idx="30">
                  <c:v>0.3192666075865662</c:v>
                </c:pt>
                <c:pt idx="31">
                  <c:v>0.3192666075865662</c:v>
                </c:pt>
                <c:pt idx="32">
                  <c:v>0.3192666075865662</c:v>
                </c:pt>
                <c:pt idx="33">
                  <c:v>0.3192666075865662</c:v>
                </c:pt>
                <c:pt idx="34">
                  <c:v>0.3192666075865662</c:v>
                </c:pt>
                <c:pt idx="35">
                  <c:v>0.3192666075865662</c:v>
                </c:pt>
                <c:pt idx="36">
                  <c:v>0.3192666075865662</c:v>
                </c:pt>
                <c:pt idx="37">
                  <c:v>0.3192666075865662</c:v>
                </c:pt>
                <c:pt idx="38">
                  <c:v>0.3192666075865662</c:v>
                </c:pt>
                <c:pt idx="39">
                  <c:v>0.3192666075865662</c:v>
                </c:pt>
                <c:pt idx="40">
                  <c:v>0.3192666075865662</c:v>
                </c:pt>
                <c:pt idx="41">
                  <c:v>0.3192666075865662</c:v>
                </c:pt>
                <c:pt idx="42">
                  <c:v>0.3192666075865662</c:v>
                </c:pt>
                <c:pt idx="43">
                  <c:v>0.3192666075865662</c:v>
                </c:pt>
                <c:pt idx="44">
                  <c:v>0.3192666075865662</c:v>
                </c:pt>
                <c:pt idx="45">
                  <c:v>0.3192666075865662</c:v>
                </c:pt>
                <c:pt idx="46">
                  <c:v>0.3192666075865662</c:v>
                </c:pt>
                <c:pt idx="47">
                  <c:v>0.3192666075865662</c:v>
                </c:pt>
                <c:pt idx="48">
                  <c:v>0.3192666075865662</c:v>
                </c:pt>
                <c:pt idx="49">
                  <c:v>0.3192666075865662</c:v>
                </c:pt>
                <c:pt idx="50">
                  <c:v>0.3192666075865662</c:v>
                </c:pt>
                <c:pt idx="51">
                  <c:v>0.3192666075865662</c:v>
                </c:pt>
                <c:pt idx="52">
                  <c:v>0.3192666075865662</c:v>
                </c:pt>
                <c:pt idx="53">
                  <c:v>0.3192666075865662</c:v>
                </c:pt>
                <c:pt idx="54">
                  <c:v>0.3192666075865662</c:v>
                </c:pt>
                <c:pt idx="55">
                  <c:v>0.3192666075865662</c:v>
                </c:pt>
                <c:pt idx="56">
                  <c:v>0.3192666075865662</c:v>
                </c:pt>
                <c:pt idx="57">
                  <c:v>0.3192666075865662</c:v>
                </c:pt>
                <c:pt idx="58">
                  <c:v>0.3192666075865662</c:v>
                </c:pt>
                <c:pt idx="59">
                  <c:v>0.3192666075865662</c:v>
                </c:pt>
                <c:pt idx="60">
                  <c:v>0.3192666075865662</c:v>
                </c:pt>
                <c:pt idx="61">
                  <c:v>0.3192666075865662</c:v>
                </c:pt>
                <c:pt idx="62">
                  <c:v>0.3192666075865662</c:v>
                </c:pt>
                <c:pt idx="63">
                  <c:v>0.3192666075865662</c:v>
                </c:pt>
                <c:pt idx="64">
                  <c:v>0.3192666075865662</c:v>
                </c:pt>
                <c:pt idx="65">
                  <c:v>0.3192666075865662</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0.1275898658354209</c:v>
                </c:pt>
                <c:pt idx="1">
                  <c:v>0.02296617585037576</c:v>
                </c:pt>
                <c:pt idx="2">
                  <c:v>0.004133911653067637</c:v>
                </c:pt>
                <c:pt idx="3">
                  <c:v>0.0007441040975521747</c:v>
                </c:pt>
                <c:pt idx="4">
                  <c:v>2.087637654833167</c:v>
                </c:pt>
                <c:pt idx="5">
                  <c:v>2.4856506048599014</c:v>
                </c:pt>
                <c:pt idx="6">
                  <c:v>0.44741710887478225</c:v>
                </c:pt>
                <c:pt idx="7">
                  <c:v>0.10331913721810931</c:v>
                </c:pt>
                <c:pt idx="8">
                  <c:v>0.018597444699259676</c:v>
                </c:pt>
                <c:pt idx="9">
                  <c:v>1.6729238327888385</c:v>
                </c:pt>
                <c:pt idx="10">
                  <c:v>1.823514633057909</c:v>
                </c:pt>
                <c:pt idx="11">
                  <c:v>1.966784991299288</c:v>
                </c:pt>
                <c:pt idx="12">
                  <c:v>3.2009922062240888</c:v>
                </c:pt>
                <c:pt idx="13">
                  <c:v>3.4257584040360167</c:v>
                </c:pt>
                <c:pt idx="14">
                  <c:v>3.4687745275143476</c:v>
                </c:pt>
                <c:pt idx="15">
                  <c:v>0.6534426001274244</c:v>
                </c:pt>
                <c:pt idx="16">
                  <c:v>0.15960283563902614</c:v>
                </c:pt>
                <c:pt idx="17">
                  <c:v>2.4340651668224713</c:v>
                </c:pt>
                <c:pt idx="18">
                  <c:v>2.7741393713302727</c:v>
                </c:pt>
                <c:pt idx="19">
                  <c:v>2.8673746309217227</c:v>
                </c:pt>
                <c:pt idx="20">
                  <c:v>0.5161274335659102</c:v>
                </c:pt>
                <c:pt idx="21">
                  <c:v>0.189361034113965</c:v>
                </c:pt>
                <c:pt idx="22">
                  <c:v>0.034084986140513696</c:v>
                </c:pt>
                <c:pt idx="23">
                  <c:v>0.1281123413224132</c:v>
                </c:pt>
                <c:pt idx="24">
                  <c:v>0.02306022143803438</c:v>
                </c:pt>
                <c:pt idx="25">
                  <c:v>0.004150839858846188</c:v>
                </c:pt>
                <c:pt idx="26">
                  <c:v>0.00897791989065675</c:v>
                </c:pt>
                <c:pt idx="27">
                  <c:v>0.0016160255803182152</c:v>
                </c:pt>
                <c:pt idx="28">
                  <c:v>0.05554828238786238</c:v>
                </c:pt>
                <c:pt idx="29">
                  <c:v>2.7852294109922004</c:v>
                </c:pt>
                <c:pt idx="30">
                  <c:v>3.282620182798415</c:v>
                </c:pt>
                <c:pt idx="31">
                  <c:v>3.3109644448567352</c:v>
                </c:pt>
                <c:pt idx="32">
                  <c:v>3.3625601340002094</c:v>
                </c:pt>
                <c:pt idx="33">
                  <c:v>3.3065300885824285</c:v>
                </c:pt>
                <c:pt idx="34">
                  <c:v>3.3256511429263362</c:v>
                </c:pt>
                <c:pt idx="35">
                  <c:v>0.6484740357784635</c:v>
                </c:pt>
                <c:pt idx="36">
                  <c:v>0.16828835032407097</c:v>
                </c:pt>
                <c:pt idx="37">
                  <c:v>2.802005971161054</c:v>
                </c:pt>
                <c:pt idx="38">
                  <c:v>3.2317890546781283</c:v>
                </c:pt>
                <c:pt idx="39">
                  <c:v>3.3389935464776643</c:v>
                </c:pt>
                <c:pt idx="40">
                  <c:v>0.6010188383659795</c:v>
                </c:pt>
                <c:pt idx="41">
                  <c:v>0.10818339090587631</c:v>
                </c:pt>
                <c:pt idx="42">
                  <c:v>0.12036742854468215</c:v>
                </c:pt>
                <c:pt idx="43">
                  <c:v>2.1936667251722173</c:v>
                </c:pt>
                <c:pt idx="44">
                  <c:v>2.4836944250065174</c:v>
                </c:pt>
                <c:pt idx="45">
                  <c:v>2.55509448215714</c:v>
                </c:pt>
                <c:pt idx="46">
                  <c:v>2.5818454469752794</c:v>
                </c:pt>
                <c:pt idx="47">
                  <c:v>2.9590511007296696</c:v>
                </c:pt>
                <c:pt idx="48">
                  <c:v>3.115106844229118</c:v>
                </c:pt>
                <c:pt idx="49">
                  <c:v>3.1229394609909287</c:v>
                </c:pt>
                <c:pt idx="50">
                  <c:v>0.5621291029783672</c:v>
                </c:pt>
                <c:pt idx="51">
                  <c:v>0.1011832385361061</c:v>
                </c:pt>
                <c:pt idx="52">
                  <c:v>2.858110878981565</c:v>
                </c:pt>
                <c:pt idx="53">
                  <c:v>3.3254646971630017</c:v>
                </c:pt>
                <c:pt idx="54">
                  <c:v>0.5985836454893403</c:v>
                </c:pt>
                <c:pt idx="55">
                  <c:v>0.14506314700678807</c:v>
                </c:pt>
                <c:pt idx="56">
                  <c:v>0.11972074431526974</c:v>
                </c:pt>
                <c:pt idx="57">
                  <c:v>0.08248950426721514</c:v>
                </c:pt>
                <c:pt idx="58">
                  <c:v>0.018671034472596174</c:v>
                </c:pt>
                <c:pt idx="59">
                  <c:v>0.003360786205067311</c:v>
                </c:pt>
                <c:pt idx="60">
                  <c:v>0.04629397237633084</c:v>
                </c:pt>
                <c:pt idx="61">
                  <c:v>0.03383205610084818</c:v>
                </c:pt>
                <c:pt idx="62">
                  <c:v>0.06503442458144705</c:v>
                </c:pt>
                <c:pt idx="63">
                  <c:v>0.053186223474862696</c:v>
                </c:pt>
                <c:pt idx="64">
                  <c:v>0.07901911100070515</c:v>
                </c:pt>
                <c:pt idx="65">
                  <c:v>0.014223439980126927</c:v>
                </c:pt>
              </c:numCache>
            </c:numRef>
          </c:val>
        </c:ser>
        <c:ser>
          <c:idx val="2"/>
          <c:order val="2"/>
          <c:tx>
            <c:strRef>
              <c:f>Sheet1!$D$1</c:f>
              <c:strCache>
                <c:ptCount val="1"/>
                <c:pt idx="0">
                  <c:v>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1.6520469636375077</c:v>
                </c:pt>
                <c:pt idx="1">
                  <c:v>1.353740085502229</c:v>
                </c:pt>
                <c:pt idx="2">
                  <c:v>1.0829920684017833</c:v>
                </c:pt>
                <c:pt idx="3">
                  <c:v>2.371039711566131</c:v>
                </c:pt>
                <c:pt idx="4">
                  <c:v>3.4356321808591908</c:v>
                </c:pt>
                <c:pt idx="5">
                  <c:v>2.748505744687353</c:v>
                </c:pt>
                <c:pt idx="6">
                  <c:v>2.2969723655809946</c:v>
                </c:pt>
                <c:pt idx="7">
                  <c:v>1.8375778924647959</c:v>
                </c:pt>
                <c:pt idx="8">
                  <c:v>1.485890373877771</c:v>
                </c:pt>
                <c:pt idx="9">
                  <c:v>1.2110990134291937</c:v>
                </c:pt>
                <c:pt idx="10">
                  <c:v>1.9160159256502878</c:v>
                </c:pt>
                <c:pt idx="11">
                  <c:v>2.558877777913766</c:v>
                </c:pt>
                <c:pt idx="12">
                  <c:v>2.9733147171067476</c:v>
                </c:pt>
                <c:pt idx="13">
                  <c:v>3.43013455309942</c:v>
                </c:pt>
                <c:pt idx="14">
                  <c:v>2.7441076424795363</c:v>
                </c:pt>
                <c:pt idx="15">
                  <c:v>2.205190987857343</c:v>
                </c:pt>
                <c:pt idx="16">
                  <c:v>1.930031216130533</c:v>
                </c:pt>
                <c:pt idx="17">
                  <c:v>1.5440249729044264</c:v>
                </c:pt>
                <c:pt idx="18">
                  <c:v>2.8023608035503766</c:v>
                </c:pt>
                <c:pt idx="19">
                  <c:v>3.8304406440219805</c:v>
                </c:pt>
                <c:pt idx="20">
                  <c:v>4.647357153940096</c:v>
                </c:pt>
                <c:pt idx="21">
                  <c:v>3.745690225803805</c:v>
                </c:pt>
                <c:pt idx="22">
                  <c:v>3.0356197695764466</c:v>
                </c:pt>
                <c:pt idx="23">
                  <c:v>2.4795600602408006</c:v>
                </c:pt>
                <c:pt idx="24">
                  <c:v>2.075028822999221</c:v>
                </c:pt>
                <c:pt idx="25">
                  <c:v>1.6926191532804689</c:v>
                </c:pt>
                <c:pt idx="26">
                  <c:v>1.354095322624375</c:v>
                </c:pt>
                <c:pt idx="27">
                  <c:v>1.1374873243180692</c:v>
                </c:pt>
                <c:pt idx="28">
                  <c:v>2.4619159064921625</c:v>
                </c:pt>
                <c:pt idx="29">
                  <c:v>3.4662091184913644</c:v>
                </c:pt>
                <c:pt idx="30">
                  <c:v>2.7729672947930917</c:v>
                </c:pt>
                <c:pt idx="31">
                  <c:v>2.309529123896652</c:v>
                </c:pt>
                <c:pt idx="32">
                  <c:v>1.8476232991173218</c:v>
                </c:pt>
                <c:pt idx="33">
                  <c:v>1.4780986392938575</c:v>
                </c:pt>
                <c:pt idx="34">
                  <c:v>1.2513790501234507</c:v>
                </c:pt>
                <c:pt idx="35">
                  <c:v>2.3765943181289297</c:v>
                </c:pt>
                <c:pt idx="36">
                  <c:v>3.298724341511881</c:v>
                </c:pt>
                <c:pt idx="37">
                  <c:v>4.055986731556223</c:v>
                </c:pt>
                <c:pt idx="38">
                  <c:v>4.65538547494217</c:v>
                </c:pt>
                <c:pt idx="39">
                  <c:v>3.781597394149255</c:v>
                </c:pt>
                <c:pt idx="40">
                  <c:v>4.570594559611112</c:v>
                </c:pt>
                <c:pt idx="41">
                  <c:v>5.222612675010327</c:v>
                </c:pt>
                <c:pt idx="42">
                  <c:v>5.727536789582938</c:v>
                </c:pt>
                <c:pt idx="43">
                  <c:v>6.152623888839318</c:v>
                </c:pt>
                <c:pt idx="44">
                  <c:v>4.971557767303095</c:v>
                </c:pt>
                <c:pt idx="45">
                  <c:v>3.977246213842476</c:v>
                </c:pt>
                <c:pt idx="46">
                  <c:v>3.271124273429677</c:v>
                </c:pt>
                <c:pt idx="47">
                  <c:v>2.6168994187437415</c:v>
                </c:pt>
                <c:pt idx="48">
                  <c:v>3.1015026608901093</c:v>
                </c:pt>
                <c:pt idx="49">
                  <c:v>3.448044413663647</c:v>
                </c:pt>
                <c:pt idx="50">
                  <c:v>3.8570397527687716</c:v>
                </c:pt>
                <c:pt idx="51">
                  <c:v>3.9953261830895017</c:v>
                </c:pt>
                <c:pt idx="52">
                  <c:v>3.1962609464716016</c:v>
                </c:pt>
                <c:pt idx="53">
                  <c:v>2.5570087571772815</c:v>
                </c:pt>
                <c:pt idx="54">
                  <c:v>2.045607005741825</c:v>
                </c:pt>
                <c:pt idx="55">
                  <c:v>1.7013733003512084</c:v>
                </c:pt>
                <c:pt idx="56">
                  <c:v>1.3610986402809668</c:v>
                </c:pt>
                <c:pt idx="57">
                  <c:v>1.0888789122247735</c:v>
                </c:pt>
                <c:pt idx="58">
                  <c:v>1.5879149511198605</c:v>
                </c:pt>
                <c:pt idx="59">
                  <c:v>2.1945630570839008</c:v>
                </c:pt>
                <c:pt idx="60">
                  <c:v>2.75228138911937</c:v>
                </c:pt>
                <c:pt idx="61">
                  <c:v>2.201825111295496</c:v>
                </c:pt>
                <c:pt idx="62">
                  <c:v>1.761460089036397</c:v>
                </c:pt>
                <c:pt idx="63">
                  <c:v>1.4146420927046048</c:v>
                </c:pt>
                <c:pt idx="64">
                  <c:v>1.2276307784980924</c:v>
                </c:pt>
                <c:pt idx="65">
                  <c:v>0.982104622798474</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0.06207651880486806</c:v>
                </c:pt>
                <c:pt idx="1">
                  <c:v>1.440175236272939e-05</c:v>
                </c:pt>
                <c:pt idx="2">
                  <c:v>1.1170061296512512</c:v>
                </c:pt>
                <c:pt idx="3">
                  <c:v>1.1156582480342672</c:v>
                </c:pt>
                <c:pt idx="4">
                  <c:v>1.094391045188149</c:v>
                </c:pt>
                <c:pt idx="5">
                  <c:v>1.08938793898091</c:v>
                </c:pt>
                <c:pt idx="6">
                  <c:v>1.0868383546643183</c:v>
                </c:pt>
                <c:pt idx="7">
                  <c:v>0.0017382423000478846</c:v>
                </c:pt>
                <c:pt idx="8">
                  <c:v>4.032722136111092e-07</c:v>
                </c:pt>
                <c:pt idx="9">
                  <c:v>9.355915355777734e-11</c:v>
                </c:pt>
                <c:pt idx="10">
                  <c:v>0.040993529810361896</c:v>
                </c:pt>
                <c:pt idx="11">
                  <c:v>0.028918474645464074</c:v>
                </c:pt>
                <c:pt idx="12">
                  <c:v>0.001501051297681764</c:v>
                </c:pt>
                <c:pt idx="13">
                  <c:v>3.4824390106216927e-07</c:v>
                </c:pt>
                <c:pt idx="14">
                  <c:v>0.02465948155204888</c:v>
                </c:pt>
                <c:pt idx="15">
                  <c:v>1.1350348851755563</c:v>
                </c:pt>
                <c:pt idx="16">
                  <c:v>1.1460878793573241</c:v>
                </c:pt>
                <c:pt idx="17">
                  <c:v>1.1379275846907302</c:v>
                </c:pt>
                <c:pt idx="18">
                  <c:v>0.00026399919964824943</c:v>
                </c:pt>
                <c:pt idx="19">
                  <c:v>0.0038522910956118616</c:v>
                </c:pt>
                <c:pt idx="20">
                  <c:v>0.09448597868877694</c:v>
                </c:pt>
                <c:pt idx="21">
                  <c:v>0.031264818108021626</c:v>
                </c:pt>
                <c:pt idx="22">
                  <c:v>0.0162998109086256</c:v>
                </c:pt>
                <c:pt idx="23">
                  <c:v>0.04555238035820822</c:v>
                </c:pt>
                <c:pt idx="24">
                  <c:v>1.0568152243104307e-05</c:v>
                </c:pt>
                <c:pt idx="25">
                  <c:v>0.023829777985805867</c:v>
                </c:pt>
                <c:pt idx="26">
                  <c:v>0.943316242878251</c:v>
                </c:pt>
                <c:pt idx="27">
                  <c:v>0.9509133278524249</c:v>
                </c:pt>
                <c:pt idx="28">
                  <c:v>0.976449386888232</c:v>
                </c:pt>
                <c:pt idx="29">
                  <c:v>0.0002265362577580698</c:v>
                </c:pt>
                <c:pt idx="30">
                  <c:v>0.06603967236231865</c:v>
                </c:pt>
                <c:pt idx="31">
                  <c:v>1.008305423066417</c:v>
                </c:pt>
                <c:pt idx="32">
                  <c:v>1.0247934953038884</c:v>
                </c:pt>
                <c:pt idx="33">
                  <c:v>0.00023775209091050212</c:v>
                </c:pt>
                <c:pt idx="34">
                  <c:v>0.03619119307247478</c:v>
                </c:pt>
                <c:pt idx="35">
                  <c:v>0.07456982823848128</c:v>
                </c:pt>
                <c:pt idx="36">
                  <c:v>1.7300200151327658e-05</c:v>
                </c:pt>
                <c:pt idx="37">
                  <c:v>0.5211459755435113</c:v>
                </c:pt>
                <c:pt idx="38">
                  <c:v>0.6045909004327465</c:v>
                </c:pt>
                <c:pt idx="39">
                  <c:v>1.055058311891404</c:v>
                </c:pt>
                <c:pt idx="40">
                  <c:v>0.988729078667085</c:v>
                </c:pt>
                <c:pt idx="41">
                  <c:v>0.9978760906264981</c:v>
                </c:pt>
                <c:pt idx="42">
                  <c:v>1.0142542788734878</c:v>
                </c:pt>
                <c:pt idx="43">
                  <c:v>0.00023530699269864918</c:v>
                </c:pt>
                <c:pt idx="44">
                  <c:v>5.4591222306086605e-08</c:v>
                </c:pt>
                <c:pt idx="45">
                  <c:v>0.5691923086851063</c:v>
                </c:pt>
                <c:pt idx="46">
                  <c:v>0.7202661880334377</c:v>
                </c:pt>
                <c:pt idx="47">
                  <c:v>0.7071550678304255</c:v>
                </c:pt>
                <c:pt idx="48">
                  <c:v>0.0001640599757366587</c:v>
                </c:pt>
                <c:pt idx="49">
                  <c:v>0.07513922174360671</c:v>
                </c:pt>
                <c:pt idx="50">
                  <c:v>0.08733991851838266</c:v>
                </c:pt>
                <c:pt idx="51">
                  <c:v>2.0262861096264778e-05</c:v>
                </c:pt>
                <c:pt idx="52">
                  <c:v>0.059567812621252256</c:v>
                </c:pt>
                <c:pt idx="53">
                  <c:v>1.3819732528130523e-05</c:v>
                </c:pt>
                <c:pt idx="54">
                  <c:v>0.008930045811266494</c:v>
                </c:pt>
                <c:pt idx="55">
                  <c:v>2.071770628213827e-06</c:v>
                </c:pt>
                <c:pt idx="56">
                  <c:v>0.11696442125346417</c:v>
                </c:pt>
                <c:pt idx="57">
                  <c:v>2.713574573080369e-05</c:v>
                </c:pt>
                <c:pt idx="58">
                  <c:v>0.006221989558391787</c:v>
                </c:pt>
                <c:pt idx="59">
                  <c:v>1.4435015775468946e-06</c:v>
                </c:pt>
                <c:pt idx="60">
                  <c:v>0.09724473204471477</c:v>
                </c:pt>
                <c:pt idx="61">
                  <c:v>0.09866829820613814</c:v>
                </c:pt>
                <c:pt idx="62">
                  <c:v>0.08460176530785293</c:v>
                </c:pt>
                <c:pt idx="63">
                  <c:v>1.1391129927411083</c:v>
                </c:pt>
                <c:pt idx="64">
                  <c:v>1.126752228629107</c:v>
                </c:pt>
                <c:pt idx="65">
                  <c:v>0.042041978474098</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0.00035100626616814883</c:v>
                </c:pt>
                <c:pt idx="1">
                  <c:v>0.003313763216460736</c:v>
                </c:pt>
                <c:pt idx="2">
                  <c:v>0.02493203676492484</c:v>
                </c:pt>
                <c:pt idx="3">
                  <c:v>1.998792562018766</c:v>
                </c:pt>
                <c:pt idx="4">
                  <c:v>2.144417084887754</c:v>
                </c:pt>
                <c:pt idx="5">
                  <c:v>0.1663820984741555</c:v>
                </c:pt>
                <c:pt idx="6">
                  <c:v>0.011354247164073319</c:v>
                </c:pt>
                <c:pt idx="7">
                  <c:v>1.0998937307656869</c:v>
                </c:pt>
                <c:pt idx="8">
                  <c:v>1.1812201808656344</c:v>
                </c:pt>
                <c:pt idx="9">
                  <c:v>1.055444987599354</c:v>
                </c:pt>
                <c:pt idx="10">
                  <c:v>1.157403154759819</c:v>
                </c:pt>
                <c:pt idx="11">
                  <c:v>1.0579904886355596</c:v>
                </c:pt>
                <c:pt idx="12">
                  <c:v>0.07219938692546785</c:v>
                </c:pt>
                <c:pt idx="13">
                  <c:v>1.180451465958026</c:v>
                </c:pt>
                <c:pt idx="14">
                  <c:v>1.2557892396562513</c:v>
                </c:pt>
                <c:pt idx="15">
                  <c:v>0.0856975692926219</c:v>
                </c:pt>
                <c:pt idx="16">
                  <c:v>0.048326200859377486</c:v>
                </c:pt>
                <c:pt idx="17">
                  <c:v>1.4086963635666578</c:v>
                </c:pt>
                <c:pt idx="18">
                  <c:v>1.6318390634498332</c:v>
                </c:pt>
                <c:pt idx="19">
                  <c:v>0.1113599613679435</c:v>
                </c:pt>
                <c:pt idx="20">
                  <c:v>0.02004127656296639</c:v>
                </c:pt>
                <c:pt idx="21">
                  <c:v>0.0013676567952099522</c:v>
                </c:pt>
                <c:pt idx="22">
                  <c:v>0.12296523423647102</c:v>
                </c:pt>
                <c:pt idx="23">
                  <c:v>0.008391393514765255</c:v>
                </c:pt>
                <c:pt idx="24">
                  <c:v>0.9184328723946593</c:v>
                </c:pt>
                <c:pt idx="25">
                  <c:v>0.884830964719137</c:v>
                </c:pt>
                <c:pt idx="26">
                  <c:v>2.035919072154795</c:v>
                </c:pt>
                <c:pt idx="27">
                  <c:v>2.124620799323595</c:v>
                </c:pt>
                <c:pt idx="28">
                  <c:v>2.1395896765172786</c:v>
                </c:pt>
                <c:pt idx="29">
                  <c:v>2.1449445015363646</c:v>
                </c:pt>
                <c:pt idx="30">
                  <c:v>1.2395094466648033</c:v>
                </c:pt>
                <c:pt idx="31">
                  <c:v>1.3036263706034177</c:v>
                </c:pt>
                <c:pt idx="32">
                  <c:v>1.3865223380213303</c:v>
                </c:pt>
                <c:pt idx="33">
                  <c:v>1.1770766023265415</c:v>
                </c:pt>
                <c:pt idx="34">
                  <c:v>0.0966993714962887</c:v>
                </c:pt>
                <c:pt idx="35">
                  <c:v>0.006598958509649732</c:v>
                </c:pt>
                <c:pt idx="36">
                  <c:v>0.022110237321669876</c:v>
                </c:pt>
                <c:pt idx="37">
                  <c:v>1.8345193505531978</c:v>
                </c:pt>
                <c:pt idx="38">
                  <c:v>1.939648341587671</c:v>
                </c:pt>
                <c:pt idx="39">
                  <c:v>1.932758062893006</c:v>
                </c:pt>
                <c:pt idx="40">
                  <c:v>2.00866839930336</c:v>
                </c:pt>
                <c:pt idx="41">
                  <c:v>0.19604555035249338</c:v>
                </c:pt>
                <c:pt idx="42">
                  <c:v>0.02913677871075926</c:v>
                </c:pt>
                <c:pt idx="43">
                  <c:v>1.271596620116469</c:v>
                </c:pt>
                <c:pt idx="44">
                  <c:v>1.283492158487685</c:v>
                </c:pt>
                <c:pt idx="45">
                  <c:v>1.4272367767704788</c:v>
                </c:pt>
                <c:pt idx="46">
                  <c:v>0.09739749212037101</c:v>
                </c:pt>
                <c:pt idx="47">
                  <c:v>0.006646599657278358</c:v>
                </c:pt>
                <c:pt idx="48">
                  <c:v>1.969527324456905</c:v>
                </c:pt>
                <c:pt idx="49">
                  <c:v>2.1087317555318084</c:v>
                </c:pt>
                <c:pt idx="50">
                  <c:v>2.110579777053647</c:v>
                </c:pt>
                <c:pt idx="51">
                  <c:v>0.14575667784557114</c:v>
                </c:pt>
                <c:pt idx="52">
                  <c:v>0.009946727209537464</c:v>
                </c:pt>
                <c:pt idx="53">
                  <c:v>0.03766523912165803</c:v>
                </c:pt>
                <c:pt idx="54">
                  <c:v>0.057515474250391184</c:v>
                </c:pt>
                <c:pt idx="55">
                  <c:v>0.009540110628714757</c:v>
                </c:pt>
                <c:pt idx="56">
                  <c:v>0.02486097944619172</c:v>
                </c:pt>
                <c:pt idx="57">
                  <c:v>0.11840488257670886</c:v>
                </c:pt>
                <c:pt idx="58">
                  <c:v>1.7527973722584185</c:v>
                </c:pt>
                <c:pt idx="59">
                  <c:v>1.8621996055605718</c:v>
                </c:pt>
                <c:pt idx="60">
                  <c:v>1.9320538919174481</c:v>
                </c:pt>
                <c:pt idx="61">
                  <c:v>1.9719337495814424</c:v>
                </c:pt>
                <c:pt idx="62">
                  <c:v>0.1345687029389368</c:v>
                </c:pt>
                <c:pt idx="63">
                  <c:v>0.10321977254476884</c:v>
                </c:pt>
                <c:pt idx="64">
                  <c:v>0.012030598008197443</c:v>
                </c:pt>
                <c:pt idx="65">
                  <c:v>0.0008209920692754098</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5.3288825079674735</c:v>
                </c:pt>
                <c:pt idx="1">
                  <c:v>7.668124299014588</c:v>
                </c:pt>
                <c:pt idx="2">
                  <c:v>6.625779110367104</c:v>
                </c:pt>
                <c:pt idx="3">
                  <c:v>3.5379541645439763</c:v>
                </c:pt>
                <c:pt idx="4">
                  <c:v>6.680444917380027</c:v>
                </c:pt>
                <c:pt idx="5">
                  <c:v>5.650518146322868</c:v>
                </c:pt>
                <c:pt idx="6">
                  <c:v>5.254686473057852</c:v>
                </c:pt>
                <c:pt idx="7">
                  <c:v>7.2441135511219645</c:v>
                </c:pt>
                <c:pt idx="8">
                  <c:v>7.924024306659052</c:v>
                </c:pt>
                <c:pt idx="9">
                  <c:v>7.814672608983523</c:v>
                </c:pt>
                <c:pt idx="10">
                  <c:v>5.178239688319051</c:v>
                </c:pt>
                <c:pt idx="11">
                  <c:v>6.015930867923709</c:v>
                </c:pt>
                <c:pt idx="12">
                  <c:v>7.028925059406571</c:v>
                </c:pt>
                <c:pt idx="13">
                  <c:v>8.050791545459798</c:v>
                </c:pt>
                <c:pt idx="14">
                  <c:v>5.8852339917427505</c:v>
                </c:pt>
                <c:pt idx="15">
                  <c:v>6.370824917195024</c:v>
                </c:pt>
                <c:pt idx="16">
                  <c:v>5.02849963293447</c:v>
                </c:pt>
                <c:pt idx="17">
                  <c:v>4.93613739961255</c:v>
                </c:pt>
                <c:pt idx="18">
                  <c:v>8.014135458783933</c:v>
                </c:pt>
                <c:pt idx="19">
                  <c:v>8.879968591911057</c:v>
                </c:pt>
                <c:pt idx="20">
                  <c:v>6.753847449908121</c:v>
                </c:pt>
                <c:pt idx="21">
                  <c:v>8.43046073495978</c:v>
                </c:pt>
                <c:pt idx="22">
                  <c:v>7.497549718747855</c:v>
                </c:pt>
                <c:pt idx="23">
                  <c:v>6.012044794375912</c:v>
                </c:pt>
                <c:pt idx="24">
                  <c:v>7.5816829439748545</c:v>
                </c:pt>
                <c:pt idx="25">
                  <c:v>9.404329564574917</c:v>
                </c:pt>
                <c:pt idx="26">
                  <c:v>7.062064008459469</c:v>
                </c:pt>
                <c:pt idx="27">
                  <c:v>9.527425105190133</c:v>
                </c:pt>
                <c:pt idx="28">
                  <c:v>3.3057200185459346</c:v>
                </c:pt>
                <c:pt idx="29">
                  <c:v>8.491966694324937</c:v>
                </c:pt>
                <c:pt idx="30">
                  <c:v>7.417897954849306</c:v>
                </c:pt>
                <c:pt idx="31">
                  <c:v>6.873166144291049</c:v>
                </c:pt>
                <c:pt idx="32">
                  <c:v>7.5095695584460564</c:v>
                </c:pt>
                <c:pt idx="33">
                  <c:v>4.42320269967376</c:v>
                </c:pt>
                <c:pt idx="34">
                  <c:v>7.120410136370323</c:v>
                </c:pt>
                <c:pt idx="35">
                  <c:v>8.039670196546195</c:v>
                </c:pt>
                <c:pt idx="36">
                  <c:v>9.771296251992185</c:v>
                </c:pt>
                <c:pt idx="37">
                  <c:v>6.793272827850872</c:v>
                </c:pt>
                <c:pt idx="38">
                  <c:v>6.39514451416951</c:v>
                </c:pt>
                <c:pt idx="39">
                  <c:v>6.902751668501707</c:v>
                </c:pt>
                <c:pt idx="40">
                  <c:v>9.094807674426827</c:v>
                </c:pt>
                <c:pt idx="41">
                  <c:v>8.24965249323157</c:v>
                </c:pt>
                <c:pt idx="42">
                  <c:v>6.986835688484556</c:v>
                </c:pt>
                <c:pt idx="43">
                  <c:v>8.613482121475338</c:v>
                </c:pt>
                <c:pt idx="44">
                  <c:v>8.024426163359479</c:v>
                </c:pt>
                <c:pt idx="45">
                  <c:v>9.383578439394904</c:v>
                </c:pt>
                <c:pt idx="46">
                  <c:v>6.893860675610148</c:v>
                </c:pt>
                <c:pt idx="47">
                  <c:v>7.505377186070059</c:v>
                </c:pt>
                <c:pt idx="48">
                  <c:v>7.449603723546432</c:v>
                </c:pt>
                <c:pt idx="49">
                  <c:v>5.866965970637907</c:v>
                </c:pt>
                <c:pt idx="50">
                  <c:v>8.579119418717152</c:v>
                </c:pt>
                <c:pt idx="51">
                  <c:v>8.568087434869451</c:v>
                </c:pt>
                <c:pt idx="52">
                  <c:v>8.222212708716228</c:v>
                </c:pt>
                <c:pt idx="53">
                  <c:v>7.900335691353934</c:v>
                </c:pt>
                <c:pt idx="54">
                  <c:v>6.149313029988317</c:v>
                </c:pt>
                <c:pt idx="55">
                  <c:v>7.701933353859111</c:v>
                </c:pt>
                <c:pt idx="56">
                  <c:v>7.862649989968039</c:v>
                </c:pt>
                <c:pt idx="57">
                  <c:v>7.205995549400561</c:v>
                </c:pt>
                <c:pt idx="58">
                  <c:v>8.222618674751937</c:v>
                </c:pt>
                <c:pt idx="59">
                  <c:v>9.119538915995577</c:v>
                </c:pt>
                <c:pt idx="60">
                  <c:v>11.346746490190448</c:v>
                </c:pt>
                <c:pt idx="61">
                  <c:v>8.857330210026918</c:v>
                </c:pt>
                <c:pt idx="62">
                  <c:v>9.024395726450374</c:v>
                </c:pt>
                <c:pt idx="63">
                  <c:v>8.564805288006756</c:v>
                </c:pt>
                <c:pt idx="64">
                  <c:v>5.808820122500642</c:v>
                </c:pt>
                <c:pt idx="65">
                  <c:v>8.721378926465485</c:v>
                </c:pt>
              </c:numCache>
            </c:numRef>
          </c:val>
        </c:ser>
        <c:ser>
          <c:idx val="6"/>
          <c:order val="6"/>
          <c:tx>
            <c:strRef>
              <c:f>Sheet1!$H$1</c:f>
              <c:strCache>
                <c:ptCount val="1"/>
                <c:pt idx="0">
                  <c:v>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0.9317679348402307</c:v>
                </c:pt>
                <c:pt idx="1">
                  <c:v>0.4513157757588883</c:v>
                </c:pt>
                <c:pt idx="2">
                  <c:v>0.21860156572545392</c:v>
                </c:pt>
                <c:pt idx="3">
                  <c:v>0.27793753063132254</c:v>
                </c:pt>
                <c:pt idx="4">
                  <c:v>0.13462321202424055</c:v>
                </c:pt>
                <c:pt idx="5">
                  <c:v>0.06520677209212127</c:v>
                </c:pt>
                <c:pt idx="6">
                  <c:v>1.4317880587515148</c:v>
                </c:pt>
                <c:pt idx="7">
                  <c:v>2.356599397978943</c:v>
                </c:pt>
                <c:pt idx="8">
                  <c:v>2.115492159747527</c:v>
                </c:pt>
                <c:pt idx="9">
                  <c:v>3.0043788162031064</c:v>
                </c:pt>
                <c:pt idx="10">
                  <c:v>1.6361477794344341</c:v>
                </c:pt>
                <c:pt idx="11">
                  <c:v>0.8276804878354932</c:v>
                </c:pt>
                <c:pt idx="12">
                  <c:v>3.014698752490067</c:v>
                </c:pt>
                <c:pt idx="13">
                  <c:v>3.7705245419511217</c:v>
                </c:pt>
                <c:pt idx="14">
                  <c:v>3.855907406216695</c:v>
                </c:pt>
                <c:pt idx="15">
                  <c:v>1.9606888826607622</c:v>
                </c:pt>
                <c:pt idx="16">
                  <c:v>1.0352943641592358</c:v>
                </c:pt>
                <c:pt idx="17">
                  <c:v>0.5150938613785379</c:v>
                </c:pt>
                <c:pt idx="18">
                  <c:v>0.24949343816661548</c:v>
                </c:pt>
                <c:pt idx="19">
                  <c:v>0.12084588917757272</c:v>
                </c:pt>
                <c:pt idx="20">
                  <c:v>0.05853351911149501</c:v>
                </c:pt>
                <c:pt idx="21">
                  <c:v>2.196463572262143</c:v>
                </c:pt>
                <c:pt idx="22">
                  <c:v>3.1699344271283776</c:v>
                </c:pt>
                <c:pt idx="23">
                  <c:v>3.735713051631443</c:v>
                </c:pt>
                <c:pt idx="24">
                  <c:v>4.457785115187295</c:v>
                </c:pt>
                <c:pt idx="25">
                  <c:v>4.377222809081847</c:v>
                </c:pt>
                <c:pt idx="26">
                  <c:v>4.01304048449144</c:v>
                </c:pt>
                <c:pt idx="27">
                  <c:v>1.9437763542706963</c:v>
                </c:pt>
                <c:pt idx="28">
                  <c:v>1.1052053948735472</c:v>
                </c:pt>
                <c:pt idx="29">
                  <c:v>2.897459724330656</c:v>
                </c:pt>
                <c:pt idx="30">
                  <c:v>3.5111745022890686</c:v>
                </c:pt>
                <c:pt idx="31">
                  <c:v>4.023679826110936</c:v>
                </c:pt>
                <c:pt idx="32">
                  <c:v>4.08742702475544</c:v>
                </c:pt>
                <c:pt idx="33">
                  <c:v>1.979806590845669</c:v>
                </c:pt>
                <c:pt idx="34">
                  <c:v>0.9589490193749625</c:v>
                </c:pt>
                <c:pt idx="35">
                  <c:v>0.5951680014797327</c:v>
                </c:pt>
                <c:pt idx="36">
                  <c:v>0.42816747600797606</c:v>
                </c:pt>
                <c:pt idx="37">
                  <c:v>0.28668152609824926</c:v>
                </c:pt>
                <c:pt idx="38">
                  <c:v>0.2541375465444685</c:v>
                </c:pt>
                <c:pt idx="39">
                  <c:v>0.19924693232489407</c:v>
                </c:pt>
                <c:pt idx="40">
                  <c:v>0.09650824037554731</c:v>
                </c:pt>
                <c:pt idx="41">
                  <c:v>0.11089580659302674</c:v>
                </c:pt>
                <c:pt idx="42">
                  <c:v>0.18167412000230243</c:v>
                </c:pt>
                <c:pt idx="43">
                  <c:v>0.21165361221993254</c:v>
                </c:pt>
                <c:pt idx="44">
                  <c:v>0.30811322202132996</c:v>
                </c:pt>
                <c:pt idx="45">
                  <c:v>0.2701974733125835</c:v>
                </c:pt>
                <c:pt idx="46">
                  <c:v>0.18525585382642734</c:v>
                </c:pt>
                <c:pt idx="47">
                  <c:v>0.25850832090730447</c:v>
                </c:pt>
                <c:pt idx="48">
                  <c:v>0.12521238285626654</c:v>
                </c:pt>
                <c:pt idx="49">
                  <c:v>0.06064849582217554</c:v>
                </c:pt>
                <c:pt idx="50">
                  <c:v>0.029376008678908053</c:v>
                </c:pt>
                <c:pt idx="51">
                  <c:v>2.1075101039048025</c:v>
                </c:pt>
                <c:pt idx="52">
                  <c:v>3.117162631007589</c:v>
                </c:pt>
                <c:pt idx="53">
                  <c:v>1.5098444777679907</c:v>
                </c:pt>
                <c:pt idx="54">
                  <c:v>0.7313158204740928</c:v>
                </c:pt>
                <c:pt idx="55">
                  <c:v>1.535654010447299</c:v>
                </c:pt>
                <c:pt idx="56">
                  <c:v>1.575054874509536</c:v>
                </c:pt>
                <c:pt idx="57">
                  <c:v>2.0368008743003307</c:v>
                </c:pt>
                <c:pt idx="58">
                  <c:v>0.9865550554804798</c:v>
                </c:pt>
                <c:pt idx="59">
                  <c:v>0.47785273944780254</c:v>
                </c:pt>
                <c:pt idx="60">
                  <c:v>2.6914817096466948</c:v>
                </c:pt>
                <c:pt idx="61">
                  <c:v>3.712566479560551</c:v>
                </c:pt>
                <c:pt idx="62">
                  <c:v>4.1505256652735945</c:v>
                </c:pt>
                <c:pt idx="63">
                  <c:v>4.4157320550089985</c:v>
                </c:pt>
                <c:pt idx="64">
                  <c:v>4.78233645400136</c:v>
                </c:pt>
                <c:pt idx="65">
                  <c:v>2.3163963965423684</c:v>
                </c:pt>
              </c:numCache>
            </c:numRef>
          </c:val>
        </c:ser>
        <c:ser>
          <c:idx val="7"/>
          <c:order val="7"/>
          <c:tx>
            <c:strRef>
              <c:f>Sheet1!$I$1</c:f>
              <c:strCache>
                <c:ptCount val="1"/>
                <c:pt idx="0">
                  <c:v>POS</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8.77101958711269</c:v>
                </c:pt>
                <c:pt idx="1">
                  <c:v>9.635450921311739</c:v>
                </c:pt>
                <c:pt idx="2">
                  <c:v>9.281171444689862</c:v>
                </c:pt>
                <c:pt idx="3">
                  <c:v>9.345544739456964</c:v>
                </c:pt>
                <c:pt idx="4">
                  <c:v>1.0768446974378243</c:v>
                </c:pt>
                <c:pt idx="5">
                  <c:v>9.459559841795432</c:v>
                </c:pt>
                <c:pt idx="6">
                  <c:v>10.38108479725231</c:v>
                </c:pt>
                <c:pt idx="7">
                  <c:v>10.473868440700194</c:v>
                </c:pt>
                <c:pt idx="8">
                  <c:v>1.0473868440700196</c:v>
                </c:pt>
                <c:pt idx="9">
                  <c:v>0.11577507504832385</c:v>
                </c:pt>
                <c:pt idx="10">
                  <c:v>9.327393559727524</c:v>
                </c:pt>
                <c:pt idx="11">
                  <c:v>10.202707985910221</c:v>
                </c:pt>
                <c:pt idx="12">
                  <c:v>10.35466462977539</c:v>
                </c:pt>
                <c:pt idx="13">
                  <c:v>10.425730133553134</c:v>
                </c:pt>
                <c:pt idx="14">
                  <c:v>1.0425730133553135</c:v>
                </c:pt>
                <c:pt idx="15">
                  <c:v>0.10425730133553136</c:v>
                </c:pt>
                <c:pt idx="16">
                  <c:v>0.09057907166211117</c:v>
                </c:pt>
                <c:pt idx="17">
                  <c:v>0.2016658549251047</c:v>
                </c:pt>
                <c:pt idx="18">
                  <c:v>0.02016658549251047</c:v>
                </c:pt>
                <c:pt idx="19">
                  <c:v>0.39774884595361787</c:v>
                </c:pt>
                <c:pt idx="20">
                  <c:v>0.03977488459536179</c:v>
                </c:pt>
                <c:pt idx="21">
                  <c:v>0.1887907837116309</c:v>
                </c:pt>
                <c:pt idx="22">
                  <c:v>0.01887907837116309</c:v>
                </c:pt>
                <c:pt idx="23">
                  <c:v>0.47340201684264044</c:v>
                </c:pt>
                <c:pt idx="24">
                  <c:v>8.807455801236786</c:v>
                </c:pt>
                <c:pt idx="25">
                  <c:v>9.329468629974821</c:v>
                </c:pt>
                <c:pt idx="26">
                  <c:v>0.9329468629974821</c:v>
                </c:pt>
                <c:pt idx="27">
                  <c:v>0.3000977424938254</c:v>
                </c:pt>
                <c:pt idx="28">
                  <c:v>0.030009774249382542</c:v>
                </c:pt>
                <c:pt idx="29">
                  <c:v>0.0030009774249382544</c:v>
                </c:pt>
                <c:pt idx="30">
                  <c:v>0.006278441788804351</c:v>
                </c:pt>
                <c:pt idx="31">
                  <c:v>0.0006278441788804351</c:v>
                </c:pt>
                <c:pt idx="32">
                  <c:v>6.278441788804352e-05</c:v>
                </c:pt>
                <c:pt idx="33">
                  <c:v>6.278441788804352e-06</c:v>
                </c:pt>
                <c:pt idx="34">
                  <c:v>8.448855740698187</c:v>
                </c:pt>
                <c:pt idx="35">
                  <c:v>9.499529162696424</c:v>
                </c:pt>
                <c:pt idx="36">
                  <c:v>9.308425673787415</c:v>
                </c:pt>
                <c:pt idx="37">
                  <c:v>7.387397946113792</c:v>
                </c:pt>
                <c:pt idx="38">
                  <c:v>6.357866807803042</c:v>
                </c:pt>
                <c:pt idx="39">
                  <c:v>6.254715200454966</c:v>
                </c:pt>
                <c:pt idx="40">
                  <c:v>0.7959757656429227</c:v>
                </c:pt>
                <c:pt idx="41">
                  <c:v>6.125874437973951</c:v>
                </c:pt>
                <c:pt idx="42">
                  <c:v>6.713064153726845</c:v>
                </c:pt>
                <c:pt idx="43">
                  <c:v>0.8810055579050117</c:v>
                </c:pt>
                <c:pt idx="44">
                  <c:v>0.08810055579050116</c:v>
                </c:pt>
                <c:pt idx="45">
                  <c:v>0.008810055579050116</c:v>
                </c:pt>
                <c:pt idx="46">
                  <c:v>6.004115944083702</c:v>
                </c:pt>
                <c:pt idx="47">
                  <c:v>6.665100039592253</c:v>
                </c:pt>
                <c:pt idx="48">
                  <c:v>7.552011129909676</c:v>
                </c:pt>
                <c:pt idx="49">
                  <c:v>1.0264512021688263</c:v>
                </c:pt>
                <c:pt idx="50">
                  <c:v>0.10264512021688264</c:v>
                </c:pt>
                <c:pt idx="51">
                  <c:v>0.010264512021688264</c:v>
                </c:pt>
                <c:pt idx="52">
                  <c:v>0.09382696285769462</c:v>
                </c:pt>
                <c:pt idx="53">
                  <c:v>0.11492022509235593</c:v>
                </c:pt>
                <c:pt idx="54">
                  <c:v>6.0168037646447905</c:v>
                </c:pt>
                <c:pt idx="55">
                  <c:v>6.432710267130541</c:v>
                </c:pt>
                <c:pt idx="56">
                  <c:v>6.502688550105995</c:v>
                </c:pt>
                <c:pt idx="57">
                  <c:v>8.922465790706614</c:v>
                </c:pt>
                <c:pt idx="58">
                  <c:v>9.139015835084933</c:v>
                </c:pt>
                <c:pt idx="59">
                  <c:v>0.9139015835084934</c:v>
                </c:pt>
                <c:pt idx="60">
                  <c:v>0.09139015835084933</c:v>
                </c:pt>
                <c:pt idx="61">
                  <c:v>6.486139745371944</c:v>
                </c:pt>
                <c:pt idx="62">
                  <c:v>6.755040265914884</c:v>
                </c:pt>
                <c:pt idx="63">
                  <c:v>1.2160039300556575</c:v>
                </c:pt>
                <c:pt idx="64">
                  <c:v>0.18509721719963115</c:v>
                </c:pt>
                <c:pt idx="65">
                  <c:v>0.018509721719963117</c:v>
                </c:pt>
              </c:numCache>
            </c:numRef>
          </c:val>
        </c:ser>
        <c:ser>
          <c:idx val="8"/>
          <c:order val="8"/>
          <c:tx>
            <c:strRef>
              <c:f>Sheet1!$J$1</c:f>
              <c:strCache>
                <c:ptCount val="1"/>
                <c:pt idx="0">
                  <c:v>PR</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0.012218001837833588</c:v>
                </c:pt>
                <c:pt idx="1">
                  <c:v>13.513155897220328</c:v>
                </c:pt>
                <c:pt idx="2">
                  <c:v>17.582749961947197</c:v>
                </c:pt>
                <c:pt idx="3">
                  <c:v>18.592327806469402</c:v>
                </c:pt>
                <c:pt idx="4">
                  <c:v>19.04073339576367</c:v>
                </c:pt>
                <c:pt idx="5">
                  <c:v>6.075041193585378</c:v>
                </c:pt>
                <c:pt idx="6">
                  <c:v>1.9382722680193825</c:v>
                </c:pt>
                <c:pt idx="7">
                  <c:v>0.7872811553617073</c:v>
                </c:pt>
                <c:pt idx="8">
                  <c:v>0.2511859890239295</c:v>
                </c:pt>
                <c:pt idx="9">
                  <c:v>0.08014214572802981</c:v>
                </c:pt>
                <c:pt idx="10">
                  <c:v>0.02556975230525655</c:v>
                </c:pt>
                <c:pt idx="11">
                  <c:v>1.3226149092778887</c:v>
                </c:pt>
                <c:pt idx="12">
                  <c:v>12.842736632409755</c:v>
                </c:pt>
                <c:pt idx="13">
                  <c:v>16.273976099691314</c:v>
                </c:pt>
                <c:pt idx="14">
                  <c:v>5.882704056147711</c:v>
                </c:pt>
                <c:pt idx="15">
                  <c:v>1.8769061426342077</c:v>
                </c:pt>
                <c:pt idx="16">
                  <c:v>0.8896570823021633</c:v>
                </c:pt>
                <c:pt idx="17">
                  <c:v>14.3534080586513</c:v>
                </c:pt>
                <c:pt idx="18">
                  <c:v>18.652318747336274</c:v>
                </c:pt>
                <c:pt idx="19">
                  <c:v>20.07132472262675</c:v>
                </c:pt>
                <c:pt idx="20">
                  <c:v>18.76579721729998</c:v>
                </c:pt>
                <c:pt idx="21">
                  <c:v>18.235071608871838</c:v>
                </c:pt>
                <c:pt idx="22">
                  <c:v>5.817990772168605</c:v>
                </c:pt>
                <c:pt idx="23">
                  <c:v>1.856259045814254</c:v>
                </c:pt>
                <c:pt idx="24">
                  <c:v>0.5922487298622667</c:v>
                </c:pt>
                <c:pt idx="25">
                  <c:v>13.087689761047734</c:v>
                </c:pt>
                <c:pt idx="26">
                  <c:v>15.83202231100877</c:v>
                </c:pt>
                <c:pt idx="27">
                  <c:v>17.546179410009902</c:v>
                </c:pt>
                <c:pt idx="28">
                  <c:v>6.3028836692552535</c:v>
                </c:pt>
                <c:pt idx="29">
                  <c:v>2.284580253099839</c:v>
                </c:pt>
                <c:pt idx="30">
                  <c:v>0.761193443587245</c:v>
                </c:pt>
                <c:pt idx="31">
                  <c:v>0.24286257414372847</c:v>
                </c:pt>
                <c:pt idx="32">
                  <c:v>0.07748651859342728</c:v>
                </c:pt>
                <c:pt idx="33">
                  <c:v>0.05946181523047803</c:v>
                </c:pt>
                <c:pt idx="34">
                  <c:v>13.41913677198927</c:v>
                </c:pt>
                <c:pt idx="35">
                  <c:v>17.497170379594063</c:v>
                </c:pt>
                <c:pt idx="36">
                  <c:v>5.733381947610142</c:v>
                </c:pt>
                <c:pt idx="37">
                  <c:v>1.829264177294754</c:v>
                </c:pt>
                <c:pt idx="38">
                  <c:v>0.5836358820867776</c:v>
                </c:pt>
                <c:pt idx="39">
                  <c:v>0.18621194635919686</c:v>
                </c:pt>
                <c:pt idx="40">
                  <c:v>0.059411852545633546</c:v>
                </c:pt>
                <c:pt idx="41">
                  <c:v>0.7661629466852371</c:v>
                </c:pt>
                <c:pt idx="42">
                  <c:v>0.4587203351427063</c:v>
                </c:pt>
                <c:pt idx="43">
                  <c:v>0.14635701652895616</c:v>
                </c:pt>
                <c:pt idx="44">
                  <c:v>0.23353203795122696</c:v>
                </c:pt>
                <c:pt idx="45">
                  <c:v>7.415963750061242</c:v>
                </c:pt>
                <c:pt idx="46">
                  <c:v>10.825488791643094</c:v>
                </c:pt>
                <c:pt idx="47">
                  <c:v>11.264466886472738</c:v>
                </c:pt>
                <c:pt idx="48">
                  <c:v>11.565384748971505</c:v>
                </c:pt>
                <c:pt idx="49">
                  <c:v>4.208807097039774</c:v>
                </c:pt>
                <c:pt idx="50">
                  <c:v>1.342840948346025</c:v>
                </c:pt>
                <c:pt idx="51">
                  <c:v>0.428440118774541</c:v>
                </c:pt>
                <c:pt idx="52">
                  <c:v>0.1366959620956112</c:v>
                </c:pt>
                <c:pt idx="53">
                  <c:v>0.38580515824088113</c:v>
                </c:pt>
                <c:pt idx="54">
                  <c:v>10.404422556627296</c:v>
                </c:pt>
                <c:pt idx="55">
                  <c:v>13.232932800193355</c:v>
                </c:pt>
                <c:pt idx="56">
                  <c:v>14.786278508690096</c:v>
                </c:pt>
                <c:pt idx="57">
                  <c:v>4.89785464992472</c:v>
                </c:pt>
                <c:pt idx="58">
                  <c:v>1.9593839169904312</c:v>
                </c:pt>
                <c:pt idx="59">
                  <c:v>0.625151235635382</c:v>
                </c:pt>
                <c:pt idx="60">
                  <c:v>0.1994576274856468</c:v>
                </c:pt>
                <c:pt idx="61">
                  <c:v>9.68841866179733</c:v>
                </c:pt>
                <c:pt idx="62">
                  <c:v>10.53229858891941</c:v>
                </c:pt>
                <c:pt idx="63">
                  <c:v>3.3603825262876823</c:v>
                </c:pt>
                <c:pt idx="64">
                  <c:v>1.1246332571586999</c:v>
                </c:pt>
                <c:pt idx="65">
                  <c:v>0.4831445829016957</c:v>
                </c:pt>
              </c:numCache>
            </c:numRef>
          </c:val>
        </c:ser>
        <c:ser>
          <c:idx val="9"/>
          <c:order val="9"/>
          <c:tx>
            <c:strRef>
              <c:f>Sheet1!$K$1</c:f>
              <c:strCache>
                <c:ptCount val="1"/>
                <c:pt idx="0">
                  <c:v>Price volatility</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0.038818655326969494</c:v>
                </c:pt>
                <c:pt idx="1">
                  <c:v>-0.7066320717316044</c:v>
                </c:pt>
                <c:pt idx="2">
                  <c:v>-1.0470118006938152</c:v>
                </c:pt>
                <c:pt idx="3">
                  <c:v>-0.8034843274874439</c:v>
                </c:pt>
                <c:pt idx="4">
                  <c:v>-0.7330335625601254</c:v>
                </c:pt>
                <c:pt idx="5">
                  <c:v>-0.2531875260643749</c:v>
                </c:pt>
                <c:pt idx="6">
                  <c:v>0.22282540785683486</c:v>
                </c:pt>
                <c:pt idx="7">
                  <c:v>0.5428981109953179</c:v>
                </c:pt>
                <c:pt idx="8">
                  <c:v>0.644854487945768</c:v>
                </c:pt>
                <c:pt idx="9">
                  <c:v>0.5332912174461558</c:v>
                </c:pt>
                <c:pt idx="10">
                  <c:v>0.363785209943827</c:v>
                </c:pt>
                <c:pt idx="11">
                  <c:v>0.12275652778133017</c:v>
                </c:pt>
                <c:pt idx="12">
                  <c:v>-0.4210445976363402</c:v>
                </c:pt>
                <c:pt idx="13">
                  <c:v>-1.1277070322919718</c:v>
                </c:pt>
                <c:pt idx="14">
                  <c:v>-0.7116856943551433</c:v>
                </c:pt>
                <c:pt idx="15">
                  <c:v>-0.5629402601063926</c:v>
                </c:pt>
                <c:pt idx="16">
                  <c:v>-0.49836693650386116</c:v>
                </c:pt>
                <c:pt idx="17">
                  <c:v>-0.38012674060515067</c:v>
                </c:pt>
                <c:pt idx="18">
                  <c:v>0.14214334409604518</c:v>
                </c:pt>
                <c:pt idx="19">
                  <c:v>0.1474730541380961</c:v>
                </c:pt>
                <c:pt idx="20">
                  <c:v>0.6609210410439512</c:v>
                </c:pt>
                <c:pt idx="21">
                  <c:v>0.6541648849295231</c:v>
                </c:pt>
                <c:pt idx="22">
                  <c:v>0.3129177423117893</c:v>
                </c:pt>
                <c:pt idx="23">
                  <c:v>0.10263247072155864</c:v>
                </c:pt>
                <c:pt idx="24">
                  <c:v>-0.09621427867406056</c:v>
                </c:pt>
                <c:pt idx="25">
                  <c:v>-0.9440188824780177</c:v>
                </c:pt>
                <c:pt idx="26">
                  <c:v>-0.9177996099723477</c:v>
                </c:pt>
                <c:pt idx="27">
                  <c:v>-0.836217598633769</c:v>
                </c:pt>
                <c:pt idx="28">
                  <c:v>-0.30300489868029146</c:v>
                </c:pt>
                <c:pt idx="29">
                  <c:v>-0.15373115912699786</c:v>
                </c:pt>
                <c:pt idx="30">
                  <c:v>-0.02226497702217646</c:v>
                </c:pt>
                <c:pt idx="31">
                  <c:v>0.4346594346672732</c:v>
                </c:pt>
                <c:pt idx="32">
                  <c:v>0.4149110385132926</c:v>
                </c:pt>
                <c:pt idx="33">
                  <c:v>0.3861350174786603</c:v>
                </c:pt>
                <c:pt idx="34">
                  <c:v>0.6847458603332023</c:v>
                </c:pt>
                <c:pt idx="35">
                  <c:v>0.18368727844248897</c:v>
                </c:pt>
                <c:pt idx="36">
                  <c:v>-0.16558091693444613</c:v>
                </c:pt>
                <c:pt idx="37">
                  <c:v>-0.34665237846277797</c:v>
                </c:pt>
                <c:pt idx="38">
                  <c:v>-0.7081764295008544</c:v>
                </c:pt>
                <c:pt idx="39">
                  <c:v>-0.9208074757809791</c:v>
                </c:pt>
                <c:pt idx="40">
                  <c:v>-0.543807690836304</c:v>
                </c:pt>
                <c:pt idx="41">
                  <c:v>-0.230865028732706</c:v>
                </c:pt>
                <c:pt idx="42">
                  <c:v>0.08727522545632539</c:v>
                </c:pt>
                <c:pt idx="43">
                  <c:v>0.3385381763174504</c:v>
                </c:pt>
                <c:pt idx="44">
                  <c:v>0.2695050884723496</c:v>
                </c:pt>
                <c:pt idx="45">
                  <c:v>0.5371319179810153</c:v>
                </c:pt>
                <c:pt idx="46">
                  <c:v>0.7301232520023155</c:v>
                </c:pt>
                <c:pt idx="47">
                  <c:v>0.24921461268632641</c:v>
                </c:pt>
                <c:pt idx="48">
                  <c:v>-0.19168715776364173</c:v>
                </c:pt>
                <c:pt idx="49">
                  <c:v>-0.4958108823748654</c:v>
                </c:pt>
                <c:pt idx="50">
                  <c:v>-0.5747547418743966</c:v>
                </c:pt>
                <c:pt idx="51">
                  <c:v>-0.6938375511651433</c:v>
                </c:pt>
                <c:pt idx="52">
                  <c:v>-0.6741552131658578</c:v>
                </c:pt>
                <c:pt idx="53">
                  <c:v>-0.3224620666883395</c:v>
                </c:pt>
                <c:pt idx="54">
                  <c:v>0.2427369156474501</c:v>
                </c:pt>
                <c:pt idx="55">
                  <c:v>0.510256351984925</c:v>
                </c:pt>
                <c:pt idx="56">
                  <c:v>0.7422317829631279</c:v>
                </c:pt>
                <c:pt idx="57">
                  <c:v>0.5975725602072645</c:v>
                </c:pt>
                <c:pt idx="58">
                  <c:v>0.27896278986687617</c:v>
                </c:pt>
                <c:pt idx="59">
                  <c:v>0.09481440439445124</c:v>
                </c:pt>
                <c:pt idx="60">
                  <c:v>-0.02221859726587962</c:v>
                </c:pt>
                <c:pt idx="61">
                  <c:v>-0.6767285675608186</c:v>
                </c:pt>
                <c:pt idx="62">
                  <c:v>-0.976061788446738</c:v>
                </c:pt>
                <c:pt idx="63">
                  <c:v>-0.5580209393547096</c:v>
                </c:pt>
                <c:pt idx="64">
                  <c:v>-0.21660401950278826</c:v>
                </c:pt>
                <c:pt idx="65">
                  <c:v>-0.07967266631286009</c:v>
                </c:pt>
              </c:numCache>
            </c:numRef>
          </c:val>
        </c:ser>
        <c:ser>
          <c:idx val="10"/>
          <c:order val="10"/>
          <c:tx>
            <c:strRef>
              <c:f>Sheet1!$L$1</c:f>
              <c:strCache>
                <c:ptCount val="1"/>
                <c:pt idx="0">
                  <c:v>Relative price</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1.1087570963102278</c:v>
                </c:pt>
                <c:pt idx="1">
                  <c:v>1.6174098261920853</c:v>
                </c:pt>
                <c:pt idx="2">
                  <c:v>1.6880058987520645</c:v>
                </c:pt>
                <c:pt idx="3">
                  <c:v>1.4459462730535992</c:v>
                </c:pt>
                <c:pt idx="4">
                  <c:v>1.3422175705684558</c:v>
                </c:pt>
                <c:pt idx="5">
                  <c:v>1.0055304628978232</c:v>
                </c:pt>
                <c:pt idx="6">
                  <c:v>1.2606213908924113</c:v>
                </c:pt>
                <c:pt idx="7">
                  <c:v>1.4648315795826516</c:v>
                </c:pt>
                <c:pt idx="8">
                  <c:v>1.1331710602275202</c:v>
                </c:pt>
                <c:pt idx="9">
                  <c:v>0.7749592559176282</c:v>
                </c:pt>
                <c:pt idx="10">
                  <c:v>0.8818231205453663</c:v>
                </c:pt>
                <c:pt idx="11">
                  <c:v>0.9564722634627251</c:v>
                </c:pt>
                <c:pt idx="12">
                  <c:v>1.5815049420685976</c:v>
                </c:pt>
                <c:pt idx="13">
                  <c:v>2.010432523179542</c:v>
                </c:pt>
                <c:pt idx="14">
                  <c:v>1.26595919178424</c:v>
                </c:pt>
                <c:pt idx="15">
                  <c:v>0.9011346050495096</c:v>
                </c:pt>
                <c:pt idx="16">
                  <c:v>0.8354131468028921</c:v>
                </c:pt>
                <c:pt idx="17">
                  <c:v>1.4267740365761674</c:v>
                </c:pt>
                <c:pt idx="18">
                  <c:v>1.7249617384445222</c:v>
                </c:pt>
                <c:pt idx="19">
                  <c:v>1.3911560348947387</c:v>
                </c:pt>
                <c:pt idx="20">
                  <c:v>1.1253262066580074</c:v>
                </c:pt>
                <c:pt idx="21">
                  <c:v>1.155551395060162</c:v>
                </c:pt>
                <c:pt idx="22">
                  <c:v>0.7092089260182496</c:v>
                </c:pt>
                <c:pt idx="23">
                  <c:v>0.5466748580451221</c:v>
                </c:pt>
                <c:pt idx="24">
                  <c:v>1.2819781472455405</c:v>
                </c:pt>
                <c:pt idx="25">
                  <c:v>1.8085397239254182</c:v>
                </c:pt>
                <c:pt idx="26">
                  <c:v>1.54473598029795</c:v>
                </c:pt>
                <c:pt idx="27">
                  <c:v>1.2342413422968863</c:v>
                </c:pt>
                <c:pt idx="28">
                  <c:v>0.636911833679931</c:v>
                </c:pt>
                <c:pt idx="29">
                  <c:v>0.7671109659054697</c:v>
                </c:pt>
                <c:pt idx="30">
                  <c:v>0.6633676845423223</c:v>
                </c:pt>
                <c:pt idx="31">
                  <c:v>0.6776777576849693</c:v>
                </c:pt>
                <c:pt idx="32">
                  <c:v>0.6759063120022283</c:v>
                </c:pt>
                <c:pt idx="33">
                  <c:v>0.4685653015720848</c:v>
                </c:pt>
                <c:pt idx="34">
                  <c:v>1.2207179793754894</c:v>
                </c:pt>
                <c:pt idx="35">
                  <c:v>1.3899040639436948</c:v>
                </c:pt>
                <c:pt idx="36">
                  <c:v>1.0878182945245882</c:v>
                </c:pt>
                <c:pt idx="37">
                  <c:v>0.9087057046460709</c:v>
                </c:pt>
                <c:pt idx="38">
                  <c:v>1.1243165940569726</c:v>
                </c:pt>
                <c:pt idx="39">
                  <c:v>1.191808244133514</c:v>
                </c:pt>
                <c:pt idx="40">
                  <c:v>1.0752601961569526</c:v>
                </c:pt>
                <c:pt idx="41">
                  <c:v>0.8903566732672923</c:v>
                </c:pt>
                <c:pt idx="42">
                  <c:v>0.7927471187131007</c:v>
                </c:pt>
                <c:pt idx="43">
                  <c:v>0.7360176347930176</c:v>
                </c:pt>
                <c:pt idx="44">
                  <c:v>0.6522797252888858</c:v>
                </c:pt>
                <c:pt idx="45">
                  <c:v>0.9288545792412285</c:v>
                </c:pt>
                <c:pt idx="46">
                  <c:v>1.1273735272592578</c:v>
                </c:pt>
                <c:pt idx="47">
                  <c:v>1.5434528231256763</c:v>
                </c:pt>
                <c:pt idx="48">
                  <c:v>1.8744479401590108</c:v>
                </c:pt>
                <c:pt idx="49">
                  <c:v>0.8746029329724456</c:v>
                </c:pt>
                <c:pt idx="50">
                  <c:v>0.9225674803619499</c:v>
                </c:pt>
                <c:pt idx="51">
                  <c:v>0.9963057281515395</c:v>
                </c:pt>
                <c:pt idx="52">
                  <c:v>1.1379613236534092</c:v>
                </c:pt>
                <c:pt idx="53">
                  <c:v>1.0368840593026827</c:v>
                </c:pt>
                <c:pt idx="54">
                  <c:v>1.0797351630659127</c:v>
                </c:pt>
                <c:pt idx="55">
                  <c:v>1.1562095244411814</c:v>
                </c:pt>
                <c:pt idx="56">
                  <c:v>1.1852860460673207</c:v>
                </c:pt>
                <c:pt idx="57">
                  <c:v>0.9035982377547875</c:v>
                </c:pt>
                <c:pt idx="58">
                  <c:v>0.8904262497507747</c:v>
                </c:pt>
                <c:pt idx="59">
                  <c:v>0.5940502402720783</c:v>
                </c:pt>
                <c:pt idx="60">
                  <c:v>0.7892165111611517</c:v>
                </c:pt>
                <c:pt idx="61">
                  <c:v>1.2102451442965474</c:v>
                </c:pt>
                <c:pt idx="62">
                  <c:v>1.1417553068672541</c:v>
                </c:pt>
                <c:pt idx="63">
                  <c:v>0.704840382591017</c:v>
                </c:pt>
                <c:pt idx="64">
                  <c:v>0.5447513803047684</c:v>
                </c:pt>
                <c:pt idx="65">
                  <c:v>0.4680259826984929</c:v>
                </c:pt>
              </c:numCache>
            </c:numRef>
          </c:val>
        </c:ser>
        <c:ser>
          <c:idx val="11"/>
          <c:order val="11"/>
          <c:tx>
            <c:strRef>
              <c:f>Sheet1!$M$1</c:f>
              <c:strCache>
                <c:ptCount val="1"/>
                <c:pt idx="0">
                  <c:v>Seasonality</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7.00129263111378</c:v>
                </c:pt>
                <c:pt idx="1">
                  <c:v>12.464667610263279</c:v>
                </c:pt>
                <c:pt idx="2">
                  <c:v>16.327367978999483</c:v>
                </c:pt>
                <c:pt idx="3">
                  <c:v>14.897855974014917</c:v>
                </c:pt>
                <c:pt idx="4">
                  <c:v>14.594179206107507</c:v>
                </c:pt>
                <c:pt idx="5">
                  <c:v>7.762823909720614</c:v>
                </c:pt>
                <c:pt idx="6">
                  <c:v>6.290182612423553</c:v>
                </c:pt>
                <c:pt idx="7">
                  <c:v>3.6460079697292573</c:v>
                </c:pt>
                <c:pt idx="8">
                  <c:v>0.7584494123366273</c:v>
                </c:pt>
                <c:pt idx="9">
                  <c:v>0.0</c:v>
                </c:pt>
                <c:pt idx="10">
                  <c:v>0.5685160798289106</c:v>
                </c:pt>
                <c:pt idx="11">
                  <c:v>2.2877284198781376</c:v>
                </c:pt>
                <c:pt idx="12">
                  <c:v>13.85840143401348</c:v>
                </c:pt>
                <c:pt idx="13">
                  <c:v>14.998996143754722</c:v>
                </c:pt>
                <c:pt idx="14">
                  <c:v>11.973387746056758</c:v>
                </c:pt>
                <c:pt idx="15">
                  <c:v>9.266546443728695</c:v>
                </c:pt>
                <c:pt idx="16">
                  <c:v>10.413288249066987</c:v>
                </c:pt>
                <c:pt idx="17">
                  <c:v>11.124852354627786</c:v>
                </c:pt>
                <c:pt idx="18">
                  <c:v>8.987416459765361</c:v>
                </c:pt>
                <c:pt idx="19">
                  <c:v>3.7295535612767936</c:v>
                </c:pt>
                <c:pt idx="20">
                  <c:v>0.790106420240761</c:v>
                </c:pt>
                <c:pt idx="21">
                  <c:v>0.0</c:v>
                </c:pt>
                <c:pt idx="22">
                  <c:v>0.49765633345109866</c:v>
                </c:pt>
                <c:pt idx="23">
                  <c:v>1.4367707868642243</c:v>
                </c:pt>
                <c:pt idx="24">
                  <c:v>8.393715307255558</c:v>
                </c:pt>
                <c:pt idx="25">
                  <c:v>14.664869951671983</c:v>
                </c:pt>
                <c:pt idx="26">
                  <c:v>15.88479135443081</c:v>
                </c:pt>
                <c:pt idx="27">
                  <c:v>13.879705271773814</c:v>
                </c:pt>
                <c:pt idx="28">
                  <c:v>7.4623976622194235</c:v>
                </c:pt>
                <c:pt idx="29">
                  <c:v>6.3140008212588326</c:v>
                </c:pt>
                <c:pt idx="30">
                  <c:v>3.663145343414557</c:v>
                </c:pt>
                <c:pt idx="31">
                  <c:v>1.849167722146638</c:v>
                </c:pt>
                <c:pt idx="32">
                  <c:v>0.4921818056595077</c:v>
                </c:pt>
                <c:pt idx="33">
                  <c:v>0.0</c:v>
                </c:pt>
                <c:pt idx="34">
                  <c:v>0.8467991738153635</c:v>
                </c:pt>
                <c:pt idx="35">
                  <c:v>3.5292755665335833</c:v>
                </c:pt>
                <c:pt idx="36">
                  <c:v>10.163287936739573</c:v>
                </c:pt>
                <c:pt idx="37">
                  <c:v>7.093263296586501</c:v>
                </c:pt>
                <c:pt idx="38">
                  <c:v>10.985183503880537</c:v>
                </c:pt>
                <c:pt idx="39">
                  <c:v>12.623395055218992</c:v>
                </c:pt>
                <c:pt idx="40">
                  <c:v>13.692663265882492</c:v>
                </c:pt>
                <c:pt idx="41">
                  <c:v>7.124188793971009</c:v>
                </c:pt>
                <c:pt idx="42">
                  <c:v>4.201218451776372</c:v>
                </c:pt>
                <c:pt idx="43">
                  <c:v>1.90260430848101</c:v>
                </c:pt>
                <c:pt idx="44">
                  <c:v>0.4500971064114942</c:v>
                </c:pt>
                <c:pt idx="45">
                  <c:v>0.0</c:v>
                </c:pt>
                <c:pt idx="46">
                  <c:v>0.7542392629248847</c:v>
                </c:pt>
                <c:pt idx="47">
                  <c:v>3.86776975177518</c:v>
                </c:pt>
                <c:pt idx="48">
                  <c:v>16.842993781874032</c:v>
                </c:pt>
                <c:pt idx="49">
                  <c:v>6.742712752508273</c:v>
                </c:pt>
                <c:pt idx="50">
                  <c:v>8.98839434421156</c:v>
                </c:pt>
                <c:pt idx="51">
                  <c:v>10.434201621111292</c:v>
                </c:pt>
                <c:pt idx="52">
                  <c:v>12.605368762157429</c:v>
                </c:pt>
                <c:pt idx="53">
                  <c:v>8.252157182074892</c:v>
                </c:pt>
                <c:pt idx="54">
                  <c:v>5.669489066554392</c:v>
                </c:pt>
                <c:pt idx="55">
                  <c:v>2.9809035250898503</c:v>
                </c:pt>
                <c:pt idx="56">
                  <c:v>0.8015863621643533</c:v>
                </c:pt>
                <c:pt idx="57">
                  <c:v>0.0</c:v>
                </c:pt>
                <c:pt idx="58">
                  <c:v>0.5892956404071371</c:v>
                </c:pt>
                <c:pt idx="59">
                  <c:v>1.4732198732828417</c:v>
                </c:pt>
                <c:pt idx="60">
                  <c:v>7.089994140334902</c:v>
                </c:pt>
                <c:pt idx="61">
                  <c:v>9.171881078107308</c:v>
                </c:pt>
                <c:pt idx="62">
                  <c:v>11.164566084290179</c:v>
                </c:pt>
                <c:pt idx="63">
                  <c:v>7.615761910288162</c:v>
                </c:pt>
                <c:pt idx="64">
                  <c:v>6.165106161251658</c:v>
                </c:pt>
                <c:pt idx="65">
                  <c:v>3.7841256608424922</c:v>
                </c:pt>
              </c:numCache>
            </c:numRef>
          </c:val>
        </c:ser>
        <c:ser>
          <c:idx val="12"/>
          <c:order val="12"/>
          <c:tx>
            <c:strRef>
              <c:f>Sheet1!$N$1</c:f>
              <c:strCache>
                <c:ptCount val="1"/>
                <c:pt idx="0">
                  <c:v>TV</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14.427372648002937</c:v>
                </c:pt>
                <c:pt idx="1">
                  <c:v>15.10424939566671</c:v>
                </c:pt>
                <c:pt idx="2">
                  <c:v>14.339393314956697</c:v>
                </c:pt>
                <c:pt idx="3">
                  <c:v>5.49961774302627</c:v>
                </c:pt>
                <c:pt idx="4">
                  <c:v>2.6714742426285407</c:v>
                </c:pt>
                <c:pt idx="5">
                  <c:v>1.8801223727976908</c:v>
                </c:pt>
                <c:pt idx="6">
                  <c:v>13.071229963011445</c:v>
                </c:pt>
                <c:pt idx="7">
                  <c:v>17.780666770075104</c:v>
                </c:pt>
                <c:pt idx="8">
                  <c:v>18.547657364991014</c:v>
                </c:pt>
                <c:pt idx="9">
                  <c:v>6.991810739213734</c:v>
                </c:pt>
                <c:pt idx="10">
                  <c:v>3.2755460911426324</c:v>
                </c:pt>
                <c:pt idx="11">
                  <c:v>2.184221248088858</c:v>
                </c:pt>
                <c:pt idx="12">
                  <c:v>1.896418809953675</c:v>
                </c:pt>
                <c:pt idx="13">
                  <c:v>10.921659360982693</c:v>
                </c:pt>
                <c:pt idx="14">
                  <c:v>12.602973112812915</c:v>
                </c:pt>
                <c:pt idx="15">
                  <c:v>12.070177131265718</c:v>
                </c:pt>
                <c:pt idx="16">
                  <c:v>13.210207567635123</c:v>
                </c:pt>
                <c:pt idx="17">
                  <c:v>16.06658044147014</c:v>
                </c:pt>
                <c:pt idx="18">
                  <c:v>17.505110520528078</c:v>
                </c:pt>
                <c:pt idx="19">
                  <c:v>6.693912616286994</c:v>
                </c:pt>
                <c:pt idx="20">
                  <c:v>3.0652276820856548</c:v>
                </c:pt>
                <c:pt idx="21">
                  <c:v>1.983982572570644</c:v>
                </c:pt>
                <c:pt idx="22">
                  <c:v>1.604164296369287</c:v>
                </c:pt>
                <c:pt idx="23">
                  <c:v>1.582659120280797</c:v>
                </c:pt>
                <c:pt idx="24">
                  <c:v>13.210287963882406</c:v>
                </c:pt>
                <c:pt idx="25">
                  <c:v>17.50387448330351</c:v>
                </c:pt>
                <c:pt idx="26">
                  <c:v>16.799030748522938</c:v>
                </c:pt>
                <c:pt idx="27">
                  <c:v>6.354083425403393</c:v>
                </c:pt>
                <c:pt idx="28">
                  <c:v>3.118770148820159</c:v>
                </c:pt>
                <c:pt idx="29">
                  <c:v>1.9968436566396697</c:v>
                </c:pt>
                <c:pt idx="30">
                  <c:v>1.8799372401728558</c:v>
                </c:pt>
                <c:pt idx="31">
                  <c:v>1.8477268238752855</c:v>
                </c:pt>
                <c:pt idx="32">
                  <c:v>1.7436472148469642</c:v>
                </c:pt>
                <c:pt idx="33">
                  <c:v>1.7819544315189928</c:v>
                </c:pt>
                <c:pt idx="34">
                  <c:v>1.770012634058145</c:v>
                </c:pt>
                <c:pt idx="35">
                  <c:v>1.8458209770297147</c:v>
                </c:pt>
                <c:pt idx="36">
                  <c:v>1.5751426369367623</c:v>
                </c:pt>
                <c:pt idx="37">
                  <c:v>1.5352264594493525</c:v>
                </c:pt>
                <c:pt idx="38">
                  <c:v>9.708782834885797</c:v>
                </c:pt>
                <c:pt idx="39">
                  <c:v>12.540711377416192</c:v>
                </c:pt>
                <c:pt idx="40">
                  <c:v>12.850836476546428</c:v>
                </c:pt>
                <c:pt idx="41">
                  <c:v>5.404129179302298</c:v>
                </c:pt>
                <c:pt idx="42">
                  <c:v>2.7343497678941495</c:v>
                </c:pt>
                <c:pt idx="43">
                  <c:v>2.108525804732894</c:v>
                </c:pt>
                <c:pt idx="44">
                  <c:v>1.8609463632148355</c:v>
                </c:pt>
                <c:pt idx="45">
                  <c:v>2.0537487128918945</c:v>
                </c:pt>
                <c:pt idx="46">
                  <c:v>1.7742804846573585</c:v>
                </c:pt>
                <c:pt idx="47">
                  <c:v>12.479436053928943</c:v>
                </c:pt>
                <c:pt idx="48">
                  <c:v>15.51494352936763</c:v>
                </c:pt>
                <c:pt idx="49">
                  <c:v>5.767389766027797</c:v>
                </c:pt>
                <c:pt idx="50">
                  <c:v>10.868524932289134</c:v>
                </c:pt>
                <c:pt idx="51">
                  <c:v>14.494727763394806</c:v>
                </c:pt>
                <c:pt idx="52">
                  <c:v>15.415376237501924</c:v>
                </c:pt>
                <c:pt idx="53">
                  <c:v>15.70039058299471</c:v>
                </c:pt>
                <c:pt idx="54">
                  <c:v>6.3348131710776014</c:v>
                </c:pt>
                <c:pt idx="55">
                  <c:v>3.2416327664523723</c:v>
                </c:pt>
                <c:pt idx="56">
                  <c:v>2.071345818943116</c:v>
                </c:pt>
                <c:pt idx="57">
                  <c:v>1.6493052386665235</c:v>
                </c:pt>
                <c:pt idx="58">
                  <c:v>1.6639041605948428</c:v>
                </c:pt>
                <c:pt idx="59">
                  <c:v>1.5386017503825171</c:v>
                </c:pt>
                <c:pt idx="60">
                  <c:v>1.8710143135522808</c:v>
                </c:pt>
                <c:pt idx="61">
                  <c:v>1.9877169680085256</c:v>
                </c:pt>
                <c:pt idx="62">
                  <c:v>1.7797953122409054</c:v>
                </c:pt>
                <c:pt idx="63">
                  <c:v>1.4523274324052087</c:v>
                </c:pt>
                <c:pt idx="64">
                  <c:v>1.69200022657372</c:v>
                </c:pt>
                <c:pt idx="65">
                  <c:v>1.7132141593236259</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Sheet1!$A$2:$A$14</c:f>
              <c:strCache>
                <c:ptCount val="13"/>
                <c:pt idx="0">
                  <c:v>Distribution</c:v>
                </c:pt>
                <c:pt idx="1">
                  <c:v>Seasonality</c:v>
                </c:pt>
                <c:pt idx="2">
                  <c:v>PR</c:v>
                </c:pt>
                <c:pt idx="3">
                  <c:v>OOH</c:v>
                </c:pt>
                <c:pt idx="4">
                  <c:v>POS</c:v>
                </c:pt>
                <c:pt idx="5">
                  <c:v>TV</c:v>
                </c:pt>
                <c:pt idx="6">
                  <c:v>Digital_Indoor</c:v>
                </c:pt>
                <c:pt idx="7">
                  <c:v>Relative price</c:v>
                </c:pt>
                <c:pt idx="8">
                  <c:v>Digital_Video</c:v>
                </c:pt>
                <c:pt idx="9">
                  <c:v>Digital_Special...</c:v>
                </c:pt>
                <c:pt idx="10">
                  <c:v>Base</c:v>
                </c:pt>
                <c:pt idx="11">
                  <c:v>Digital_DA</c:v>
                </c:pt>
                <c:pt idx="12">
                  <c:v>Price volatilit...</c:v>
                </c:pt>
              </c:strCache>
            </c:strRef>
          </c:cat>
          <c:val>
            <c:numRef>
              <c:f>Sheet1!$B$2:$B$14</c:f>
              <c:numCache>
                <c:formatCode>General</c:formatCode>
                <c:ptCount val="13"/>
                <c:pt idx="0">
                  <c:v>0.0</c:v>
                </c:pt>
                <c:pt idx="1">
                  <c:v>27.30296889310087</c:v>
                </c:pt>
                <c:pt idx="2">
                  <c:v>50.77999731704756</c:v>
                </c:pt>
                <c:pt idx="3">
                  <c:v>64.02791145243363</c:v>
                </c:pt>
                <c:pt idx="4">
                  <c:v>75.54377996949943</c:v>
                </c:pt>
                <c:pt idx="5">
                  <c:v>83.24163120025959</c:v>
                </c:pt>
                <c:pt idx="6">
                  <c:v>88.71859578826036</c:v>
                </c:pt>
                <c:pt idx="7">
                  <c:v>94.11409297477533</c:v>
                </c:pt>
                <c:pt idx="8">
                  <c:v>96.64948666595342</c:v>
                </c:pt>
                <c:pt idx="9">
                  <c:v>98.81741735528216</c:v>
                </c:pt>
                <c:pt idx="10">
                  <c:v>100.16808458142903</c:v>
                </c:pt>
                <c:pt idx="11">
                  <c:v>101.16766566373195</c:v>
                </c:pt>
                <c:pt idx="12">
                  <c:v>100.0</c:v>
                </c:pt>
              </c:numCache>
            </c:numRef>
          </c:val>
        </c:ser>
        <c:ser>
          <c:idx val="1"/>
          <c:order val="1"/>
          <c:tx>
            <c:strRef>
              <c:f>Sheet1!$C$1</c:f>
              <c:strCache>
                <c:ptCount val="1"/>
                <c:pt idx="0">
                  <c:v>value</c:v>
                </c:pt>
              </c:strCache>
            </c:strRef>
          </c:tx>
          <c:dPt>
            <c:idx val="0"/>
            <c:spPr>
              <a:solidFill>
                <a:srgbClr val="FF7ED1"/>
              </a:solidFill>
            </c:spPr>
          </c:dPt>
          <c:dPt>
            <c:idx val="1"/>
            <c:spPr>
              <a:solidFill>
                <a:srgbClr val="00FDCF"/>
              </a:solidFill>
            </c:spPr>
          </c:dPt>
          <c:dPt>
            <c:idx val="2"/>
            <c:spPr>
              <a:solidFill>
                <a:srgbClr val="573B00"/>
              </a:solidFill>
            </c:spPr>
          </c:dPt>
          <c:dPt>
            <c:idx val="3"/>
            <c:spPr>
              <a:solidFill>
                <a:srgbClr val="6B004F"/>
              </a:solidFill>
            </c:spPr>
          </c:dPt>
          <c:dPt>
            <c:idx val="4"/>
            <c:spPr>
              <a:solidFill>
                <a:srgbClr val="FFA52F"/>
              </a:solidFill>
            </c:spPr>
          </c:dPt>
          <c:dPt>
            <c:idx val="5"/>
            <c:spPr>
              <a:solidFill>
                <a:srgbClr val="A17569"/>
              </a:solidFill>
            </c:spPr>
          </c:dPt>
          <c:dPt>
            <c:idx val="6"/>
            <c:spPr>
              <a:solidFill>
                <a:srgbClr val="018700"/>
              </a:solidFill>
            </c:spPr>
          </c:dPt>
          <c:dPt>
            <c:idx val="7"/>
            <c:spPr>
              <a:solidFill>
                <a:srgbClr val="0000DD"/>
              </a:solidFill>
            </c:spPr>
          </c:dPt>
          <c:dPt>
            <c:idx val="8"/>
            <c:spPr>
              <a:solidFill>
                <a:srgbClr val="97FF00"/>
              </a:solidFill>
            </c:spPr>
          </c:dPt>
          <c:dPt>
            <c:idx val="9"/>
            <c:spPr>
              <a:solidFill>
                <a:srgbClr val="00ACC6"/>
              </a:solidFill>
            </c:spPr>
          </c:dPt>
          <c:dPt>
            <c:idx val="10"/>
            <c:spPr>
              <a:solidFill>
                <a:srgbClr val="D60000"/>
              </a:solidFill>
            </c:spPr>
          </c:dPt>
          <c:dPt>
            <c:idx val="11"/>
            <c:spPr>
              <a:solidFill>
                <a:srgbClr val="8C3BFF"/>
              </a:solidFill>
            </c:spPr>
          </c:dPt>
          <c:dPt>
            <c:idx val="12"/>
            <c:spPr>
              <a:solidFill>
                <a:srgbClr val="005659"/>
              </a:solidFill>
            </c:spPr>
          </c:dPt>
          <c:dLbls>
            <c:dLbl>
              <c:idx val="0"/>
              <c:tx>
                <c:rich>
                  <a:bodyPr/>
                  <a:lstStyle/>
                  <a:p>
                    <a:r>
                      <a:t>27.3%</a:t>
                    </a:r>
                  </a:p>
                </c:rich>
              </c:tx>
              <c:dLblPos val="inEnd"/>
              <c:showLegendKey val="0"/>
              <c:showVal val="1"/>
              <c:showCatName val="0"/>
              <c:showSerName val="0"/>
              <c:showPercent val="0"/>
              <c:showBubbleSize val="0"/>
            </c:dLbl>
            <c:dLbl>
              <c:idx val="1"/>
              <c:tx>
                <c:rich>
                  <a:bodyPr/>
                  <a:lstStyle/>
                  <a:p>
                    <a:r>
                      <a:t>23.48%</a:t>
                    </a:r>
                  </a:p>
                </c:rich>
              </c:tx>
              <c:dLblPos val="inEnd"/>
              <c:showLegendKey val="0"/>
              <c:showVal val="1"/>
              <c:showCatName val="0"/>
              <c:showSerName val="0"/>
              <c:showPercent val="0"/>
              <c:showBubbleSize val="0"/>
            </c:dLbl>
            <c:dLbl>
              <c:idx val="2"/>
              <c:tx>
                <c:rich>
                  <a:bodyPr/>
                  <a:lstStyle/>
                  <a:p>
                    <a:r>
                      <a:t>13.25%</a:t>
                    </a:r>
                  </a:p>
                </c:rich>
              </c:tx>
              <c:dLblPos val="inEnd"/>
              <c:showLegendKey val="0"/>
              <c:showVal val="1"/>
              <c:showCatName val="0"/>
              <c:showSerName val="0"/>
              <c:showPercent val="0"/>
              <c:showBubbleSize val="0"/>
            </c:dLbl>
            <c:dLbl>
              <c:idx val="3"/>
              <c:tx>
                <c:rich>
                  <a:bodyPr/>
                  <a:lstStyle/>
                  <a:p>
                    <a:r>
                      <a:t>11.52%</a:t>
                    </a:r>
                  </a:p>
                </c:rich>
              </c:tx>
              <c:dLblPos val="inEnd"/>
              <c:showLegendKey val="0"/>
              <c:showVal val="1"/>
              <c:showCatName val="0"/>
              <c:showSerName val="0"/>
              <c:showPercent val="0"/>
              <c:showBubbleSize val="0"/>
            </c:dLbl>
            <c:dLbl>
              <c:idx val="4"/>
              <c:tx>
                <c:rich>
                  <a:bodyPr/>
                  <a:lstStyle/>
                  <a:p>
                    <a:r>
                      <a:t>7.7%</a:t>
                    </a:r>
                  </a:p>
                </c:rich>
              </c:tx>
              <c:dLblPos val="inEnd"/>
              <c:showLegendKey val="0"/>
              <c:showVal val="1"/>
              <c:showCatName val="0"/>
              <c:showSerName val="0"/>
              <c:showPercent val="0"/>
              <c:showBubbleSize val="0"/>
            </c:dLbl>
            <c:dLbl>
              <c:idx val="5"/>
              <c:tx>
                <c:rich>
                  <a:bodyPr/>
                  <a:lstStyle/>
                  <a:p>
                    <a:r>
                      <a:t>5.48%</a:t>
                    </a:r>
                  </a:p>
                </c:rich>
              </c:tx>
              <c:dLblPos val="inEnd"/>
              <c:showLegendKey val="0"/>
              <c:showVal val="1"/>
              <c:showCatName val="0"/>
              <c:showSerName val="0"/>
              <c:showPercent val="0"/>
              <c:showBubbleSize val="0"/>
            </c:dLbl>
            <c:dLbl>
              <c:idx val="6"/>
              <c:tx>
                <c:rich>
                  <a:bodyPr/>
                  <a:lstStyle/>
                  <a:p>
                    <a:r>
                      <a:t>5.4%</a:t>
                    </a:r>
                  </a:p>
                </c:rich>
              </c:tx>
              <c:dLblPos val="inEnd"/>
              <c:showLegendKey val="0"/>
              <c:showVal val="1"/>
              <c:showCatName val="0"/>
              <c:showSerName val="0"/>
              <c:showPercent val="0"/>
              <c:showBubbleSize val="0"/>
            </c:dLbl>
            <c:dLbl>
              <c:idx val="7"/>
              <c:tx>
                <c:rich>
                  <a:bodyPr/>
                  <a:lstStyle/>
                  <a:p>
                    <a:r>
                      <a:t>2.54%</a:t>
                    </a:r>
                  </a:p>
                </c:rich>
              </c:tx>
              <c:dLblPos val="inEnd"/>
              <c:showLegendKey val="0"/>
              <c:showVal val="1"/>
              <c:showCatName val="0"/>
              <c:showSerName val="0"/>
              <c:showPercent val="0"/>
              <c:showBubbleSize val="0"/>
            </c:dLbl>
            <c:dLbl>
              <c:idx val="8"/>
              <c:tx>
                <c:rich>
                  <a:bodyPr/>
                  <a:lstStyle/>
                  <a:p>
                    <a:r>
                      <a:t>2.17%</a:t>
                    </a:r>
                  </a:p>
                </c:rich>
              </c:tx>
              <c:dLblPos val="inEnd"/>
              <c:showLegendKey val="0"/>
              <c:showVal val="1"/>
              <c:showCatName val="0"/>
              <c:showSerName val="0"/>
              <c:showPercent val="0"/>
              <c:showBubbleSize val="0"/>
            </c:dLbl>
            <c:dLbl>
              <c:idx val="9"/>
              <c:tx>
                <c:rich>
                  <a:bodyPr/>
                  <a:lstStyle/>
                  <a:p>
                    <a:r>
                      <a:t>1.35%</a:t>
                    </a:r>
                  </a:p>
                </c:rich>
              </c:tx>
              <c:dLblPos val="inEnd"/>
              <c:showLegendKey val="0"/>
              <c:showVal val="1"/>
              <c:showCatName val="0"/>
              <c:showSerName val="0"/>
              <c:showPercent val="0"/>
              <c:showBubbleSize val="0"/>
            </c:dLbl>
            <c:dLbl>
              <c:idx val="10"/>
              <c:tx>
                <c:rich>
                  <a:bodyPr/>
                  <a:lstStyle/>
                  <a:p>
                    <a:r>
                      <a:t>1.0%</a:t>
                    </a:r>
                  </a:p>
                </c:rich>
              </c:tx>
              <c:dLblPos val="inEnd"/>
              <c:showLegendKey val="0"/>
              <c:showVal val="1"/>
              <c:showCatName val="0"/>
              <c:showSerName val="0"/>
              <c:showPercent val="0"/>
              <c:showBubbleSize val="0"/>
            </c:dLbl>
            <c:dLbl>
              <c:idx val="11"/>
              <c:tx>
                <c:rich>
                  <a:bodyPr/>
                  <a:lstStyle/>
                  <a:p>
                    <a:r>
                      <a:t>0.15%</a:t>
                    </a:r>
                  </a:p>
                </c:rich>
              </c:tx>
              <c:dLblPos val="inEnd"/>
              <c:showLegendKey val="0"/>
              <c:showVal val="1"/>
              <c:showCatName val="0"/>
              <c:showSerName val="0"/>
              <c:showPercent val="0"/>
              <c:showBubbleSize val="0"/>
            </c:dLbl>
            <c:dLbl>
              <c:idx val="12"/>
              <c:tx>
                <c:rich>
                  <a:bodyPr/>
                  <a:lstStyle/>
                  <a:p>
                    <a:r>
                      <a:t>-1.32%</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Sheet1!$A$2:$A$14</c:f>
              <c:strCache>
                <c:ptCount val="13"/>
                <c:pt idx="0">
                  <c:v>Distribution</c:v>
                </c:pt>
                <c:pt idx="1">
                  <c:v>Seasonality</c:v>
                </c:pt>
                <c:pt idx="2">
                  <c:v>PR</c:v>
                </c:pt>
                <c:pt idx="3">
                  <c:v>OOH</c:v>
                </c:pt>
                <c:pt idx="4">
                  <c:v>POS</c:v>
                </c:pt>
                <c:pt idx="5">
                  <c:v>TV</c:v>
                </c:pt>
                <c:pt idx="6">
                  <c:v>Digital_Indoor</c:v>
                </c:pt>
                <c:pt idx="7">
                  <c:v>Relative price</c:v>
                </c:pt>
                <c:pt idx="8">
                  <c:v>Digital_Video</c:v>
                </c:pt>
                <c:pt idx="9">
                  <c:v>Digital_Special...</c:v>
                </c:pt>
                <c:pt idx="10">
                  <c:v>Base</c:v>
                </c:pt>
                <c:pt idx="11">
                  <c:v>Digital_DA</c:v>
                </c:pt>
                <c:pt idx="12">
                  <c:v>Price volatilit...</c:v>
                </c:pt>
              </c:strCache>
            </c:strRef>
          </c:cat>
          <c:val>
            <c:numRef>
              <c:f>Sheet1!$C$2:$C$14</c:f>
              <c:numCache>
                <c:formatCode>General</c:formatCode>
                <c:ptCount val="13"/>
                <c:pt idx="0">
                  <c:v>27.30296889310087</c:v>
                </c:pt>
                <c:pt idx="1">
                  <c:v>23.477028423946695</c:v>
                </c:pt>
                <c:pt idx="2">
                  <c:v>13.247914135386043</c:v>
                </c:pt>
                <c:pt idx="3">
                  <c:v>11.515868517065817</c:v>
                </c:pt>
                <c:pt idx="4">
                  <c:v>7.697851230760154</c:v>
                </c:pt>
                <c:pt idx="5">
                  <c:v>5.476964588000781</c:v>
                </c:pt>
                <c:pt idx="6">
                  <c:v>5.395497186514966</c:v>
                </c:pt>
                <c:pt idx="7">
                  <c:v>2.5353936911780863</c:v>
                </c:pt>
                <c:pt idx="8">
                  <c:v>2.167930689328746</c:v>
                </c:pt>
                <c:pt idx="9">
                  <c:v>1.3506672261468706</c:v>
                </c:pt>
                <c:pt idx="10">
                  <c:v>0.999581082302912</c:v>
                </c:pt>
                <c:pt idx="11">
                  <c:v>0.15215448400628942</c:v>
                </c:pt>
                <c:pt idx="12">
                  <c:v>1.3198201477382356</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43.87278305706013</c:v>
                </c:pt>
                <c:pt idx="2">
                  <c:v>91.28328361354892</c:v>
                </c:pt>
                <c:pt idx="3">
                  <c:v>131.63547031272594</c:v>
                </c:pt>
                <c:pt idx="4">
                  <c:v>160.71766120278124</c:v>
                </c:pt>
              </c:numCache>
            </c:numRef>
          </c:val>
          <c:smooth/>
        </c:ser>
        <c:ser>
          <c:idx val="1"/>
          <c:order val="1"/>
          <c:tx>
            <c:strRef>
              <c:f>Sheet1!$C$1</c:f>
              <c:strCache>
                <c:ptCount val="1"/>
                <c:pt idx="0">
                  <c:v>PR_extrapolated</c:v>
                </c:pt>
              </c:strCache>
            </c:strRef>
          </c:tx>
          <c:spPr>
            <a:ln w="31750">
              <a:solidFill>
                <a:srgbClr val="573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160.71766120278124</c:v>
                </c:pt>
                <c:pt idx="5">
                  <c:v>180.1911746234162</c:v>
                </c:pt>
                <c:pt idx="6">
                  <c:v>193.13750205137643</c:v>
                </c:pt>
              </c:numCache>
            </c:numRef>
          </c:val>
          <c:smooth/>
        </c:ser>
        <c:ser>
          <c:idx val="2"/>
          <c:order val="2"/>
          <c:tx>
            <c:strRef>
              <c:f>Sheet1!$D$1</c:f>
              <c:strCache>
                <c:ptCount val="1"/>
                <c:pt idx="0">
                  <c:v>TV</c:v>
                </c:pt>
              </c:strCache>
            </c:strRef>
          </c:tx>
          <c:spPr>
            <a:ln w="31750">
              <a:solidFill>
                <a:srgbClr val="A17569"/>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1.8329735486481127</c:v>
                </c:pt>
                <c:pt idx="2">
                  <c:v>3.6755602225997563</c:v>
                </c:pt>
                <c:pt idx="3">
                  <c:v>5.5273806448846585</c:v>
                </c:pt>
                <c:pt idx="4">
                  <c:v>7.388045881096559</c:v>
                </c:pt>
                <c:pt idx="5">
                  <c:v>9.257157794084435</c:v>
                </c:pt>
                <c:pt idx="6">
                  <c:v>11.134309420822717</c:v>
                </c:pt>
                <c:pt idx="7">
                  <c:v>13.019085370768153</c:v>
                </c:pt>
                <c:pt idx="8">
                  <c:v>14.911062244925176</c:v>
                </c:pt>
                <c:pt idx="9">
                  <c:v>16.809809074748728</c:v>
                </c:pt>
                <c:pt idx="10">
                  <c:v>18.714887779926016</c:v>
                </c:pt>
                <c:pt idx="11">
                  <c:v>20.62585364399621</c:v>
                </c:pt>
                <c:pt idx="12">
                  <c:v>22.54225580668424</c:v>
                </c:pt>
                <c:pt idx="13">
                  <c:v>24.463637771752303</c:v>
                </c:pt>
                <c:pt idx="14">
                  <c:v>26.389537929098424</c:v>
                </c:pt>
                <c:pt idx="15">
                  <c:v>28.31949008976892</c:v>
                </c:pt>
                <c:pt idx="16">
                  <c:v>30.25302403248935</c:v>
                </c:pt>
                <c:pt idx="17">
                  <c:v>32.18966606026902</c:v>
                </c:pt>
                <c:pt idx="18">
                  <c:v>34.12893956558236</c:v>
                </c:pt>
                <c:pt idx="19">
                  <c:v>36.070365602597576</c:v>
                </c:pt>
                <c:pt idx="20">
                  <c:v>38.013463464885774</c:v>
                </c:pt>
                <c:pt idx="21">
                  <c:v>39.957751267022616</c:v>
                </c:pt>
                <c:pt idx="22">
                  <c:v>41.902746528475234</c:v>
                </c:pt>
                <c:pt idx="23">
                  <c:v>43.84796675816324</c:v>
                </c:pt>
                <c:pt idx="24">
                  <c:v>45.79293003807567</c:v>
                </c:pt>
                <c:pt idx="25">
                  <c:v>47.7371556043376</c:v>
                </c:pt>
                <c:pt idx="26">
                  <c:v>49.680164424135626</c:v>
                </c:pt>
                <c:pt idx="27">
                  <c:v>51.62147976692876</c:v>
                </c:pt>
                <c:pt idx="28">
                  <c:v>53.56062776840895</c:v>
                </c:pt>
                <c:pt idx="29">
                  <c:v>55.497137985709344</c:v>
                </c:pt>
                <c:pt idx="30">
                  <c:v>57.430543942400675</c:v>
                </c:pt>
                <c:pt idx="31">
                  <c:v>59.360383661875346</c:v>
                </c:pt>
                <c:pt idx="32">
                  <c:v>61.28620018776752</c:v>
                </c:pt>
                <c:pt idx="33">
                  <c:v>63.20754209012847</c:v>
                </c:pt>
                <c:pt idx="34">
                  <c:v>65.12396395613928</c:v>
                </c:pt>
                <c:pt idx="35">
                  <c:v>67.03502686422257</c:v>
                </c:pt>
                <c:pt idx="36">
                  <c:v>68.9402988404882</c:v>
                </c:pt>
                <c:pt idx="37">
                  <c:v>70.83935529653297</c:v>
                </c:pt>
                <c:pt idx="38">
                  <c:v>72.73177944769674</c:v>
                </c:pt>
                <c:pt idx="39">
                  <c:v>74.6171627109685</c:v>
                </c:pt>
                <c:pt idx="40">
                  <c:v>76.49510508182198</c:v>
                </c:pt>
                <c:pt idx="41">
                  <c:v>78.36521548935349</c:v>
                </c:pt>
                <c:pt idx="42">
                  <c:v>80.22711212918767</c:v>
                </c:pt>
                <c:pt idx="43">
                  <c:v>82.08042277370475</c:v>
                </c:pt>
                <c:pt idx="44">
                  <c:v>83.92478505924214</c:v>
                </c:pt>
                <c:pt idx="45">
                  <c:v>85.75984675000541</c:v>
                </c:pt>
                <c:pt idx="46">
                  <c:v>87.58526597852244</c:v>
                </c:pt>
                <c:pt idx="47">
                  <c:v>89.40071146255394</c:v>
                </c:pt>
                <c:pt idx="48">
                  <c:v>91.20586269846831</c:v>
                </c:pt>
                <c:pt idx="49">
                  <c:v>93.00041013116214</c:v>
                </c:pt>
                <c:pt idx="50">
                  <c:v>94.7840553006962</c:v>
                </c:pt>
                <c:pt idx="51">
                  <c:v>96.55651096588724</c:v>
                </c:pt>
                <c:pt idx="52">
                  <c:v>98.31750120517307</c:v>
                </c:pt>
                <c:pt idx="53">
                  <c:v>100.06676149513129</c:v>
                </c:pt>
                <c:pt idx="54">
                  <c:v>101.80403876710449</c:v>
                </c:pt>
                <c:pt idx="55">
                  <c:v>103.5290914424375</c:v>
                </c:pt>
                <c:pt idx="56">
                  <c:v>105.24168944689131</c:v>
                </c:pt>
                <c:pt idx="57">
                  <c:v>106.94161420484835</c:v>
                </c:pt>
                <c:pt idx="58">
                  <c:v>108.62865861397034</c:v>
                </c:pt>
                <c:pt idx="59">
                  <c:v>110.30262700100837</c:v>
                </c:pt>
                <c:pt idx="60">
                  <c:v>111.96333505950696</c:v>
                </c:pt>
              </c:numCache>
            </c:numRef>
          </c:val>
          <c:smooth/>
        </c:ser>
        <c:ser>
          <c:idx val="3"/>
          <c:order val="3"/>
          <c:tx>
            <c:strRef>
              <c:f>Sheet1!$E$1</c:f>
              <c:strCache>
                <c:ptCount val="1"/>
                <c:pt idx="0">
                  <c:v>bdg_dgt_display</c:v>
                </c:pt>
              </c:strCache>
            </c:strRef>
          </c:tx>
          <c:spPr>
            <a:ln w="31750">
              <a:solidFill>
                <a:srgbClr val="BCB6FF"/>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31.68533016909288</c:v>
                </c:pt>
                <c:pt idx="2">
                  <c:v>42.94009005399403</c:v>
                </c:pt>
                <c:pt idx="3">
                  <c:v>47.166295288990625</c:v>
                </c:pt>
                <c:pt idx="4">
                  <c:v>49.58842886398185</c:v>
                </c:pt>
                <c:pt idx="5">
                  <c:v>51.14494311490256</c:v>
                </c:pt>
                <c:pt idx="6">
                  <c:v>52.15521102550338</c:v>
                </c:pt>
                <c:pt idx="7">
                  <c:v>52.803025431273625</c:v>
                </c:pt>
                <c:pt idx="8">
                  <c:v>53.213988656746096</c:v>
                </c:pt>
                <c:pt idx="9">
                  <c:v>53.47293276012192</c:v>
                </c:pt>
                <c:pt idx="10">
                  <c:v>53.63548734435051</c:v>
                </c:pt>
                <c:pt idx="11">
                  <c:v>53.73739033566238</c:v>
                </c:pt>
                <c:pt idx="12">
                  <c:v>53.80129176466113</c:v>
                </c:pt>
                <c:pt idx="13">
                  <c:v>53.84142213739716</c:v>
                </c:pt>
                <c:pt idx="14">
                  <c:v>53.86667843517887</c:v>
                </c:pt>
              </c:numCache>
            </c:numRef>
          </c:val>
          <c:smooth/>
        </c:ser>
        <c:ser>
          <c:idx val="4"/>
          <c:order val="4"/>
          <c:tx>
            <c:strRef>
              <c:f>Sheet1!$F$1</c:f>
              <c:strCache>
                <c:ptCount val="1"/>
                <c:pt idx="0">
                  <c:v>bdg_dgt_display_extrapolated</c:v>
                </c:pt>
              </c:strCache>
            </c:strRef>
          </c:tx>
          <c:spPr>
            <a:ln w="31750">
              <a:solidFill>
                <a:srgbClr val="BCB6FF"/>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53.86667843517887</c:v>
                </c:pt>
                <c:pt idx="15">
                  <c:v>53.88261266765744</c:v>
                </c:pt>
                <c:pt idx="16">
                  <c:v>53.892690635336464</c:v>
                </c:pt>
                <c:pt idx="17">
                  <c:v>53.89907970065775</c:v>
                </c:pt>
                <c:pt idx="18">
                  <c:v>53.90313876758398</c:v>
                </c:pt>
                <c:pt idx="19">
                  <c:v>53.90572236292951</c:v>
                </c:pt>
                <c:pt idx="20">
                  <c:v>53.907369443792675</c:v>
                </c:pt>
              </c:numCache>
            </c:numRef>
          </c:val>
          <c:smooth/>
        </c:ser>
        <c:ser>
          <c:idx val="5"/>
          <c:order val="5"/>
          <c:tx>
            <c:strRef>
              <c:f>Sheet1!$G$1</c:f>
              <c:strCache>
                <c:ptCount val="1"/>
                <c:pt idx="0">
                  <c:v>bdg_dgt_indoor</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0.0</c:v>
                </c:pt>
                <c:pt idx="1">
                  <c:v>51.838995537810035</c:v>
                </c:pt>
                <c:pt idx="2">
                  <c:v>53.22249608964432</c:v>
                </c:pt>
                <c:pt idx="3">
                  <c:v>53.43758779469704</c:v>
                </c:pt>
                <c:pt idx="4">
                  <c:v>53.47815223813677</c:v>
                </c:pt>
                <c:pt idx="5">
                  <c:v>53.485659229990176</c:v>
                </c:pt>
                <c:pt idx="6">
                  <c:v>53.4870415139909</c:v>
                </c:pt>
                <c:pt idx="7">
                  <c:v>53.487295822263434</c:v>
                </c:pt>
                <c:pt idx="8">
                  <c:v>53.48734260316007</c:v>
                </c:pt>
                <c:pt idx="9">
                  <c:v>53.48735120852194</c:v>
                </c:pt>
                <c:pt idx="10">
                  <c:v>53.487352791478145</c:v>
                </c:pt>
              </c:numCache>
            </c:numRef>
          </c:val>
          <c:smooth/>
        </c:ser>
        <c:ser>
          <c:idx val="6"/>
          <c:order val="6"/>
          <c:tx>
            <c:strRef>
              <c:f>Sheet1!$H$1</c:f>
              <c:strCache>
                <c:ptCount val="1"/>
                <c:pt idx="0">
                  <c:v>bdg_dgt_indoor_extrapolated</c:v>
                </c:pt>
              </c:strCache>
            </c:strRef>
          </c:tx>
          <c:spPr>
            <a:ln w="31750">
              <a:solidFill>
                <a:srgbClr val="95B577"/>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53.487352791478145</c:v>
                </c:pt>
                <c:pt idx="11">
                  <c:v>53.487353082662935</c:v>
                </c:pt>
                <c:pt idx="12">
                  <c:v>53.48735313622632</c:v>
                </c:pt>
                <c:pt idx="13">
                  <c:v>53.48735314607933</c:v>
                </c:pt>
                <c:pt idx="14">
                  <c:v>53.48735314789178</c:v>
                </c:pt>
              </c:numCache>
            </c:numRef>
          </c:val>
          <c:smooth/>
        </c:ser>
        <c:ser>
          <c:idx val="7"/>
          <c:order val="7"/>
          <c:tx>
            <c:strRef>
              <c:f>Sheet1!$I$1</c:f>
              <c:strCache>
                <c:ptCount val="1"/>
                <c:pt idx="0">
                  <c:v>bdg_dgt_special</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0.0</c:v>
                </c:pt>
                <c:pt idx="1">
                  <c:v>3.670805007902743</c:v>
                </c:pt>
                <c:pt idx="2">
                  <c:v>7.4218510985866715</c:v>
                </c:pt>
                <c:pt idx="3">
                  <c:v>10.16195396018503</c:v>
                </c:pt>
                <c:pt idx="4">
                  <c:v>11.90314939176767</c:v>
                </c:pt>
                <c:pt idx="5">
                  <c:v>13.026043567654881</c:v>
                </c:pt>
                <c:pt idx="6">
                  <c:v>13.80201425215671</c:v>
                </c:pt>
                <c:pt idx="7">
                  <c:v>14.376200391640225</c:v>
                </c:pt>
                <c:pt idx="8">
                  <c:v>14.823739947629917</c:v>
                </c:pt>
                <c:pt idx="9">
                  <c:v>15.18551547418906</c:v>
                </c:pt>
                <c:pt idx="10">
                  <c:v>15.485443121757271</c:v>
                </c:pt>
                <c:pt idx="11">
                  <c:v>15.738485644060574</c:v>
                </c:pt>
                <c:pt idx="12">
                  <c:v>15.954535566847198</c:v>
                </c:pt>
                <c:pt idx="13">
                  <c:v>16.14045652514693</c:v>
                </c:pt>
                <c:pt idx="14">
                  <c:v>16.301238051182338</c:v>
                </c:pt>
              </c:numCache>
            </c:numRef>
          </c:val>
          <c:smooth/>
        </c:ser>
        <c:ser>
          <c:idx val="8"/>
          <c:order val="8"/>
          <c:tx>
            <c:strRef>
              <c:f>Sheet1!$J$1</c:f>
              <c:strCache>
                <c:ptCount val="1"/>
                <c:pt idx="0">
                  <c:v>bdg_dgt_special_extrapolated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16.301238051182338</c:v>
                </c:pt>
                <c:pt idx="15">
                  <c:v>16.440677237251236</c:v>
                </c:pt>
                <c:pt idx="16">
                  <c:v>16.561787446979906</c:v>
                </c:pt>
                <c:pt idx="17">
                  <c:v>16.667044150839445</c:v>
                </c:pt>
                <c:pt idx="18">
                  <c:v>16.758533500005</c:v>
                </c:pt>
                <c:pt idx="19">
                  <c:v>16.83804370293899</c:v>
                </c:pt>
                <c:pt idx="20">
                  <c:v>16.907123386964372</c:v>
                </c:pt>
              </c:numCache>
            </c:numRef>
          </c:val>
          <c:smooth/>
        </c:ser>
        <c:ser>
          <c:idx val="9"/>
          <c:order val="9"/>
          <c:tx>
            <c:strRef>
              <c:f>Sheet1!$K$1</c:f>
              <c:strCache>
                <c:ptCount val="1"/>
                <c:pt idx="0">
                  <c:v>bdg_dgt_video</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7.45234737400034</c:v>
                </c:pt>
                <c:pt idx="2">
                  <c:v>15.297940975571294</c:v>
                </c:pt>
                <c:pt idx="3">
                  <c:v>20.52730405824866</c:v>
                </c:pt>
                <c:pt idx="4">
                  <c:v>23.58122653432423</c:v>
                </c:pt>
                <c:pt idx="5">
                  <c:v>25.491501648635563</c:v>
                </c:pt>
                <c:pt idx="6">
                  <c:v>26.815310735660717</c:v>
                </c:pt>
                <c:pt idx="7">
                  <c:v>27.807144427315222</c:v>
                </c:pt>
                <c:pt idx="8">
                  <c:v>28.589288605317563</c:v>
                </c:pt>
                <c:pt idx="9">
                  <c:v>29.226838757861515</c:v>
                </c:pt>
                <c:pt idx="10">
                  <c:v>29.757641668311464</c:v>
                </c:pt>
                <c:pt idx="11">
                  <c:v>30.20522993550196</c:v>
                </c:pt>
                <c:pt idx="12">
                  <c:v>30.58522142391439</c:v>
                </c:pt>
                <c:pt idx="13">
                  <c:v>30.908762951649123</c:v>
                </c:pt>
                <c:pt idx="14">
                  <c:v>31.184404363594354</c:v>
                </c:pt>
              </c:numCache>
            </c:numRef>
          </c:val>
          <c:smooth/>
        </c:ser>
        <c:ser>
          <c:idx val="10"/>
          <c:order val="10"/>
          <c:tx>
            <c:strRef>
              <c:f>Sheet1!$L$1</c:f>
              <c:strCache>
                <c:ptCount val="1"/>
                <c:pt idx="0">
                  <c:v>bdg_dgt_video_extrapolated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31.184404363594354</c:v>
                </c:pt>
                <c:pt idx="15">
                  <c:v>31.419092070546753</c:v>
                </c:pt>
                <c:pt idx="16">
                  <c:v>31.618681513898196</c:v>
                </c:pt>
                <c:pt idx="17">
                  <c:v>31.788202387479316</c:v>
                </c:pt>
                <c:pt idx="18">
                  <c:v>31.932005566293583</c:v>
                </c:pt>
                <c:pt idx="19">
                  <c:v>32.05385716835434</c:v>
                </c:pt>
                <c:pt idx="20">
                  <c:v>32.15700990568848</c:v>
                </c:pt>
              </c:numCache>
            </c:numRef>
          </c:val>
          <c:smooth/>
        </c:ser>
        <c:ser>
          <c:idx val="11"/>
          <c:order val="11"/>
          <c:tx>
            <c:strRef>
              <c:f>Sheet1!$M$1</c:f>
              <c:strCache>
                <c:ptCount val="1"/>
                <c:pt idx="0">
                  <c:v>bdg_ooh</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0.0</c:v>
                </c:pt>
                <c:pt idx="1">
                  <c:v>40.43767814144684</c:v>
                </c:pt>
                <c:pt idx="2">
                  <c:v>53.83129586065951</c:v>
                </c:pt>
                <c:pt idx="3">
                  <c:v>58.788046513873894</c:v>
                </c:pt>
                <c:pt idx="4">
                  <c:v>61.666959372691736</c:v>
                </c:pt>
                <c:pt idx="5">
                  <c:v>63.531010650802955</c:v>
                </c:pt>
                <c:pt idx="6">
                  <c:v>64.74286274767388</c:v>
                </c:pt>
                <c:pt idx="7">
                  <c:v>65.52022106135792</c:v>
                </c:pt>
                <c:pt idx="8">
                  <c:v>66.01353887643495</c:v>
                </c:pt>
                <c:pt idx="9">
                  <c:v>66.3245578652008</c:v>
                </c:pt>
                <c:pt idx="10">
                  <c:v>66.51998124293021</c:v>
                </c:pt>
                <c:pt idx="11">
                  <c:v>66.64263970161147</c:v>
                </c:pt>
                <c:pt idx="12">
                  <c:v>66.7196698542379</c:v>
                </c:pt>
                <c:pt idx="13">
                  <c:v>66.76812372945108</c:v>
                </c:pt>
                <c:pt idx="14">
                  <c:v>66.79866998986046</c:v>
                </c:pt>
              </c:numCache>
            </c:numRef>
          </c:val>
          <c:smooth/>
        </c:ser>
        <c:ser>
          <c:idx val="12"/>
          <c:order val="12"/>
          <c:tx>
            <c:strRef>
              <c:f>Sheet1!$N$1</c:f>
              <c:strCache>
                <c:ptCount val="1"/>
                <c:pt idx="0">
                  <c:v>bdg_ooh_extrapolated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66.79866998986046</c:v>
                </c:pt>
                <c:pt idx="15">
                  <c:v>66.81797420049253</c:v>
                </c:pt>
                <c:pt idx="16">
                  <c:v>66.83020366661628</c:v>
                </c:pt>
                <c:pt idx="17">
                  <c:v>66.8379689367087</c:v>
                </c:pt>
                <c:pt idx="18">
                  <c:v>66.8429097362187</c:v>
                </c:pt>
                <c:pt idx="19">
                  <c:v>66.84605903839417</c:v>
                </c:pt>
                <c:pt idx="20">
                  <c:v>66.84806948650589</c:v>
                </c:pt>
              </c:numCache>
            </c:numRef>
          </c:val>
          <c:smooth/>
        </c:ser>
        <c:ser>
          <c:idx val="13"/>
          <c:order val="13"/>
          <c:tx>
            <c:strRef>
              <c:f>Sheet1!$O$1</c:f>
              <c:strCache>
                <c:ptCount val="1"/>
                <c:pt idx="0">
                  <c:v>bdg_pos</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Sheet1!$O$2:$O$9</c:f>
              <c:numCache>
                <c:formatCode>General</c:formatCode>
                <c:ptCount val="8"/>
                <c:pt idx="0">
                  <c:v>0.0</c:v>
                </c:pt>
                <c:pt idx="1">
                  <c:v>10.824297904282105</c:v>
                </c:pt>
                <c:pt idx="2">
                  <c:v>23.188729835406207</c:v>
                </c:pt>
                <c:pt idx="3">
                  <c:v>36.28518834176333</c:v>
                </c:pt>
                <c:pt idx="4">
                  <c:v>49.11067349134379</c:v>
                </c:pt>
                <c:pt idx="5">
                  <c:v>60.80765592497164</c:v>
                </c:pt>
                <c:pt idx="6">
                  <c:v>70.88929055584526</c:v>
                </c:pt>
                <c:pt idx="7">
                  <c:v>79.24585924877516</c:v>
                </c:pt>
              </c:numCache>
            </c:numRef>
          </c:val>
          <c:smooth/>
        </c:ser>
        <c:ser>
          <c:idx val="14"/>
          <c:order val="14"/>
          <c:tx>
            <c:strRef>
              <c:f>Sheet1!$P$1</c:f>
              <c:strCache>
                <c:ptCount val="1"/>
                <c:pt idx="0">
                  <c:v>bdg_pos_extrapolated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Sheet1!$P$2:$P$12</c:f>
              <c:numCache>
                <c:formatCode>General</c:formatCode>
                <c:ptCount val="11"/>
                <c:pt idx="0">
                  <c:v/>
                </c:pt>
                <c:pt idx="1">
                  <c:v/>
                </c:pt>
                <c:pt idx="2">
                  <c:v/>
                </c:pt>
                <c:pt idx="3">
                  <c:v/>
                </c:pt>
                <c:pt idx="4">
                  <c:v/>
                </c:pt>
                <c:pt idx="5">
                  <c:v/>
                </c:pt>
                <c:pt idx="6">
                  <c:v/>
                </c:pt>
                <c:pt idx="7">
                  <c:v>79.24585924877516</c:v>
                </c:pt>
                <c:pt idx="8">
                  <c:v>86.01643516205309</c:v>
                </c:pt>
                <c:pt idx="9">
                  <c:v>91.44882563208165</c:v>
                </c:pt>
                <c:pt idx="10">
                  <c:v>95.80651887891872</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-4990966.798986061</c:v>
                </c:pt>
                <c:pt idx="2">
                  <c:v>-9981208.48366087</c:v>
                </c:pt>
                <c:pt idx="3">
                  <c:v>-14972942.863886964</c:v>
                </c:pt>
                <c:pt idx="4">
                  <c:v>-19967044.070296004</c:v>
                </c:pt>
              </c:numCache>
            </c:numRef>
          </c:val>
          <c:smooth/>
        </c:ser>
        <c:ser>
          <c:idx val="1"/>
          <c:order val="1"/>
          <c:tx>
            <c:strRef>
              <c:f>Sheet1!$C$1</c:f>
              <c:strCache>
                <c:ptCount val="1"/>
                <c:pt idx="0">
                  <c:v>PR_extrapolated</c:v>
                </c:pt>
              </c:strCache>
            </c:strRef>
          </c:tx>
          <c:spPr>
            <a:ln w="31750">
              <a:solidFill>
                <a:srgbClr val="573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-19967044.070296004</c:v>
                </c:pt>
                <c:pt idx="5">
                  <c:v>-24963153.511675205</c:v>
                </c:pt>
                <c:pt idx="6">
                  <c:v>-29960617.939465165</c:v>
                </c:pt>
              </c:numCache>
            </c:numRef>
          </c:val>
          <c:smooth/>
        </c:ser>
        <c:ser>
          <c:idx val="2"/>
          <c:order val="2"/>
          <c:tx>
            <c:strRef>
              <c:f>Sheet1!$D$1</c:f>
              <c:strCache>
                <c:ptCount val="1"/>
                <c:pt idx="0">
                  <c:v>TV</c:v>
                </c:pt>
              </c:strCache>
            </c:strRef>
          </c:tx>
          <c:spPr>
            <a:ln w="31750">
              <a:solidFill>
                <a:srgbClr val="A17569"/>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-4999610.707791029</c:v>
                </c:pt>
                <c:pt idx="2">
                  <c:v>-9999219.325647572</c:v>
                </c:pt>
                <c:pt idx="3">
                  <c:v>-14998825.93705091</c:v>
                </c:pt>
                <c:pt idx="4">
                  <c:v>-19998430.627598427</c:v>
                </c:pt>
                <c:pt idx="5">
                  <c:v>-24998033.48492464</c:v>
                </c:pt>
                <c:pt idx="6">
                  <c:v>-29997634.59861729</c:v>
                </c:pt>
                <c:pt idx="7">
                  <c:v>-34997234.0601286</c:v>
                </c:pt>
                <c:pt idx="8">
                  <c:v>-39996831.962681964</c:v>
                </c:pt>
                <c:pt idx="9">
                  <c:v>-44996428.401174165</c:v>
                </c:pt>
                <c:pt idx="10">
                  <c:v>-49996023.4720734</c:v>
                </c:pt>
                <c:pt idx="11">
                  <c:v>-54995617.27331333</c:v>
                </c:pt>
                <c:pt idx="12">
                  <c:v>-59995209.9041834</c:v>
                </c:pt>
                <c:pt idx="13">
                  <c:v>-64994801.4652157</c:v>
                </c:pt>
                <c:pt idx="14">
                  <c:v>-69994392.05806863</c:v>
                </c:pt>
                <c:pt idx="15">
                  <c:v>-74993981.78540775</c:v>
                </c:pt>
                <c:pt idx="16">
                  <c:v>-79993570.75078402</c:v>
                </c:pt>
                <c:pt idx="17">
                  <c:v>-84993159.05850983</c:v>
                </c:pt>
                <c:pt idx="18">
                  <c:v>-89992746.81353305</c:v>
                </c:pt>
                <c:pt idx="19">
                  <c:v>-94992334.12130968</c:v>
                </c:pt>
                <c:pt idx="20">
                  <c:v>-99991921.08767514</c:v>
                </c:pt>
                <c:pt idx="21">
                  <c:v>-104991507.81871475</c:v>
                </c:pt>
                <c:pt idx="22">
                  <c:v>-109991094.42063382</c:v>
                </c:pt>
                <c:pt idx="23">
                  <c:v>-114990680.99962743</c:v>
                </c:pt>
                <c:pt idx="24">
                  <c:v>-119990267.66175057</c:v>
                </c:pt>
                <c:pt idx="25">
                  <c:v>-124989854.51278885</c:v>
                </c:pt>
                <c:pt idx="26">
                  <c:v>-129989441.65813014</c:v>
                </c:pt>
                <c:pt idx="27">
                  <c:v>-134989029.2026375</c:v>
                </c:pt>
                <c:pt idx="28">
                  <c:v>-139988617.2505238</c:v>
                </c:pt>
                <c:pt idx="29">
                  <c:v>-144988205.9052282</c:v>
                </c:pt>
                <c:pt idx="30">
                  <c:v>-149987795.2692952</c:v>
                </c:pt>
                <c:pt idx="31">
                  <c:v>-154987385.4442559</c:v>
                </c:pt>
                <c:pt idx="32">
                  <c:v>-159986976.53051257</c:v>
                </c:pt>
                <c:pt idx="33">
                  <c:v>-164986568.62722626</c:v>
                </c:pt>
                <c:pt idx="34">
                  <c:v>-169986161.83220783</c:v>
                </c:pt>
                <c:pt idx="35">
                  <c:v>-174985756.24181286</c:v>
                </c:pt>
                <c:pt idx="36">
                  <c:v>-179985351.95084032</c:v>
                </c:pt>
                <c:pt idx="37">
                  <c:v>-184984949.05243573</c:v>
                </c:pt>
                <c:pt idx="38">
                  <c:v>-189984547.63799834</c:v>
                </c:pt>
                <c:pt idx="39">
                  <c:v>-194984147.79709333</c:v>
                </c:pt>
                <c:pt idx="40">
                  <c:v>-199983749.6173682</c:v>
                </c:pt>
                <c:pt idx="41">
                  <c:v>-204983353.1844744</c:v>
                </c:pt>
                <c:pt idx="42">
                  <c:v>-209982958.581994</c:v>
                </c:pt>
                <c:pt idx="43">
                  <c:v>-214982565.89137107</c:v>
                </c:pt>
                <c:pt idx="44">
                  <c:v>-219982175.19184852</c:v>
                </c:pt>
                <c:pt idx="45">
                  <c:v>-224981786.56041008</c:v>
                </c:pt>
                <c:pt idx="46">
                  <c:v>-229981400.07172754</c:v>
                </c:pt>
                <c:pt idx="47">
                  <c:v>-234981015.7981132</c:v>
                </c:pt>
                <c:pt idx="48">
                  <c:v>-239980633.80947757</c:v>
                </c:pt>
                <c:pt idx="49">
                  <c:v>-244980254.17329252</c:v>
                </c:pt>
                <c:pt idx="50">
                  <c:v>-249979876.95455924</c:v>
                </c:pt>
                <c:pt idx="51">
                  <c:v>-254979502.21578187</c:v>
                </c:pt>
                <c:pt idx="52">
                  <c:v>-259979130.01694566</c:v>
                </c:pt>
                <c:pt idx="53">
                  <c:v>-264978760.41550052</c:v>
                </c:pt>
                <c:pt idx="54">
                  <c:v>-269978393.4663493</c:v>
                </c:pt>
                <c:pt idx="55">
                  <c:v>-274978029.2218408</c:v>
                </c:pt>
                <c:pt idx="56">
                  <c:v>-279977667.7317675</c:v>
                </c:pt>
                <c:pt idx="57">
                  <c:v>-284977309.0433677</c:v>
                </c:pt>
                <c:pt idx="58">
                  <c:v>-289976953.2013322</c:v>
                </c:pt>
                <c:pt idx="59">
                  <c:v>-294976600.2478151</c:v>
                </c:pt>
                <c:pt idx="60">
                  <c:v>-299976250.2224481</c:v>
                </c:pt>
              </c:numCache>
            </c:numRef>
          </c:val>
          <c:smooth/>
        </c:ser>
        <c:ser>
          <c:idx val="3"/>
          <c:order val="3"/>
          <c:tx>
            <c:strRef>
              <c:f>Sheet1!$E$1</c:f>
              <c:strCache>
                <c:ptCount val="1"/>
                <c:pt idx="0">
                  <c:v>bdg_dgt_display</c:v>
                </c:pt>
              </c:strCache>
            </c:strRef>
          </c:tx>
          <c:spPr>
            <a:ln w="31750">
              <a:solidFill>
                <a:srgbClr val="BCB6FF"/>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-4993218.343631497</c:v>
                </c:pt>
                <c:pt idx="2">
                  <c:v>-9991036.870425642</c:v>
                </c:pt>
                <c:pt idx="3">
                  <c:v>-14990293.02685637</c:v>
                </c:pt>
                <c:pt idx="4">
                  <c:v>-19989881.154462826</c:v>
                </c:pt>
                <c:pt idx="5">
                  <c:v>-24989620.939310823</c:v>
                </c:pt>
                <c:pt idx="6">
                  <c:v>-29989454.01448684</c:v>
                </c:pt>
                <c:pt idx="7">
                  <c:v>-34989348.001140855</c:v>
                </c:pt>
                <c:pt idx="8">
                  <c:v>-39989281.294935085</c:v>
                </c:pt>
                <c:pt idx="9">
                  <c:v>-44989239.55144039</c:v>
                </c:pt>
                <c:pt idx="10">
                  <c:v>-49989213.4952825</c:v>
                </c:pt>
                <c:pt idx="11">
                  <c:v>-54989197.23744734</c:v>
                </c:pt>
                <c:pt idx="12">
                  <c:v>-59989187.081626676</c:v>
                </c:pt>
                <c:pt idx="13">
                  <c:v>-64989180.72381599</c:v>
                </c:pt>
                <c:pt idx="14">
                  <c:v>-69989176.73280083</c:v>
                </c:pt>
              </c:numCache>
            </c:numRef>
          </c:val>
          <c:smooth/>
        </c:ser>
        <c:ser>
          <c:idx val="4"/>
          <c:order val="4"/>
          <c:tx>
            <c:strRef>
              <c:f>Sheet1!$F$1</c:f>
              <c:strCache>
                <c:ptCount val="1"/>
                <c:pt idx="0">
                  <c:v>bdg_dgt_display_extrapolated</c:v>
                </c:pt>
              </c:strCache>
            </c:strRef>
          </c:tx>
          <c:spPr>
            <a:ln w="31750">
              <a:solidFill>
                <a:srgbClr val="BCB6FF"/>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-69989176.73280083</c:v>
                </c:pt>
                <c:pt idx="15">
                  <c:v>-74989174.22015795</c:v>
                </c:pt>
                <c:pt idx="16">
                  <c:v>-79989172.63369592</c:v>
                </c:pt>
                <c:pt idx="17">
                  <c:v>-84989171.62932856</c:v>
                </c:pt>
                <c:pt idx="18">
                  <c:v>-89989170.99195161</c:v>
                </c:pt>
                <c:pt idx="19">
                  <c:v>-94989170.58662534</c:v>
                </c:pt>
                <c:pt idx="20">
                  <c:v>-99989170.32840951</c:v>
                </c:pt>
              </c:numCache>
            </c:numRef>
          </c:val>
          <c:smooth/>
        </c:ser>
        <c:ser>
          <c:idx val="5"/>
          <c:order val="5"/>
          <c:tx>
            <c:strRef>
              <c:f>Sheet1!$G$1</c:f>
              <c:strCache>
                <c:ptCount val="1"/>
                <c:pt idx="0">
                  <c:v>bdg_dgt_indoor</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0.0</c:v>
                </c:pt>
                <c:pt idx="1">
                  <c:v>-4990296.682717794</c:v>
                </c:pt>
                <c:pt idx="2">
                  <c:v>-9990045.599985398</c:v>
                </c:pt>
                <c:pt idx="3">
                  <c:v>-14990006.94411289</c:v>
                </c:pt>
                <c:pt idx="4">
                  <c:v>-19989999.643628392</c:v>
                </c:pt>
                <c:pt idx="5">
                  <c:v>-24989998.292111717</c:v>
                </c:pt>
                <c:pt idx="6">
                  <c:v>-29989998.043235783</c:v>
                </c:pt>
                <c:pt idx="7">
                  <c:v>-34989997.99744774</c:v>
                </c:pt>
                <c:pt idx="8">
                  <c:v>-39989997.98902484</c:v>
                </c:pt>
                <c:pt idx="9">
                  <c:v>-44989997.98747545</c:v>
                </c:pt>
                <c:pt idx="10">
                  <c:v>-49989997.98719043</c:v>
                </c:pt>
              </c:numCache>
            </c:numRef>
          </c:val>
          <c:smooth/>
        </c:ser>
        <c:ser>
          <c:idx val="6"/>
          <c:order val="6"/>
          <c:tx>
            <c:strRef>
              <c:f>Sheet1!$H$1</c:f>
              <c:strCache>
                <c:ptCount val="1"/>
                <c:pt idx="0">
                  <c:v>bdg_dgt_indoor_extrapolated</c:v>
                </c:pt>
              </c:strCache>
            </c:strRef>
          </c:tx>
          <c:spPr>
            <a:ln w="31750">
              <a:solidFill>
                <a:srgbClr val="95B577"/>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-49989997.98719043</c:v>
                </c:pt>
                <c:pt idx="11">
                  <c:v>-54989997.98713801</c:v>
                </c:pt>
                <c:pt idx="12">
                  <c:v>-59989997.98712836</c:v>
                </c:pt>
                <c:pt idx="13">
                  <c:v>-64989997.98712659</c:v>
                </c:pt>
                <c:pt idx="14">
                  <c:v>-69989997.98712626</c:v>
                </c:pt>
              </c:numCache>
            </c:numRef>
          </c:val>
          <c:smooth/>
        </c:ser>
        <c:ser>
          <c:idx val="7"/>
          <c:order val="7"/>
          <c:tx>
            <c:strRef>
              <c:f>Sheet1!$I$1</c:f>
              <c:strCache>
                <c:ptCount val="1"/>
                <c:pt idx="0">
                  <c:v>bdg_dgt_perform</c:v>
                </c:pt>
              </c:strCache>
            </c:strRef>
          </c:tx>
          <c:spPr>
            <a:ln w="31750"/>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Sheet1!$I$2:$I$9</c:f>
              <c:numCache>
                <c:formatCode>General</c:formatCode>
                <c:ptCount val="8"/>
                <c:pt idx="0">
                  <c:v>0.0</c:v>
                </c:pt>
                <c:pt idx="1">
                  <c:v>-5000000.0</c:v>
                </c:pt>
                <c:pt idx="2">
                  <c:v>-10000000.0</c:v>
                </c:pt>
                <c:pt idx="3">
                  <c:v>-15000000.0</c:v>
                </c:pt>
                <c:pt idx="4">
                  <c:v>-20000000.0</c:v>
                </c:pt>
                <c:pt idx="5">
                  <c:v>-25000000.0</c:v>
                </c:pt>
                <c:pt idx="6">
                  <c:v>-30000000.0</c:v>
                </c:pt>
                <c:pt idx="7">
                  <c:v>-35000000.0</c:v>
                </c:pt>
              </c:numCache>
            </c:numRef>
          </c:val>
          <c:smooth/>
        </c:ser>
        <c:ser>
          <c:idx val="8"/>
          <c:order val="8"/>
          <c:tx>
            <c:strRef>
              <c:f>Sheet1!$J$1</c:f>
              <c:strCache>
                <c:ptCount val="1"/>
                <c:pt idx="0">
                  <c:v>bdg_dgt_perform_extrapolated</c:v>
                </c:pt>
              </c:strCache>
            </c:strRef>
          </c:tx>
          <c:spPr>
            <a:ln w="31750">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Sheet1!$J$2:$J$12</c:f>
              <c:numCache>
                <c:formatCode>General</c:formatCode>
                <c:ptCount val="11"/>
                <c:pt idx="0">
                  <c:v/>
                </c:pt>
                <c:pt idx="1">
                  <c:v/>
                </c:pt>
                <c:pt idx="2">
                  <c:v/>
                </c:pt>
                <c:pt idx="3">
                  <c:v/>
                </c:pt>
                <c:pt idx="4">
                  <c:v/>
                </c:pt>
                <c:pt idx="5">
                  <c:v/>
                </c:pt>
                <c:pt idx="6">
                  <c:v/>
                </c:pt>
                <c:pt idx="7">
                  <c:v>-35000000.0</c:v>
                </c:pt>
                <c:pt idx="8">
                  <c:v>-40000000.0</c:v>
                </c:pt>
                <c:pt idx="9">
                  <c:v>-45000000.0</c:v>
                </c:pt>
                <c:pt idx="10">
                  <c:v>-50000000.0</c:v>
                </c:pt>
              </c:numCache>
            </c:numRef>
          </c:val>
          <c:smooth/>
        </c:ser>
        <c:ser>
          <c:idx val="9"/>
          <c:order val="9"/>
          <c:tx>
            <c:strRef>
              <c:f>Sheet1!$K$1</c:f>
              <c:strCache>
                <c:ptCount val="1"/>
                <c:pt idx="0">
                  <c:v>bdg_dgt_special</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-4999207.042586839</c:v>
                </c:pt>
                <c:pt idx="2">
                  <c:v>-9998402.501733338</c:v>
                </c:pt>
                <c:pt idx="3">
                  <c:v>-14997830.642927594</c:v>
                </c:pt>
                <c:pt idx="4">
                  <c:v>-19997481.857389197</c:v>
                </c:pt>
                <c:pt idx="5">
                  <c:v>-24997266.4509193</c:v>
                </c:pt>
                <c:pt idx="6">
                  <c:v>-29997122.951566085</c:v>
                </c:pt>
                <c:pt idx="7">
                  <c:v>-34997019.63821005</c:v>
                </c:pt>
                <c:pt idx="8">
                  <c:v>-39996940.680341974</c:v>
                </c:pt>
                <c:pt idx="9">
                  <c:v>-44996877.76482674</c:v>
                </c:pt>
                <c:pt idx="10">
                  <c:v>-49996826.17634266</c:v>
                </c:pt>
                <c:pt idx="11">
                  <c:v>-54996783.03521228</c:v>
                </c:pt>
                <c:pt idx="12">
                  <c:v>-59996746.471403755</c:v>
                </c:pt>
                <c:pt idx="13">
                  <c:v>-64996715.20520311</c:v>
                </c:pt>
                <c:pt idx="14">
                  <c:v>-69996688.31710793</c:v>
                </c:pt>
              </c:numCache>
            </c:numRef>
          </c:val>
          <c:smooth/>
        </c:ser>
        <c:ser>
          <c:idx val="10"/>
          <c:order val="10"/>
          <c:tx>
            <c:strRef>
              <c:f>Sheet1!$L$1</c:f>
              <c:strCache>
                <c:ptCount val="1"/>
                <c:pt idx="0">
                  <c:v>bdg_dgt_special_extrapolated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-69996688.31710793</c:v>
                </c:pt>
                <c:pt idx="15">
                  <c:v>-74996665.11490029</c:v>
                </c:pt>
                <c:pt idx="16">
                  <c:v>-79996645.05493411</c:v>
                </c:pt>
                <c:pt idx="17">
                  <c:v>-84996627.69502908</c:v>
                </c:pt>
                <c:pt idx="18">
                  <c:v>-89996612.66599257</c:v>
                </c:pt>
                <c:pt idx="19">
                  <c:v>-94996599.6540439</c:v>
                </c:pt>
                <c:pt idx="20">
                  <c:v>-99996588.38954248</c:v>
                </c:pt>
              </c:numCache>
            </c:numRef>
          </c:val>
          <c:smooth/>
        </c:ser>
        <c:ser>
          <c:idx val="11"/>
          <c:order val="11"/>
          <c:tx>
            <c:strRef>
              <c:f>Sheet1!$M$1</c:f>
              <c:strCache>
                <c:ptCount val="1"/>
                <c:pt idx="0">
                  <c:v>bdg_dgt_video</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0.0</c:v>
                </c:pt>
                <c:pt idx="1">
                  <c:v>-4998386.8779665455</c:v>
                </c:pt>
                <c:pt idx="2">
                  <c:v>-9996704.382289601</c:v>
                </c:pt>
                <c:pt idx="3">
                  <c:v>-14995623.499717291</c:v>
                </c:pt>
                <c:pt idx="4">
                  <c:v>-19995024.19907015</c:v>
                </c:pt>
                <c:pt idx="5">
                  <c:v>-24994666.932386115</c:v>
                </c:pt>
                <c:pt idx="6">
                  <c:v>-29994427.916346174</c:v>
                </c:pt>
                <c:pt idx="7">
                  <c:v>-34994253.02600268</c:v>
                </c:pt>
                <c:pt idx="8">
                  <c:v>-39994117.33453053</c:v>
                </c:pt>
                <c:pt idx="9">
                  <c:v>-44994008.03936441</c:v>
                </c:pt>
                <c:pt idx="10">
                  <c:v>-49993917.88506708</c:v>
                </c:pt>
                <c:pt idx="11">
                  <c:v>-54993842.43789027</c:v>
                </c:pt>
                <c:pt idx="12">
                  <c:v>-59993778.79465903</c:v>
                </c:pt>
                <c:pt idx="13">
                  <c:v>-64993724.909719974</c:v>
                </c:pt>
                <c:pt idx="14">
                  <c:v>-69993679.23441584</c:v>
                </c:pt>
              </c:numCache>
            </c:numRef>
          </c:val>
          <c:smooth/>
        </c:ser>
        <c:ser>
          <c:idx val="12"/>
          <c:order val="12"/>
          <c:tx>
            <c:strRef>
              <c:f>Sheet1!$N$1</c:f>
              <c:strCache>
                <c:ptCount val="1"/>
                <c:pt idx="0">
                  <c:v>bdg_dgt_video_extrapolated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-69993679.23441584</c:v>
                </c:pt>
                <c:pt idx="15">
                  <c:v>-74993640.52639902</c:v>
                </c:pt>
                <c:pt idx="16">
                  <c:v>-79993607.75043882</c:v>
                </c:pt>
                <c:pt idx="17">
                  <c:v>-84993580.02623576</c:v>
                </c:pt>
                <c:pt idx="18">
                  <c:v>-89993556.5990093</c:v>
                </c:pt>
                <c:pt idx="19">
                  <c:v>-94993536.82056072</c:v>
                </c:pt>
                <c:pt idx="20">
                  <c:v>-99993520.13507341</c:v>
                </c:pt>
              </c:numCache>
            </c:numRef>
          </c:val>
          <c:smooth/>
        </c:ser>
        <c:ser>
          <c:idx val="13"/>
          <c:order val="13"/>
          <c:tx>
            <c:strRef>
              <c:f>Sheet1!$O$1</c:f>
              <c:strCache>
                <c:ptCount val="1"/>
                <c:pt idx="0">
                  <c:v>bdg_ecom</c:v>
                </c:pt>
              </c:strCache>
            </c:strRef>
          </c:tx>
          <c:spPr>
            <a:ln w="31750"/>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Sheet1!$O$2:$O$6</c:f>
              <c:numCache>
                <c:formatCode>General</c:formatCode>
                <c:ptCount val="5"/>
                <c:pt idx="0">
                  <c:v>0.0</c:v>
                </c:pt>
                <c:pt idx="1">
                  <c:v>-5000000.0</c:v>
                </c:pt>
                <c:pt idx="2">
                  <c:v>-10000000.0</c:v>
                </c:pt>
                <c:pt idx="3">
                  <c:v>-15000000.0</c:v>
                </c:pt>
                <c:pt idx="4">
                  <c:v>-20000000.0</c:v>
                </c:pt>
              </c:numCache>
            </c:numRef>
          </c:val>
          <c:smooth/>
        </c:ser>
        <c:ser>
          <c:idx val="14"/>
          <c:order val="14"/>
          <c:tx>
            <c:strRef>
              <c:f>Sheet1!$P$1</c:f>
              <c:strCache>
                <c:ptCount val="1"/>
                <c:pt idx="0">
                  <c:v>bdg_ecom_extrapolated</c:v>
                </c:pt>
              </c:strCache>
            </c:strRef>
          </c:tx>
          <c:spPr>
            <a:ln w="31750">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Sheet1!$P$2:$P$8</c:f>
              <c:numCache>
                <c:formatCode>General</c:formatCode>
                <c:ptCount val="7"/>
                <c:pt idx="0">
                  <c:v/>
                </c:pt>
                <c:pt idx="1">
                  <c:v/>
                </c:pt>
                <c:pt idx="2">
                  <c:v/>
                </c:pt>
                <c:pt idx="3">
                  <c:v/>
                </c:pt>
                <c:pt idx="4">
                  <c:v>-20000000.0</c:v>
                </c:pt>
                <c:pt idx="5">
                  <c:v>-25000000.0</c:v>
                </c:pt>
                <c:pt idx="6">
                  <c:v>-30000000.0</c:v>
                </c:pt>
              </c:numCache>
            </c:numRef>
          </c:val>
          <c:smooth/>
        </c:ser>
        <c:ser>
          <c:idx val="15"/>
          <c:order val="15"/>
          <c:tx>
            <c:strRef>
              <c:f>Sheet1!$Q$1</c:f>
              <c:strCache>
                <c:ptCount val="1"/>
                <c:pt idx="0">
                  <c:v>bdg_ooh</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Sheet1!$Q$2:$Q$16</c:f>
              <c:numCache>
                <c:formatCode>General</c:formatCode>
                <c:ptCount val="15"/>
                <c:pt idx="0">
                  <c:v>0.0</c:v>
                </c:pt>
                <c:pt idx="1">
                  <c:v>-4991463.645108754</c:v>
                </c:pt>
                <c:pt idx="2">
                  <c:v>-9988878.927039577</c:v>
                </c:pt>
                <c:pt idx="3">
                  <c:v>-14988008.338097693</c:v>
                </c:pt>
                <c:pt idx="4">
                  <c:v>-19987518.18323372</c:v>
                </c:pt>
                <c:pt idx="5">
                  <c:v>-24987204.575669337</c:v>
                </c:pt>
                <c:pt idx="6">
                  <c:v>-29987002.156875286</c:v>
                </c:pt>
                <c:pt idx="7">
                  <c:v>-34986873.039766796</c:v>
                </c:pt>
                <c:pt idx="8">
                  <c:v>-39986791.482246034</c:v>
                </c:pt>
                <c:pt idx="9">
                  <c:v>-44986740.2619364</c:v>
                </c:pt>
                <c:pt idx="10">
                  <c:v>-49986708.18110567</c:v>
                </c:pt>
                <c:pt idx="11">
                  <c:v>-54986688.09809657</c:v>
                </c:pt>
                <c:pt idx="12">
                  <c:v>-59986675.51291054</c:v>
                </c:pt>
                <c:pt idx="13">
                  <c:v>-64986667.61041425</c:v>
                </c:pt>
                <c:pt idx="14">
                  <c:v>-69986662.63567254</c:v>
                </c:pt>
              </c:numCache>
            </c:numRef>
          </c:val>
          <c:smooth/>
        </c:ser>
        <c:ser>
          <c:idx val="16"/>
          <c:order val="16"/>
          <c:tx>
            <c:strRef>
              <c:f>Sheet1!$R$1</c:f>
              <c:strCache>
                <c:ptCount val="1"/>
                <c:pt idx="0">
                  <c:v>bdg_ooh_extrapolated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-69986662.63567254</c:v>
                </c:pt>
                <c:pt idx="15">
                  <c:v>-74986659.49547574</c:v>
                </c:pt>
                <c:pt idx="16">
                  <c:v>-79986657.50800727</c:v>
                </c:pt>
                <c:pt idx="17">
                  <c:v>-84986656.24700443</c:v>
                </c:pt>
                <c:pt idx="18">
                  <c:v>-89986655.44516356</c:v>
                </c:pt>
                <c:pt idx="19">
                  <c:v>-94986654.93431799</c:v>
                </c:pt>
                <c:pt idx="20">
                  <c:v>-99986654.6083346</c:v>
                </c:pt>
              </c:numCache>
            </c:numRef>
          </c:val>
          <c:smooth/>
        </c:ser>
        <c:ser>
          <c:idx val="17"/>
          <c:order val="17"/>
          <c:tx>
            <c:strRef>
              <c:f>Sheet1!$S$1</c:f>
              <c:strCache>
                <c:ptCount val="1"/>
                <c:pt idx="0">
                  <c:v>bdg_pos</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Sheet1!$S$2:$S$9</c:f>
              <c:numCache>
                <c:formatCode>General</c:formatCode>
                <c:ptCount val="8"/>
                <c:pt idx="0">
                  <c:v>0.0</c:v>
                </c:pt>
                <c:pt idx="1">
                  <c:v>-4997737.967067685</c:v>
                </c:pt>
                <c:pt idx="2">
                  <c:v>-9995150.063063418</c:v>
                </c:pt>
                <c:pt idx="3">
                  <c:v>-14992409.415075703</c:v>
                </c:pt>
                <c:pt idx="4">
                  <c:v>-19989730.703095112</c:v>
                </c:pt>
                <c:pt idx="5">
                  <c:v>-24987296.954834808</c:v>
                </c:pt>
                <c:pt idx="6">
                  <c:v>-29985211.244447213</c:v>
                </c:pt>
                <c:pt idx="7">
                  <c:v>-34983495.562617116</c:v>
                </c:pt>
              </c:numCache>
            </c:numRef>
          </c:val>
          <c:smooth/>
        </c:ser>
        <c:ser>
          <c:idx val="18"/>
          <c:order val="18"/>
          <c:tx>
            <c:strRef>
              <c:f>Sheet1!$T$1</c:f>
              <c:strCache>
                <c:ptCount val="1"/>
                <c:pt idx="0">
                  <c:v>bdg_pos_extrapolated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Sheet1!$T$2:$T$12</c:f>
              <c:numCache>
                <c:formatCode>General</c:formatCode>
                <c:ptCount val="11"/>
                <c:pt idx="0">
                  <c:v/>
                </c:pt>
                <c:pt idx="1">
                  <c:v/>
                </c:pt>
                <c:pt idx="2">
                  <c:v/>
                </c:pt>
                <c:pt idx="3">
                  <c:v/>
                </c:pt>
                <c:pt idx="4">
                  <c:v/>
                </c:pt>
                <c:pt idx="5">
                  <c:v/>
                </c:pt>
                <c:pt idx="6">
                  <c:v/>
                </c:pt>
                <c:pt idx="7">
                  <c:v>-34983495.562617116</c:v>
                </c:pt>
                <c:pt idx="8">
                  <c:v>-39982118.65915612</c:v>
                </c:pt>
                <c:pt idx="9">
                  <c:v>-44981026.2827836</c:v>
                </c:pt>
                <c:pt idx="10">
                  <c:v>-49980161.185375564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#N/A</c:v>
                </c:pt>
                <c:pt idx="1">
                  <c:v>0.001806640202787923</c:v>
                </c:pt>
                <c:pt idx="2">
                  <c:v>0.0018791516339129813</c:v>
                </c:pt>
                <c:pt idx="3">
                  <c:v>0.0018038090742023866</c:v>
                </c:pt>
                <c:pt idx="4">
                  <c:v>0.001647796485199711</c:v>
                </c:pt>
              </c:numCache>
            </c:numRef>
          </c:val>
          <c:smooth/>
        </c:ser>
        <c:ser>
          <c:idx val="1"/>
          <c:order val="1"/>
          <c:tx>
            <c:strRef>
              <c:f>Sheet1!$C$1</c:f>
              <c:strCache>
                <c:ptCount val="1"/>
                <c:pt idx="0">
                  <c:v>PR_extrapolated</c:v>
                </c:pt>
              </c:strCache>
            </c:strRef>
          </c:tx>
          <c:spPr>
            <a:ln w="31750">
              <a:solidFill>
                <a:srgbClr val="573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0.001647796485199711</c:v>
                </c:pt>
                <c:pt idx="5">
                  <c:v>0.001473859532991788</c:v>
                </c:pt>
                <c:pt idx="6">
                  <c:v>0.0013127353511611485</c:v>
                </c:pt>
              </c:numCache>
            </c:numRef>
          </c:val>
          <c:smooth/>
        </c:ser>
        <c:ser>
          <c:idx val="2"/>
          <c:order val="2"/>
          <c:tx>
            <c:strRef>
              <c:f>Sheet1!$D$1</c:f>
              <c:strCache>
                <c:ptCount val="1"/>
                <c:pt idx="0">
                  <c:v>TV</c:v>
                </c:pt>
              </c:strCache>
            </c:strRef>
          </c:tx>
          <c:spPr>
            <a:ln w="31750">
              <a:solidFill>
                <a:srgbClr val="A17569"/>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#N/A</c:v>
                </c:pt>
                <c:pt idx="1">
                  <c:v>7.785844179430279e-05</c:v>
                </c:pt>
                <c:pt idx="2">
                  <c:v>7.806743524278646e-05</c:v>
                </c:pt>
                <c:pt idx="3">
                  <c:v>7.827086327265327e-05</c:v>
                </c:pt>
                <c:pt idx="4">
                  <c:v>7.846862007865275e-05</c:v>
                </c:pt>
                <c:pt idx="5">
                  <c:v>7.866060301433026e-05</c:v>
                </c:pt>
                <c:pt idx="6">
                  <c:v>7.884671275704556e-05</c:v>
                </c:pt>
                <c:pt idx="7">
                  <c:v>7.902685346860173e-05</c:v>
                </c:pt>
                <c:pt idx="8">
                  <c:v>7.920093295093775e-05</c:v>
                </c:pt>
                <c:pt idx="9">
                  <c:v>7.936886279639115e-05</c:v>
                </c:pt>
                <c:pt idx="10">
                  <c:v>7.953055853203682e-05</c:v>
                </c:pt>
                <c:pt idx="11">
                  <c:v>7.968593975761813e-05</c:v>
                </c:pt>
                <c:pt idx="12">
                  <c:v>7.983493027662286e-05</c:v>
                </c:pt>
                <c:pt idx="13">
                  <c:v>7.997745822004933e-05</c:v>
                </c:pt>
                <c:pt idx="14">
                  <c:v>8.011345616246483e-05</c:v>
                </c:pt>
                <c:pt idx="15">
                  <c:v>8.024286122995536e-05</c:v>
                </c:pt>
                <c:pt idx="16">
                  <c:v>8.036561519961152e-05</c:v>
                </c:pt>
                <c:pt idx="17">
                  <c:v>8.048166459021621e-05</c:v>
                </c:pt>
                <c:pt idx="18">
                  <c:v>8.059096074383884e-05</c:v>
                </c:pt>
                <c:pt idx="19">
                  <c:v>8.069345989806522e-05</c:v>
                </c:pt>
                <c:pt idx="20">
                  <c:v>8.078912324863938e-05</c:v>
                </c:pt>
                <c:pt idx="21">
                  <c:v>8.087791700231512e-05</c:v>
                </c:pt>
                <c:pt idx="22">
                  <c:v>8.095981241976935e-05</c:v>
                </c:pt>
                <c:pt idx="23">
                  <c:v>8.103478584845055e-05</c:v>
                </c:pt>
                <c:pt idx="24">
                  <c:v>8.110281874528943e-05</c:v>
                </c:pt>
                <c:pt idx="25">
                  <c:v>8.116389768922632e-05</c:v>
                </c:pt>
                <c:pt idx="26">
                  <c:v>8.121801438355615e-05</c:v>
                </c:pt>
                <c:pt idx="27">
                  <c:v>8.126516564812994e-05</c:v>
                </c:pt>
                <c:pt idx="28">
                  <c:v>8.130535340148563e-05</c:v>
                </c:pt>
                <c:pt idx="29">
                  <c:v>8.133858463302514e-05</c:v>
                </c:pt>
                <c:pt idx="30">
                  <c:v>8.136487136538869e-05</c:v>
                </c:pt>
                <c:pt idx="31">
                  <c:v>8.138423060721318e-05</c:v>
                </c:pt>
                <c:pt idx="32">
                  <c:v>8.139668429649637e-05</c:v>
                </c:pt>
                <c:pt idx="33">
                  <c:v>8.140225923482309e-05</c:v>
                </c:pt>
                <c:pt idx="34">
                  <c:v>8.14009870127381e-05</c:v>
                </c:pt>
                <c:pt idx="35">
                  <c:v>8.139290392658432e-05</c:v>
                </c:pt>
                <c:pt idx="36">
                  <c:v>8.137805088714813e-05</c:v>
                </c:pt>
                <c:pt idx="37">
                  <c:v>8.135647332048078e-05</c:v>
                </c:pt>
                <c:pt idx="38">
                  <c:v>8.132822106128925e-05</c:v>
                </c:pt>
                <c:pt idx="39">
                  <c:v>8.129334823930829e-05</c:v>
                </c:pt>
                <c:pt idx="40">
                  <c:v>8.125191315908617e-05</c:v>
                </c:pt>
                <c:pt idx="41">
                  <c:v>8.120397817362888e-05</c:v>
                </c:pt>
                <c:pt idx="42">
                  <c:v>8.11496095523663e-05</c:v>
                </c:pt>
                <c:pt idx="43">
                  <c:v>8.108887734390764e-05</c:v>
                </c:pt>
                <c:pt idx="44">
                  <c:v>8.102185523406978e-05</c:v>
                </c:pt>
                <c:pt idx="45">
                  <c:v>8.094862039965894e-05</c:v>
                </c:pt>
                <c:pt idx="46">
                  <c:v>8.086925335849829e-05</c:v>
                </c:pt>
                <c:pt idx="47">
                  <c:v>8.078383781618725e-05</c:v>
                </c:pt>
                <c:pt idx="48">
                  <c:v>8.069246051008267e-05</c:v>
                </c:pt>
                <c:pt idx="49">
                  <c:v>8.059521105098395e-05</c:v>
                </c:pt>
                <c:pt idx="50">
                  <c:v>8.049218176300172e-05</c:v>
                </c:pt>
                <c:pt idx="51">
                  <c:v>8.038346752207903e-05</c:v>
                </c:pt>
                <c:pt idx="52">
                  <c:v>8.026916559362749e-05</c:v>
                </c:pt>
                <c:pt idx="53">
                  <c:v>8.014937546972376e-05</c:v>
                </c:pt>
                <c:pt idx="54">
                  <c:v>8.002419870630665e-05</c:v>
                </c:pt>
                <c:pt idx="55">
                  <c:v>7.98937387607917e-05</c:v>
                </c:pt>
                <c:pt idx="56">
                  <c:v>7.97581008305111e-05</c:v>
                </c:pt>
                <c:pt idx="57">
                  <c:v>7.961739169236456e-05</c:v>
                </c:pt>
                <c:pt idx="58">
                  <c:v>7.947171954405278e-05</c:v>
                </c:pt>
                <c:pt idx="59">
                  <c:v>7.932119384724248e-05</c:v>
                </c:pt>
                <c:pt idx="60">
                  <c:v>7.916592517299262e-05</c:v>
                </c:pt>
              </c:numCache>
            </c:numRef>
          </c:val>
          <c:smooth/>
        </c:ser>
        <c:ser>
          <c:idx val="3"/>
          <c:order val="3"/>
          <c:tx>
            <c:strRef>
              <c:f>Sheet1!$E$1</c:f>
              <c:strCache>
                <c:ptCount val="1"/>
                <c:pt idx="0">
                  <c:v>bdg_dgt_display</c:v>
                </c:pt>
              </c:strCache>
            </c:strRef>
          </c:tx>
          <c:spPr>
            <a:ln w="31750">
              <a:solidFill>
                <a:srgbClr val="BCB6FF"/>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#N/A</c:v>
                </c:pt>
                <c:pt idx="1">
                  <c:v>0.001356331273700735</c:v>
                </c:pt>
                <c:pt idx="2">
                  <c:v>0.0008963129574358434</c:v>
                </c:pt>
                <c:pt idx="3">
                  <c:v>0.0006471315429086341</c:v>
                </c:pt>
                <c:pt idx="4">
                  <c:v>0.0005059422768588047</c:v>
                </c:pt>
                <c:pt idx="5">
                  <c:v>0.00041516242756706894</c:v>
                </c:pt>
                <c:pt idx="6">
                  <c:v>0.0003515328504386324</c:v>
                </c:pt>
                <c:pt idx="7">
                  <c:v>0.00030434282454706635</c:v>
                </c:pt>
                <c:pt idx="8">
                  <c:v>0.00026796762662296313</c:v>
                </c:pt>
                <c:pt idx="9">
                  <c:v>0.0002391210791025343</c:v>
                </c:pt>
                <c:pt idx="10">
                  <c:v>0.00021573009434996843</c:v>
                </c:pt>
                <c:pt idx="11">
                  <c:v>0.0001964138645939148</c:v>
                </c:pt>
                <c:pt idx="12">
                  <c:v>0.00018021530622205488</c:v>
                </c:pt>
                <c:pt idx="13">
                  <c:v>0.00016645040283087313</c:v>
                </c:pt>
                <c:pt idx="14">
                  <c:v>0.00015461810284529118</c:v>
                </c:pt>
              </c:numCache>
            </c:numRef>
          </c:val>
          <c:smooth/>
        </c:ser>
        <c:ser>
          <c:idx val="4"/>
          <c:order val="4"/>
          <c:tx>
            <c:strRef>
              <c:f>Sheet1!$F$1</c:f>
              <c:strCache>
                <c:ptCount val="1"/>
                <c:pt idx="0">
                  <c:v>bdg_dgt_display_extrapolated</c:v>
                </c:pt>
              </c:strCache>
            </c:strRef>
          </c:tx>
          <c:spPr>
            <a:ln w="31750">
              <a:solidFill>
                <a:srgbClr val="BCB6FF"/>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0.00015461810284529118</c:v>
                </c:pt>
                <c:pt idx="15">
                  <c:v>0.0001443437312272874</c:v>
                </c:pt>
                <c:pt idx="16">
                  <c:v>0.00013534207880102386</c:v>
                </c:pt>
                <c:pt idx="17">
                  <c:v>0.0001273925961344585</c:v>
                </c:pt>
                <c:pt idx="18">
                  <c:v>0.00012032231164871256</c:v>
                </c:pt>
                <c:pt idx="19">
                  <c:v>0.00011399382499649854</c:v>
                </c:pt>
                <c:pt idx="20">
                  <c:v>0.00010829671590499376</c:v>
                </c:pt>
              </c:numCache>
            </c:numRef>
          </c:val>
          <c:smooth/>
        </c:ser>
        <c:ser>
          <c:idx val="5"/>
          <c:order val="5"/>
          <c:tx>
            <c:strRef>
              <c:f>Sheet1!$G$1</c:f>
              <c:strCache>
                <c:ptCount val="1"/>
                <c:pt idx="0">
                  <c:v>bdg_dgt_indoor</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#N/A</c:v>
                </c:pt>
                <c:pt idx="1">
                  <c:v>0.00194066345644127</c:v>
                </c:pt>
                <c:pt idx="2">
                  <c:v>0.0009954400014602332</c:v>
                </c:pt>
                <c:pt idx="3">
                  <c:v>0.0006662037258074036</c:v>
                </c:pt>
                <c:pt idx="4">
                  <c:v>0.0005000178185804522</c:v>
                </c:pt>
                <c:pt idx="5">
                  <c:v>0.00040006831553130703</c:v>
                </c:pt>
                <c:pt idx="6">
                  <c:v>0.00033339855880720233</c:v>
                </c:pt>
                <c:pt idx="7">
                  <c:v>0.00028577150149322866</c:v>
                </c:pt>
                <c:pt idx="8">
                  <c:v>0.0002500502743789417</c:v>
                </c:pt>
                <c:pt idx="9">
                  <c:v>0.00022226694499006327</c:v>
                </c:pt>
                <c:pt idx="10">
                  <c:v>0.00020004025619128223</c:v>
                </c:pt>
              </c:numCache>
            </c:numRef>
          </c:val>
          <c:smooth/>
        </c:ser>
        <c:ser>
          <c:idx val="6"/>
          <c:order val="6"/>
          <c:tx>
            <c:strRef>
              <c:f>Sheet1!$H$1</c:f>
              <c:strCache>
                <c:ptCount val="1"/>
                <c:pt idx="0">
                  <c:v>bdg_dgt_indoor_extrapolated</c:v>
                </c:pt>
              </c:strCache>
            </c:strRef>
          </c:tx>
          <c:spPr>
            <a:ln w="31750">
              <a:solidFill>
                <a:srgbClr val="95B577"/>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0.00020004025619128223</c:v>
                </c:pt>
                <c:pt idx="11">
                  <c:v>0.00018185477930894413</c:v>
                </c:pt>
                <c:pt idx="12">
                  <c:v>0.000166700214527267</c:v>
                </c:pt>
                <c:pt idx="13">
                  <c:v>0.0001538771211293855</c:v>
                </c:pt>
                <c:pt idx="14">
                  <c:v>0.00014288589819623406</c:v>
                </c:pt>
              </c:numCache>
            </c:numRef>
          </c:val>
          <c:smooth/>
        </c:ser>
        <c:ser>
          <c:idx val="7"/>
          <c:order val="7"/>
          <c:tx>
            <c:strRef>
              <c:f>Sheet1!$I$1</c:f>
              <c:strCache>
                <c:ptCount val="1"/>
                <c:pt idx="0">
                  <c:v>bdg_dgt_special</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#N/A</c:v>
                </c:pt>
                <c:pt idx="1">
                  <c:v>0.00015859148263228855</c:v>
                </c:pt>
                <c:pt idx="2">
                  <c:v>0.0001597498266661918</c:v>
                </c:pt>
                <c:pt idx="3">
                  <c:v>0.00014462380482706407</c:v>
                </c:pt>
                <c:pt idx="4">
                  <c:v>0.0001259071305402067</c:v>
                </c:pt>
                <c:pt idx="5">
                  <c:v>0.00010934196322796662</c:v>
                </c:pt>
                <c:pt idx="6">
                  <c:v>9.590161446386337e-05</c:v>
                </c:pt>
                <c:pt idx="7">
                  <c:v>8.51531939984898e-05</c:v>
                </c:pt>
                <c:pt idx="8">
                  <c:v>7.648299145072924e-05</c:v>
                </c:pt>
                <c:pt idx="9">
                  <c:v>6.938300385023678e-05</c:v>
                </c:pt>
                <c:pt idx="10">
                  <c:v>6.347647314681832e-05</c:v>
                </c:pt>
                <c:pt idx="11">
                  <c:v>5.849026886770946e-05</c:v>
                </c:pt>
                <c:pt idx="12">
                  <c:v>5.4225476604106126e-05</c:v>
                </c:pt>
                <c:pt idx="13">
                  <c:v>5.053530456754558e-05</c:v>
                </c:pt>
                <c:pt idx="14">
                  <c:v>4.7309755600886795e-05</c:v>
                </c:pt>
              </c:numCache>
            </c:numRef>
          </c:val>
          <c:smooth/>
        </c:ser>
        <c:ser>
          <c:idx val="8"/>
          <c:order val="8"/>
          <c:tx>
            <c:strRef>
              <c:f>Sheet1!$J$1</c:f>
              <c:strCache>
                <c:ptCount val="1"/>
                <c:pt idx="0">
                  <c:v>bdg_dgt_special_extrapolated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4.7309755600886795e-05</c:v>
                </c:pt>
                <c:pt idx="15">
                  <c:v>4.446513466280817e-05</c:v>
                </c:pt>
                <c:pt idx="16">
                  <c:v>4.193681332351926e-05</c:v>
                </c:pt>
                <c:pt idx="17">
                  <c:v>3.967417612854273e-05</c:v>
                </c:pt>
                <c:pt idx="18">
                  <c:v>3.7637044526958115e-05</c:v>
                </c:pt>
                <c:pt idx="19">
                  <c:v>3.579311532744223e-05</c:v>
                </c:pt>
                <c:pt idx="20">
                  <c:v>3.411610457521914e-05</c:v>
                </c:pt>
              </c:numCache>
            </c:numRef>
          </c:val>
          <c:smooth/>
        </c:ser>
        <c:ser>
          <c:idx val="9"/>
          <c:order val="9"/>
          <c:tx>
            <c:strRef>
              <c:f>Sheet1!$K$1</c:f>
              <c:strCache>
                <c:ptCount val="1"/>
                <c:pt idx="0">
                  <c:v>bdg_dgt_video</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#N/A</c:v>
                </c:pt>
                <c:pt idx="1">
                  <c:v>0.00032262440669094647</c:v>
                </c:pt>
                <c:pt idx="2">
                  <c:v>0.0003295617710397841</c:v>
                </c:pt>
                <c:pt idx="3">
                  <c:v>0.0002917666855138964</c:v>
                </c:pt>
                <c:pt idx="4">
                  <c:v>0.00024879004649267444</c:v>
                </c:pt>
                <c:pt idx="5">
                  <c:v>0.00021332270455533988</c:v>
                </c:pt>
                <c:pt idx="6">
                  <c:v>0.00018573612179416136</c:v>
                </c:pt>
                <c:pt idx="7">
                  <c:v>0.00016419925706621268</c:v>
                </c:pt>
                <c:pt idx="8">
                  <c:v>0.00014706663673672864</c:v>
                </c:pt>
                <c:pt idx="9">
                  <c:v>0.00013315468079081654</c:v>
                </c:pt>
                <c:pt idx="10">
                  <c:v>0.00012164229865838337</c:v>
                </c:pt>
                <c:pt idx="11">
                  <c:v>0.00011195567472235245</c:v>
                </c:pt>
                <c:pt idx="12">
                  <c:v>0.00010368675568273927</c:v>
                </c:pt>
                <c:pt idx="13">
                  <c:v>9.653985046189426e-05</c:v>
                </c:pt>
                <c:pt idx="14">
                  <c:v>9.029665120230233e-05</c:v>
                </c:pt>
              </c:numCache>
            </c:numRef>
          </c:val>
          <c:smooth/>
        </c:ser>
        <c:ser>
          <c:idx val="10"/>
          <c:order val="10"/>
          <c:tx>
            <c:strRef>
              <c:f>Sheet1!$L$1</c:f>
              <c:strCache>
                <c:ptCount val="1"/>
                <c:pt idx="0">
                  <c:v>bdg_dgt_video_extrapolated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9.029665120230233e-05</c:v>
                </c:pt>
                <c:pt idx="15">
                  <c:v>8.479298134638879e-05</c:v>
                </c:pt>
                <c:pt idx="16">
                  <c:v>7.990311951469539e-05</c:v>
                </c:pt>
                <c:pt idx="17">
                  <c:v>7.552910310877094e-05</c:v>
                </c:pt>
                <c:pt idx="18">
                  <c:v>7.159334434106729e-05</c:v>
                </c:pt>
                <c:pt idx="19">
                  <c:v>6.803346778188578e-05</c:v>
                </c:pt>
                <c:pt idx="20">
                  <c:v>6.479864926593661e-05</c:v>
                </c:pt>
              </c:numCache>
            </c:numRef>
          </c:val>
          <c:smooth/>
        </c:ser>
        <c:ser>
          <c:idx val="11"/>
          <c:order val="11"/>
          <c:tx>
            <c:strRef>
              <c:f>Sheet1!$M$1</c:f>
              <c:strCache>
                <c:ptCount val="1"/>
                <c:pt idx="0">
                  <c:v>bdg_ooh</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#N/A</c:v>
                </c:pt>
                <c:pt idx="1">
                  <c:v>0.0017072709782491554</c:v>
                </c:pt>
                <c:pt idx="2">
                  <c:v>0.0011121072960422695</c:v>
                </c:pt>
                <c:pt idx="3">
                  <c:v>0.0007994441268204187</c:v>
                </c:pt>
                <c:pt idx="4">
                  <c:v>0.0006240908383140712</c:v>
                </c:pt>
                <c:pt idx="5">
                  <c:v>0.0005118169732265139</c:v>
                </c:pt>
                <c:pt idx="6">
                  <c:v>0.0004332614374904239</c:v>
                </c:pt>
                <c:pt idx="7">
                  <c:v>0.0003750560066630411</c:v>
                </c:pt>
                <c:pt idx="8">
                  <c:v>0.00033021294384915457</c:v>
                </c:pt>
                <c:pt idx="9">
                  <c:v>0.00029466084585793597</c:v>
                </c:pt>
                <c:pt idx="10">
                  <c:v>0.0002658363778864665</c:v>
                </c:pt>
                <c:pt idx="11">
                  <c:v>0.0002420345800623787</c:v>
                </c:pt>
                <c:pt idx="12">
                  <c:v>0.00022207478482433264</c:v>
                </c:pt>
                <c:pt idx="13">
                  <c:v>0.00020511368593458857</c:v>
                </c:pt>
                <c:pt idx="14">
                  <c:v>0.0001905337761065008</c:v>
                </c:pt>
              </c:numCache>
            </c:numRef>
          </c:val>
          <c:smooth/>
        </c:ser>
        <c:ser>
          <c:idx val="12"/>
          <c:order val="12"/>
          <c:tx>
            <c:strRef>
              <c:f>Sheet1!$N$1</c:f>
              <c:strCache>
                <c:ptCount val="1"/>
                <c:pt idx="0">
                  <c:v>bdg_ooh_extrapolated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0.0001905337761065008</c:v>
                </c:pt>
                <c:pt idx="15">
                  <c:v>0.0001778733936568763</c:v>
                </c:pt>
                <c:pt idx="16">
                  <c:v>0.00016678114990917802</c:v>
                </c:pt>
                <c:pt idx="17">
                  <c:v>0.00015698532935959692</c:v>
                </c:pt>
                <c:pt idx="18">
                  <c:v>0.00014827283151596705</c:v>
                </c:pt>
                <c:pt idx="19">
                  <c:v>0.00014047437560004336</c:v>
                </c:pt>
                <c:pt idx="20">
                  <c:v>0.00013345391665406291</c:v>
                </c:pt>
              </c:numCache>
            </c:numRef>
          </c:val>
          <c:smooth/>
        </c:ser>
        <c:ser>
          <c:idx val="13"/>
          <c:order val="13"/>
          <c:tx>
            <c:strRef>
              <c:f>Sheet1!$O$1</c:f>
              <c:strCache>
                <c:ptCount val="1"/>
                <c:pt idx="0">
                  <c:v>bdg_pos</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Sheet1!$O$2:$O$9</c:f>
              <c:numCache>
                <c:formatCode>General</c:formatCode>
                <c:ptCount val="8"/>
                <c:pt idx="0">
                  <c:v>#N/A</c:v>
                </c:pt>
                <c:pt idx="1">
                  <c:v>0.00045240658646292285</c:v>
                </c:pt>
                <c:pt idx="2">
                  <c:v>0.00048499369365814055</c:v>
                </c:pt>
                <c:pt idx="3">
                  <c:v>0.0005060389949531353</c:v>
                </c:pt>
                <c:pt idx="4">
                  <c:v>0.0005134648452443122</c:v>
                </c:pt>
                <c:pt idx="5">
                  <c:v>0.0005081218066077068</c:v>
                </c:pt>
                <c:pt idx="6">
                  <c:v>0.000492958518426208</c:v>
                </c:pt>
                <c:pt idx="7">
                  <c:v>0.000471555353796759</c:v>
                </c:pt>
              </c:numCache>
            </c:numRef>
          </c:val>
          <c:smooth/>
        </c:ser>
        <c:ser>
          <c:idx val="14"/>
          <c:order val="14"/>
          <c:tx>
            <c:strRef>
              <c:f>Sheet1!$P$1</c:f>
              <c:strCache>
                <c:ptCount val="1"/>
                <c:pt idx="0">
                  <c:v>bdg_pos_extrapolated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Sheet1!$P$2:$P$12</c:f>
              <c:numCache>
                <c:formatCode>General</c:formatCode>
                <c:ptCount val="11"/>
                <c:pt idx="0">
                  <c:v/>
                </c:pt>
                <c:pt idx="1">
                  <c:v/>
                </c:pt>
                <c:pt idx="2">
                  <c:v/>
                </c:pt>
                <c:pt idx="3">
                  <c:v/>
                </c:pt>
                <c:pt idx="4">
                  <c:v/>
                </c:pt>
                <c:pt idx="5">
                  <c:v/>
                </c:pt>
                <c:pt idx="6">
                  <c:v/>
                </c:pt>
                <c:pt idx="7">
                  <c:v>0.000471555353796759</c:v>
                </c:pt>
                <c:pt idx="8">
                  <c:v>0.0004470335210969704</c:v>
                </c:pt>
                <c:pt idx="9">
                  <c:v>0.00042163816036444205</c:v>
                </c:pt>
                <c:pt idx="10">
                  <c:v>0.0003967762924887659</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47.99447003776959</c:v>
                </c:pt>
                <c:pt idx="2">
                  <c:v>99.88231336654098</c:v>
                </c:pt>
                <c:pt idx="3">
                  <c:v>144.94912776684168</c:v>
                </c:pt>
                <c:pt idx="4">
                  <c:v>178.84101486817372</c:v>
                </c:pt>
              </c:numCache>
            </c:numRef>
          </c:val>
          <c:smooth/>
        </c:ser>
        <c:ser>
          <c:idx val="1"/>
          <c:order val="1"/>
          <c:tx>
            <c:strRef>
              <c:f>Sheet1!$C$1</c:f>
              <c:strCache>
                <c:ptCount val="1"/>
                <c:pt idx="0">
                  <c:v>PR_extrapolated</c:v>
                </c:pt>
              </c:strCache>
            </c:strRef>
          </c:tx>
          <c:spPr>
            <a:ln w="31750">
              <a:solidFill>
                <a:srgbClr val="573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178.84101486817372</c:v>
                </c:pt>
                <c:pt idx="5">
                  <c:v>203.0748913708071</c:v>
                </c:pt>
                <c:pt idx="6">
                  <c:v>220.60433687716932</c:v>
                </c:pt>
              </c:numCache>
            </c:numRef>
          </c:val>
          <c:smooth/>
        </c:ser>
        <c:ser>
          <c:idx val="2"/>
          <c:order val="2"/>
          <c:tx>
            <c:strRef>
              <c:f>Sheet1!$D$1</c:f>
              <c:strCache>
                <c:ptCount val="1"/>
                <c:pt idx="0">
                  <c:v>TV</c:v>
                </c:pt>
              </c:strCache>
            </c:strRef>
          </c:tx>
          <c:spPr>
            <a:ln w="31750">
              <a:solidFill>
                <a:srgbClr val="A17569"/>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1.9768959263133183</c:v>
                </c:pt>
                <c:pt idx="2">
                  <c:v>3.963710783759325</c:v>
                </c:pt>
                <c:pt idx="3">
                  <c:v>5.960060795435766</c:v>
                </c:pt>
                <c:pt idx="4">
                  <c:v>7.965552581486463</c:v>
                </c:pt>
                <c:pt idx="5">
                  <c:v>9.979783514382234</c:v>
                </c:pt>
                <c:pt idx="6">
                  <c:v>12.002342096402117</c:v>
                </c:pt>
                <c:pt idx="7">
                  <c:v>14.032808358619604</c:v>
                </c:pt>
                <c:pt idx="8">
                  <c:v>16.070754280613528</c:v>
                </c:pt>
                <c:pt idx="9">
                  <c:v>18.11574423003958</c:v>
                </c:pt>
                <c:pt idx="10">
                  <c:v>20.167335421091593</c:v>
                </c:pt>
                <c:pt idx="11">
                  <c:v>22.22507839082209</c:v>
                </c:pt>
                <c:pt idx="12">
                  <c:v>24.288517492192568</c:v>
                </c:pt>
                <c:pt idx="13">
                  <c:v>26.357191402657918</c:v>
                </c:pt>
                <c:pt idx="14">
                  <c:v>28.43063364701311</c:v>
                </c:pt>
                <c:pt idx="15">
                  <c:v>30.508373133172427</c:v>
                </c:pt>
                <c:pt idx="16">
                  <c:v>32.58993469947791</c:v>
                </c:pt>
                <c:pt idx="17">
                  <c:v>34.67483967209819</c:v>
                </c:pt>
                <c:pt idx="18">
                  <c:v>36.76260643102023</c:v>
                </c:pt>
                <c:pt idx="19">
                  <c:v>38.85275098309512</c:v>
                </c:pt>
                <c:pt idx="20">
                  <c:v>40.94478754058673</c:v>
                </c:pt>
                <c:pt idx="21">
                  <c:v>43.03822910361987</c:v>
                </c:pt>
                <c:pt idx="22">
                  <c:v>45.13258804492398</c:v>
                </c:pt>
                <c:pt idx="23">
                  <c:v>47.227376695267594</c:v>
                </c:pt>
                <c:pt idx="24">
                  <c:v>49.32210792795331</c:v>
                </c:pt>
                <c:pt idx="25">
                  <c:v>51.416295740782516</c:v>
                </c:pt>
                <c:pt idx="26">
                  <c:v>53.5094558338742</c:v>
                </c:pt>
                <c:pt idx="27">
                  <c:v>55.60110618179169</c:v>
                </c:pt>
                <c:pt idx="28">
                  <c:v>57.690767598421644</c:v>
                </c:pt>
                <c:pt idx="29">
                  <c:v>59.777964293105015</c:v>
                </c:pt>
                <c:pt idx="30">
                  <c:v>61.8622244165731</c:v>
                </c:pt>
                <c:pt idx="31">
                  <c:v>63.943080595269294</c:v>
                </c:pt>
                <c:pt idx="32">
                  <c:v>66.02007045271512</c:v>
                </c:pt>
                <c:pt idx="33">
                  <c:v>68.09273711664127</c:v>
                </c:pt>
                <c:pt idx="34">
                  <c:v>70.16062971065412</c:v>
                </c:pt>
                <c:pt idx="35">
                  <c:v>72.22330382931295</c:v>
                </c:pt>
                <c:pt idx="36">
                  <c:v>74.28032199553809</c:v>
                </c:pt>
                <c:pt idx="37">
                  <c:v>76.33125409938202</c:v>
                </c:pt>
                <c:pt idx="38">
                  <c:v>78.37567781725738</c:v>
                </c:pt>
                <c:pt idx="39">
                  <c:v>80.41317901081538</c:v>
                </c:pt>
                <c:pt idx="40">
                  <c:v>82.44335210475856</c:v>
                </c:pt>
                <c:pt idx="41">
                  <c:v>84.46580044295797</c:v>
                </c:pt>
                <c:pt idx="42">
                  <c:v>86.4801366223337</c:v>
                </c:pt>
                <c:pt idx="43">
                  <c:v>88.48598280406395</c:v>
                </c:pt>
                <c:pt idx="44">
                  <c:v>90.48297100176296</c:v>
                </c:pt>
                <c:pt idx="45">
                  <c:v>92.47074334637136</c:v>
                </c:pt>
                <c:pt idx="46">
                  <c:v>94.4489523275879</c:v>
                </c:pt>
                <c:pt idx="47">
                  <c:v>96.41726101175482</c:v>
                </c:pt>
                <c:pt idx="48">
                  <c:v>98.37534323620821</c:v>
                </c:pt>
                <c:pt idx="49">
                  <c:v>100.32288378017029</c:v>
                </c:pt>
                <c:pt idx="50">
                  <c:v>102.25957851235717</c:v>
                </c:pt>
                <c:pt idx="51">
                  <c:v>104.18513451553508</c:v>
                </c:pt>
                <c:pt idx="52">
                  <c:v>106.0992701883506</c:v>
                </c:pt>
                <c:pt idx="53">
                  <c:v>108.00171532481409</c:v>
                </c:pt>
                <c:pt idx="54">
                  <c:v>109.89221117187799</c:v>
                </c:pt>
                <c:pt idx="55">
                  <c:v>111.77051046562974</c:v>
                </c:pt>
                <c:pt idx="56">
                  <c:v>113.63637744665448</c:v>
                </c:pt>
                <c:pt idx="57">
                  <c:v>115.48958785518744</c:v>
                </c:pt>
                <c:pt idx="58">
                  <c:v>117.32992890670948</c:v>
                </c:pt>
                <c:pt idx="59">
                  <c:v>119.15719924869654</c:v>
                </c:pt>
                <c:pt idx="60">
                  <c:v>120.97120889924963</c:v>
                </c:pt>
              </c:numCache>
            </c:numRef>
          </c:val>
          <c:smooth/>
        </c:ser>
        <c:ser>
          <c:idx val="3"/>
          <c:order val="3"/>
          <c:tx>
            <c:strRef>
              <c:f>Sheet1!$E$1</c:f>
              <c:strCache>
                <c:ptCount val="1"/>
                <c:pt idx="0">
                  <c:v>bdg_dgt_display</c:v>
                </c:pt>
              </c:strCache>
            </c:strRef>
          </c:tx>
          <c:spPr>
            <a:ln w="31750">
              <a:solidFill>
                <a:srgbClr val="BCB6FF"/>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32.037556633087206</c:v>
                </c:pt>
                <c:pt idx="2">
                  <c:v>43.66850416412535</c:v>
                </c:pt>
                <c:pt idx="3">
                  <c:v>48.1073287007016</c:v>
                </c:pt>
                <c:pt idx="4">
                  <c:v>50.62013017288655</c:v>
                </c:pt>
                <c:pt idx="5">
                  <c:v>52.21634645094218</c:v>
                </c:pt>
                <c:pt idx="6">
                  <c:v>53.24595313796499</c:v>
                </c:pt>
                <c:pt idx="7">
                  <c:v>53.903960241041204</c:v>
                </c:pt>
                <c:pt idx="8">
                  <c:v>54.32054615145125</c:v>
                </c:pt>
                <c:pt idx="9">
                  <c:v>54.5826758432263</c:v>
                </c:pt>
                <c:pt idx="10">
                  <c:v>54.747067272577624</c:v>
                </c:pt>
                <c:pt idx="11">
                  <c:v>54.850043729395566</c:v>
                </c:pt>
                <c:pt idx="12">
                  <c:v>54.914579787339335</c:v>
                </c:pt>
                <c:pt idx="13">
                  <c:v>54.955089341476196</c:v>
                </c:pt>
                <c:pt idx="14">
                  <c:v>54.980574441132376</c:v>
                </c:pt>
              </c:numCache>
            </c:numRef>
          </c:val>
          <c:smooth/>
        </c:ser>
        <c:ser>
          <c:idx val="4"/>
          <c:order val="4"/>
          <c:tx>
            <c:strRef>
              <c:f>Sheet1!$F$1</c:f>
              <c:strCache>
                <c:ptCount val="1"/>
                <c:pt idx="0">
                  <c:v>bdg_dgt_display_extrapolated</c:v>
                </c:pt>
              </c:strCache>
            </c:strRef>
          </c:tx>
          <c:spPr>
            <a:ln w="31750">
              <a:solidFill>
                <a:srgbClr val="BCB6FF"/>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54.980574441132376</c:v>
                </c:pt>
                <c:pt idx="15">
                  <c:v>54.996648002029815</c:v>
                </c:pt>
                <c:pt idx="16">
                  <c:v>55.006811521433974</c:v>
                </c:pt>
                <c:pt idx="17">
                  <c:v>55.013253508472644</c:v>
                </c:pt>
                <c:pt idx="18">
                  <c:v>55.01734552489552</c:v>
                </c:pt>
                <c:pt idx="19">
                  <c:v>55.01994974908939</c:v>
                </c:pt>
                <c:pt idx="20">
                  <c:v>55.02160980590179</c:v>
                </c:pt>
              </c:numCache>
            </c:numRef>
          </c:val>
          <c:smooth/>
        </c:ser>
        <c:ser>
          <c:idx val="5"/>
          <c:order val="5"/>
          <c:tx>
            <c:strRef>
              <c:f>Sheet1!$G$1</c:f>
              <c:strCache>
                <c:ptCount val="1"/>
                <c:pt idx="0">
                  <c:v>bdg_dgt_indoor</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0.0</c:v>
                </c:pt>
                <c:pt idx="1">
                  <c:v>102.13752109442567</c:v>
                </c:pt>
                <c:pt idx="2">
                  <c:v>116.59800659435541</c:v>
                </c:pt>
                <c:pt idx="3">
                  <c:v>121.15609955644732</c:v>
                </c:pt>
                <c:pt idx="4">
                  <c:v>122.58015994912921</c:v>
                </c:pt>
                <c:pt idx="5">
                  <c:v>123.02072996365632</c:v>
                </c:pt>
                <c:pt idx="6">
                  <c:v>123.15872440949988</c:v>
                </c:pt>
                <c:pt idx="7">
                  <c:v>123.20272219494018</c:v>
                </c:pt>
                <c:pt idx="8">
                  <c:v>123.2169620947202</c:v>
                </c:pt>
                <c:pt idx="9">
                  <c:v>123.22161875098618</c:v>
                </c:pt>
                <c:pt idx="10">
                  <c:v>123.22315143080777</c:v>
                </c:pt>
              </c:numCache>
            </c:numRef>
          </c:val>
          <c:smooth/>
        </c:ser>
        <c:ser>
          <c:idx val="6"/>
          <c:order val="6"/>
          <c:tx>
            <c:strRef>
              <c:f>Sheet1!$H$1</c:f>
              <c:strCache>
                <c:ptCount val="1"/>
                <c:pt idx="0">
                  <c:v>bdg_dgt_indoor_extrapolated</c:v>
                </c:pt>
              </c:strCache>
            </c:strRef>
          </c:tx>
          <c:spPr>
            <a:ln w="31750">
              <a:solidFill>
                <a:srgbClr val="95B577"/>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123.22315143080777</c:v>
                </c:pt>
                <c:pt idx="11">
                  <c:v>123.2236578342472</c:v>
                </c:pt>
                <c:pt idx="12">
                  <c:v>123.2238255227362</c:v>
                </c:pt>
                <c:pt idx="13">
                  <c:v>123.22388112017961</c:v>
                </c:pt>
                <c:pt idx="14">
                  <c:v>123.22389956661027</c:v>
                </c:pt>
              </c:numCache>
            </c:numRef>
          </c:val>
          <c:smooth/>
        </c:ser>
        <c:ser>
          <c:idx val="7"/>
          <c:order val="7"/>
          <c:tx>
            <c:strRef>
              <c:f>Sheet1!$I$1</c:f>
              <c:strCache>
                <c:ptCount val="1"/>
                <c:pt idx="0">
                  <c:v>bdg_dgt_special</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0.0</c:v>
                </c:pt>
                <c:pt idx="1">
                  <c:v>3.6708472652794626</c:v>
                </c:pt>
                <c:pt idx="2">
                  <c:v>7.421941032801897</c:v>
                </c:pt>
                <c:pt idx="3">
                  <c:v>10.16209390351878</c:v>
                </c:pt>
                <c:pt idx="4">
                  <c:v>11.90333793514992</c:v>
                </c:pt>
                <c:pt idx="5">
                  <c:v>13.026275961191004</c:v>
                </c:pt>
                <c:pt idx="6">
                  <c:v>13.802283637252913</c:v>
                </c:pt>
                <c:pt idx="7">
                  <c:v>14.376499253083239</c:v>
                </c:pt>
                <c:pt idx="8">
                  <c:v>14.824061248129965</c:v>
                </c:pt>
                <c:pt idx="9">
                  <c:v>15.185853269771087</c:v>
                </c:pt>
                <c:pt idx="10">
                  <c:v>15.485792734093593</c:v>
                </c:pt>
                <c:pt idx="11">
                  <c:v>15.738843566200558</c:v>
                </c:pt>
                <c:pt idx="12">
                  <c:v>15.954899256827957</c:v>
                </c:pt>
                <c:pt idx="13">
                  <c:v>16.14082418247972</c:v>
                </c:pt>
                <c:pt idx="14">
                  <c:v>16.30160842050327</c:v>
                </c:pt>
              </c:numCache>
            </c:numRef>
          </c:val>
          <c:smooth/>
        </c:ser>
        <c:ser>
          <c:idx val="8"/>
          <c:order val="8"/>
          <c:tx>
            <c:strRef>
              <c:f>Sheet1!$J$1</c:f>
              <c:strCache>
                <c:ptCount val="1"/>
                <c:pt idx="0">
                  <c:v>bdg_dgt_special_extrapolated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16.30160842050327</c:v>
                </c:pt>
                <c:pt idx="15">
                  <c:v>16.441049452605057</c:v>
                </c:pt>
                <c:pt idx="16">
                  <c:v>16.562160915343156</c:v>
                </c:pt>
                <c:pt idx="17">
                  <c:v>16.667418468085543</c:v>
                </c:pt>
                <c:pt idx="18">
                  <c:v>16.758908391637306</c:v>
                </c:pt>
                <c:pt idx="19">
                  <c:v>16.838418982919848</c:v>
                </c:pt>
                <c:pt idx="20">
                  <c:v>16.90749892939084</c:v>
                </c:pt>
              </c:numCache>
            </c:numRef>
          </c:val>
          <c:smooth/>
        </c:ser>
        <c:ser>
          <c:idx val="9"/>
          <c:order val="9"/>
          <c:tx>
            <c:strRef>
              <c:f>Sheet1!$K$1</c:f>
              <c:strCache>
                <c:ptCount val="1"/>
                <c:pt idx="0">
                  <c:v>bdg_dgt_video</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7.4774537449425225</c:v>
                </c:pt>
                <c:pt idx="2">
                  <c:v>15.353131764411046</c:v>
                </c:pt>
                <c:pt idx="3">
                  <c:v>20.615086417310977</c:v>
                </c:pt>
                <c:pt idx="4">
                  <c:v>23.700681497380174</c:v>
                </c:pt>
                <c:pt idx="5">
                  <c:v>25.6386775415599</c:v>
                </c:pt>
                <c:pt idx="6">
                  <c:v>26.984658893029973</c:v>
                </c:pt>
                <c:pt idx="7">
                  <c:v>27.993036424642924</c:v>
                </c:pt>
                <c:pt idx="8">
                  <c:v>28.78694641641505</c:v>
                </c:pt>
                <c:pt idx="9">
                  <c:v>29.432624778234185</c:v>
                </c:pt>
                <c:pt idx="10">
                  <c:v>29.968964771407173</c:v>
                </c:pt>
                <c:pt idx="11">
                  <c:v>30.42031409202764</c:v>
                </c:pt>
                <c:pt idx="12">
                  <c:v>30.80287284433598</c:v>
                </c:pt>
                <c:pt idx="13">
                  <c:v>31.128184550078913</c:v>
                </c:pt>
                <c:pt idx="14">
                  <c:v>31.40506284252342</c:v>
                </c:pt>
              </c:numCache>
            </c:numRef>
          </c:val>
          <c:smooth/>
        </c:ser>
        <c:ser>
          <c:idx val="10"/>
          <c:order val="10"/>
          <c:tx>
            <c:strRef>
              <c:f>Sheet1!$L$1</c:f>
              <c:strCache>
                <c:ptCount val="1"/>
                <c:pt idx="0">
                  <c:v>bdg_dgt_video_extrapolated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31.40506284252342</c:v>
                </c:pt>
                <c:pt idx="15">
                  <c:v>31.640627789323844</c:v>
                </c:pt>
                <c:pt idx="16">
                  <c:v>31.84084907372926</c:v>
                </c:pt>
                <c:pt idx="17">
                  <c:v>32.01083196164609</c:v>
                </c:pt>
                <c:pt idx="18">
                  <c:v>32.154977809459524</c:v>
                </c:pt>
                <c:pt idx="19">
                  <c:v>32.277086883124866</c:v>
                </c:pt>
                <c:pt idx="20">
                  <c:v>32.38043532879237</c:v>
                </c:pt>
              </c:numCache>
            </c:numRef>
          </c:val>
          <c:smooth/>
        </c:ser>
        <c:ser>
          <c:idx val="11"/>
          <c:order val="11"/>
          <c:tx>
            <c:strRef>
              <c:f>Sheet1!$M$1</c:f>
              <c:strCache>
                <c:ptCount val="1"/>
                <c:pt idx="0">
                  <c:v>bdg_ooh</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0.0</c:v>
                </c:pt>
                <c:pt idx="1">
                  <c:v>42.39258808002023</c:v>
                </c:pt>
                <c:pt idx="2">
                  <c:v>57.734162194602504</c:v>
                </c:pt>
                <c:pt idx="3">
                  <c:v>63.916463767046935</c:v>
                </c:pt>
                <c:pt idx="4">
                  <c:v>67.47869096919885</c:v>
                </c:pt>
                <c:pt idx="5">
                  <c:v>69.74200424755963</c:v>
                </c:pt>
                <c:pt idx="6">
                  <c:v>71.19548089470527</c:v>
                </c:pt>
                <c:pt idx="7">
                  <c:v>72.12058770788144</c:v>
                </c:pt>
                <c:pt idx="8">
                  <c:v>72.70449012862218</c:v>
                </c:pt>
                <c:pt idx="9">
                  <c:v>73.07113381755244</c:v>
                </c:pt>
                <c:pt idx="10">
                  <c:v>73.30078633544736</c:v>
                </c:pt>
                <c:pt idx="11">
                  <c:v>73.44456999748354</c:v>
                </c:pt>
                <c:pt idx="12">
                  <c:v>73.53468576745445</c:v>
                </c:pt>
                <c:pt idx="13">
                  <c:v>73.59127859391583</c:v>
                </c:pt>
                <c:pt idx="14">
                  <c:v>73.62690861484089</c:v>
                </c:pt>
              </c:numCache>
            </c:numRef>
          </c:val>
          <c:smooth/>
        </c:ser>
        <c:ser>
          <c:idx val="12"/>
          <c:order val="12"/>
          <c:tx>
            <c:strRef>
              <c:f>Sheet1!$N$1</c:f>
              <c:strCache>
                <c:ptCount val="1"/>
                <c:pt idx="0">
                  <c:v>bdg_ooh_extrapolated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73.62690861484089</c:v>
                </c:pt>
                <c:pt idx="15">
                  <c:v>73.64940139125747</c:v>
                </c:pt>
                <c:pt idx="16">
                  <c:v>73.66363843959925</c:v>
                </c:pt>
                <c:pt idx="17">
                  <c:v>73.67267208628755</c:v>
                </c:pt>
                <c:pt idx="18">
                  <c:v>73.67841665392052</c:v>
                </c:pt>
                <c:pt idx="19">
                  <c:v>73.68207661607221</c:v>
                </c:pt>
                <c:pt idx="20">
                  <c:v>73.68441220674231</c:v>
                </c:pt>
              </c:numCache>
            </c:numRef>
          </c:val>
          <c:smooth/>
        </c:ser>
        <c:ser>
          <c:idx val="13"/>
          <c:order val="13"/>
          <c:tx>
            <c:strRef>
              <c:f>Sheet1!$O$1</c:f>
              <c:strCache>
                <c:ptCount val="1"/>
                <c:pt idx="0">
                  <c:v>bdg_pos</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Sheet1!$O$2:$O$9</c:f>
              <c:numCache>
                <c:formatCode>General</c:formatCode>
                <c:ptCount val="8"/>
                <c:pt idx="0">
                  <c:v>0.0</c:v>
                </c:pt>
                <c:pt idx="1">
                  <c:v>11.725614945539292</c:v>
                </c:pt>
                <c:pt idx="2">
                  <c:v>25.048886348385622</c:v>
                </c:pt>
                <c:pt idx="3">
                  <c:v>39.15738627747078</c:v>
                </c:pt>
                <c:pt idx="4">
                  <c:v>53.04200174051175</c:v>
                </c:pt>
                <c:pt idx="5">
                  <c:v>65.83739072538037</c:v>
                </c:pt>
                <c:pt idx="6">
                  <c:v>77.04743169411267</c:v>
                </c:pt>
                <c:pt idx="7">
                  <c:v>86.55203641441813</c:v>
                </c:pt>
              </c:numCache>
            </c:numRef>
          </c:val>
          <c:smooth/>
        </c:ser>
        <c:ser>
          <c:idx val="14"/>
          <c:order val="14"/>
          <c:tx>
            <c:strRef>
              <c:f>Sheet1!$P$1</c:f>
              <c:strCache>
                <c:ptCount val="1"/>
                <c:pt idx="0">
                  <c:v>bdg_pos_extrapolated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Sheet1!$P$2:$P$12</c:f>
              <c:numCache>
                <c:formatCode>General</c:formatCode>
                <c:ptCount val="11"/>
                <c:pt idx="0">
                  <c:v/>
                </c:pt>
                <c:pt idx="1">
                  <c:v/>
                </c:pt>
                <c:pt idx="2">
                  <c:v/>
                </c:pt>
                <c:pt idx="3">
                  <c:v/>
                </c:pt>
                <c:pt idx="4">
                  <c:v/>
                </c:pt>
                <c:pt idx="5">
                  <c:v/>
                </c:pt>
                <c:pt idx="6">
                  <c:v/>
                </c:pt>
                <c:pt idx="7">
                  <c:v>86.55203641441813</c:v>
                </c:pt>
                <c:pt idx="8">
                  <c:v>94.47928930033459</c:v>
                </c:pt>
                <c:pt idx="9">
                  <c:v>101.06592277805021</c:v>
                </c:pt>
                <c:pt idx="10">
                  <c:v>106.56479646334765</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0.0</c:v>
                </c:pt>
                <c:pt idx="1">
                  <c:v>-4990071.182899438</c:v>
                </c:pt>
                <c:pt idx="2">
                  <c:v>-9979339.086674167</c:v>
                </c:pt>
                <c:pt idx="3">
                  <c:v>-14970047.73274428</c:v>
                </c:pt>
                <c:pt idx="4">
                  <c:v>-19963102.88612574</c:v>
                </c:pt>
              </c:numCache>
            </c:numRef>
          </c:val>
          <c:smooth/>
        </c:ser>
        <c:ser>
          <c:idx val="1"/>
          <c:order val="1"/>
          <c:tx>
            <c:strRef>
              <c:f>Sheet1!$C$1</c:f>
              <c:strCache>
                <c:ptCount val="1"/>
                <c:pt idx="0">
                  <c:v>PR_extrapolated</c:v>
                </c:pt>
              </c:strCache>
            </c:strRef>
          </c:tx>
          <c:spPr>
            <a:ln w="31750">
              <a:solidFill>
                <a:srgbClr val="573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-19963102.88612574</c:v>
                </c:pt>
                <c:pt idx="5">
                  <c:v>-24958178.18127309</c:v>
                </c:pt>
                <c:pt idx="6">
                  <c:v>-29954648.91717734</c:v>
                </c:pt>
              </c:numCache>
            </c:numRef>
          </c:val>
          <c:smooth/>
        </c:ser>
        <c:ser>
          <c:idx val="2"/>
          <c:order val="2"/>
          <c:tx>
            <c:strRef>
              <c:f>Sheet1!$D$1</c:f>
              <c:strCache>
                <c:ptCount val="1"/>
                <c:pt idx="0">
                  <c:v>TV</c:v>
                </c:pt>
              </c:strCache>
            </c:strRef>
          </c:tx>
          <c:spPr>
            <a:ln w="31750">
              <a:solidFill>
                <a:srgbClr val="A17569"/>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0.0</c:v>
                </c:pt>
                <c:pt idx="1">
                  <c:v>-4999581.224036707</c:v>
                </c:pt>
                <c:pt idx="2">
                  <c:v>-9999160.295491938</c:v>
                </c:pt>
                <c:pt idx="3">
                  <c:v>-14998737.298748335</c:v>
                </c:pt>
                <c:pt idx="4">
                  <c:v>-19998312.32031397</c:v>
                </c:pt>
                <c:pt idx="5">
                  <c:v>-24997885.448743265</c:v>
                </c:pt>
                <c:pt idx="6">
                  <c:v>-29997456.77455292</c:v>
                </c:pt>
                <c:pt idx="7">
                  <c:v>-34997026.39013308</c:v>
                </c:pt>
                <c:pt idx="8">
                  <c:v>-39996594.38965389</c:v>
                </c:pt>
                <c:pt idx="9">
                  <c:v>-44996160.86896754</c:v>
                </c:pt>
                <c:pt idx="10">
                  <c:v>-49995725.9255062</c:v>
                </c:pt>
                <c:pt idx="11">
                  <c:v>-54995289.65817588</c:v>
                </c:pt>
                <c:pt idx="12">
                  <c:v>-59994852.16724664</c:v>
                </c:pt>
                <c:pt idx="13">
                  <c:v>-64994413.55423927</c:v>
                </c:pt>
                <c:pt idx="14">
                  <c:v>-69993973.92180885</c:v>
                </c:pt>
                <c:pt idx="15">
                  <c:v>-74993533.37362538</c:v>
                </c:pt>
                <c:pt idx="16">
                  <c:v>-79993092.0142519</c:v>
                </c:pt>
                <c:pt idx="17">
                  <c:v>-84992649.94902034</c:v>
                </c:pt>
                <c:pt idx="18">
                  <c:v>-89992207.28390545</c:v>
                </c:pt>
                <c:pt idx="19">
                  <c:v>-94991764.12539718</c:v>
                </c:pt>
                <c:pt idx="20">
                  <c:v>-99991320.5803719</c:v>
                </c:pt>
                <c:pt idx="21">
                  <c:v>-104990876.75596271</c:v>
                </c:pt>
                <c:pt idx="22">
                  <c:v>-109990432.75942926</c:v>
                </c:pt>
                <c:pt idx="23">
                  <c:v>-114989988.69802739</c:v>
                </c:pt>
                <c:pt idx="24">
                  <c:v>-119989544.67887916</c:v>
                </c:pt>
                <c:pt idx="25">
                  <c:v>-124989100.8088433</c:v>
                </c:pt>
                <c:pt idx="26">
                  <c:v>-129988657.19438666</c:v>
                </c:pt>
                <c:pt idx="27">
                  <c:v>-134988213.94145703</c:v>
                </c:pt>
                <c:pt idx="28">
                  <c:v>-139987771.1553575</c:v>
                </c:pt>
                <c:pt idx="29">
                  <c:v>-144987328.94062278</c:v>
                </c:pt>
                <c:pt idx="30">
                  <c:v>-149986887.40089798</c:v>
                </c:pt>
                <c:pt idx="31">
                  <c:v>-154986446.63881987</c:v>
                </c:pt>
                <c:pt idx="32">
                  <c:v>-159986006.75590107</c:v>
                </c:pt>
                <c:pt idx="33">
                  <c:v>-164985567.85241753</c:v>
                </c:pt>
                <c:pt idx="34">
                  <c:v>-169985130.0272994</c:v>
                </c:pt>
                <c:pt idx="35">
                  <c:v>-174984693.37802562</c:v>
                </c:pt>
                <c:pt idx="36">
                  <c:v>-179984258.00052255</c:v>
                </c:pt>
                <c:pt idx="37">
                  <c:v>-184983823.9890669</c:v>
                </c:pt>
                <c:pt idx="38">
                  <c:v>-189983391.43619257</c:v>
                </c:pt>
                <c:pt idx="39">
                  <c:v>-194982960.43260282</c:v>
                </c:pt>
                <c:pt idx="40">
                  <c:v>-199982531.0670863</c:v>
                </c:pt>
                <c:pt idx="41">
                  <c:v>-204982103.42643878</c:v>
                </c:pt>
                <c:pt idx="42">
                  <c:v>-209981677.59538916</c:v>
                </c:pt>
                <c:pt idx="43">
                  <c:v>-214981253.65653104</c:v>
                </c:pt>
                <c:pt idx="44">
                  <c:v>-219980831.69025922</c:v>
                </c:pt>
                <c:pt idx="45">
                  <c:v>-224980411.77471143</c:v>
                </c:pt>
                <c:pt idx="46">
                  <c:v>-229979993.98571548</c:v>
                </c:pt>
                <c:pt idx="47">
                  <c:v>-234979578.39674133</c:v>
                </c:pt>
                <c:pt idx="48">
                  <c:v>-239979165.07885888</c:v>
                </c:pt>
                <c:pt idx="49">
                  <c:v>-244978754.1007006</c:v>
                </c:pt>
                <c:pt idx="50">
                  <c:v>-249978345.52842957</c:v>
                </c:pt>
                <c:pt idx="51">
                  <c:v>-254977939.42571265</c:v>
                </c:pt>
                <c:pt idx="52">
                  <c:v>-259977535.85369867</c:v>
                </c:pt>
                <c:pt idx="53">
                  <c:v>-264977134.8710017</c:v>
                </c:pt>
                <c:pt idx="54">
                  <c:v>-269976736.533689</c:v>
                </c:pt>
                <c:pt idx="55">
                  <c:v>-274976340.89527416</c:v>
                </c:pt>
                <c:pt idx="56">
                  <c:v>-279975948.00671417</c:v>
                </c:pt>
                <c:pt idx="57">
                  <c:v>-284975557.916412</c:v>
                </c:pt>
                <c:pt idx="58">
                  <c:v>-289975170.6702223</c:v>
                </c:pt>
                <c:pt idx="59">
                  <c:v>-294974786.3114626</c:v>
                </c:pt>
                <c:pt idx="60">
                  <c:v>-299974404.88092744</c:v>
                </c:pt>
              </c:numCache>
            </c:numRef>
          </c:val>
          <c:smooth/>
        </c:ser>
        <c:ser>
          <c:idx val="3"/>
          <c:order val="3"/>
          <c:tx>
            <c:strRef>
              <c:f>Sheet1!$E$1</c:f>
              <c:strCache>
                <c:ptCount val="1"/>
                <c:pt idx="0">
                  <c:v>bdg_dgt_display</c:v>
                </c:pt>
              </c:strCache>
            </c:strRef>
          </c:tx>
          <c:spPr>
            <a:ln w="31750">
              <a:solidFill>
                <a:srgbClr val="BCB6FF"/>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0.0</c:v>
                </c:pt>
                <c:pt idx="1">
                  <c:v>-4993147.833800914</c:v>
                </c:pt>
                <c:pt idx="2">
                  <c:v>-9990891.054137686</c:v>
                </c:pt>
                <c:pt idx="3">
                  <c:v>-14990104.64775027</c:v>
                </c:pt>
                <c:pt idx="4">
                  <c:v>-19989674.62516438</c:v>
                </c:pt>
                <c:pt idx="5">
                  <c:v>-24989406.462332424</c:v>
                </c:pt>
                <c:pt idx="6">
                  <c:v>-29989235.66620975</c:v>
                </c:pt>
                <c:pt idx="7">
                  <c:v>-34989127.61245671</c:v>
                </c:pt>
                <c:pt idx="8">
                  <c:v>-39989059.78068372</c:v>
                </c:pt>
                <c:pt idx="9">
                  <c:v>-44989017.39948765</c:v>
                </c:pt>
                <c:pt idx="10">
                  <c:v>-49988990.97562418</c:v>
                </c:pt>
                <c:pt idx="11">
                  <c:v>-54988974.50289923</c:v>
                </c:pt>
                <c:pt idx="12">
                  <c:v>-59988964.2200365</c:v>
                </c:pt>
                <c:pt idx="13">
                  <c:v>-64988957.78632006</c:v>
                </c:pt>
                <c:pt idx="14">
                  <c:v>-69988953.7495026</c:v>
                </c:pt>
              </c:numCache>
            </c:numRef>
          </c:val>
          <c:smooth/>
        </c:ser>
        <c:ser>
          <c:idx val="4"/>
          <c:order val="4"/>
          <c:tx>
            <c:strRef>
              <c:f>Sheet1!$F$1</c:f>
              <c:strCache>
                <c:ptCount val="1"/>
                <c:pt idx="0">
                  <c:v>bdg_dgt_display_extrapolated</c:v>
                </c:pt>
              </c:strCache>
            </c:strRef>
          </c:tx>
          <c:spPr>
            <a:ln w="31750">
              <a:solidFill>
                <a:srgbClr val="BCB6FF"/>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-69988953.7495026</c:v>
                </c:pt>
                <c:pt idx="15">
                  <c:v>-74988951.2089685</c:v>
                </c:pt>
                <c:pt idx="16">
                  <c:v>-79988949.60538045</c:v>
                </c:pt>
                <c:pt idx="17">
                  <c:v>-84988948.59041907</c:v>
                </c:pt>
                <c:pt idx="18">
                  <c:v>-89988947.94644617</c:v>
                </c:pt>
                <c:pt idx="19">
                  <c:v>-94988947.53699034</c:v>
                </c:pt>
                <c:pt idx="20">
                  <c:v>-99988947.27617694</c:v>
                </c:pt>
              </c:numCache>
            </c:numRef>
          </c:val>
          <c:smooth/>
        </c:ser>
        <c:ser>
          <c:idx val="5"/>
          <c:order val="5"/>
          <c:tx>
            <c:strRef>
              <c:f>Sheet1!$G$1</c:f>
              <c:strCache>
                <c:ptCount val="1"/>
                <c:pt idx="0">
                  <c:v>bdg_dgt_indoor</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0.0</c:v>
                </c:pt>
                <c:pt idx="1">
                  <c:v>-4979507.205086022</c:v>
                </c:pt>
                <c:pt idx="2">
                  <c:v>-9976442.84122676</c:v>
                </c:pt>
                <c:pt idx="3">
                  <c:v>-14975472.27552174</c:v>
                </c:pt>
                <c:pt idx="4">
                  <c:v>-19975168.792958375</c:v>
                </c:pt>
                <c:pt idx="5">
                  <c:v>-24975074.870514162</c:v>
                </c:pt>
                <c:pt idx="6">
                  <c:v>-29975045.44668549</c:v>
                </c:pt>
                <c:pt idx="7">
                  <c:v>-34975036.06420709</c:v>
                </c:pt>
                <c:pt idx="8">
                  <c:v>-39975033.02736274</c:v>
                </c:pt>
                <c:pt idx="9">
                  <c:v>-44975032.03423209</c:v>
                </c:pt>
                <c:pt idx="10">
                  <c:v>-49975031.70734854</c:v>
                </c:pt>
              </c:numCache>
            </c:numRef>
          </c:val>
          <c:smooth/>
        </c:ser>
        <c:ser>
          <c:idx val="6"/>
          <c:order val="6"/>
          <c:tx>
            <c:strRef>
              <c:f>Sheet1!$H$1</c:f>
              <c:strCache>
                <c:ptCount val="1"/>
                <c:pt idx="0">
                  <c:v>bdg_dgt_indoor_extrapolated</c:v>
                </c:pt>
              </c:strCache>
            </c:strRef>
          </c:tx>
          <c:spPr>
            <a:ln w="31750">
              <a:solidFill>
                <a:srgbClr val="95B577"/>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-49975031.70734854</c:v>
                </c:pt>
                <c:pt idx="11">
                  <c:v>-54975031.59934362</c:v>
                </c:pt>
                <c:pt idx="12">
                  <c:v>-59975031.56357904</c:v>
                </c:pt>
                <c:pt idx="13">
                  <c:v>-64975031.55172118</c:v>
                </c:pt>
                <c:pt idx="14">
                  <c:v>-69975031.5477869</c:v>
                </c:pt>
              </c:numCache>
            </c:numRef>
          </c:val>
          <c:smooth/>
        </c:ser>
        <c:ser>
          <c:idx val="7"/>
          <c:order val="7"/>
          <c:tx>
            <c:strRef>
              <c:f>Sheet1!$I$1</c:f>
              <c:strCache>
                <c:ptCount val="1"/>
                <c:pt idx="0">
                  <c:v>bdg_dgt_perform</c:v>
                </c:pt>
              </c:strCache>
            </c:strRef>
          </c:tx>
          <c:spPr>
            <a:ln w="31750"/>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Sheet1!$I$2:$I$9</c:f>
              <c:numCache>
                <c:formatCode>General</c:formatCode>
                <c:ptCount val="8"/>
                <c:pt idx="0">
                  <c:v>0.0</c:v>
                </c:pt>
                <c:pt idx="1">
                  <c:v>-5000000.0</c:v>
                </c:pt>
                <c:pt idx="2">
                  <c:v>-10000000.0</c:v>
                </c:pt>
                <c:pt idx="3">
                  <c:v>-15000000.0</c:v>
                </c:pt>
                <c:pt idx="4">
                  <c:v>-20000000.0</c:v>
                </c:pt>
                <c:pt idx="5">
                  <c:v>-25000000.0</c:v>
                </c:pt>
                <c:pt idx="6">
                  <c:v>-30000000.0</c:v>
                </c:pt>
                <c:pt idx="7">
                  <c:v>-35000000.0</c:v>
                </c:pt>
              </c:numCache>
            </c:numRef>
          </c:val>
          <c:smooth/>
        </c:ser>
        <c:ser>
          <c:idx val="8"/>
          <c:order val="8"/>
          <c:tx>
            <c:strRef>
              <c:f>Sheet1!$J$1</c:f>
              <c:strCache>
                <c:ptCount val="1"/>
                <c:pt idx="0">
                  <c:v>bdg_dgt_perform_extrapolated</c:v>
                </c:pt>
              </c:strCache>
            </c:strRef>
          </c:tx>
          <c:spPr>
            <a:ln w="31750">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Sheet1!$J$2:$J$12</c:f>
              <c:numCache>
                <c:formatCode>General</c:formatCode>
                <c:ptCount val="11"/>
                <c:pt idx="0">
                  <c:v/>
                </c:pt>
                <c:pt idx="1">
                  <c:v/>
                </c:pt>
                <c:pt idx="2">
                  <c:v/>
                </c:pt>
                <c:pt idx="3">
                  <c:v/>
                </c:pt>
                <c:pt idx="4">
                  <c:v/>
                </c:pt>
                <c:pt idx="5">
                  <c:v/>
                </c:pt>
                <c:pt idx="6">
                  <c:v/>
                </c:pt>
                <c:pt idx="7">
                  <c:v>-35000000.0</c:v>
                </c:pt>
                <c:pt idx="8">
                  <c:v>-40000000.0</c:v>
                </c:pt>
                <c:pt idx="9">
                  <c:v>-45000000.0</c:v>
                </c:pt>
                <c:pt idx="10">
                  <c:v>-50000000.0</c:v>
                </c:pt>
              </c:numCache>
            </c:numRef>
          </c:val>
          <c:smooth/>
        </c:ser>
        <c:ser>
          <c:idx val="9"/>
          <c:order val="9"/>
          <c:tx>
            <c:strRef>
              <c:f>Sheet1!$K$1</c:f>
              <c:strCache>
                <c:ptCount val="1"/>
                <c:pt idx="0">
                  <c:v>bdg_dgt_special</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0.0</c:v>
                </c:pt>
                <c:pt idx="1">
                  <c:v>-4999207.034342598</c:v>
                </c:pt>
                <c:pt idx="2">
                  <c:v>-9998402.484187542</c:v>
                </c:pt>
                <c:pt idx="3">
                  <c:v>-14997830.615625223</c:v>
                </c:pt>
                <c:pt idx="4">
                  <c:v>-19997481.820605155</c:v>
                </c:pt>
                <c:pt idx="5">
                  <c:v>-24997266.405580275</c:v>
                </c:pt>
                <c:pt idx="6">
                  <c:v>-29997122.89901016</c:v>
                </c:pt>
                <c:pt idx="7">
                  <c:v>-34997019.57990341</c:v>
                </c:pt>
                <c:pt idx="8">
                  <c:v>-39996940.617657565</c:v>
                </c:pt>
                <c:pt idx="9">
                  <c:v>-44996877.698924206</c:v>
                </c:pt>
                <c:pt idx="10">
                  <c:v>-49996826.108134724</c:v>
                </c:pt>
                <c:pt idx="11">
                  <c:v>-54996782.965383135</c:v>
                </c:pt>
                <c:pt idx="12">
                  <c:v>-59996746.40044933</c:v>
                </c:pt>
                <c:pt idx="13">
                  <c:v>-64996715.13347467</c:v>
                </c:pt>
                <c:pt idx="14">
                  <c:v>-69996688.2448504</c:v>
                </c:pt>
              </c:numCache>
            </c:numRef>
          </c:val>
          <c:smooth/>
        </c:ser>
        <c:ser>
          <c:idx val="10"/>
          <c:order val="10"/>
          <c:tx>
            <c:strRef>
              <c:f>Sheet1!$L$1</c:f>
              <c:strCache>
                <c:ptCount val="1"/>
                <c:pt idx="0">
                  <c:v>bdg_dgt_special_extrapolated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-69996688.2448504</c:v>
                </c:pt>
                <c:pt idx="15">
                  <c:v>-74996665.0422826</c:v>
                </c:pt>
                <c:pt idx="16">
                  <c:v>-79996644.98207197</c:v>
                </c:pt>
                <c:pt idx="17">
                  <c:v>-84996627.62200132</c:v>
                </c:pt>
                <c:pt idx="18">
                  <c:v>-89996612.59285276</c:v>
                </c:pt>
                <c:pt idx="19">
                  <c:v>-94996599.58082831</c:v>
                </c:pt>
                <c:pt idx="20">
                  <c:v>-99996588.31627569</c:v>
                </c:pt>
              </c:numCache>
            </c:numRef>
          </c:val>
          <c:smooth/>
        </c:ser>
        <c:ser>
          <c:idx val="11"/>
          <c:order val="11"/>
          <c:tx>
            <c:strRef>
              <c:f>Sheet1!$M$1</c:f>
              <c:strCache>
                <c:ptCount val="1"/>
                <c:pt idx="0">
                  <c:v>bdg_dgt_video</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0.0</c:v>
                </c:pt>
                <c:pt idx="1">
                  <c:v>-4998381.934562551</c:v>
                </c:pt>
                <c:pt idx="2">
                  <c:v>-9996693.515312186</c:v>
                </c:pt>
                <c:pt idx="3">
                  <c:v>-14995606.2155122</c:v>
                </c:pt>
                <c:pt idx="4">
                  <c:v>-19995000.67858035</c:v>
                </c:pt>
                <c:pt idx="5">
                  <c:v>-24994637.953689884</c:v>
                </c:pt>
                <c:pt idx="6">
                  <c:v>-29994394.57196679</c:v>
                </c:pt>
                <c:pt idx="7">
                  <c:v>-34994216.424167864</c:v>
                </c:pt>
                <c:pt idx="8">
                  <c:v>-39994078.41602593</c:v>
                </c:pt>
                <c:pt idx="9">
                  <c:v>-44993967.5204285</c:v>
                </c:pt>
                <c:pt idx="10">
                  <c:v>-49993876.2758885</c:v>
                </c:pt>
                <c:pt idx="11">
                  <c:v>-54993800.08816633</c:v>
                </c:pt>
                <c:pt idx="12">
                  <c:v>-59993735.93944497</c:v>
                </c:pt>
                <c:pt idx="13">
                  <c:v>-64993681.70596071</c:v>
                </c:pt>
                <c:pt idx="14">
                  <c:v>-69993635.7871168</c:v>
                </c:pt>
              </c:numCache>
            </c:numRef>
          </c:val>
          <c:smooth/>
        </c:ser>
        <c:ser>
          <c:idx val="12"/>
          <c:order val="12"/>
          <c:tx>
            <c:strRef>
              <c:f>Sheet1!$N$1</c:f>
              <c:strCache>
                <c:ptCount val="1"/>
                <c:pt idx="0">
                  <c:v>bdg_dgt_video_extrapolated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-69993635.7871168</c:v>
                </c:pt>
                <c:pt idx="15">
                  <c:v>-74993596.90637286</c:v>
                </c:pt>
                <c:pt idx="16">
                  <c:v>-79993564.00600418</c:v>
                </c:pt>
                <c:pt idx="17">
                  <c:v>-84993536.19083123</c:v>
                </c:pt>
                <c:pt idx="18">
                  <c:v>-89993512.6961338</c:v>
                </c:pt>
                <c:pt idx="19">
                  <c:v>-94993492.86698948</c:v>
                </c:pt>
                <c:pt idx="20">
                  <c:v>-99993476.1429675</c:v>
                </c:pt>
              </c:numCache>
            </c:numRef>
          </c:val>
          <c:smooth/>
        </c:ser>
        <c:ser>
          <c:idx val="13"/>
          <c:order val="13"/>
          <c:tx>
            <c:strRef>
              <c:f>Sheet1!$O$1</c:f>
              <c:strCache>
                <c:ptCount val="1"/>
                <c:pt idx="0">
                  <c:v>bdg_ecom</c:v>
                </c:pt>
              </c:strCache>
            </c:strRef>
          </c:tx>
          <c:spPr>
            <a:ln w="31750"/>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Sheet1!$O$2:$O$6</c:f>
              <c:numCache>
                <c:formatCode>General</c:formatCode>
                <c:ptCount val="5"/>
                <c:pt idx="0">
                  <c:v>0.0</c:v>
                </c:pt>
                <c:pt idx="1">
                  <c:v>-5000000.0</c:v>
                </c:pt>
                <c:pt idx="2">
                  <c:v>-10000000.0</c:v>
                </c:pt>
                <c:pt idx="3">
                  <c:v>-15000000.0</c:v>
                </c:pt>
                <c:pt idx="4">
                  <c:v>-20000000.0</c:v>
                </c:pt>
              </c:numCache>
            </c:numRef>
          </c:val>
          <c:smooth/>
        </c:ser>
        <c:ser>
          <c:idx val="14"/>
          <c:order val="14"/>
          <c:tx>
            <c:strRef>
              <c:f>Sheet1!$P$1</c:f>
              <c:strCache>
                <c:ptCount val="1"/>
                <c:pt idx="0">
                  <c:v>bdg_ecom_extrapolated</c:v>
                </c:pt>
              </c:strCache>
            </c:strRef>
          </c:tx>
          <c:spPr>
            <a:ln w="31750">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Sheet1!$P$2:$P$8</c:f>
              <c:numCache>
                <c:formatCode>General</c:formatCode>
                <c:ptCount val="7"/>
                <c:pt idx="0">
                  <c:v/>
                </c:pt>
                <c:pt idx="1">
                  <c:v/>
                </c:pt>
                <c:pt idx="2">
                  <c:v/>
                </c:pt>
                <c:pt idx="3">
                  <c:v/>
                </c:pt>
                <c:pt idx="4">
                  <c:v>-20000000.0</c:v>
                </c:pt>
                <c:pt idx="5">
                  <c:v>-25000000.0</c:v>
                </c:pt>
                <c:pt idx="6">
                  <c:v>-30000000.0</c:v>
                </c:pt>
              </c:numCache>
            </c:numRef>
          </c:val>
          <c:smooth/>
        </c:ser>
        <c:ser>
          <c:idx val="15"/>
          <c:order val="15"/>
          <c:tx>
            <c:strRef>
              <c:f>Sheet1!$Q$1</c:f>
              <c:strCache>
                <c:ptCount val="1"/>
                <c:pt idx="0">
                  <c:v>bdg_ooh</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Sheet1!$Q$2:$Q$16</c:f>
              <c:numCache>
                <c:formatCode>General</c:formatCode>
                <c:ptCount val="15"/>
                <c:pt idx="0">
                  <c:v>0.0</c:v>
                </c:pt>
                <c:pt idx="1">
                  <c:v>-4991052.287495226</c:v>
                </c:pt>
                <c:pt idx="2">
                  <c:v>-9988057.674996518</c:v>
                </c:pt>
                <c:pt idx="3">
                  <c:v>-14986929.20220462</c:v>
                </c:pt>
                <c:pt idx="4">
                  <c:v>-19986295.26242656</c:v>
                </c:pt>
                <c:pt idx="5">
                  <c:v>-24985897.64103609</c:v>
                </c:pt>
                <c:pt idx="6">
                  <c:v>-29985644.378928795</c:v>
                </c:pt>
                <c:pt idx="7">
                  <c:v>-34985484.17216806</c:v>
                </c:pt>
                <c:pt idx="8">
                  <c:v>-39985383.55358138</c:v>
                </c:pt>
                <c:pt idx="9">
                  <c:v>-44985320.62856685</c:v>
                </c:pt>
                <c:pt idx="10">
                  <c:v>-49985281.345144786</c:v>
                </c:pt>
                <c:pt idx="11">
                  <c:v>-54985256.81691134</c:v>
                </c:pt>
                <c:pt idx="12">
                  <c:v>-59985241.47821313</c:v>
                </c:pt>
                <c:pt idx="13">
                  <c:v>-64985231.86309598</c:v>
                </c:pt>
                <c:pt idx="14">
                  <c:v>-69985225.81861517</c:v>
                </c:pt>
              </c:numCache>
            </c:numRef>
          </c:val>
          <c:smooth/>
        </c:ser>
        <c:ser>
          <c:idx val="16"/>
          <c:order val="16"/>
          <c:tx>
            <c:strRef>
              <c:f>Sheet1!$R$1</c:f>
              <c:strCache>
                <c:ptCount val="1"/>
                <c:pt idx="0">
                  <c:v>bdg_ooh_extrapolated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Sheet1!$R$2:$R$22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-69985225.81861517</c:v>
                </c:pt>
                <c:pt idx="15">
                  <c:v>-74985222.00747144</c:v>
                </c:pt>
                <c:pt idx="16">
                  <c:v>-79985219.59756191</c:v>
                </c:pt>
                <c:pt idx="17">
                  <c:v>-84985218.06966372</c:v>
                </c:pt>
                <c:pt idx="18">
                  <c:v>-89985217.09869172</c:v>
                </c:pt>
                <c:pt idx="19">
                  <c:v>-94985216.48039165</c:v>
                </c:pt>
                <c:pt idx="20">
                  <c:v>-99985216.08599085</c:v>
                </c:pt>
              </c:numCache>
            </c:numRef>
          </c:val>
          <c:smooth/>
        </c:ser>
        <c:ser>
          <c:idx val="17"/>
          <c:order val="17"/>
          <c:tx>
            <c:strRef>
              <c:f>Sheet1!$S$1</c:f>
              <c:strCache>
                <c:ptCount val="1"/>
                <c:pt idx="0">
                  <c:v>bdg_pos</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Sheet1!$S$2:$S$9</c:f>
              <c:numCache>
                <c:formatCode>General</c:formatCode>
                <c:ptCount val="8"/>
                <c:pt idx="0">
                  <c:v>0.0</c:v>
                </c:pt>
                <c:pt idx="1">
                  <c:v>-4997544.842657724</c:v>
                </c:pt>
                <c:pt idx="2">
                  <c:v>-9994751.29271688</c:v>
                </c:pt>
                <c:pt idx="3">
                  <c:v>-14991793.433306942</c:v>
                </c:pt>
                <c:pt idx="4">
                  <c:v>-19988887.29819773</c:v>
                </c:pt>
                <c:pt idx="5">
                  <c:v>-24986217.645778455</c:v>
                </c:pt>
                <c:pt idx="6">
                  <c:v>-29983889.605054837</c:v>
                </c:pt>
                <c:pt idx="7">
                  <c:v>-34981927.46303067</c:v>
                </c:pt>
              </c:numCache>
            </c:numRef>
          </c:val>
          <c:smooth/>
        </c:ser>
        <c:ser>
          <c:idx val="18"/>
          <c:order val="18"/>
          <c:tx>
            <c:strRef>
              <c:f>Sheet1!$T$1</c:f>
              <c:strCache>
                <c:ptCount val="1"/>
                <c:pt idx="0">
                  <c:v>bdg_pos_extrapolated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Sheet1!$T$2:$T$12</c:f>
              <c:numCache>
                <c:formatCode>General</c:formatCode>
                <c:ptCount val="11"/>
                <c:pt idx="0">
                  <c:v/>
                </c:pt>
                <c:pt idx="1">
                  <c:v/>
                </c:pt>
                <c:pt idx="2">
                  <c:v/>
                </c:pt>
                <c:pt idx="3">
                  <c:v/>
                </c:pt>
                <c:pt idx="4">
                  <c:v/>
                </c:pt>
                <c:pt idx="5">
                  <c:v/>
                </c:pt>
                <c:pt idx="6">
                  <c:v/>
                </c:pt>
                <c:pt idx="7">
                  <c:v>-34981927.46303067</c:v>
                </c:pt>
                <c:pt idx="8">
                  <c:v>-39980302.40119894</c:v>
                </c:pt>
                <c:pt idx="9">
                  <c:v>-44978962.61642363</c:v>
                </c:pt>
                <c:pt idx="10">
                  <c:v>-49977853.20635589</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Sheet1!$B$2:$B$6</c:f>
              <c:numCache>
                <c:formatCode>General</c:formatCode>
                <c:ptCount val="5"/>
                <c:pt idx="0">
                  <c:v>#N/A</c:v>
                </c:pt>
                <c:pt idx="1">
                  <c:v>0.001985763420112501</c:v>
                </c:pt>
                <c:pt idx="2">
                  <c:v>0.0020660913325832807</c:v>
                </c:pt>
                <c:pt idx="3">
                  <c:v>0.0019968178170480457</c:v>
                </c:pt>
                <c:pt idx="4">
                  <c:v>0.0018448556937130693</c:v>
                </c:pt>
              </c:numCache>
            </c:numRef>
          </c:val>
          <c:smooth/>
        </c:ser>
        <c:ser>
          <c:idx val="1"/>
          <c:order val="1"/>
          <c:tx>
            <c:strRef>
              <c:f>Sheet1!$C$1</c:f>
              <c:strCache>
                <c:ptCount val="1"/>
                <c:pt idx="0">
                  <c:v>PR_extrapolated</c:v>
                </c:pt>
              </c:strCache>
            </c:strRef>
          </c:tx>
          <c:spPr>
            <a:ln w="31750">
              <a:solidFill>
                <a:srgbClr val="573B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Sheet1!$C$2:$C$8</c:f>
              <c:numCache>
                <c:formatCode>General</c:formatCode>
                <c:ptCount val="7"/>
                <c:pt idx="0">
                  <c:v/>
                </c:pt>
                <c:pt idx="1">
                  <c:v/>
                </c:pt>
                <c:pt idx="2">
                  <c:v/>
                </c:pt>
                <c:pt idx="3">
                  <c:v/>
                </c:pt>
                <c:pt idx="4">
                  <c:v>0.0018448556937130693</c:v>
                </c:pt>
                <c:pt idx="5">
                  <c:v>0.0016728727490763133</c:v>
                </c:pt>
                <c:pt idx="6">
                  <c:v>0.0015117027607554066</c:v>
                </c:pt>
              </c:numCache>
            </c:numRef>
          </c:val>
          <c:smooth/>
        </c:ser>
        <c:ser>
          <c:idx val="2"/>
          <c:order val="2"/>
          <c:tx>
            <c:strRef>
              <c:f>Sheet1!$D$1</c:f>
              <c:strCache>
                <c:ptCount val="1"/>
                <c:pt idx="0">
                  <c:v>TV</c:v>
                </c:pt>
              </c:strCache>
            </c:strRef>
          </c:tx>
          <c:spPr>
            <a:ln w="31750">
              <a:solidFill>
                <a:srgbClr val="A17569"/>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Sheet1!$D$2:$D$62</c:f>
              <c:numCache>
                <c:formatCode>General</c:formatCode>
                <c:ptCount val="61"/>
                <c:pt idx="0">
                  <c:v>#N/A</c:v>
                </c:pt>
                <c:pt idx="1">
                  <c:v>8.375519265874754e-05</c:v>
                </c:pt>
                <c:pt idx="2">
                  <c:v>8.397045080633834e-05</c:v>
                </c:pt>
                <c:pt idx="3">
                  <c:v>8.41800834443653e-05</c:v>
                </c:pt>
                <c:pt idx="4">
                  <c:v>8.43839843013382e-05</c:v>
                </c:pt>
                <c:pt idx="5">
                  <c:v>8.458205026937183e-05</c:v>
                </c:pt>
                <c:pt idx="6">
                  <c:v>8.477418156941422e-05</c:v>
                </c:pt>
                <c:pt idx="7">
                  <c:v>8.496028191193805e-05</c:v>
                </c:pt>
                <c:pt idx="8">
                  <c:v>8.514025865279546e-05</c:v>
                </c:pt>
                <c:pt idx="9">
                  <c:v>8.531402294357669e-05</c:v>
                </c:pt>
                <c:pt idx="10">
                  <c:v>8.548148987608729e-05</c:v>
                </c:pt>
                <c:pt idx="11">
                  <c:v>8.564257862039376e-05</c:v>
                </c:pt>
                <c:pt idx="12">
                  <c:v>8.579721255601811e-05</c:v>
                </c:pt>
                <c:pt idx="13">
                  <c:v>8.594531939580786e-05</c:v>
                </c:pt>
                <c:pt idx="14">
                  <c:v>8.608683130211928e-05</c:v>
                </c:pt>
                <c:pt idx="15">
                  <c:v>8.622168499487297e-05</c:v>
                </c:pt>
                <c:pt idx="16">
                  <c:v>8.634982185114496e-05</c:v>
                </c:pt>
                <c:pt idx="17">
                  <c:v>8.647118799595902e-05</c:v>
                </c:pt>
                <c:pt idx="18">
                  <c:v>8.658573438398566e-05</c:v>
                </c:pt>
                <c:pt idx="19">
                  <c:v>8.66934168718694e-05</c:v>
                </c:pt>
                <c:pt idx="20">
                  <c:v>8.679419628096511e-05</c:v>
                </c:pt>
                <c:pt idx="21">
                  <c:v>8.688803845028104e-05</c:v>
                </c:pt>
                <c:pt idx="22">
                  <c:v>8.69749142794891e-05</c:v>
                </c:pt>
                <c:pt idx="23">
                  <c:v>8.705479976185293e-05</c:v>
                </c:pt>
                <c:pt idx="24">
                  <c:v>8.712767600702452e-05</c:v>
                </c:pt>
                <c:pt idx="25">
                  <c:v>8.719352925365139e-05</c:v>
                </c:pt>
                <c:pt idx="26">
                  <c:v>8.725235087180134e-05</c:v>
                </c:pt>
                <c:pt idx="27">
                  <c:v>8.730413735522975e-05</c:v>
                </c:pt>
                <c:pt idx="28">
                  <c:v>8.734889030359004e-05</c:v>
                </c:pt>
                <c:pt idx="29">
                  <c:v>8.738661639467283e-05</c:v>
                </c:pt>
                <c:pt idx="30">
                  <c:v>8.741732734684289e-05</c:v>
                </c:pt>
                <c:pt idx="31">
                  <c:v>8.74410398718578e-05</c:v>
                </c:pt>
                <c:pt idx="32">
                  <c:v>8.745777561829164e-05</c:v>
                </c:pt>
                <c:pt idx="33">
                  <c:v>8.746756110581231e-05</c:v>
                </c:pt>
                <c:pt idx="34">
                  <c:v>8.747042765060152e-05</c:v>
                </c:pt>
                <c:pt idx="35">
                  <c:v>8.746641128224653e-05</c:v>
                </c:pt>
                <c:pt idx="36">
                  <c:v>8.745555265242001e-05</c:v>
                </c:pt>
                <c:pt idx="37">
                  <c:v>8.743789693574937e-05</c:v>
                </c:pt>
                <c:pt idx="38">
                  <c:v>8.741349372323787e-05</c:v>
                </c:pt>
                <c:pt idx="39">
                  <c:v>8.738239690867456e-05</c:v>
                </c:pt>
                <c:pt idx="40">
                  <c:v>8.734466456844762e-05</c:v>
                </c:pt>
                <c:pt idx="41">
                  <c:v>8.73003588352165e-05</c:v>
                </c:pt>
                <c:pt idx="42">
                  <c:v>8.72495457659032e-05</c:v>
                </c:pt>
                <c:pt idx="43">
                  <c:v>8.719229520446686e-05</c:v>
                </c:pt>
                <c:pt idx="44">
                  <c:v>8.712868063995212e-05</c:v>
                </c:pt>
                <c:pt idx="45">
                  <c:v>8.705877906028595e-05</c:v>
                </c:pt>
                <c:pt idx="46">
                  <c:v>8.698267080231631e-05</c:v>
                </c:pt>
                <c:pt idx="47">
                  <c:v>8.690043939858368e-05</c:v>
                </c:pt>
                <c:pt idx="48">
                  <c:v>8.681217142130675e-05</c:v>
                </c:pt>
                <c:pt idx="49">
                  <c:v>8.671795632407564e-05</c:v>
                </c:pt>
                <c:pt idx="50">
                  <c:v>8.661788628171897e-05</c:v>
                </c:pt>
                <c:pt idx="51">
                  <c:v>8.651205602882969e-05</c:v>
                </c:pt>
                <c:pt idx="52">
                  <c:v>8.640056269739199e-05</c:v>
                </c:pt>
                <c:pt idx="53">
                  <c:v>8.628350565398006e-05</c:v>
                </c:pt>
                <c:pt idx="54">
                  <c:v>8.616098633694325e-05</c:v>
                </c:pt>
                <c:pt idx="55">
                  <c:v>8.603310809401415e-05</c:v>
                </c:pt>
                <c:pt idx="56">
                  <c:v>8.589997602073625e-05</c:v>
                </c:pt>
                <c:pt idx="57">
                  <c:v>8.576169680010224e-05</c:v>
                </c:pt>
                <c:pt idx="58">
                  <c:v>8.561837854377228e-05</c:v>
                </c:pt>
                <c:pt idx="59">
                  <c:v>8.547013063522142e-05</c:v>
                </c:pt>
                <c:pt idx="60">
                  <c:v>8.531706357514874e-05</c:v>
                </c:pt>
              </c:numCache>
            </c:numRef>
          </c:val>
          <c:smooth/>
        </c:ser>
        <c:ser>
          <c:idx val="3"/>
          <c:order val="3"/>
          <c:tx>
            <c:strRef>
              <c:f>Sheet1!$E$1</c:f>
              <c:strCache>
                <c:ptCount val="1"/>
                <c:pt idx="0">
                  <c:v>bdg_dgt_display</c:v>
                </c:pt>
              </c:strCache>
            </c:strRef>
          </c:tx>
          <c:spPr>
            <a:ln w="31750">
              <a:solidFill>
                <a:srgbClr val="BCB6FF"/>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Sheet1!$E$2:$E$16</c:f>
              <c:numCache>
                <c:formatCode>General</c:formatCode>
                <c:ptCount val="15"/>
                <c:pt idx="0">
                  <c:v>#N/A</c:v>
                </c:pt>
                <c:pt idx="1">
                  <c:v>0.00137043323981727</c:v>
                </c:pt>
                <c:pt idx="2">
                  <c:v>0.0009108945862314081</c:v>
                </c:pt>
                <c:pt idx="3">
                  <c:v>0.000659690149982033</c:v>
                </c:pt>
                <c:pt idx="4">
                  <c:v>0.0005162687417810957</c:v>
                </c:pt>
                <c:pt idx="5">
                  <c:v>0.0004237415067030536</c:v>
                </c:pt>
                <c:pt idx="6">
                  <c:v>0.00035881112634167074</c:v>
                </c:pt>
                <c:pt idx="7">
                  <c:v>0.0003106396440939512</c:v>
                </c:pt>
                <c:pt idx="8">
                  <c:v>0.0002735054829070199</c:v>
                </c:pt>
                <c:pt idx="9">
                  <c:v>0.00024405778916323197</c:v>
                </c:pt>
                <c:pt idx="10">
                  <c:v>0.00022018048751631984</c:v>
                </c:pt>
                <c:pt idx="11">
                  <c:v>0.00020046358365042092</c:v>
                </c:pt>
                <c:pt idx="12">
                  <c:v>0.00018392966605836603</c:v>
                </c:pt>
                <c:pt idx="13">
                  <c:v>0.0001698802104606526</c:v>
                </c:pt>
                <c:pt idx="14">
                  <c:v>0.00015780357853433983</c:v>
                </c:pt>
              </c:numCache>
            </c:numRef>
          </c:val>
          <c:smooth/>
        </c:ser>
        <c:ser>
          <c:idx val="4"/>
          <c:order val="4"/>
          <c:tx>
            <c:strRef>
              <c:f>Sheet1!$F$1</c:f>
              <c:strCache>
                <c:ptCount val="1"/>
                <c:pt idx="0">
                  <c:v>bdg_dgt_display_extrapolated</c:v>
                </c:pt>
              </c:strCache>
            </c:strRef>
          </c:tx>
          <c:spPr>
            <a:ln w="31750">
              <a:solidFill>
                <a:srgbClr val="BCB6FF"/>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Sheet1!$F$2:$F$22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0.00015780357853433983</c:v>
                </c:pt>
                <c:pt idx="15">
                  <c:v>0.00014731721375323522</c:v>
                </c:pt>
                <c:pt idx="16">
                  <c:v>0.00013812993274435576</c:v>
                </c:pt>
                <c:pt idx="17">
                  <c:v>0.0001300165833051248</c:v>
                </c:pt>
                <c:pt idx="18">
                  <c:v>0.000122800595042526</c:v>
                </c:pt>
                <c:pt idx="19">
                  <c:v>0.00011634171589116051</c:v>
                </c:pt>
                <c:pt idx="20">
                  <c:v>0.00011052723823059467</c:v>
                </c:pt>
              </c:numCache>
            </c:numRef>
          </c:val>
          <c:smooth/>
        </c:ser>
        <c:ser>
          <c:idx val="5"/>
          <c:order val="5"/>
          <c:tx>
            <c:strRef>
              <c:f>Sheet1!$G$1</c:f>
              <c:strCache>
                <c:ptCount val="1"/>
                <c:pt idx="0">
                  <c:v>bdg_dgt_indoor</c:v>
                </c:pt>
              </c:strCache>
            </c:strRef>
          </c:tx>
          <c:spPr>
            <a:ln w="31750">
              <a:solidFill>
                <a:srgbClr val="95B577"/>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Sheet1!$G$2:$G$12</c:f>
              <c:numCache>
                <c:formatCode>General</c:formatCode>
                <c:ptCount val="11"/>
                <c:pt idx="0">
                  <c:v>#N/A</c:v>
                </c:pt>
                <c:pt idx="1">
                  <c:v>0.00409855898279571</c:v>
                </c:pt>
                <c:pt idx="2">
                  <c:v>0.0023557158773240285</c:v>
                </c:pt>
                <c:pt idx="3">
                  <c:v>0.0016351816318840408</c:v>
                </c:pt>
                <c:pt idx="4">
                  <c:v>0.0012415603520812175</c:v>
                </c:pt>
                <c:pt idx="5">
                  <c:v>0.0009970051794334733</c:v>
                </c:pt>
                <c:pt idx="6">
                  <c:v>0.0008318184438170516</c:v>
                </c:pt>
                <c:pt idx="7">
                  <c:v>0.0007132553083688187</c:v>
                </c:pt>
                <c:pt idx="8">
                  <c:v>0.0006241743159315287</c:v>
                </c:pt>
                <c:pt idx="9">
                  <c:v>0.0005548436837313982</c:v>
                </c:pt>
                <c:pt idx="10">
                  <c:v>0.0004993658530291705</c:v>
                </c:pt>
              </c:numCache>
            </c:numRef>
          </c:val>
          <c:smooth/>
        </c:ser>
        <c:ser>
          <c:idx val="6"/>
          <c:order val="6"/>
          <c:tx>
            <c:strRef>
              <c:f>Sheet1!$H$1</c:f>
              <c:strCache>
                <c:ptCount val="1"/>
                <c:pt idx="0">
                  <c:v>bdg_dgt_indoor_extrapolated</c:v>
                </c:pt>
              </c:strCache>
            </c:strRef>
          </c:tx>
          <c:spPr>
            <a:ln w="31750">
              <a:solidFill>
                <a:srgbClr val="95B577"/>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Sheet1!$H$2:$H$16</c:f>
              <c:numCache>
                <c:formatCode>General</c:formatCode>
                <c:ptCount val="15"/>
                <c:pt idx="0">
                  <c:v/>
                </c:pt>
                <c:pt idx="1">
                  <c:v/>
                </c:pt>
                <c:pt idx="2">
                  <c:v/>
                </c:pt>
                <c:pt idx="3">
                  <c:v/>
                </c:pt>
                <c:pt idx="4">
                  <c:v/>
                </c:pt>
                <c:pt idx="5">
                  <c:v/>
                </c:pt>
                <c:pt idx="6">
                  <c:v/>
                </c:pt>
                <c:pt idx="7">
                  <c:v/>
                </c:pt>
                <c:pt idx="8">
                  <c:v/>
                </c:pt>
                <c:pt idx="9">
                  <c:v/>
                </c:pt>
                <c:pt idx="10">
                  <c:v>0.0004993658530291705</c:v>
                </c:pt>
                <c:pt idx="11">
                  <c:v>0.0004539709210251352</c:v>
                </c:pt>
                <c:pt idx="12">
                  <c:v>0.0004161406070160175</c:v>
                </c:pt>
                <c:pt idx="13">
                  <c:v>0.000384129973520326</c:v>
                </c:pt>
                <c:pt idx="14">
                  <c:v>0.0003566921744728078</c:v>
                </c:pt>
              </c:numCache>
            </c:numRef>
          </c:val>
          <c:smooth/>
        </c:ser>
        <c:ser>
          <c:idx val="7"/>
          <c:order val="7"/>
          <c:tx>
            <c:strRef>
              <c:f>Sheet1!$I$1</c:f>
              <c:strCache>
                <c:ptCount val="1"/>
                <c:pt idx="0">
                  <c:v>bdg_dgt_special</c:v>
                </c:pt>
              </c:strCache>
            </c:strRef>
          </c:tx>
          <c:spPr>
            <a:ln w="31750">
              <a:solidFill>
                <a:srgbClr val="BF03B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Sheet1!$I$2:$I$16</c:f>
              <c:numCache>
                <c:formatCode>General</c:formatCode>
                <c:ptCount val="15"/>
                <c:pt idx="0">
                  <c:v>#N/A</c:v>
                </c:pt>
                <c:pt idx="1">
                  <c:v>0.00015859313148043584</c:v>
                </c:pt>
                <c:pt idx="2">
                  <c:v>0.00015975158124582377</c:v>
                </c:pt>
                <c:pt idx="3">
                  <c:v>0.00014462562498506935</c:v>
                </c:pt>
                <c:pt idx="4">
                  <c:v>0.00012590896974221688</c:v>
                </c:pt>
                <c:pt idx="5">
                  <c:v>0.00010934377678897232</c:v>
                </c:pt>
                <c:pt idx="6">
                  <c:v>9.590336632808903e-05</c:v>
                </c:pt>
                <c:pt idx="7">
                  <c:v>8.515485990252013e-05</c:v>
                </c:pt>
                <c:pt idx="8">
                  <c:v>7.648455856095534e-05</c:v>
                </c:pt>
                <c:pt idx="9">
                  <c:v>6.938446835094494e-05</c:v>
                </c:pt>
                <c:pt idx="10">
                  <c:v>6.34778373054578e-05</c:v>
                </c:pt>
                <c:pt idx="11">
                  <c:v>5.849153848845004e-05</c:v>
                </c:pt>
                <c:pt idx="12">
                  <c:v>5.422665917781803e-05</c:v>
                </c:pt>
                <c:pt idx="13">
                  <c:v>5.053640808195879e-05</c:v>
                </c:pt>
                <c:pt idx="14">
                  <c:v>4.7310787851381715e-05</c:v>
                </c:pt>
              </c:numCache>
            </c:numRef>
          </c:val>
          <c:smooth/>
        </c:ser>
        <c:ser>
          <c:idx val="8"/>
          <c:order val="8"/>
          <c:tx>
            <c:strRef>
              <c:f>Sheet1!$J$1</c:f>
              <c:strCache>
                <c:ptCount val="1"/>
                <c:pt idx="0">
                  <c:v>bdg_dgt_special_extrapolated</c:v>
                </c:pt>
              </c:strCache>
            </c:strRef>
          </c:tx>
          <c:spPr>
            <a:ln w="31750">
              <a:solidFill>
                <a:srgbClr val="BF03B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Sheet1!$J$2:$J$22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4.7310787851381715e-05</c:v>
                </c:pt>
                <c:pt idx="15">
                  <c:v>4.446610289864863e-05</c:v>
                </c:pt>
                <c:pt idx="16">
                  <c:v>4.1937724100334165e-05</c:v>
                </c:pt>
                <c:pt idx="17">
                  <c:v>3.967503527864293e-05</c:v>
                </c:pt>
                <c:pt idx="18">
                  <c:v>3.7637857191612585e-05</c:v>
                </c:pt>
                <c:pt idx="19">
                  <c:v>3.5793886017800605e-05</c:v>
                </c:pt>
                <c:pt idx="20">
                  <c:v>3.4116837243081535e-05</c:v>
                </c:pt>
              </c:numCache>
            </c:numRef>
          </c:val>
          <c:smooth/>
        </c:ser>
        <c:ser>
          <c:idx val="9"/>
          <c:order val="9"/>
          <c:tx>
            <c:strRef>
              <c:f>Sheet1!$K$1</c:f>
              <c:strCache>
                <c:ptCount val="1"/>
                <c:pt idx="0">
                  <c:v>bdg_dgt_video</c:v>
                </c:pt>
              </c:strCache>
            </c:strRef>
          </c:tx>
          <c:spPr>
            <a:ln w="31750">
              <a:solidFill>
                <a:srgbClr val="645474"/>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Sheet1!$K$2:$K$16</c:f>
              <c:numCache>
                <c:formatCode>General</c:formatCode>
                <c:ptCount val="15"/>
                <c:pt idx="0">
                  <c:v>#N/A</c:v>
                </c:pt>
                <c:pt idx="1">
                  <c:v>0.0003236130874898983</c:v>
                </c:pt>
                <c:pt idx="2">
                  <c:v>0.00033064846878139067</c:v>
                </c:pt>
                <c:pt idx="3">
                  <c:v>0.00029291896585332384</c:v>
                </c:pt>
                <c:pt idx="4">
                  <c:v>0.0002499660709825053</c:v>
                </c:pt>
                <c:pt idx="5">
                  <c:v>0.00021448185240462422</c:v>
                </c:pt>
                <c:pt idx="6">
                  <c:v>0.00018684760110697243</c:v>
                </c:pt>
                <c:pt idx="7">
                  <c:v>0.0001652450237754034</c:v>
                </c:pt>
                <c:pt idx="8">
                  <c:v>0.0001480395993517159</c:v>
                </c:pt>
                <c:pt idx="9">
                  <c:v>0.00013405510158886254</c:v>
                </c:pt>
                <c:pt idx="10">
                  <c:v>0.00012247448222999695</c:v>
                </c:pt>
                <c:pt idx="11">
                  <c:v>0.00011272566970312248</c:v>
                </c:pt>
                <c:pt idx="12">
                  <c:v>0.00010440100925053703</c:v>
                </c:pt>
                <c:pt idx="13">
                  <c:v>9.720452368137283e-05</c:v>
                </c:pt>
                <c:pt idx="14">
                  <c:v>9.09173269029291e-05</c:v>
                </c:pt>
              </c:numCache>
            </c:numRef>
          </c:val>
          <c:smooth/>
        </c:ser>
        <c:ser>
          <c:idx val="10"/>
          <c:order val="10"/>
          <c:tx>
            <c:strRef>
              <c:f>Sheet1!$L$1</c:f>
              <c:strCache>
                <c:ptCount val="1"/>
                <c:pt idx="0">
                  <c:v>bdg_dgt_video_extrapolated</c:v>
                </c:pt>
              </c:strCache>
            </c:strRef>
          </c:tx>
          <c:spPr>
            <a:ln w="31750">
              <a:solidFill>
                <a:srgbClr val="645474"/>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Sheet1!$L$2:$L$22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9.09173269029291e-05</c:v>
                </c:pt>
                <c:pt idx="15">
                  <c:v>8.537458169514779e-05</c:v>
                </c:pt>
                <c:pt idx="16">
                  <c:v>8.04499249477274e-05</c:v>
                </c:pt>
                <c:pt idx="17">
                  <c:v>7.604481375019531e-05</c:v>
                </c:pt>
                <c:pt idx="18">
                  <c:v>7.208115406878836e-05</c:v>
                </c:pt>
                <c:pt idx="19">
                  <c:v>6.849613695282391e-05</c:v>
                </c:pt>
                <c:pt idx="20">
                  <c:v>6.523857032488334e-05</c:v>
                </c:pt>
              </c:numCache>
            </c:numRef>
          </c:val>
          <c:smooth/>
        </c:ser>
        <c:ser>
          <c:idx val="11"/>
          <c:order val="11"/>
          <c:tx>
            <c:strRef>
              <c:f>Sheet1!$M$1</c:f>
              <c:strCache>
                <c:ptCount val="1"/>
                <c:pt idx="0">
                  <c:v>bdg_ooh</c:v>
                </c:pt>
              </c:strCache>
            </c:strRef>
          </c:tx>
          <c:spPr>
            <a:ln w="31750">
              <a:solidFill>
                <a:srgbClr val="790000"/>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Sheet1!$M$2:$M$16</c:f>
              <c:numCache>
                <c:formatCode>General</c:formatCode>
                <c:ptCount val="15"/>
                <c:pt idx="0">
                  <c:v>#N/A</c:v>
                </c:pt>
                <c:pt idx="1">
                  <c:v>0.0017895425009547966</c:v>
                </c:pt>
                <c:pt idx="2">
                  <c:v>0.0011942325003481936</c:v>
                </c:pt>
                <c:pt idx="3">
                  <c:v>0.0008713865196920233</c:v>
                </c:pt>
                <c:pt idx="4">
                  <c:v>0.0006852368786720733</c:v>
                </c:pt>
                <c:pt idx="5">
                  <c:v>0.0005640943585563963</c:v>
                </c:pt>
                <c:pt idx="6">
                  <c:v>0.00047852070237346534</c:v>
                </c:pt>
                <c:pt idx="7">
                  <c:v>0.0004147379380553994</c:v>
                </c:pt>
                <c:pt idx="8">
                  <c:v>0.00036541116046548704</c:v>
                </c:pt>
                <c:pt idx="9">
                  <c:v>0.0003262082540699565</c:v>
                </c:pt>
                <c:pt idx="10">
                  <c:v>0.0002943730971042649</c:v>
                </c:pt>
                <c:pt idx="11">
                  <c:v>0.00026805787433924536</c:v>
                </c:pt>
                <c:pt idx="12">
                  <c:v>0.00024597536311442384</c:v>
                </c:pt>
                <c:pt idx="13">
                  <c:v>0.000227202106215769</c:v>
                </c:pt>
                <c:pt idx="14">
                  <c:v>0.0002110597340689922</c:v>
                </c:pt>
              </c:numCache>
            </c:numRef>
          </c:val>
          <c:smooth/>
        </c:ser>
        <c:ser>
          <c:idx val="12"/>
          <c:order val="12"/>
          <c:tx>
            <c:strRef>
              <c:f>Sheet1!$N$1</c:f>
              <c:strCache>
                <c:ptCount val="1"/>
                <c:pt idx="0">
                  <c:v>bdg_ooh_extrapolated</c:v>
                </c:pt>
              </c:strCache>
            </c:strRef>
          </c:tx>
          <c:spPr>
            <a:ln w="31750">
              <a:solidFill>
                <a:srgbClr val="790000"/>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Sheet1!$N$2:$N$22</c:f>
              <c:numCache>
                <c:formatCode>General</c:formatCode>
                <c:ptCount val="21"/>
                <c:pt idx="0">
                  <c:v/>
                </c:pt>
                <c:pt idx="1">
                  <c:v/>
                </c:pt>
                <c:pt idx="2">
                  <c:v/>
                </c:pt>
                <c:pt idx="3">
                  <c:v/>
                </c:pt>
                <c:pt idx="4">
                  <c:v/>
                </c:pt>
                <c:pt idx="5">
                  <c:v/>
                </c:pt>
                <c:pt idx="6">
                  <c:v/>
                </c:pt>
                <c:pt idx="7">
                  <c:v/>
                </c:pt>
                <c:pt idx="8">
                  <c:v/>
                </c:pt>
                <c:pt idx="9">
                  <c:v/>
                </c:pt>
                <c:pt idx="10">
                  <c:v/>
                </c:pt>
                <c:pt idx="11">
                  <c:v/>
                </c:pt>
                <c:pt idx="12">
                  <c:v/>
                </c:pt>
                <c:pt idx="13">
                  <c:v/>
                </c:pt>
                <c:pt idx="14">
                  <c:v>0.0002110597340689922</c:v>
                </c:pt>
                <c:pt idx="15">
                  <c:v>0.00019703990038086506</c:v>
                </c:pt>
                <c:pt idx="16">
                  <c:v>0.00018475503047618987</c:v>
                </c:pt>
                <c:pt idx="17">
                  <c:v>0.00017390506277971025</c:v>
                </c:pt>
                <c:pt idx="18">
                  <c:v>0.00016425445898090774</c:v>
                </c:pt>
                <c:pt idx="19">
                  <c:v>0.0001556159958773501</c:v>
                </c:pt>
                <c:pt idx="20">
                  <c:v>0.0001478391400915652</c:v>
                </c:pt>
              </c:numCache>
            </c:numRef>
          </c:val>
          <c:smooth/>
        </c:ser>
        <c:ser>
          <c:idx val="13"/>
          <c:order val="13"/>
          <c:tx>
            <c:strRef>
              <c:f>Sheet1!$O$1</c:f>
              <c:strCache>
                <c:ptCount val="1"/>
                <c:pt idx="0">
                  <c:v>bdg_pos</c:v>
                </c:pt>
              </c:strCache>
            </c:strRef>
          </c:tx>
          <c:spPr>
            <a:ln w="31750">
              <a:solidFill>
                <a:srgbClr val="0774D8"/>
              </a:solidFill>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Sheet1!$O$2:$O$9</c:f>
              <c:numCache>
                <c:formatCode>General</c:formatCode>
                <c:ptCount val="8"/>
                <c:pt idx="0">
                  <c:v>#N/A</c:v>
                </c:pt>
                <c:pt idx="1">
                  <c:v>0.0004910314684550511</c:v>
                </c:pt>
                <c:pt idx="2">
                  <c:v>0.0005248707283120486</c:v>
                </c:pt>
                <c:pt idx="3">
                  <c:v>0.0005471044462038282</c:v>
                </c:pt>
                <c:pt idx="4">
                  <c:v>0.0005556350901134953</c:v>
                </c:pt>
                <c:pt idx="5">
                  <c:v>0.0005512941688617831</c:v>
                </c:pt>
                <c:pt idx="6">
                  <c:v>0.0005370131648387217</c:v>
                </c:pt>
                <c:pt idx="7">
                  <c:v>0.0005163581991235294</c:v>
                </c:pt>
              </c:numCache>
            </c:numRef>
          </c:val>
          <c:smooth/>
        </c:ser>
        <c:ser>
          <c:idx val="14"/>
          <c:order val="14"/>
          <c:tx>
            <c:strRef>
              <c:f>Sheet1!$P$1</c:f>
              <c:strCache>
                <c:ptCount val="1"/>
                <c:pt idx="0">
                  <c:v>bdg_pos_extrapolated</c:v>
                </c:pt>
              </c:strCache>
            </c:strRef>
          </c:tx>
          <c:spPr>
            <a:ln w="31750">
              <a:solidFill>
                <a:srgbClr val="0774D8"/>
              </a:solidFill>
              <a:prstDash val="dash"/>
            </a:ln>
          </c:spPr>
          <c:marker>
            <c:symbol val="none"/>
          </c:marker>
          <c:cat>
            <c:numRef>
              <c:f>Sheet1!$A$2:$A$62</c:f>
              <c:numCache>
                <c:formatCode>General</c:formatCode>
                <c:ptCount val="6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270</c:v>
                </c:pt>
                <c:pt idx="55">
                  <c:v>275</c:v>
                </c:pt>
                <c:pt idx="56">
                  <c:v>280</c:v>
                </c:pt>
                <c:pt idx="57">
                  <c:v>285</c:v>
                </c:pt>
                <c:pt idx="58">
                  <c:v>290</c:v>
                </c:pt>
                <c:pt idx="59">
                  <c:v>295</c:v>
                </c:pt>
                <c:pt idx="60">
                  <c:v>300</c:v>
                </c:pt>
              </c:numCache>
            </c:numRef>
          </c:cat>
          <c:val>
            <c:numRef>
              <c:f>Sheet1!$P$2:$P$12</c:f>
              <c:numCache>
                <c:formatCode>General</c:formatCode>
                <c:ptCount val="11"/>
                <c:pt idx="0">
                  <c:v/>
                </c:pt>
                <c:pt idx="1">
                  <c:v/>
                </c:pt>
                <c:pt idx="2">
                  <c:v/>
                </c:pt>
                <c:pt idx="3">
                  <c:v/>
                </c:pt>
                <c:pt idx="4">
                  <c:v/>
                </c:pt>
                <c:pt idx="5">
                  <c:v/>
                </c:pt>
                <c:pt idx="6">
                  <c:v/>
                </c:pt>
                <c:pt idx="7">
                  <c:v>0.0005163581991235294</c:v>
                </c:pt>
                <c:pt idx="8">
                  <c:v>0.0004924399700266309</c:v>
                </c:pt>
                <c:pt idx="9">
                  <c:v>0.0004674974128082343</c:v>
                </c:pt>
                <c:pt idx="10">
                  <c:v>0.00044293587288222975</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12"/>
        <c:tickMarkSkip val="12"/>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2025 expected sales: 0 Packs, 44 k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520</a:t>
                      </a:r>
                    </a:p>
                  </a:txBody>
                  <a:tcPr marB="0" marT="0"/>
                </a:tc>
                <a:tc>
                  <a:txBody>
                    <a:bodyPr/>
                    <a:lstStyle/>
                    <a:p>
                      <a:pPr algn="ctr">
                        <a:defRPr sz="1000">
                          <a:latin typeface="Calibri"/>
                        </a:defRPr>
                      </a:pPr>
                      <a:r>
                        <a:t>527</a:t>
                      </a:r>
                    </a:p>
                  </a:txBody>
                  <a:tcPr marB="0" marT="0"/>
                </a:tc>
                <a:tc>
                  <a:txBody>
                    <a:bodyPr/>
                    <a:lstStyle/>
                    <a:p>
                      <a:pPr algn="ctr">
                        <a:defRPr sz="1000">
                          <a:latin typeface="Calibri"/>
                        </a:defRPr>
                      </a:pPr>
                      <a:r>
                        <a:t>1.2%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534</a:t>
                      </a:r>
                    </a:p>
                  </a:txBody>
                  <a:tcPr marB="0" marT="0"/>
                </a:tc>
                <a:tc>
                  <a:txBody>
                    <a:bodyPr/>
                    <a:lstStyle/>
                    <a:p>
                      <a:pPr algn="ctr">
                        <a:defRPr sz="1000">
                          <a:latin typeface="Calibri"/>
                        </a:defRPr>
                      </a:pPr>
                      <a:r>
                        <a:t>533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467</a:t>
                      </a:r>
                    </a:p>
                  </a:txBody>
                  <a:tcPr marB="0" marT="0"/>
                </a:tc>
                <a:tc>
                  <a:txBody>
                    <a:bodyPr/>
                    <a:lstStyle/>
                    <a:p>
                      <a:pPr algn="ctr">
                        <a:defRPr sz="1000">
                          <a:latin typeface="Calibri"/>
                        </a:defRPr>
                      </a:pPr>
                      <a:r>
                        <a:t>473</a:t>
                      </a:r>
                    </a:p>
                  </a:txBody>
                  <a:tcPr marB="0" marT="0"/>
                </a:tc>
                <a:tc>
                  <a:txBody>
                    <a:bodyPr/>
                    <a:lstStyle/>
                    <a:p>
                      <a:pPr algn="ctr">
                        <a:defRPr sz="1000">
                          <a:latin typeface="Calibri"/>
                        </a:defRPr>
                      </a:pPr>
                      <a:r>
                        <a:t>1.2%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440</a:t>
                      </a:r>
                    </a:p>
                  </a:txBody>
                  <a:tcPr marB="0" marT="0"/>
                </a:tc>
                <a:tc>
                  <a:txBody>
                    <a:bodyPr/>
                    <a:lstStyle/>
                    <a:p>
                      <a:pPr algn="ctr">
                        <a:defRPr sz="1000">
                          <a:latin typeface="Calibri"/>
                        </a:defRPr>
                      </a:pPr>
                      <a:r>
                        <a:t>443</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449</a:t>
                      </a:r>
                    </a:p>
                  </a:txBody>
                  <a:tcPr marB="0" marT="0"/>
                </a:tc>
                <a:tc>
                  <a:txBody>
                    <a:bodyPr/>
                    <a:lstStyle/>
                    <a:p>
                      <a:pPr algn="ctr">
                        <a:defRPr sz="1000">
                          <a:latin typeface="Calibri"/>
                        </a:defRPr>
                      </a:pPr>
                      <a:r>
                        <a:t>458</a:t>
                      </a:r>
                    </a:p>
                  </a:txBody>
                  <a:tcPr marB="0" marT="0"/>
                </a:tc>
                <a:tc>
                  <a:txBody>
                    <a:bodyPr/>
                    <a:lstStyle/>
                    <a:p>
                      <a:pPr algn="ctr">
                        <a:defRPr sz="1000">
                          <a:latin typeface="Calibri"/>
                        </a:defRPr>
                      </a:pPr>
                      <a:r>
                        <a:t>2.1%</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174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192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10.2%</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106 697</a:t>
                      </a:r>
                    </a:p>
                  </a:txBody>
                  <a:tcPr marB="0" marT="0"/>
                </a:tc>
                <a:tc>
                  <a:txBody>
                    <a:bodyPr/>
                    <a:lstStyle/>
                    <a:p>
                      <a:pPr algn="ctr">
                        <a:defRPr sz="1000">
                          <a:latin typeface="Calibri"/>
                        </a:defRPr>
                      </a:pPr>
                      <a:r>
                        <a:t>109 117</a:t>
                      </a:r>
                    </a:p>
                  </a:txBody>
                  <a:tcPr marB="0" marT="0"/>
                </a:tc>
                <a:tc>
                  <a:txBody>
                    <a:bodyPr/>
                    <a:lstStyle/>
                    <a:p>
                      <a:pPr algn="ctr">
                        <a:defRPr sz="1000">
                          <a:latin typeface="Calibri"/>
                        </a:defRPr>
                      </a:pPr>
                      <a:r>
                        <a:t>2.3%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110 143</a:t>
                      </a:r>
                    </a:p>
                  </a:txBody>
                  <a:tcPr marB="0" marT="0"/>
                </a:tc>
                <a:tc>
                  <a:txBody>
                    <a:bodyPr/>
                    <a:lstStyle/>
                    <a:p>
                      <a:pPr algn="ctr">
                        <a:defRPr sz="1000">
                          <a:latin typeface="Calibri"/>
                        </a:defRPr>
                      </a:pPr>
                      <a:r>
                        <a:t>110 708</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95 945</a:t>
                      </a:r>
                    </a:p>
                  </a:txBody>
                  <a:tcPr marB="0" marT="0"/>
                </a:tc>
                <a:tc>
                  <a:txBody>
                    <a:bodyPr/>
                    <a:lstStyle/>
                    <a:p>
                      <a:pPr algn="ctr">
                        <a:defRPr sz="1000">
                          <a:latin typeface="Calibri"/>
                        </a:defRPr>
                      </a:pPr>
                      <a:r>
                        <a:t>97 817</a:t>
                      </a:r>
                    </a:p>
                  </a:txBody>
                  <a:tcPr marB="0" marT="0"/>
                </a:tc>
                <a:tc>
                  <a:txBody>
                    <a:bodyPr/>
                    <a:lstStyle/>
                    <a:p>
                      <a:pPr algn="ctr">
                        <a:defRPr sz="1000">
                          <a:latin typeface="Calibri"/>
                        </a:defRPr>
                      </a:pPr>
                      <a:r>
                        <a:t>2.0%</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88 696</a:t>
                      </a:r>
                    </a:p>
                  </a:txBody>
                  <a:tcPr marB="0" marT="0"/>
                </a:tc>
                <a:tc>
                  <a:txBody>
                    <a:bodyPr/>
                    <a:lstStyle/>
                    <a:p>
                      <a:pPr algn="ctr">
                        <a:defRPr sz="1000">
                          <a:latin typeface="Calibri"/>
                        </a:defRPr>
                      </a:pPr>
                      <a:r>
                        <a:t>90 108</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90 312</a:t>
                      </a:r>
                    </a:p>
                  </a:txBody>
                  <a:tcPr marB="0" marT="0"/>
                </a:tc>
                <a:tc>
                  <a:txBody>
                    <a:bodyPr/>
                    <a:lstStyle/>
                    <a:p>
                      <a:pPr algn="ctr">
                        <a:defRPr sz="1000">
                          <a:latin typeface="Calibri"/>
                        </a:defRPr>
                      </a:pPr>
                      <a:r>
                        <a:t>92 990</a:t>
                      </a:r>
                    </a:p>
                  </a:txBody>
                  <a:tcPr marB="0" marT="0"/>
                </a:tc>
                <a:tc>
                  <a:txBody>
                    <a:bodyPr/>
                    <a:lstStyle/>
                    <a:p>
                      <a:pPr algn="ctr">
                        <a:defRPr sz="1000">
                          <a:latin typeface="Calibri"/>
                        </a:defRPr>
                      </a:pPr>
                      <a:r>
                        <a:t>3.0%</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39 632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43 625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10.1%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2939148"/>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bdg_dgt_display</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bdg_dgt_indoor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15.0</a:t>
                      </a:r>
                    </a:p>
                  </a:txBody>
                  <a:tcPr/>
                </a:tc>
                <a:tc>
                  <a:txBody>
                    <a:bodyPr/>
                    <a:lstStyle/>
                    <a:p>
                      <a:pPr algn="ctr">
                        <a:defRPr sz="1000">
                          <a:latin typeface="Calibri"/>
                        </a:defRPr>
                      </a:pPr>
                      <a:r>
                        <a:t>75.0</a:t>
                      </a:r>
                    </a:p>
                  </a:txBody>
                  <a:tcPr/>
                </a:tc>
              </a:tr>
              <a:tr h="244929">
                <a:tc>
                  <a:txBody>
                    <a:bodyPr/>
                    <a:lstStyle/>
                    <a:p>
                      <a:pPr algn="ctr">
                        <a:defRPr sz="1000">
                          <a:latin typeface="Calibri"/>
                        </a:defRPr>
                      </a:pPr>
                      <a:r>
                        <a:t>bdg_dgt_perform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bdg_dgt_special</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bdg_dgt_video</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bdg_ooh</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PR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TV</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200.0</a:t>
                      </a:r>
                    </a:p>
                  </a:txBody>
                  <a:tcPr/>
                </a:tc>
                <a:tc>
                  <a:txBody>
                    <a:bodyPr/>
                    <a:lstStyle/>
                    <a:p>
                      <a:pPr algn="ctr">
                        <a:defRPr sz="1000">
                          <a:latin typeface="Calibri"/>
                        </a:defRPr>
                      </a:pPr>
                      <a:r>
                        <a:t>1000.0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385.0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1925.0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5198161"/>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284</a:t>
                      </a:r>
                    </a:p>
                  </a:txBody>
                  <a:tcPr/>
                </a:tc>
                <a:tc>
                  <a:txBody>
                    <a:bodyPr/>
                    <a:lstStyle/>
                    <a:p>
                      <a:pPr algn="ctr">
                        <a:defRPr sz="1000">
                          <a:latin typeface="Calibri"/>
                        </a:defRPr>
                      </a:pPr>
                      <a:r>
                        <a:t>925</a:t>
                      </a:r>
                    </a:p>
                  </a:txBody>
                  <a:tcPr/>
                </a:tc>
                <a:tc>
                  <a:txBody>
                    <a:bodyPr/>
                    <a:lstStyle/>
                    <a:p>
                      <a:pPr algn="ctr">
                        <a:defRPr sz="1000">
                          <a:latin typeface="Calibri"/>
                        </a:defRPr>
                      </a:pPr>
                      <a:r>
                        <a:t>710</a:t>
                      </a:r>
                    </a:p>
                  </a:txBody>
                  <a:tcPr/>
                </a:tc>
                <a:tc>
                  <a:txBody>
                    <a:bodyPr/>
                    <a:lstStyle/>
                    <a:p>
                      <a:pPr algn="ctr">
                        <a:defRPr sz="1000">
                          <a:latin typeface="Calibri"/>
                        </a:defRPr>
                      </a:pPr>
                      <a:r>
                        <a:t>3 260</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58 028</a:t>
                      </a:r>
                    </a:p>
                  </a:txBody>
                  <a:tcPr/>
                </a:tc>
                <a:tc>
                  <a:txBody>
                    <a:bodyPr/>
                    <a:lstStyle/>
                    <a:p>
                      <a:pPr algn="ctr">
                        <a:defRPr sz="1000">
                          <a:latin typeface="Calibri"/>
                        </a:defRPr>
                      </a:pPr>
                      <a:r>
                        <a:t>187 947</a:t>
                      </a:r>
                    </a:p>
                  </a:txBody>
                  <a:tcPr/>
                </a:tc>
                <a:tc>
                  <a:txBody>
                    <a:bodyPr/>
                    <a:lstStyle/>
                    <a:p>
                      <a:pPr algn="ctr">
                        <a:defRPr sz="1000">
                          <a:latin typeface="Calibri"/>
                        </a:defRPr>
                      </a:pPr>
                      <a:r>
                        <a:t>144 966</a:t>
                      </a:r>
                    </a:p>
                  </a:txBody>
                  <a:tcPr/>
                </a:tc>
                <a:tc>
                  <a:txBody>
                    <a:bodyPr/>
                    <a:lstStyle/>
                    <a:p>
                      <a:pPr algn="ctr">
                        <a:defRPr sz="1000">
                          <a:latin typeface="Calibri"/>
                        </a:defRPr>
                      </a:pPr>
                      <a:r>
                        <a:t>671 488</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86 938</a:t>
                      </a:r>
                    </a:p>
                  </a:txBody>
                  <a:tcPr/>
                </a:tc>
                <a:tc>
                  <a:txBody>
                    <a:bodyPr/>
                    <a:lstStyle/>
                    <a:p>
                      <a:pPr algn="ctr">
                        <a:defRPr sz="1000">
                          <a:latin typeface="Calibri"/>
                        </a:defRPr>
                      </a:pPr>
                      <a:r>
                        <a:t>483 541</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-384 913 062</a:t>
                      </a:r>
                    </a:p>
                  </a:txBody>
                  <a:tcPr/>
                </a:tc>
                <a:tc>
                  <a:txBody>
                    <a:bodyPr/>
                    <a:lstStyle/>
                    <a:p>
                      <a:pPr algn="ctr">
                        <a:defRPr sz="1000">
                          <a:latin typeface="Calibri"/>
                        </a:defRPr>
                      </a:pPr>
                      <a:r>
                        <a:t>-1 924 516 459</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-42.21%</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-62.38%</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44.43%</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32.63%</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